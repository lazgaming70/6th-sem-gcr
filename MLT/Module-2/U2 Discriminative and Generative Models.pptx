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YOriqeoqLckXMvXZtsVsC5ji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oogle.com/search?q=Spam+Filter&amp;rlz=1C1RXQR_enIN1193IN1193&amp;oq=example+for+discriminiative+and+generaaive+model&amp;gs_lcrp=EgZjaHJvbWUyBggAEEUYOTIICAEQABgWGB4yDQgCEAAYhgMYgAQYigUyCggDEAAYgAQYogQyBwgEEAAY7wUyCggFEAAYgAQYogQyCggGEAAYgAQYogTSAQg5ODMwajBqNKgCALACAQ&amp;sourceid=chrome&amp;ie=UTF-8&amp;mstk=AUtExfA0R0aEMZv2Hn-1mEjrPBh7G4ZUH1ChU3bB4zqMEzHH3_H-dv-zvF0qH84oDBWu9xlQhRAbiWG79qk0D_hv5H7VSTDulc9-f_ctOrXCvp2DkAIMnScB2SnGJxid7yM91CE5g-HbwwACH4ATKrGk3lM1vnorwLg1OWPyUigLs_FXvu2t5JaxWc2i14klz8zkhsp5-9VMh2s10H9rQ8EUrt0CYlVI2UtFlhxwToM8Q6SV7o5B_nvBHJKu-2ESEMnU5sk-TfJj8msmxAac14lKcUrT&amp;csui=3&amp;ved=2ahUKEwiWpMTDx4CSAxVbfGwGHbBWPR8QgK4QegQIAxAF" TargetMode="External"/><Relationship Id="rId4" Type="http://schemas.openxmlformats.org/officeDocument/2006/relationships/hyperlink" Target="https://www.google.com/search?q=Image+Classifier&amp;rlz=1C1RXQR_enIN1193IN1193&amp;oq=example+for+discriminiative+and+generaaive+model&amp;gs_lcrp=EgZjaHJvbWUyBggAEEUYOTIICAEQABgWGB4yDQgCEAAYhgMYgAQYigUyCggDEAAYgAQYogQyBwgEEAAY7wUyCggFEAAYgAQYogQyCggGEAAYgAQYogTSAQg5ODMwajBqNKgCALACAQ&amp;sourceid=chrome&amp;ie=UTF-8&amp;mstk=AUtExfA0R0aEMZv2Hn-1mEjrPBh7G4ZUH1ChU3bB4zqMEzHH3_H-dv-zvF0qH84oDBWu9xlQhRAbiWG79qk0D_hv5H7VSTDulc9-f_ctOrXCvp2DkAIMnScB2SnGJxid7yM91CE5g-HbwwACH4ATKrGk3lM1vnorwLg1OWPyUigLs_FXvu2t5JaxWc2i14klz8zkhsp5-9VMh2s10H9rQ8EUrt0CYlVI2UtFlhxwToM8Q6SV7o5B_nvBHJKu-2ESEMnU5sk-TfJj8msmxAac14lKcUrT&amp;csui=3&amp;ved=2ahUKEwiWpMTDx4CSAxVbfGwGHbBWPR8QgK4QegQIAxAH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google.com/search?q=GPT+Models&amp;rlz=1C1RXQR_enIN1193IN1193&amp;oq=example+for+discriminiative+and+generaaive+model&amp;gs_lcrp=EgZjaHJvbWUyBggAEEUYOTIICAEQABgWGB4yDQgCEAAYhgMYgAQYigUyCggDEAAYgAQYogQyBwgEEAAY7wUyCggFEAAYgAQYogQyCggGEAAYgAQYogTSAQg5ODMwajBqNKgCALACAQ&amp;sourceid=chrome&amp;ie=UTF-8&amp;mstk=AUtExfA0R0aEMZv2Hn-1mEjrPBh7G4ZUH1ChU3bB4zqMEzHH3_H-dv-zvF0qH84oDBWu9xlQhRAbiWG79qk0D_hv5H7VSTDulc9-f_ctOrXCvp2DkAIMnScB2SnGJxid7yM91CE5g-HbwwACH4ATKrGk3lM1vnorwLg1OWPyUigLs_FXvu2t5JaxWc2i14klz8zkhsp5-9VMh2s10H9rQ8EUrt0CYlVI2UtFlhxwToM8Q6SV7o5B_nvBHJKu-2ESEMnU5sk-TfJj8msmxAac14lKcUrT&amp;csui=3&amp;ved=2ahUKEwiWpMTDx4CSAxVbfGwGHbBWPR8QgK4QegQIBhAG" TargetMode="External"/><Relationship Id="rId4" Type="http://schemas.openxmlformats.org/officeDocument/2006/relationships/hyperlink" Target="https://www.google.com/search?q=Image+Synthesis&amp;rlz=1C1RXQR_enIN1193IN1193&amp;oq=example+for+discriminiative+and+generaaive+model&amp;gs_lcrp=EgZjaHJvbWUyBggAEEUYOTIICAEQABgWGB4yDQgCEAAYhgMYgAQYigUyCggDEAAYgAQYogQyBwgEEAAY7wUyCggFEAAYgAQYogQyCggGEAAYgAQYogTSAQg5ODMwajBqNKgCALACAQ&amp;sourceid=chrome&amp;ie=UTF-8&amp;mstk=AUtExfA0R0aEMZv2Hn-1mEjrPBh7G4ZUH1ChU3bB4zqMEzHH3_H-dv-zvF0qH84oDBWu9xlQhRAbiWG79qk0D_hv5H7VSTDulc9-f_ctOrXCvp2DkAIMnScB2SnGJxid7yM91CE5g-HbwwACH4ATKrGk3lM1vnorwLg1OWPyUigLs_FXvu2t5JaxWc2i14klz8zkhsp5-9VMh2s10H9rQ8EUrt0CYlVI2UtFlhxwToM8Q6SV7o5B_nvBHJKu-2ESEMnU5sk-TfJj8msmxAac14lKcUrT&amp;csui=3&amp;ved=2ahUKEwiWpMTDx4CSAxVbfGwGHbBWPR8QgK4QegQIBhA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Module II Supervised and Unsupervised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Supervised &amp; Unsupervised Learning – Introduction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Supervised </a:t>
            </a:r>
            <a:r>
              <a:rPr lang="en-US"/>
              <a:t>Learning using labeled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Learns mapping from input to output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regression and classification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Supervised Learning: Data and corresponding labels are given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House price prediction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Unsupervised Learning</a:t>
            </a:r>
            <a:r>
              <a:rPr lang="en-US"/>
              <a:t> is a type of machine learning where the model is trained using </a:t>
            </a:r>
            <a:r>
              <a:rPr b="1" lang="en-US"/>
              <a:t>unlabeled data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input features </a:t>
            </a:r>
            <a:r>
              <a:rPr b="1" lang="en-US"/>
              <a:t>X</a:t>
            </a:r>
            <a:r>
              <a:rPr lang="en-US"/>
              <a:t> are given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predefined output labels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model discovers </a:t>
            </a:r>
            <a:r>
              <a:rPr b="1" lang="en-US"/>
              <a:t>hidden patterns or structures</a:t>
            </a:r>
            <a:r>
              <a:rPr lang="en-US"/>
              <a:t> in data.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correct answers are provided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Model learns on its own by identifying similarity, distance, or density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Example:Customer segmentation in e-commerce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Discriminative and Generative Models </a:t>
            </a:r>
            <a:br>
              <a:rPr b="1" lang="en-US"/>
            </a:br>
            <a:endParaRPr b="1"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Computers utilize mathematics, algorithms, and data pipelines to draw meaningful inferences from raw data since they cannot perceive data and information like humans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Mathematics, especially branches like calculus, probability, statistics, etc., is the backbone of these algorithms or models. They can be widely divided into two groups: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/>
              <a:t>1. Discriminative models</a:t>
            </a:r>
            <a:br>
              <a:rPr lang="en-US"/>
            </a:br>
            <a:r>
              <a:rPr b="1" lang="en-US"/>
              <a:t>2. Generative models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Discriminative model</a:t>
            </a:r>
            <a:br>
              <a:rPr lang="en-US"/>
            </a:b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278194"/>
            <a:ext cx="10515600" cy="489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Discriminative models, aka conditional models, are used for supervised machine learning.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Separating the data points into different classes and learning the boundaries using probability estimates and maximum likelihood.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 P(Y|X)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model capacity to characterize the decision boundary only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Examples: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Spam Filter</a:t>
            </a:r>
            <a:r>
              <a:rPr b="1" lang="en-US"/>
              <a:t>:</a:t>
            </a:r>
            <a:r>
              <a:rPr lang="en-US"/>
              <a:t> Classifies emails as "spam" or "not spam".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Image Classifier</a:t>
            </a:r>
            <a:r>
              <a:rPr b="1" lang="en-US"/>
              <a:t>:</a:t>
            </a:r>
            <a:r>
              <a:rPr lang="en-US"/>
              <a:t> Decides if an image contains a "cat" or "dog".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633100" y="543452"/>
            <a:ext cx="10515600" cy="51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Widely used discriminative models: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1. Logistic regression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2. Support vector machines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3. Decision trees</a:t>
            </a:r>
            <a:endParaRPr sz="3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4.Neural nets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5.k-nearest neighbor (KNN)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6.Conditional random field (CRF)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7. Random forest,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Generative model</a:t>
            </a:r>
            <a:br>
              <a:rPr b="1" lang="en-US"/>
            </a:br>
            <a:endParaRPr b="1"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838200" y="1120876"/>
            <a:ext cx="10515600" cy="5056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Generative models can be used to generate new data points.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These models are usually used in unsupervised machine learning problems.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Generative models go in-depth to model the actual data distribution and learn the different data points.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 P(X,Y)-Use the capacity of the model to characterize how the data is generated(both the input and outputs)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GPT Models</a:t>
            </a:r>
            <a:r>
              <a:rPr b="1" lang="en-US"/>
              <a:t> (e.g., ChatGPT):</a:t>
            </a:r>
            <a:r>
              <a:rPr lang="en-US"/>
              <a:t> Generates human-like text, summaries, or code.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Image Synthesis</a:t>
            </a:r>
            <a:r>
              <a:rPr b="1" lang="en-US"/>
              <a:t>:</a:t>
            </a:r>
            <a:r>
              <a:rPr lang="en-US"/>
              <a:t> Drawing a new, never-before-seen picture of a dog.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838200" y="993058"/>
            <a:ext cx="10515600" cy="5183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examples as well as a description of generative models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1. Bayesian network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2. Autoregressive model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3. Generative adversarial network (GAN)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4.Naive Bayes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5.Markov random field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6.hidden Markov model (HMM)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7.latent Dirichlet allocation (LDA), etc</a:t>
            </a:r>
            <a:endParaRPr b="1"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Discriminative vs generative</a:t>
            </a:r>
            <a:br>
              <a:rPr b="1" lang="en-US"/>
            </a:br>
            <a:endParaRPr b="1"/>
          </a:p>
        </p:txBody>
      </p:sp>
      <p:pic>
        <p:nvPicPr>
          <p:cNvPr id="124" name="Google Shape;12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25625"/>
            <a:ext cx="947829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Discriminative vs generative</a:t>
            </a:r>
            <a:br>
              <a:rPr b="1" lang="en-US"/>
            </a:br>
            <a:endParaRPr/>
          </a:p>
        </p:txBody>
      </p:sp>
      <p:pic>
        <p:nvPicPr>
          <p:cNvPr descr="Supervised Learning Cheatsheet.webp" id="130" name="Google Shape;130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23" y="1825625"/>
            <a:ext cx="9738904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Applications of Discriminative vs generative</a:t>
            </a:r>
            <a:br>
              <a:rPr b="1" lang="en-US"/>
            </a:br>
            <a:endParaRPr b="1"/>
          </a:p>
        </p:txBody>
      </p:sp>
      <p:pic>
        <p:nvPicPr>
          <p:cNvPr id="136" name="Google Shape;13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361" y="1690688"/>
            <a:ext cx="9910916" cy="4572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Summary</a:t>
            </a:r>
            <a:endParaRPr b="1"/>
          </a:p>
        </p:txBody>
      </p:sp>
      <p:sp>
        <p:nvSpPr>
          <p:cNvPr id="142" name="Google Shape;14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Discriminative models learn P(Y|X)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Generative models learn P(X,Y)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Focus: boundary vs distribution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Examples: Logistic Regression, Naïve Bayes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2026-01-10T07:53:52Z</dcterms:created>
  <dc:creator>p keerthana</dc:creator>
</cp:coreProperties>
</file>