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80" r:id="rId3"/>
  </p:sldMasterIdLst>
  <p:sldIdLst>
    <p:sldId id="256" r:id="rId4"/>
    <p:sldId id="257" r:id="rId5"/>
    <p:sldId id="259" r:id="rId6"/>
    <p:sldId id="260" r:id="rId7"/>
    <p:sldId id="261" r:id="rId8"/>
    <p:sldId id="263" r:id="rId9"/>
    <p:sldId id="264" r:id="rId10"/>
    <p:sldId id="265" r:id="rId11"/>
    <p:sldId id="266" r:id="rId12"/>
    <p:sldId id="268" r:id="rId13"/>
  </p:sldIdLst>
  <p:sldSz cx="9144000" cy="5143500"/>
  <p:notesSz cx="68580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slide" Target="slides/slide1.xml"/><Relationship Id="rId3" Type="http://schemas.openxmlformats.org/officeDocument/2006/relationships/slideMaster" Target="slideMasters/slideMaster2.xml"/><Relationship Id="rId2" Type="http://schemas.openxmlformats.org/officeDocument/2006/relationships/theme" Target="theme/theme1.xml"/><Relationship Id="rId16" Type="http://schemas.openxmlformats.org/officeDocument/2006/relationships/tableStyles" Target="tableStyles.xml"/><Relationship Id="rId15" Type="http://schemas.openxmlformats.org/officeDocument/2006/relationships/viewProps" Target="viewProps.xml"/><Relationship Id="rId14" Type="http://schemas.openxmlformats.org/officeDocument/2006/relationships/presProps" Target="presProps.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4" Type="http://schemas.openxmlformats.org/officeDocument/2006/relationships/hyperlink" Target="http://bit.ly/2TtBDfr" TargetMode="External"/><Relationship Id="rId3" Type="http://schemas.openxmlformats.org/officeDocument/2006/relationships/hyperlink" Target="http://bit.ly/2TyoMsr" TargetMode="External"/><Relationship Id="rId2" Type="http://schemas.openxmlformats.org/officeDocument/2006/relationships/hyperlink" Target="https://bit.ly/3A1uf1Q" TargetMode="External"/><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p:bg>
      <p:bgPr>
        <a:solidFill>
          <a:schemeClr val="lt1"/>
        </a:solidFill>
        <a:effectLst/>
      </p:bgPr>
    </p:bg>
    <p:spTree>
      <p:nvGrpSpPr>
        <p:cNvPr id="1" name=""/>
        <p:cNvGrpSpPr/>
        <p:nvPr/>
      </p:nvGrpSpPr>
      <p:grpSpPr>
        <a:xfrm>
          <a:off x="0" y="0"/>
          <a:ext cx="0" cy="0"/>
          <a:chOff x="0" y="0"/>
          <a:chExt cx="0" cy="0"/>
        </a:xfrm>
      </p:grpSpPr>
      <p:sp>
        <p:nvSpPr>
          <p:cNvPr id="0" name="PlaceHolder 1"/>
          <p:cNvSpPr>
            <a:spLocks noGrp="1"/>
          </p:cNvSpPr>
          <p:nvPr>
            <p:ph type="title" hasCustomPrompt="1"/>
          </p:nvPr>
        </p:nvSpPr>
        <p:spPr>
          <a:xfrm>
            <a:off x="713160" y="1155960"/>
            <a:ext cx="4160520" cy="2385360"/>
          </a:xfrm>
          <a:prstGeom prst="rect">
            <a:avLst/>
          </a:prstGeom>
          <a:noFill/>
          <a:ln w="0">
            <a:noFill/>
          </a:ln>
        </p:spPr>
        <p:txBody>
          <a:bodyPr lIns="91440" tIns="91440" rIns="91440" bIns="91440" anchor="b">
            <a:noAutofit/>
          </a:bodyPr>
          <a:p>
            <a:pPr indent="0">
              <a:buNone/>
            </a:pPr>
            <a:r>
              <a:rPr lang="fr-FR" sz="3600" b="0" u="none" strike="noStrike">
                <a:solidFill>
                  <a:schemeClr val="dk1"/>
                </a:solidFill>
                <a:effectLst/>
                <a:uFillTx/>
                <a:latin typeface="Arial" panose="020B0604020202020204"/>
              </a:rPr>
              <a:t>Click to edit the title text format</a:t>
            </a:r>
            <a:endParaRPr lang="fr-FR" sz="3600" b="0" u="none" strike="noStrike">
              <a:solidFill>
                <a:schemeClr val="dk1"/>
              </a:solidFill>
              <a:effectLst/>
              <a:uFillTx/>
              <a:latin typeface="Arial" panose="020B0604020202020204"/>
            </a:endParaRPr>
          </a:p>
        </p:txBody>
      </p:sp>
      <p:sp>
        <p:nvSpPr>
          <p:cNvPr id="2" name="PlaceHolder 2"/>
          <p:cNvSpPr>
            <a:spLocks noGrp="1"/>
          </p:cNvSpPr>
          <p:nvPr>
            <p:ph type="body" hasCustomPrompt="1"/>
          </p:nvPr>
        </p:nvSpPr>
        <p:spPr>
          <a:xfrm>
            <a:off x="457200" y="1203480"/>
            <a:ext cx="8229240" cy="2982960"/>
          </a:xfrm>
          <a:prstGeom prst="rect">
            <a:avLst/>
          </a:prstGeom>
          <a:noFill/>
          <a:ln w="0">
            <a:noFill/>
          </a:ln>
        </p:spPr>
        <p:txBody>
          <a:bodyPr lIns="0" tIns="0" rIns="0" bIns="0" anchor="t">
            <a:normAutofit/>
          </a:bodyPr>
          <a:p>
            <a:pPr marL="431800" indent="-323850">
              <a:spcBef>
                <a:spcPts val="1415"/>
              </a:spcBef>
              <a:buClr>
                <a:srgbClr val="000000"/>
              </a:buClr>
              <a:buSzPct val="45000"/>
              <a:buFont typeface="Wingdings" panose="05000000000000000000" pitchFamily="2" charset="2"/>
              <a:buChar char=""/>
            </a:pPr>
            <a:r>
              <a:rPr lang="fr-FR" sz="1400" b="0" u="none" strike="noStrike">
                <a:solidFill>
                  <a:srgbClr val="000000"/>
                </a:solidFill>
                <a:effectLst/>
                <a:uFillTx/>
                <a:latin typeface="Arial" panose="020B0604020202020204"/>
              </a:rPr>
              <a:t>Click to edit the outline text format</a:t>
            </a:r>
            <a:endParaRPr lang="fr-FR" sz="1400" b="0" u="none" strike="noStrike">
              <a:solidFill>
                <a:srgbClr val="000000"/>
              </a:solidFill>
              <a:effectLst/>
              <a:uFillTx/>
              <a:latin typeface="Arial" panose="020B0604020202020204"/>
            </a:endParaRPr>
          </a:p>
          <a:p>
            <a:pPr marL="864235" lvl="1" indent="-323850">
              <a:spcBef>
                <a:spcPts val="1135"/>
              </a:spcBef>
              <a:buClr>
                <a:srgbClr val="000000"/>
              </a:buClr>
              <a:buSzPct val="75000"/>
              <a:buFont typeface="Symbol" panose="05050102010706020507" charset="2"/>
              <a:buChar char=""/>
            </a:pPr>
            <a:r>
              <a:rPr lang="fr-FR" sz="1400" b="0" u="none" strike="noStrike">
                <a:solidFill>
                  <a:srgbClr val="000000"/>
                </a:solidFill>
                <a:effectLst/>
                <a:uFillTx/>
                <a:latin typeface="Arial" panose="020B0604020202020204"/>
              </a:rPr>
              <a:t>Second Outline Level</a:t>
            </a:r>
            <a:endParaRPr lang="fr-FR" sz="1400" b="0" u="none" strike="noStrike">
              <a:solidFill>
                <a:srgbClr val="000000"/>
              </a:solidFill>
              <a:effectLst/>
              <a:uFillTx/>
              <a:latin typeface="Arial" panose="020B0604020202020204"/>
            </a:endParaRPr>
          </a:p>
          <a:p>
            <a:pPr marL="1296035" lvl="2" indent="-288290">
              <a:spcBef>
                <a:spcPts val="850"/>
              </a:spcBef>
              <a:buClr>
                <a:srgbClr val="000000"/>
              </a:buClr>
              <a:buSzPct val="45000"/>
              <a:buFont typeface="Wingdings" panose="05000000000000000000" pitchFamily="2" charset="2"/>
              <a:buChar char=""/>
            </a:pPr>
            <a:r>
              <a:rPr lang="fr-FR" sz="1400" b="0" u="none" strike="noStrike">
                <a:solidFill>
                  <a:srgbClr val="000000"/>
                </a:solidFill>
                <a:effectLst/>
                <a:uFillTx/>
                <a:latin typeface="Arial" panose="020B0604020202020204"/>
              </a:rPr>
              <a:t>Third Outline Level</a:t>
            </a:r>
            <a:endParaRPr lang="fr-FR" sz="1400" b="0" u="none" strike="noStrike">
              <a:solidFill>
                <a:srgbClr val="000000"/>
              </a:solidFill>
              <a:effectLst/>
              <a:uFillTx/>
              <a:latin typeface="Arial" panose="020B0604020202020204"/>
            </a:endParaRPr>
          </a:p>
          <a:p>
            <a:pPr marL="1727835" lvl="3" indent="-215900">
              <a:spcBef>
                <a:spcPts val="565"/>
              </a:spcBef>
              <a:buClr>
                <a:srgbClr val="000000"/>
              </a:buClr>
              <a:buSzPct val="75000"/>
              <a:buFont typeface="Symbol" panose="05050102010706020507" charset="2"/>
              <a:buChar char=""/>
            </a:pPr>
            <a:r>
              <a:rPr lang="fr-FR" sz="1400" b="0" u="none" strike="noStrike">
                <a:solidFill>
                  <a:srgbClr val="000000"/>
                </a:solidFill>
                <a:effectLst/>
                <a:uFillTx/>
                <a:latin typeface="Arial" panose="020B0604020202020204"/>
              </a:rPr>
              <a:t>Fourth Outline Level</a:t>
            </a:r>
            <a:endParaRPr lang="fr-FR" sz="1400" b="0" u="none" strike="noStrike">
              <a:solidFill>
                <a:srgbClr val="000000"/>
              </a:solidFill>
              <a:effectLst/>
              <a:uFillTx/>
              <a:latin typeface="Arial" panose="020B0604020202020204"/>
            </a:endParaRPr>
          </a:p>
          <a:p>
            <a:pPr marL="2160270" lvl="4" indent="-215900">
              <a:spcBef>
                <a:spcPts val="285"/>
              </a:spcBef>
              <a:buClr>
                <a:srgbClr val="000000"/>
              </a:buClr>
              <a:buSzPct val="45000"/>
              <a:buFont typeface="Wingdings" panose="05000000000000000000" pitchFamily="2" charset="2"/>
              <a:buChar char=""/>
            </a:pPr>
            <a:r>
              <a:rPr lang="fr-FR" sz="2000" b="0" u="none" strike="noStrike">
                <a:solidFill>
                  <a:srgbClr val="000000"/>
                </a:solidFill>
                <a:effectLst/>
                <a:uFillTx/>
                <a:latin typeface="Arial" panose="020B0604020202020204"/>
              </a:rPr>
              <a:t>Fifth Outline Level</a:t>
            </a:r>
            <a:endParaRPr lang="fr-FR" sz="2000" b="0" u="none" strike="noStrike">
              <a:solidFill>
                <a:srgbClr val="000000"/>
              </a:solidFill>
              <a:effectLst/>
              <a:uFillTx/>
              <a:latin typeface="Arial" panose="020B0604020202020204"/>
            </a:endParaRPr>
          </a:p>
          <a:p>
            <a:pPr marL="2592070" lvl="5" indent="-215900">
              <a:spcBef>
                <a:spcPts val="285"/>
              </a:spcBef>
              <a:buClr>
                <a:srgbClr val="000000"/>
              </a:buClr>
              <a:buSzPct val="45000"/>
              <a:buFont typeface="Wingdings" panose="05000000000000000000" pitchFamily="2" charset="2"/>
              <a:buChar char=""/>
            </a:pPr>
            <a:r>
              <a:rPr lang="fr-FR" sz="2000" b="0" u="none" strike="noStrike">
                <a:solidFill>
                  <a:srgbClr val="000000"/>
                </a:solidFill>
                <a:effectLst/>
                <a:uFillTx/>
                <a:latin typeface="Arial" panose="020B0604020202020204"/>
              </a:rPr>
              <a:t>Sixth Outline Level</a:t>
            </a:r>
            <a:endParaRPr lang="fr-FR" sz="2000" b="0" u="none" strike="noStrike">
              <a:solidFill>
                <a:srgbClr val="000000"/>
              </a:solidFill>
              <a:effectLst/>
              <a:uFillTx/>
              <a:latin typeface="Arial" panose="020B0604020202020204"/>
            </a:endParaRPr>
          </a:p>
          <a:p>
            <a:pPr marL="3023870" lvl="6" indent="-215900">
              <a:spcBef>
                <a:spcPts val="285"/>
              </a:spcBef>
              <a:buClr>
                <a:srgbClr val="000000"/>
              </a:buClr>
              <a:buSzPct val="45000"/>
              <a:buFont typeface="Wingdings" panose="05000000000000000000" pitchFamily="2" charset="2"/>
              <a:buChar char=""/>
            </a:pPr>
            <a:r>
              <a:rPr lang="fr-FR" sz="2000" b="0" u="none" strike="noStrike">
                <a:solidFill>
                  <a:srgbClr val="000000"/>
                </a:solidFill>
                <a:effectLst/>
                <a:uFillTx/>
                <a:latin typeface="Arial" panose="020B0604020202020204"/>
              </a:rPr>
              <a:t>Seventh Outline Level</a:t>
            </a:r>
            <a:endParaRPr lang="fr-FR" sz="2000" b="0" u="none" strike="noStrike">
              <a:solidFill>
                <a:srgbClr val="000000"/>
              </a:solidFill>
              <a:effectLst/>
              <a:uFillTx/>
              <a:latin typeface="Arial" panose="020B0604020202020204"/>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BIG_NUMBER">
    <p:bg>
      <p:bgPr>
        <a:solidFill>
          <a:schemeClr val="lt1"/>
        </a:solidFill>
        <a:effectLst/>
      </p:bgPr>
    </p:bg>
    <p:spTree>
      <p:nvGrpSpPr>
        <p:cNvPr id="1" name=""/>
        <p:cNvGrpSpPr/>
        <p:nvPr/>
      </p:nvGrpSpPr>
      <p:grpSpPr>
        <a:xfrm>
          <a:off x="0" y="0"/>
          <a:ext cx="0" cy="0"/>
          <a:chOff x="0" y="0"/>
          <a:chExt cx="0" cy="0"/>
        </a:xfrm>
      </p:grpSpPr>
      <p:sp>
        <p:nvSpPr>
          <p:cNvPr id="2" name="PlaceHolder 1"/>
          <p:cNvSpPr>
            <a:spLocks noGrp="1"/>
          </p:cNvSpPr>
          <p:nvPr>
            <p:ph type="title" hasCustomPrompt="1"/>
          </p:nvPr>
        </p:nvSpPr>
        <p:spPr>
          <a:xfrm>
            <a:off x="713160" y="1774080"/>
            <a:ext cx="4675680" cy="1097640"/>
          </a:xfrm>
          <a:prstGeom prst="rect">
            <a:avLst/>
          </a:prstGeom>
          <a:noFill/>
          <a:ln w="0">
            <a:noFill/>
          </a:ln>
        </p:spPr>
        <p:txBody>
          <a:bodyPr lIns="91440" tIns="91440" rIns="91440" bIns="91440" anchor="b">
            <a:noAutofit/>
          </a:bodyPr>
          <a:p>
            <a:pPr indent="0">
              <a:lnSpc>
                <a:spcPct val="100000"/>
              </a:lnSpc>
              <a:buNone/>
            </a:pPr>
            <a:r>
              <a:rPr lang="fr-FR" sz="6000" b="1" u="none" strike="noStrike">
                <a:solidFill>
                  <a:schemeClr val="dk1"/>
                </a:solidFill>
                <a:effectLst/>
                <a:uFillTx/>
                <a:latin typeface="Outfit"/>
                <a:ea typeface="Outfit"/>
              </a:rPr>
              <a:t>xx%</a:t>
            </a:r>
            <a:endParaRPr lang="fr-FR" sz="6000" b="0" u="none" strike="noStrike">
              <a:solidFill>
                <a:schemeClr val="dk1"/>
              </a:solidFill>
              <a:effectLst/>
              <a:uFillTx/>
              <a:latin typeface="Arial" panose="020B0604020202020204"/>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BLANK">
    <p:bg>
      <p:bgPr>
        <a:solidFill>
          <a:schemeClr val="lt1"/>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BLANK_1_1_1_1_1_1">
    <p:bg>
      <p:bgPr>
        <a:solidFill>
          <a:schemeClr val="lt1"/>
        </a:solidFill>
        <a:effectLst/>
      </p:bgPr>
    </p:bg>
    <p:spTree>
      <p:nvGrpSpPr>
        <p:cNvPr id="1" name=""/>
        <p:cNvGrpSpPr/>
        <p:nvPr/>
      </p:nvGrpSpPr>
      <p:grpSpPr>
        <a:xfrm>
          <a:off x="0" y="0"/>
          <a:ext cx="0" cy="0"/>
          <a:chOff x="0" y="0"/>
          <a:chExt cx="0" cy="0"/>
        </a:xfrm>
      </p:grpSpPr>
      <p:grpSp>
        <p:nvGrpSpPr>
          <p:cNvPr id="3" name="Google Shape;69;p13"/>
          <p:cNvGrpSpPr/>
          <p:nvPr/>
        </p:nvGrpSpPr>
        <p:grpSpPr>
          <a:xfrm>
            <a:off x="-417600" y="-428760"/>
            <a:ext cx="9978840" cy="6000480"/>
            <a:chOff x="-417600" y="-428760"/>
            <a:chExt cx="9978840" cy="6000480"/>
          </a:xfrm>
        </p:grpSpPr>
        <p:sp>
          <p:nvSpPr>
            <p:cNvPr id="4" name="Google Shape;70;p13"/>
            <p:cNvSpPr/>
            <p:nvPr/>
          </p:nvSpPr>
          <p:spPr>
            <a:xfrm>
              <a:off x="420840" y="-42876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a:solidFill>
                <a:srgbClr val="FFFFFF"/>
              </a:solidFill>
              <a:round/>
            </a:ln>
          </p:spPr>
          <p:style>
            <a:lnRef idx="0">
              <a:srgbClr val="FFFFFF"/>
            </a:lnRef>
            <a:fillRef idx="0">
              <a:srgbClr val="FFFFFF"/>
            </a:fillRef>
            <a:effectRef idx="0">
              <a:srgbClr val="FFFFFF"/>
            </a:effectRef>
            <a:fontRef idx="minor"/>
          </p:style>
          <p:txBody>
            <a:bodyPr tIns="91440" bIns="91440" anchor="ctr">
              <a:noAutofit/>
            </a:bodyPr>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 name="Google Shape;71;p13"/>
            <p:cNvSpPr/>
            <p:nvPr/>
          </p:nvSpPr>
          <p:spPr>
            <a:xfrm>
              <a:off x="7884360" y="-42876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a:solidFill>
                <a:srgbClr val="FFFFFF"/>
              </a:solidFill>
              <a:round/>
            </a:ln>
          </p:spPr>
          <p:style>
            <a:lnRef idx="0">
              <a:srgbClr val="FFFFFF"/>
            </a:lnRef>
            <a:fillRef idx="0">
              <a:srgbClr val="FFFFFF"/>
            </a:fillRef>
            <a:effectRef idx="0">
              <a:srgbClr val="FFFFFF"/>
            </a:effectRef>
            <a:fontRef idx="minor"/>
          </p:style>
          <p:txBody>
            <a:bodyPr tIns="91440" bIns="91440" anchor="ctr">
              <a:noAutofit/>
            </a:bodyPr>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 name="Google Shape;72;p13"/>
            <p:cNvSpPr/>
            <p:nvPr/>
          </p:nvSpPr>
          <p:spPr>
            <a:xfrm>
              <a:off x="8430840" y="5544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68DAF8">
                <a:alpha val="34000"/>
              </a:srgbClr>
            </a:solidFill>
            <a:ln w="19050">
              <a:solidFill>
                <a:srgbClr val="FFFFFF"/>
              </a:solidFill>
              <a:round/>
            </a:ln>
          </p:spPr>
          <p:style>
            <a:lnRef idx="0">
              <a:srgbClr val="FFFFFF"/>
            </a:lnRef>
            <a:fillRef idx="0">
              <a:srgbClr val="FFFFFF"/>
            </a:fillRef>
            <a:effectRef idx="0">
              <a:srgbClr val="FFFFFF"/>
            </a:effectRef>
            <a:fontRef idx="minor"/>
          </p:style>
          <p:txBody>
            <a:bodyPr tIns="91440" bIns="91440" anchor="ctr">
              <a:noAutofit/>
            </a:bodyPr>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 name="Google Shape;73;p13"/>
            <p:cNvSpPr/>
            <p:nvPr/>
          </p:nvSpPr>
          <p:spPr>
            <a:xfrm>
              <a:off x="8430840" y="74628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9FCBFD">
                <a:alpha val="41000"/>
              </a:srgbClr>
            </a:solidFill>
            <a:ln w="19050">
              <a:solidFill>
                <a:srgbClr val="FFFFFF"/>
              </a:solidFill>
              <a:round/>
            </a:ln>
          </p:spPr>
          <p:style>
            <a:lnRef idx="0">
              <a:srgbClr val="FFFFFF"/>
            </a:lnRef>
            <a:fillRef idx="0">
              <a:srgbClr val="FFFFFF"/>
            </a:fillRef>
            <a:effectRef idx="0">
              <a:srgbClr val="FFFFFF"/>
            </a:effectRef>
            <a:fontRef idx="minor"/>
          </p:style>
          <p:txBody>
            <a:bodyPr tIns="91440" bIns="91440" anchor="ctr">
              <a:noAutofit/>
            </a:bodyPr>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 name="Google Shape;74;p13"/>
            <p:cNvSpPr/>
            <p:nvPr/>
          </p:nvSpPr>
          <p:spPr>
            <a:xfrm>
              <a:off x="-125640" y="5544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9FCBFD">
                <a:alpha val="41000"/>
              </a:srgbClr>
            </a:solidFill>
            <a:ln w="19050">
              <a:solidFill>
                <a:srgbClr val="FFFFFF"/>
              </a:solidFill>
              <a:round/>
            </a:ln>
          </p:spPr>
          <p:style>
            <a:lnRef idx="0">
              <a:srgbClr val="FFFFFF"/>
            </a:lnRef>
            <a:fillRef idx="0">
              <a:srgbClr val="FFFFFF"/>
            </a:fillRef>
            <a:effectRef idx="0">
              <a:srgbClr val="FFFFFF"/>
            </a:effectRef>
            <a:fontRef idx="minor"/>
          </p:style>
          <p:txBody>
            <a:bodyPr tIns="91440" bIns="91440" anchor="ctr">
              <a:noAutofit/>
            </a:bodyPr>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 name="Google Shape;75;p13"/>
            <p:cNvSpPr/>
            <p:nvPr/>
          </p:nvSpPr>
          <p:spPr>
            <a:xfrm>
              <a:off x="-125640" y="74628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a:solidFill>
                <a:srgbClr val="FFFFFF"/>
              </a:solidFill>
              <a:round/>
            </a:ln>
          </p:spPr>
          <p:style>
            <a:lnRef idx="0">
              <a:srgbClr val="FFFFFF"/>
            </a:lnRef>
            <a:fillRef idx="0">
              <a:srgbClr val="FFFFFF"/>
            </a:fillRef>
            <a:effectRef idx="0">
              <a:srgbClr val="FFFFFF"/>
            </a:effectRef>
            <a:fontRef idx="minor"/>
          </p:style>
          <p:txBody>
            <a:bodyPr tIns="91440" bIns="91440" anchor="ctr">
              <a:noAutofit/>
            </a:bodyPr>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 name="Google Shape;76;p13"/>
            <p:cNvSpPr/>
            <p:nvPr/>
          </p:nvSpPr>
          <p:spPr>
            <a:xfrm>
              <a:off x="-417600" y="460404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a:solidFill>
                <a:srgbClr val="FFFFFF"/>
              </a:solidFill>
              <a:round/>
            </a:ln>
          </p:spPr>
          <p:style>
            <a:lnRef idx="0">
              <a:srgbClr val="FFFFFF"/>
            </a:lnRef>
            <a:fillRef idx="0">
              <a:srgbClr val="FFFFFF"/>
            </a:fillRef>
            <a:effectRef idx="0">
              <a:srgbClr val="FFFFFF"/>
            </a:effectRef>
            <a:fontRef idx="minor"/>
          </p:style>
          <p:txBody>
            <a:bodyPr tIns="91440" bIns="91440" anchor="ctr">
              <a:noAutofit/>
            </a:bodyPr>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 name="Google Shape;77;p13"/>
            <p:cNvSpPr/>
            <p:nvPr/>
          </p:nvSpPr>
          <p:spPr>
            <a:xfrm>
              <a:off x="8722800" y="460404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a:solidFill>
                <a:srgbClr val="FFFFFF"/>
              </a:solidFill>
              <a:round/>
            </a:ln>
          </p:spPr>
          <p:style>
            <a:lnRef idx="0">
              <a:srgbClr val="FFFFFF"/>
            </a:lnRef>
            <a:fillRef idx="0">
              <a:srgbClr val="FFFFFF"/>
            </a:fillRef>
            <a:effectRef idx="0">
              <a:srgbClr val="FFFFFF"/>
            </a:effectRef>
            <a:fontRef idx="minor"/>
          </p:style>
          <p:txBody>
            <a:bodyPr tIns="91440" bIns="91440" anchor="ctr">
              <a:noAutofit/>
            </a:bodyPr>
            <a:p>
              <a:pPr defTabSz="914400">
                <a:lnSpc>
                  <a:spcPct val="100000"/>
                </a:lnSpc>
                <a:tabLst>
                  <a:tab pos="0" algn="l"/>
                </a:tabLst>
              </a:pPr>
              <a:endParaRPr lang="en-US" sz="1800" b="0" u="none" strike="noStrike">
                <a:solidFill>
                  <a:srgbClr val="000000"/>
                </a:solidFill>
                <a:effectLst/>
                <a:uFillTx/>
                <a:latin typeface="OpenSymbol"/>
              </a:endParaRPr>
            </a:p>
          </p:txBody>
        </p:sp>
      </p:grpSp>
      <p:sp>
        <p:nvSpPr>
          <p:cNvPr id="12" name="PlaceHolder 1"/>
          <p:cNvSpPr>
            <a:spLocks noGrp="1"/>
          </p:cNvSpPr>
          <p:nvPr>
            <p:ph type="title" hasCustomPrompt="1"/>
          </p:nvPr>
        </p:nvSpPr>
        <p:spPr>
          <a:xfrm>
            <a:off x="720000" y="444960"/>
            <a:ext cx="7703640" cy="572400"/>
          </a:xfrm>
          <a:prstGeom prst="rect">
            <a:avLst/>
          </a:prstGeom>
          <a:noFill/>
          <a:ln w="0">
            <a:noFill/>
          </a:ln>
        </p:spPr>
        <p:txBody>
          <a:bodyPr lIns="91440" tIns="91440" rIns="91440" bIns="91440" anchor="t">
            <a:noAutofit/>
          </a:bodyPr>
          <a:p>
            <a:pPr indent="0">
              <a:buNone/>
            </a:pPr>
            <a:r>
              <a:rPr lang="fr-FR" sz="3500" b="0" u="none" strike="noStrike">
                <a:solidFill>
                  <a:schemeClr val="dk1"/>
                </a:solidFill>
                <a:effectLst/>
                <a:uFillTx/>
                <a:latin typeface="Arial" panose="020B0604020202020204"/>
              </a:rPr>
              <a:t>Click to edit the title text format</a:t>
            </a:r>
            <a:endParaRPr lang="fr-FR" sz="3500" b="0" u="none" strike="noStrike">
              <a:solidFill>
                <a:schemeClr val="dk1"/>
              </a:solidFill>
              <a:effectLst/>
              <a:uFillTx/>
              <a:latin typeface="Arial" panose="020B0604020202020204"/>
            </a:endParaRPr>
          </a:p>
        </p:txBody>
      </p:sp>
      <p:sp>
        <p:nvSpPr>
          <p:cNvPr id="13" name="PlaceHolder 2"/>
          <p:cNvSpPr>
            <a:spLocks noGrp="1"/>
          </p:cNvSpPr>
          <p:nvPr>
            <p:ph type="title" hasCustomPrompt="1"/>
          </p:nvPr>
        </p:nvSpPr>
        <p:spPr>
          <a:xfrm>
            <a:off x="1505520" y="1207080"/>
            <a:ext cx="734400" cy="572400"/>
          </a:xfrm>
          <a:prstGeom prst="rect">
            <a:avLst/>
          </a:prstGeom>
          <a:noFill/>
          <a:ln w="0">
            <a:noFill/>
          </a:ln>
        </p:spPr>
        <p:txBody>
          <a:bodyPr lIns="91440" tIns="91440" rIns="91440" bIns="91440" anchor="b">
            <a:noAutofit/>
          </a:bodyPr>
          <a:p>
            <a:pPr indent="0" algn="ctr">
              <a:lnSpc>
                <a:spcPct val="100000"/>
              </a:lnSpc>
              <a:buNone/>
            </a:pPr>
            <a:r>
              <a:rPr lang="fr-FR" sz="3000" b="1" u="none" strike="noStrike">
                <a:solidFill>
                  <a:schemeClr val="dk1"/>
                </a:solidFill>
                <a:effectLst/>
                <a:uFillTx/>
                <a:latin typeface="Outfit"/>
                <a:ea typeface="Outfit"/>
              </a:rPr>
              <a:t>xx%</a:t>
            </a:r>
            <a:endParaRPr lang="fr-FR" sz="3000" b="0" u="none" strike="noStrike">
              <a:solidFill>
                <a:schemeClr val="dk1"/>
              </a:solidFill>
              <a:effectLst/>
              <a:uFillTx/>
              <a:latin typeface="Arial" panose="020B0604020202020204"/>
            </a:endParaRPr>
          </a:p>
        </p:txBody>
      </p:sp>
      <p:sp>
        <p:nvSpPr>
          <p:cNvPr id="14" name="PlaceHolder 3"/>
          <p:cNvSpPr>
            <a:spLocks noGrp="1"/>
          </p:cNvSpPr>
          <p:nvPr>
            <p:ph type="title" hasCustomPrompt="1"/>
          </p:nvPr>
        </p:nvSpPr>
        <p:spPr>
          <a:xfrm>
            <a:off x="1505520" y="2939400"/>
            <a:ext cx="734400" cy="572400"/>
          </a:xfrm>
          <a:prstGeom prst="rect">
            <a:avLst/>
          </a:prstGeom>
          <a:noFill/>
          <a:ln w="0">
            <a:noFill/>
          </a:ln>
        </p:spPr>
        <p:txBody>
          <a:bodyPr lIns="91440" tIns="91440" rIns="91440" bIns="91440" anchor="b">
            <a:noAutofit/>
          </a:bodyPr>
          <a:p>
            <a:pPr indent="0" algn="ctr">
              <a:lnSpc>
                <a:spcPct val="100000"/>
              </a:lnSpc>
              <a:buNone/>
            </a:pPr>
            <a:r>
              <a:rPr lang="fr-FR" sz="3000" b="1" u="none" strike="noStrike">
                <a:solidFill>
                  <a:schemeClr val="dk1"/>
                </a:solidFill>
                <a:effectLst/>
                <a:uFillTx/>
                <a:latin typeface="Outfit"/>
                <a:ea typeface="Outfit"/>
              </a:rPr>
              <a:t>xx%</a:t>
            </a:r>
            <a:endParaRPr lang="fr-FR" sz="3000" b="0" u="none" strike="noStrike">
              <a:solidFill>
                <a:schemeClr val="dk1"/>
              </a:solidFill>
              <a:effectLst/>
              <a:uFillTx/>
              <a:latin typeface="Arial" panose="020B0604020202020204"/>
            </a:endParaRPr>
          </a:p>
        </p:txBody>
      </p:sp>
      <p:sp>
        <p:nvSpPr>
          <p:cNvPr id="15" name="PlaceHolder 4"/>
          <p:cNvSpPr>
            <a:spLocks noGrp="1"/>
          </p:cNvSpPr>
          <p:nvPr>
            <p:ph type="title" hasCustomPrompt="1"/>
          </p:nvPr>
        </p:nvSpPr>
        <p:spPr>
          <a:xfrm>
            <a:off x="4204800" y="1207080"/>
            <a:ext cx="734400" cy="572400"/>
          </a:xfrm>
          <a:prstGeom prst="rect">
            <a:avLst/>
          </a:prstGeom>
          <a:noFill/>
          <a:ln w="0">
            <a:noFill/>
          </a:ln>
        </p:spPr>
        <p:txBody>
          <a:bodyPr lIns="91440" tIns="91440" rIns="91440" bIns="91440" anchor="b">
            <a:noAutofit/>
          </a:bodyPr>
          <a:p>
            <a:pPr indent="0" algn="ctr">
              <a:lnSpc>
                <a:spcPct val="100000"/>
              </a:lnSpc>
              <a:buNone/>
            </a:pPr>
            <a:r>
              <a:rPr lang="fr-FR" sz="3000" b="1" u="none" strike="noStrike">
                <a:solidFill>
                  <a:schemeClr val="dk1"/>
                </a:solidFill>
                <a:effectLst/>
                <a:uFillTx/>
                <a:latin typeface="Outfit"/>
                <a:ea typeface="Outfit"/>
              </a:rPr>
              <a:t>xx%</a:t>
            </a:r>
            <a:endParaRPr lang="fr-FR" sz="3000" b="0" u="none" strike="noStrike">
              <a:solidFill>
                <a:schemeClr val="dk1"/>
              </a:solidFill>
              <a:effectLst/>
              <a:uFillTx/>
              <a:latin typeface="Arial" panose="020B0604020202020204"/>
            </a:endParaRPr>
          </a:p>
        </p:txBody>
      </p:sp>
      <p:sp>
        <p:nvSpPr>
          <p:cNvPr id="16" name="PlaceHolder 5"/>
          <p:cNvSpPr>
            <a:spLocks noGrp="1"/>
          </p:cNvSpPr>
          <p:nvPr>
            <p:ph type="title" hasCustomPrompt="1"/>
          </p:nvPr>
        </p:nvSpPr>
        <p:spPr>
          <a:xfrm>
            <a:off x="4204800" y="2939400"/>
            <a:ext cx="734400" cy="572400"/>
          </a:xfrm>
          <a:prstGeom prst="rect">
            <a:avLst/>
          </a:prstGeom>
          <a:noFill/>
          <a:ln w="0">
            <a:noFill/>
          </a:ln>
        </p:spPr>
        <p:txBody>
          <a:bodyPr lIns="91440" tIns="91440" rIns="91440" bIns="91440" anchor="b">
            <a:noAutofit/>
          </a:bodyPr>
          <a:p>
            <a:pPr indent="0" algn="ctr">
              <a:lnSpc>
                <a:spcPct val="100000"/>
              </a:lnSpc>
              <a:buNone/>
            </a:pPr>
            <a:r>
              <a:rPr lang="fr-FR" sz="3000" b="1" u="none" strike="noStrike">
                <a:solidFill>
                  <a:schemeClr val="dk1"/>
                </a:solidFill>
                <a:effectLst/>
                <a:uFillTx/>
                <a:latin typeface="Outfit"/>
                <a:ea typeface="Outfit"/>
              </a:rPr>
              <a:t>xx%</a:t>
            </a:r>
            <a:endParaRPr lang="fr-FR" sz="3000" b="0" u="none" strike="noStrike">
              <a:solidFill>
                <a:schemeClr val="dk1"/>
              </a:solidFill>
              <a:effectLst/>
              <a:uFillTx/>
              <a:latin typeface="Arial" panose="020B0604020202020204"/>
            </a:endParaRPr>
          </a:p>
        </p:txBody>
      </p:sp>
      <p:sp>
        <p:nvSpPr>
          <p:cNvPr id="17" name="PlaceHolder 6"/>
          <p:cNvSpPr>
            <a:spLocks noGrp="1"/>
          </p:cNvSpPr>
          <p:nvPr>
            <p:ph type="title" hasCustomPrompt="1"/>
          </p:nvPr>
        </p:nvSpPr>
        <p:spPr>
          <a:xfrm>
            <a:off x="6904080" y="1207080"/>
            <a:ext cx="734400" cy="572400"/>
          </a:xfrm>
          <a:prstGeom prst="rect">
            <a:avLst/>
          </a:prstGeom>
          <a:noFill/>
          <a:ln w="0">
            <a:noFill/>
          </a:ln>
        </p:spPr>
        <p:txBody>
          <a:bodyPr lIns="91440" tIns="91440" rIns="91440" bIns="91440" anchor="b">
            <a:noAutofit/>
          </a:bodyPr>
          <a:p>
            <a:pPr indent="0" algn="ctr">
              <a:lnSpc>
                <a:spcPct val="100000"/>
              </a:lnSpc>
              <a:buNone/>
            </a:pPr>
            <a:r>
              <a:rPr lang="fr-FR" sz="3000" b="1" u="none" strike="noStrike">
                <a:solidFill>
                  <a:schemeClr val="dk1"/>
                </a:solidFill>
                <a:effectLst/>
                <a:uFillTx/>
                <a:latin typeface="Outfit"/>
                <a:ea typeface="Outfit"/>
              </a:rPr>
              <a:t>xx%</a:t>
            </a:r>
            <a:endParaRPr lang="fr-FR" sz="3000" b="0" u="none" strike="noStrike">
              <a:solidFill>
                <a:schemeClr val="dk1"/>
              </a:solidFill>
              <a:effectLst/>
              <a:uFillTx/>
              <a:latin typeface="Arial" panose="020B0604020202020204"/>
            </a:endParaRPr>
          </a:p>
        </p:txBody>
      </p:sp>
      <p:sp>
        <p:nvSpPr>
          <p:cNvPr id="18" name="PlaceHolder 7"/>
          <p:cNvSpPr>
            <a:spLocks noGrp="1"/>
          </p:cNvSpPr>
          <p:nvPr>
            <p:ph type="title" hasCustomPrompt="1"/>
          </p:nvPr>
        </p:nvSpPr>
        <p:spPr>
          <a:xfrm>
            <a:off x="6904080" y="2939400"/>
            <a:ext cx="734400" cy="572400"/>
          </a:xfrm>
          <a:prstGeom prst="rect">
            <a:avLst/>
          </a:prstGeom>
          <a:noFill/>
          <a:ln w="0">
            <a:noFill/>
          </a:ln>
        </p:spPr>
        <p:txBody>
          <a:bodyPr lIns="91440" tIns="91440" rIns="91440" bIns="91440" anchor="b">
            <a:noAutofit/>
          </a:bodyPr>
          <a:p>
            <a:pPr indent="0" algn="ctr">
              <a:lnSpc>
                <a:spcPct val="100000"/>
              </a:lnSpc>
              <a:buNone/>
            </a:pPr>
            <a:r>
              <a:rPr lang="fr-FR" sz="3000" b="1" u="none" strike="noStrike">
                <a:solidFill>
                  <a:schemeClr val="dk1"/>
                </a:solidFill>
                <a:effectLst/>
                <a:uFillTx/>
                <a:latin typeface="Outfit"/>
                <a:ea typeface="Outfit"/>
              </a:rPr>
              <a:t>xx%</a:t>
            </a:r>
            <a:endParaRPr lang="fr-FR" sz="3000" b="0" u="none" strike="noStrike">
              <a:solidFill>
                <a:schemeClr val="dk1"/>
              </a:solidFill>
              <a:effectLst/>
              <a:uFillTx/>
              <a:latin typeface="Arial" panose="020B0604020202020204"/>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BLANK_1_1">
    <p:bg>
      <p:bgPr>
        <a:solidFill>
          <a:schemeClr val="lt1"/>
        </a:solidFill>
        <a:effectLst/>
      </p:bgPr>
    </p:bg>
    <p:spTree>
      <p:nvGrpSpPr>
        <p:cNvPr id="1" name=""/>
        <p:cNvGrpSpPr/>
        <p:nvPr/>
      </p:nvGrpSpPr>
      <p:grpSpPr>
        <a:xfrm>
          <a:off x="0" y="0"/>
          <a:ext cx="0" cy="0"/>
          <a:chOff x="0" y="0"/>
          <a:chExt cx="0" cy="0"/>
        </a:xfrm>
      </p:grpSpPr>
      <p:grpSp>
        <p:nvGrpSpPr>
          <p:cNvPr id="19" name="Google Shape;98;p14"/>
          <p:cNvGrpSpPr/>
          <p:nvPr/>
        </p:nvGrpSpPr>
        <p:grpSpPr>
          <a:xfrm>
            <a:off x="-247320" y="-445680"/>
            <a:ext cx="9638640" cy="6029280"/>
            <a:chOff x="-247320" y="-445680"/>
            <a:chExt cx="9638640" cy="6029280"/>
          </a:xfrm>
        </p:grpSpPr>
        <p:sp>
          <p:nvSpPr>
            <p:cNvPr id="20" name="Google Shape;99;p14"/>
            <p:cNvSpPr/>
            <p:nvPr/>
          </p:nvSpPr>
          <p:spPr>
            <a:xfrm>
              <a:off x="-247320" y="411984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a:solidFill>
                <a:srgbClr val="FFFFFF"/>
              </a:solidFill>
              <a:round/>
            </a:ln>
          </p:spPr>
          <p:style>
            <a:lnRef idx="0">
              <a:srgbClr val="FFFFFF"/>
            </a:lnRef>
            <a:fillRef idx="0">
              <a:srgbClr val="FFFFFF"/>
            </a:fillRef>
            <a:effectRef idx="0">
              <a:srgbClr val="FFFFFF"/>
            </a:effectRef>
            <a:fontRef idx="minor"/>
          </p:style>
          <p:txBody>
            <a:bodyPr tIns="91440" bIns="91440" anchor="ctr">
              <a:noAutofit/>
            </a:bodyPr>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1" name="Google Shape;100;p14"/>
            <p:cNvSpPr/>
            <p:nvPr/>
          </p:nvSpPr>
          <p:spPr>
            <a:xfrm>
              <a:off x="293400" y="461592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9FCBFD">
                <a:alpha val="41000"/>
              </a:srgbClr>
            </a:solidFill>
            <a:ln w="19050">
              <a:solidFill>
                <a:srgbClr val="FFFFFF"/>
              </a:solidFill>
              <a:round/>
            </a:ln>
          </p:spPr>
          <p:style>
            <a:lnRef idx="0">
              <a:srgbClr val="FFFFFF"/>
            </a:lnRef>
            <a:fillRef idx="0">
              <a:srgbClr val="FFFFFF"/>
            </a:fillRef>
            <a:effectRef idx="0">
              <a:srgbClr val="FFFFFF"/>
            </a:effectRef>
            <a:fontRef idx="minor"/>
          </p:style>
          <p:txBody>
            <a:bodyPr tIns="91440" bIns="91440" anchor="ctr">
              <a:noAutofit/>
            </a:bodyPr>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2" name="Google Shape;101;p14"/>
            <p:cNvSpPr/>
            <p:nvPr/>
          </p:nvSpPr>
          <p:spPr>
            <a:xfrm flipH="1">
              <a:off x="8551800" y="411984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a:solidFill>
                <a:srgbClr val="FFFFFF"/>
              </a:solidFill>
              <a:round/>
            </a:ln>
          </p:spPr>
          <p:style>
            <a:lnRef idx="0">
              <a:srgbClr val="FFFFFF"/>
            </a:lnRef>
            <a:fillRef idx="0">
              <a:srgbClr val="FFFFFF"/>
            </a:fillRef>
            <a:effectRef idx="0">
              <a:srgbClr val="FFFFFF"/>
            </a:effectRef>
            <a:fontRef idx="minor"/>
          </p:style>
          <p:txBody>
            <a:bodyPr tIns="91440" bIns="91440" anchor="ctr">
              <a:noAutofit/>
            </a:bodyPr>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3" name="Google Shape;102;p14"/>
            <p:cNvSpPr/>
            <p:nvPr/>
          </p:nvSpPr>
          <p:spPr>
            <a:xfrm flipH="1">
              <a:off x="8011080" y="461592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a:solidFill>
                <a:srgbClr val="FFFFFF"/>
              </a:solidFill>
              <a:round/>
            </a:ln>
          </p:spPr>
          <p:style>
            <a:lnRef idx="0">
              <a:srgbClr val="FFFFFF"/>
            </a:lnRef>
            <a:fillRef idx="0">
              <a:srgbClr val="FFFFFF"/>
            </a:fillRef>
            <a:effectRef idx="0">
              <a:srgbClr val="FFFFFF"/>
            </a:effectRef>
            <a:fontRef idx="minor"/>
          </p:style>
          <p:txBody>
            <a:bodyPr tIns="91440" bIns="91440" anchor="ctr">
              <a:noAutofit/>
            </a:bodyPr>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4" name="Google Shape;103;p14"/>
            <p:cNvSpPr/>
            <p:nvPr/>
          </p:nvSpPr>
          <p:spPr>
            <a:xfrm rot="10800000" flipH="1">
              <a:off x="-247680" y="5004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a:solidFill>
                <a:srgbClr val="FFFFFF"/>
              </a:solidFill>
              <a:round/>
            </a:ln>
          </p:spPr>
          <p:style>
            <a:lnRef idx="0">
              <a:srgbClr val="FFFFFF"/>
            </a:lnRef>
            <a:fillRef idx="0">
              <a:srgbClr val="FFFFFF"/>
            </a:fillRef>
            <a:effectRef idx="0">
              <a:srgbClr val="FFFFFF"/>
            </a:effectRef>
            <a:fontRef idx="minor"/>
          </p:style>
          <p:txBody>
            <a:bodyPr tIns="91440" bIns="91440" anchor="ctr">
              <a:noAutofit/>
            </a:bodyPr>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5" name="Google Shape;104;p14"/>
            <p:cNvSpPr/>
            <p:nvPr/>
          </p:nvSpPr>
          <p:spPr>
            <a:xfrm rot="10800000" flipH="1">
              <a:off x="293040" y="-44568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68DAF8">
                <a:alpha val="34000"/>
              </a:srgbClr>
            </a:solidFill>
            <a:ln w="19050">
              <a:solidFill>
                <a:srgbClr val="FFFFFF"/>
              </a:solidFill>
              <a:round/>
            </a:ln>
          </p:spPr>
          <p:style>
            <a:lnRef idx="0">
              <a:srgbClr val="FFFFFF"/>
            </a:lnRef>
            <a:fillRef idx="0">
              <a:srgbClr val="FFFFFF"/>
            </a:fillRef>
            <a:effectRef idx="0">
              <a:srgbClr val="FFFFFF"/>
            </a:effectRef>
            <a:fontRef idx="minor"/>
          </p:style>
          <p:txBody>
            <a:bodyPr tIns="91440" bIns="91440" anchor="ctr">
              <a:noAutofit/>
            </a:bodyPr>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6" name="Google Shape;105;p14"/>
            <p:cNvSpPr/>
            <p:nvPr/>
          </p:nvSpPr>
          <p:spPr>
            <a:xfrm rot="10800000">
              <a:off x="8552880" y="5004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a:solidFill>
                <a:srgbClr val="FFFFFF"/>
              </a:solidFill>
              <a:round/>
            </a:ln>
          </p:spPr>
          <p:style>
            <a:lnRef idx="0">
              <a:srgbClr val="FFFFFF"/>
            </a:lnRef>
            <a:fillRef idx="0">
              <a:srgbClr val="FFFFFF"/>
            </a:fillRef>
            <a:effectRef idx="0">
              <a:srgbClr val="FFFFFF"/>
            </a:effectRef>
            <a:fontRef idx="minor"/>
          </p:style>
          <p:txBody>
            <a:bodyPr tIns="91440" bIns="91440" anchor="ctr">
              <a:noAutofit/>
            </a:bodyPr>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7" name="Google Shape;106;p14"/>
            <p:cNvSpPr/>
            <p:nvPr/>
          </p:nvSpPr>
          <p:spPr>
            <a:xfrm rot="10800000">
              <a:off x="8012160" y="-44568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a:solidFill>
                <a:srgbClr val="FFFFFF"/>
              </a:solidFill>
              <a:round/>
            </a:ln>
          </p:spPr>
          <p:style>
            <a:lnRef idx="0">
              <a:srgbClr val="FFFFFF"/>
            </a:lnRef>
            <a:fillRef idx="0">
              <a:srgbClr val="FFFFFF"/>
            </a:fillRef>
            <a:effectRef idx="0">
              <a:srgbClr val="FFFFFF"/>
            </a:effectRef>
            <a:fontRef idx="minor"/>
          </p:style>
          <p:txBody>
            <a:bodyPr tIns="91440" bIns="91440" anchor="ctr">
              <a:noAutofit/>
            </a:bodyPr>
            <a:p>
              <a:pPr defTabSz="914400">
                <a:lnSpc>
                  <a:spcPct val="100000"/>
                </a:lnSpc>
                <a:tabLst>
                  <a:tab pos="0" algn="l"/>
                </a:tabLst>
              </a:pPr>
              <a:endParaRPr lang="en-US" sz="1800" b="0" u="none" strike="noStrike">
                <a:solidFill>
                  <a:srgbClr val="000000"/>
                </a:solidFill>
                <a:effectLst/>
                <a:uFillTx/>
                <a:latin typeface="OpenSymbol"/>
              </a:endParaRPr>
            </a:p>
          </p:txBody>
        </p:sp>
      </p:grpSp>
      <p:sp>
        <p:nvSpPr>
          <p:cNvPr id="28" name="PlaceHolder 1"/>
          <p:cNvSpPr>
            <a:spLocks noGrp="1"/>
          </p:cNvSpPr>
          <p:nvPr>
            <p:ph type="title" hasCustomPrompt="1"/>
          </p:nvPr>
        </p:nvSpPr>
        <p:spPr>
          <a:xfrm>
            <a:off x="1226520" y="3229560"/>
            <a:ext cx="6690960" cy="547560"/>
          </a:xfrm>
          <a:prstGeom prst="rect">
            <a:avLst/>
          </a:prstGeom>
          <a:noFill/>
          <a:ln w="0">
            <a:noFill/>
          </a:ln>
        </p:spPr>
        <p:txBody>
          <a:bodyPr lIns="91440" tIns="91440" rIns="91440" bIns="91440" anchor="t">
            <a:noAutofit/>
          </a:bodyPr>
          <a:p>
            <a:pPr indent="0">
              <a:buNone/>
            </a:pPr>
            <a:r>
              <a:rPr lang="fr-FR" sz="2400" b="0" u="none" strike="noStrike">
                <a:solidFill>
                  <a:schemeClr val="dk1"/>
                </a:solidFill>
                <a:effectLst/>
                <a:uFillTx/>
                <a:latin typeface="Arial" panose="020B0604020202020204"/>
              </a:rPr>
              <a:t>Click to edit the title text format</a:t>
            </a:r>
            <a:endParaRPr lang="fr-FR" sz="2400" b="0" u="none" strike="noStrike">
              <a:solidFill>
                <a:schemeClr val="dk1"/>
              </a:solidFill>
              <a:effectLst/>
              <a:uFillTx/>
              <a:latin typeface="Arial" panose="020B0604020202020204"/>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TITLE_ONLY_1">
    <p:bg>
      <p:bgPr>
        <a:solidFill>
          <a:schemeClr val="lt1"/>
        </a:solidFill>
        <a:effectLst/>
      </p:bgPr>
    </p:bg>
    <p:spTree>
      <p:nvGrpSpPr>
        <p:cNvPr id="1" name=""/>
        <p:cNvGrpSpPr/>
        <p:nvPr/>
      </p:nvGrpSpPr>
      <p:grpSpPr>
        <a:xfrm>
          <a:off x="0" y="0"/>
          <a:ext cx="0" cy="0"/>
          <a:chOff x="0" y="0"/>
          <a:chExt cx="0" cy="0"/>
        </a:xfrm>
      </p:grpSpPr>
      <p:grpSp>
        <p:nvGrpSpPr>
          <p:cNvPr id="29" name="Google Shape;110;p15"/>
          <p:cNvGrpSpPr/>
          <p:nvPr/>
        </p:nvGrpSpPr>
        <p:grpSpPr>
          <a:xfrm>
            <a:off x="-534960" y="-37440"/>
            <a:ext cx="10207440" cy="5621040"/>
            <a:chOff x="-534960" y="-37440"/>
            <a:chExt cx="10207440" cy="5621040"/>
          </a:xfrm>
        </p:grpSpPr>
        <p:sp>
          <p:nvSpPr>
            <p:cNvPr id="30" name="Google Shape;111;p15"/>
            <p:cNvSpPr/>
            <p:nvPr/>
          </p:nvSpPr>
          <p:spPr>
            <a:xfrm>
              <a:off x="-125640" y="411984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a:solidFill>
                <a:srgbClr val="FFFFFF"/>
              </a:solidFill>
              <a:round/>
            </a:ln>
          </p:spPr>
          <p:style>
            <a:lnRef idx="0">
              <a:srgbClr val="FFFFFF"/>
            </a:lnRef>
            <a:fillRef idx="0">
              <a:srgbClr val="FFFFFF"/>
            </a:fillRef>
            <a:effectRef idx="0">
              <a:srgbClr val="FFFFFF"/>
            </a:effectRef>
            <a:fontRef idx="minor"/>
          </p:style>
          <p:txBody>
            <a:bodyPr tIns="91440" bIns="91440" anchor="ctr">
              <a:noAutofit/>
            </a:bodyPr>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1" name="Google Shape;112;p15"/>
            <p:cNvSpPr/>
            <p:nvPr/>
          </p:nvSpPr>
          <p:spPr>
            <a:xfrm>
              <a:off x="-534960" y="461592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68DAF8">
                <a:alpha val="34000"/>
              </a:srgbClr>
            </a:solidFill>
            <a:ln w="19050">
              <a:solidFill>
                <a:srgbClr val="FFFFFF"/>
              </a:solidFill>
              <a:round/>
            </a:ln>
          </p:spPr>
          <p:style>
            <a:lnRef idx="0">
              <a:srgbClr val="FFFFFF"/>
            </a:lnRef>
            <a:fillRef idx="0">
              <a:srgbClr val="FFFFFF"/>
            </a:fillRef>
            <a:effectRef idx="0">
              <a:srgbClr val="FFFFFF"/>
            </a:effectRef>
            <a:fontRef idx="minor"/>
          </p:style>
          <p:txBody>
            <a:bodyPr tIns="91440" bIns="91440" anchor="ctr">
              <a:noAutofit/>
            </a:bodyPr>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2" name="Google Shape;113;p15"/>
            <p:cNvSpPr/>
            <p:nvPr/>
          </p:nvSpPr>
          <p:spPr>
            <a:xfrm rot="10800000">
              <a:off x="8834040" y="-3744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a:solidFill>
                <a:srgbClr val="FFFFFF"/>
              </a:solidFill>
              <a:round/>
            </a:ln>
          </p:spPr>
          <p:style>
            <a:lnRef idx="0">
              <a:srgbClr val="FFFFFF"/>
            </a:lnRef>
            <a:fillRef idx="0">
              <a:srgbClr val="FFFFFF"/>
            </a:fillRef>
            <a:effectRef idx="0">
              <a:srgbClr val="FFFFFF"/>
            </a:effectRef>
            <a:fontRef idx="minor"/>
          </p:style>
          <p:txBody>
            <a:bodyPr tIns="91440" bIns="91440" anchor="ctr">
              <a:noAutofit/>
            </a:bodyPr>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3" name="Google Shape;114;p15"/>
            <p:cNvSpPr/>
            <p:nvPr/>
          </p:nvSpPr>
          <p:spPr>
            <a:xfrm rot="10800000">
              <a:off x="8431200" y="41940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a:solidFill>
                <a:srgbClr val="FFFFFF"/>
              </a:solidFill>
              <a:round/>
            </a:ln>
          </p:spPr>
          <p:style>
            <a:lnRef idx="0">
              <a:srgbClr val="FFFFFF"/>
            </a:lnRef>
            <a:fillRef idx="0">
              <a:srgbClr val="FFFFFF"/>
            </a:fillRef>
            <a:effectRef idx="0">
              <a:srgbClr val="FFFFFF"/>
            </a:effectRef>
            <a:fontRef idx="minor"/>
          </p:style>
          <p:txBody>
            <a:bodyPr tIns="91440" bIns="91440" anchor="ctr">
              <a:noAutofit/>
            </a:bodyPr>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4" name="Google Shape;115;p15"/>
            <p:cNvSpPr/>
            <p:nvPr/>
          </p:nvSpPr>
          <p:spPr>
            <a:xfrm flipH="1">
              <a:off x="8423280" y="411984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a:solidFill>
                <a:srgbClr val="FFFFFF"/>
              </a:solidFill>
              <a:round/>
            </a:ln>
          </p:spPr>
          <p:style>
            <a:lnRef idx="0">
              <a:srgbClr val="FFFFFF"/>
            </a:lnRef>
            <a:fillRef idx="0">
              <a:srgbClr val="FFFFFF"/>
            </a:fillRef>
            <a:effectRef idx="0">
              <a:srgbClr val="FFFFFF"/>
            </a:effectRef>
            <a:fontRef idx="minor"/>
          </p:style>
          <p:txBody>
            <a:bodyPr tIns="91440" bIns="91440" anchor="ctr">
              <a:noAutofit/>
            </a:bodyPr>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5" name="Google Shape;116;p15"/>
            <p:cNvSpPr/>
            <p:nvPr/>
          </p:nvSpPr>
          <p:spPr>
            <a:xfrm flipH="1">
              <a:off x="8832960" y="461592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9FCBFD">
                <a:alpha val="41000"/>
              </a:srgbClr>
            </a:solidFill>
            <a:ln w="19050">
              <a:solidFill>
                <a:srgbClr val="FFFFFF"/>
              </a:solidFill>
              <a:round/>
            </a:ln>
          </p:spPr>
          <p:style>
            <a:lnRef idx="0">
              <a:srgbClr val="FFFFFF"/>
            </a:lnRef>
            <a:fillRef idx="0">
              <a:srgbClr val="FFFFFF"/>
            </a:fillRef>
            <a:effectRef idx="0">
              <a:srgbClr val="FFFFFF"/>
            </a:effectRef>
            <a:fontRef idx="minor"/>
          </p:style>
          <p:txBody>
            <a:bodyPr tIns="91440" bIns="91440" anchor="ctr">
              <a:noAutofit/>
            </a:bodyPr>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6" name="Google Shape;117;p15"/>
            <p:cNvSpPr/>
            <p:nvPr/>
          </p:nvSpPr>
          <p:spPr>
            <a:xfrm rot="10800000" flipH="1">
              <a:off x="-528840" y="-37440"/>
              <a:ext cx="838440" cy="967680"/>
            </a:xfrm>
            <a:custGeom>
              <a:avLst/>
              <a:gdLst>
                <a:gd name="textAreaLeft" fmla="*/ 360 w 838440"/>
                <a:gd name="textAreaRight" fmla="*/ 83916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a:solidFill>
                <a:srgbClr val="FFFFFF"/>
              </a:solidFill>
              <a:round/>
            </a:ln>
          </p:spPr>
          <p:style>
            <a:lnRef idx="0">
              <a:srgbClr val="FFFFFF"/>
            </a:lnRef>
            <a:fillRef idx="0">
              <a:srgbClr val="FFFFFF"/>
            </a:fillRef>
            <a:effectRef idx="0">
              <a:srgbClr val="FFFFFF"/>
            </a:effectRef>
            <a:fontRef idx="minor"/>
          </p:style>
          <p:txBody>
            <a:bodyPr tIns="91440" bIns="91440" anchor="ctr">
              <a:noAutofit/>
            </a:bodyPr>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7" name="Google Shape;118;p15"/>
            <p:cNvSpPr/>
            <p:nvPr/>
          </p:nvSpPr>
          <p:spPr>
            <a:xfrm rot="10800000" flipH="1">
              <a:off x="-126000" y="41940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9FCBFD">
                <a:alpha val="41000"/>
              </a:srgbClr>
            </a:solidFill>
            <a:ln w="19050">
              <a:solidFill>
                <a:srgbClr val="FFFFFF"/>
              </a:solidFill>
              <a:round/>
            </a:ln>
          </p:spPr>
          <p:style>
            <a:lnRef idx="0">
              <a:srgbClr val="FFFFFF"/>
            </a:lnRef>
            <a:fillRef idx="0">
              <a:srgbClr val="FFFFFF"/>
            </a:fillRef>
            <a:effectRef idx="0">
              <a:srgbClr val="FFFFFF"/>
            </a:effectRef>
            <a:fontRef idx="minor"/>
          </p:style>
          <p:txBody>
            <a:bodyPr tIns="91440" bIns="91440" anchor="ctr">
              <a:noAutofit/>
            </a:bodyPr>
            <a:p>
              <a:pPr defTabSz="914400">
                <a:lnSpc>
                  <a:spcPct val="100000"/>
                </a:lnSpc>
                <a:tabLst>
                  <a:tab pos="0" algn="l"/>
                </a:tabLst>
              </a:pPr>
              <a:endParaRPr lang="en-US" sz="1800" b="0" u="none" strike="noStrike">
                <a:solidFill>
                  <a:srgbClr val="000000"/>
                </a:solidFill>
                <a:effectLst/>
                <a:uFillTx/>
                <a:latin typeface="OpenSymbol"/>
              </a:endParaRPr>
            </a:p>
          </p:txBody>
        </p:sp>
      </p:grpSp>
      <p:sp>
        <p:nvSpPr>
          <p:cNvPr id="38" name="PlaceHolder 1"/>
          <p:cNvSpPr>
            <a:spLocks noGrp="1"/>
          </p:cNvSpPr>
          <p:nvPr>
            <p:ph type="title" hasCustomPrompt="1"/>
          </p:nvPr>
        </p:nvSpPr>
        <p:spPr>
          <a:xfrm>
            <a:off x="720000" y="444960"/>
            <a:ext cx="7703640" cy="572400"/>
          </a:xfrm>
          <a:prstGeom prst="rect">
            <a:avLst/>
          </a:prstGeom>
          <a:noFill/>
          <a:ln w="0">
            <a:noFill/>
          </a:ln>
        </p:spPr>
        <p:txBody>
          <a:bodyPr lIns="91440" tIns="91440" rIns="91440" bIns="91440" anchor="t">
            <a:noAutofit/>
          </a:bodyPr>
          <a:p>
            <a:pPr indent="0">
              <a:buNone/>
            </a:pPr>
            <a:r>
              <a:rPr lang="fr-FR" sz="3500" b="0" u="none" strike="noStrike">
                <a:solidFill>
                  <a:schemeClr val="dk1"/>
                </a:solidFill>
                <a:effectLst/>
                <a:uFillTx/>
                <a:latin typeface="Arial" panose="020B0604020202020204"/>
              </a:rPr>
              <a:t>Click to edit the title text format</a:t>
            </a:r>
            <a:endParaRPr lang="fr-FR" sz="3500" b="0" u="none" strike="noStrike">
              <a:solidFill>
                <a:schemeClr val="dk1"/>
              </a:solidFill>
              <a:effectLst/>
              <a:uFillTx/>
              <a:latin typeface="Arial" panose="020B0604020202020204"/>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TITLE_ONLY_2">
    <p:bg>
      <p:bgPr>
        <a:solidFill>
          <a:schemeClr val="lt1"/>
        </a:solidFill>
        <a:effectLst/>
      </p:bgPr>
    </p:bg>
    <p:spTree>
      <p:nvGrpSpPr>
        <p:cNvPr id="1" name=""/>
        <p:cNvGrpSpPr/>
        <p:nvPr/>
      </p:nvGrpSpPr>
      <p:grpSpPr>
        <a:xfrm>
          <a:off x="0" y="0"/>
          <a:ext cx="0" cy="0"/>
          <a:chOff x="0" y="0"/>
          <a:chExt cx="0" cy="0"/>
        </a:xfrm>
      </p:grpSpPr>
      <p:grpSp>
        <p:nvGrpSpPr>
          <p:cNvPr id="39" name="Google Shape;121;p16"/>
          <p:cNvGrpSpPr/>
          <p:nvPr/>
        </p:nvGrpSpPr>
        <p:grpSpPr>
          <a:xfrm>
            <a:off x="-247320" y="-445680"/>
            <a:ext cx="9638640" cy="6029280"/>
            <a:chOff x="-247320" y="-445680"/>
            <a:chExt cx="9638640" cy="6029280"/>
          </a:xfrm>
        </p:grpSpPr>
        <p:sp>
          <p:nvSpPr>
            <p:cNvPr id="40" name="Google Shape;122;p16"/>
            <p:cNvSpPr/>
            <p:nvPr/>
          </p:nvSpPr>
          <p:spPr>
            <a:xfrm>
              <a:off x="-125640" y="411984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a:solidFill>
                <a:srgbClr val="FFFFFF"/>
              </a:solidFill>
              <a:round/>
            </a:ln>
          </p:spPr>
          <p:style>
            <a:lnRef idx="0">
              <a:srgbClr val="FFFFFF"/>
            </a:lnRef>
            <a:fillRef idx="0">
              <a:srgbClr val="FFFFFF"/>
            </a:fillRef>
            <a:effectRef idx="0">
              <a:srgbClr val="FFFFFF"/>
            </a:effectRef>
            <a:fontRef idx="minor"/>
          </p:style>
          <p:txBody>
            <a:bodyPr tIns="91440" bIns="91440" anchor="ctr">
              <a:noAutofit/>
            </a:bodyPr>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1" name="Google Shape;123;p16"/>
            <p:cNvSpPr/>
            <p:nvPr/>
          </p:nvSpPr>
          <p:spPr>
            <a:xfrm>
              <a:off x="-125640" y="461592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a:solidFill>
                <a:srgbClr val="FFFFFF"/>
              </a:solidFill>
              <a:round/>
            </a:ln>
          </p:spPr>
          <p:style>
            <a:lnRef idx="0">
              <a:srgbClr val="FFFFFF"/>
            </a:lnRef>
            <a:fillRef idx="0">
              <a:srgbClr val="FFFFFF"/>
            </a:fillRef>
            <a:effectRef idx="0">
              <a:srgbClr val="FFFFFF"/>
            </a:effectRef>
            <a:fontRef idx="minor"/>
          </p:style>
          <p:txBody>
            <a:bodyPr tIns="91440" bIns="91440" anchor="ctr">
              <a:noAutofit/>
            </a:bodyPr>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2" name="Google Shape;124;p16"/>
            <p:cNvSpPr/>
            <p:nvPr/>
          </p:nvSpPr>
          <p:spPr>
            <a:xfrm rot="10800000" flipH="1">
              <a:off x="-247680" y="5004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a:solidFill>
                <a:srgbClr val="FFFFFF"/>
              </a:solidFill>
              <a:round/>
            </a:ln>
          </p:spPr>
          <p:style>
            <a:lnRef idx="0">
              <a:srgbClr val="FFFFFF"/>
            </a:lnRef>
            <a:fillRef idx="0">
              <a:srgbClr val="FFFFFF"/>
            </a:fillRef>
            <a:effectRef idx="0">
              <a:srgbClr val="FFFFFF"/>
            </a:effectRef>
            <a:fontRef idx="minor"/>
          </p:style>
          <p:txBody>
            <a:bodyPr tIns="91440" bIns="91440" anchor="ctr">
              <a:noAutofit/>
            </a:bodyPr>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3" name="Google Shape;125;p16"/>
            <p:cNvSpPr/>
            <p:nvPr/>
          </p:nvSpPr>
          <p:spPr>
            <a:xfrm rot="10800000" flipH="1">
              <a:off x="346680" y="-44568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a:solidFill>
                <a:srgbClr val="FFFFFF"/>
              </a:solidFill>
              <a:round/>
            </a:ln>
          </p:spPr>
          <p:style>
            <a:lnRef idx="0">
              <a:srgbClr val="FFFFFF"/>
            </a:lnRef>
            <a:fillRef idx="0">
              <a:srgbClr val="FFFFFF"/>
            </a:fillRef>
            <a:effectRef idx="0">
              <a:srgbClr val="FFFFFF"/>
            </a:effectRef>
            <a:fontRef idx="minor"/>
          </p:style>
          <p:txBody>
            <a:bodyPr tIns="91440" bIns="91440" anchor="ctr">
              <a:noAutofit/>
            </a:bodyPr>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4" name="Google Shape;126;p16"/>
            <p:cNvSpPr/>
            <p:nvPr/>
          </p:nvSpPr>
          <p:spPr>
            <a:xfrm rot="10800000">
              <a:off x="7958520" y="-42804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a:solidFill>
                <a:srgbClr val="FFFFFF"/>
              </a:solidFill>
              <a:round/>
            </a:ln>
          </p:spPr>
          <p:style>
            <a:lnRef idx="0">
              <a:srgbClr val="FFFFFF"/>
            </a:lnRef>
            <a:fillRef idx="0">
              <a:srgbClr val="FFFFFF"/>
            </a:fillRef>
            <a:effectRef idx="0">
              <a:srgbClr val="FFFFFF"/>
            </a:effectRef>
            <a:fontRef idx="minor"/>
          </p:style>
          <p:txBody>
            <a:bodyPr tIns="91440" bIns="91440" anchor="ctr">
              <a:noAutofit/>
            </a:bodyPr>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5" name="Google Shape;127;p16"/>
            <p:cNvSpPr/>
            <p:nvPr/>
          </p:nvSpPr>
          <p:spPr>
            <a:xfrm rot="10800000">
              <a:off x="8552880" y="5004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9FCBFD">
                <a:alpha val="41000"/>
              </a:srgbClr>
            </a:solidFill>
            <a:ln w="19050">
              <a:solidFill>
                <a:srgbClr val="FFFFFF"/>
              </a:solidFill>
              <a:round/>
            </a:ln>
          </p:spPr>
          <p:style>
            <a:lnRef idx="0">
              <a:srgbClr val="FFFFFF"/>
            </a:lnRef>
            <a:fillRef idx="0">
              <a:srgbClr val="FFFFFF"/>
            </a:fillRef>
            <a:effectRef idx="0">
              <a:srgbClr val="FFFFFF"/>
            </a:effectRef>
            <a:fontRef idx="minor"/>
          </p:style>
          <p:txBody>
            <a:bodyPr tIns="91440" bIns="91440" anchor="ctr">
              <a:noAutofit/>
            </a:bodyPr>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6" name="Google Shape;128;p16"/>
            <p:cNvSpPr/>
            <p:nvPr/>
          </p:nvSpPr>
          <p:spPr>
            <a:xfrm>
              <a:off x="8430840" y="411984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a:solidFill>
                <a:srgbClr val="FFFFFF"/>
              </a:solidFill>
              <a:round/>
            </a:ln>
          </p:spPr>
          <p:style>
            <a:lnRef idx="0">
              <a:srgbClr val="FFFFFF"/>
            </a:lnRef>
            <a:fillRef idx="0">
              <a:srgbClr val="FFFFFF"/>
            </a:fillRef>
            <a:effectRef idx="0">
              <a:srgbClr val="FFFFFF"/>
            </a:effectRef>
            <a:fontRef idx="minor"/>
          </p:style>
          <p:txBody>
            <a:bodyPr tIns="91440" bIns="91440" anchor="ctr">
              <a:noAutofit/>
            </a:bodyPr>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7" name="Google Shape;129;p16"/>
            <p:cNvSpPr/>
            <p:nvPr/>
          </p:nvSpPr>
          <p:spPr>
            <a:xfrm>
              <a:off x="8430840" y="461592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9FCBFD">
                <a:alpha val="41000"/>
              </a:srgbClr>
            </a:solidFill>
            <a:ln w="19050">
              <a:solidFill>
                <a:srgbClr val="FFFFFF"/>
              </a:solidFill>
              <a:round/>
            </a:ln>
          </p:spPr>
          <p:style>
            <a:lnRef idx="0">
              <a:srgbClr val="FFFFFF"/>
            </a:lnRef>
            <a:fillRef idx="0">
              <a:srgbClr val="FFFFFF"/>
            </a:fillRef>
            <a:effectRef idx="0">
              <a:srgbClr val="FFFFFF"/>
            </a:effectRef>
            <a:fontRef idx="minor"/>
          </p:style>
          <p:txBody>
            <a:bodyPr tIns="91440" bIns="91440" anchor="ctr">
              <a:noAutofit/>
            </a:bodyPr>
            <a:p>
              <a:pPr defTabSz="914400">
                <a:lnSpc>
                  <a:spcPct val="100000"/>
                </a:lnSpc>
                <a:tabLst>
                  <a:tab pos="0" algn="l"/>
                </a:tabLst>
              </a:pPr>
              <a:endParaRPr lang="en-US" sz="1800" b="0" u="none" strike="noStrike">
                <a:solidFill>
                  <a:srgbClr val="000000"/>
                </a:solidFill>
                <a:effectLst/>
                <a:uFillTx/>
                <a:latin typeface="OpenSymbol"/>
              </a:endParaRPr>
            </a:p>
          </p:txBody>
        </p:sp>
      </p:grpSp>
      <p:sp>
        <p:nvSpPr>
          <p:cNvPr id="48" name="PlaceHolder 1"/>
          <p:cNvSpPr>
            <a:spLocks noGrp="1"/>
          </p:cNvSpPr>
          <p:nvPr>
            <p:ph type="title" hasCustomPrompt="1"/>
          </p:nvPr>
        </p:nvSpPr>
        <p:spPr>
          <a:xfrm>
            <a:off x="720000" y="444960"/>
            <a:ext cx="7703640" cy="572400"/>
          </a:xfrm>
          <a:prstGeom prst="rect">
            <a:avLst/>
          </a:prstGeom>
          <a:noFill/>
          <a:ln w="0">
            <a:noFill/>
          </a:ln>
        </p:spPr>
        <p:txBody>
          <a:bodyPr lIns="91440" tIns="91440" rIns="91440" bIns="91440" anchor="t">
            <a:noAutofit/>
          </a:bodyPr>
          <a:p>
            <a:pPr indent="0">
              <a:buNone/>
            </a:pPr>
            <a:r>
              <a:rPr lang="fr-FR" sz="3500" b="0" u="none" strike="noStrike">
                <a:solidFill>
                  <a:schemeClr val="dk1"/>
                </a:solidFill>
                <a:effectLst/>
                <a:uFillTx/>
                <a:latin typeface="Arial" panose="020B0604020202020204"/>
              </a:rPr>
              <a:t>Click to edit the title text format</a:t>
            </a:r>
            <a:endParaRPr lang="fr-FR" sz="3500" b="0" u="none" strike="noStrike">
              <a:solidFill>
                <a:schemeClr val="dk1"/>
              </a:solidFill>
              <a:effectLst/>
              <a:uFillTx/>
              <a:latin typeface="Arial" panose="020B0604020202020204"/>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TITLE_ONLY_3">
    <p:bg>
      <p:bgPr>
        <a:solidFill>
          <a:schemeClr val="lt1"/>
        </a:solidFill>
        <a:effectLst/>
      </p:bgPr>
    </p:bg>
    <p:spTree>
      <p:nvGrpSpPr>
        <p:cNvPr id="1" name=""/>
        <p:cNvGrpSpPr/>
        <p:nvPr/>
      </p:nvGrpSpPr>
      <p:grpSpPr>
        <a:xfrm>
          <a:off x="0" y="0"/>
          <a:ext cx="0" cy="0"/>
          <a:chOff x="0" y="0"/>
          <a:chExt cx="0" cy="0"/>
        </a:xfrm>
      </p:grpSpPr>
      <p:grpSp>
        <p:nvGrpSpPr>
          <p:cNvPr id="49" name="Google Shape;132;p17"/>
          <p:cNvGrpSpPr/>
          <p:nvPr/>
        </p:nvGrpSpPr>
        <p:grpSpPr>
          <a:xfrm>
            <a:off x="-549000" y="-585000"/>
            <a:ext cx="10241640" cy="6168600"/>
            <a:chOff x="-549000" y="-585000"/>
            <a:chExt cx="10241640" cy="6168600"/>
          </a:xfrm>
        </p:grpSpPr>
        <p:sp>
          <p:nvSpPr>
            <p:cNvPr id="50" name="Google Shape;133;p17"/>
            <p:cNvSpPr/>
            <p:nvPr/>
          </p:nvSpPr>
          <p:spPr>
            <a:xfrm>
              <a:off x="293760" y="461592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a:solidFill>
                <a:srgbClr val="FFFFFF"/>
              </a:solidFill>
              <a:round/>
            </a:ln>
          </p:spPr>
          <p:style>
            <a:lnRef idx="0">
              <a:srgbClr val="FFFFFF"/>
            </a:lnRef>
            <a:fillRef idx="0">
              <a:srgbClr val="FFFFFF"/>
            </a:fillRef>
            <a:effectRef idx="0">
              <a:srgbClr val="FFFFFF"/>
            </a:effectRef>
            <a:fontRef idx="minor"/>
          </p:style>
          <p:txBody>
            <a:bodyPr tIns="91440" bIns="91440" anchor="ctr">
              <a:noAutofit/>
            </a:bodyPr>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1" name="Google Shape;134;p17"/>
            <p:cNvSpPr/>
            <p:nvPr/>
          </p:nvSpPr>
          <p:spPr>
            <a:xfrm flipH="1">
              <a:off x="8011080" y="461592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a:solidFill>
                <a:srgbClr val="FFFFFF"/>
              </a:solidFill>
              <a:round/>
            </a:ln>
          </p:spPr>
          <p:style>
            <a:lnRef idx="0">
              <a:srgbClr val="FFFFFF"/>
            </a:lnRef>
            <a:fillRef idx="0">
              <a:srgbClr val="FFFFFF"/>
            </a:fillRef>
            <a:effectRef idx="0">
              <a:srgbClr val="FFFFFF"/>
            </a:effectRef>
            <a:fontRef idx="minor"/>
          </p:style>
          <p:txBody>
            <a:bodyPr tIns="91440" bIns="91440" anchor="ctr">
              <a:noAutofit/>
            </a:bodyPr>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2" name="Google Shape;135;p17"/>
            <p:cNvSpPr/>
            <p:nvPr/>
          </p:nvSpPr>
          <p:spPr>
            <a:xfrm rot="10800000" flipH="1">
              <a:off x="-129600" y="45000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a:solidFill>
                <a:srgbClr val="FFFFFF"/>
              </a:solidFill>
              <a:round/>
            </a:ln>
          </p:spPr>
          <p:style>
            <a:lnRef idx="0">
              <a:srgbClr val="FFFFFF"/>
            </a:lnRef>
            <a:fillRef idx="0">
              <a:srgbClr val="FFFFFF"/>
            </a:fillRef>
            <a:effectRef idx="0">
              <a:srgbClr val="FFFFFF"/>
            </a:effectRef>
            <a:fontRef idx="minor"/>
          </p:style>
          <p:txBody>
            <a:bodyPr tIns="91440" bIns="91440" anchor="ctr">
              <a:noAutofit/>
            </a:bodyPr>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3" name="Google Shape;136;p17"/>
            <p:cNvSpPr/>
            <p:nvPr/>
          </p:nvSpPr>
          <p:spPr>
            <a:xfrm rot="10800000" flipH="1">
              <a:off x="-549360" y="45360"/>
              <a:ext cx="838440" cy="967680"/>
            </a:xfrm>
            <a:custGeom>
              <a:avLst/>
              <a:gdLst>
                <a:gd name="textAreaLeft" fmla="*/ 360 w 838440"/>
                <a:gd name="textAreaRight" fmla="*/ 83916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a:solidFill>
                <a:srgbClr val="FFFFFF"/>
              </a:solidFill>
              <a:round/>
            </a:ln>
          </p:spPr>
          <p:style>
            <a:lnRef idx="0">
              <a:srgbClr val="FFFFFF"/>
            </a:lnRef>
            <a:fillRef idx="0">
              <a:srgbClr val="FFFFFF"/>
            </a:fillRef>
            <a:effectRef idx="0">
              <a:srgbClr val="FFFFFF"/>
            </a:effectRef>
            <a:fontRef idx="minor"/>
          </p:style>
          <p:txBody>
            <a:bodyPr tIns="91440" bIns="91440" anchor="ctr">
              <a:noAutofit/>
            </a:bodyPr>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4" name="Google Shape;137;p17"/>
            <p:cNvSpPr/>
            <p:nvPr/>
          </p:nvSpPr>
          <p:spPr>
            <a:xfrm>
              <a:off x="185040" y="-58500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9FCBFD">
                <a:alpha val="41000"/>
              </a:srgbClr>
            </a:solidFill>
            <a:ln w="19050">
              <a:solidFill>
                <a:srgbClr val="FFFFFF"/>
              </a:solidFill>
              <a:round/>
            </a:ln>
          </p:spPr>
          <p:style>
            <a:lnRef idx="0">
              <a:srgbClr val="FFFFFF"/>
            </a:lnRef>
            <a:fillRef idx="0">
              <a:srgbClr val="FFFFFF"/>
            </a:fillRef>
            <a:effectRef idx="0">
              <a:srgbClr val="FFFFFF"/>
            </a:effectRef>
            <a:fontRef idx="minor"/>
          </p:style>
          <p:txBody>
            <a:bodyPr tIns="91440" bIns="91440" anchor="ctr">
              <a:noAutofit/>
            </a:bodyPr>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5" name="Google Shape;138;p17"/>
            <p:cNvSpPr/>
            <p:nvPr/>
          </p:nvSpPr>
          <p:spPr>
            <a:xfrm rot="10800000">
              <a:off x="8434800" y="45000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a:solidFill>
                <a:srgbClr val="FFFFFF"/>
              </a:solidFill>
              <a:round/>
            </a:ln>
          </p:spPr>
          <p:style>
            <a:lnRef idx="0">
              <a:srgbClr val="FFFFFF"/>
            </a:lnRef>
            <a:fillRef idx="0">
              <a:srgbClr val="FFFFFF"/>
            </a:fillRef>
            <a:effectRef idx="0">
              <a:srgbClr val="FFFFFF"/>
            </a:effectRef>
            <a:fontRef idx="minor"/>
          </p:style>
          <p:txBody>
            <a:bodyPr tIns="91440" bIns="91440" anchor="ctr">
              <a:noAutofit/>
            </a:bodyPr>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6" name="Google Shape;139;p17"/>
            <p:cNvSpPr/>
            <p:nvPr/>
          </p:nvSpPr>
          <p:spPr>
            <a:xfrm rot="10800000">
              <a:off x="8854200" y="4536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9FCBFD">
                <a:alpha val="41000"/>
              </a:srgbClr>
            </a:solidFill>
            <a:ln w="19050">
              <a:solidFill>
                <a:srgbClr val="FFFFFF"/>
              </a:solidFill>
              <a:round/>
            </a:ln>
          </p:spPr>
          <p:style>
            <a:lnRef idx="0">
              <a:srgbClr val="FFFFFF"/>
            </a:lnRef>
            <a:fillRef idx="0">
              <a:srgbClr val="FFFFFF"/>
            </a:fillRef>
            <a:effectRef idx="0">
              <a:srgbClr val="FFFFFF"/>
            </a:effectRef>
            <a:fontRef idx="minor"/>
          </p:style>
          <p:txBody>
            <a:bodyPr tIns="91440" bIns="91440" anchor="ctr">
              <a:noAutofit/>
            </a:bodyPr>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7" name="Google Shape;140;p17"/>
            <p:cNvSpPr/>
            <p:nvPr/>
          </p:nvSpPr>
          <p:spPr>
            <a:xfrm flipH="1">
              <a:off x="8119440" y="-58500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a:solidFill>
                <a:srgbClr val="FFFFFF"/>
              </a:solidFill>
              <a:round/>
            </a:ln>
          </p:spPr>
          <p:style>
            <a:lnRef idx="0">
              <a:srgbClr val="FFFFFF"/>
            </a:lnRef>
            <a:fillRef idx="0">
              <a:srgbClr val="FFFFFF"/>
            </a:fillRef>
            <a:effectRef idx="0">
              <a:srgbClr val="FFFFFF"/>
            </a:effectRef>
            <a:fontRef idx="minor"/>
          </p:style>
          <p:txBody>
            <a:bodyPr tIns="91440" bIns="91440" anchor="ctr">
              <a:noAutofit/>
            </a:bodyPr>
            <a:p>
              <a:pPr defTabSz="914400">
                <a:lnSpc>
                  <a:spcPct val="100000"/>
                </a:lnSpc>
                <a:tabLst>
                  <a:tab pos="0" algn="l"/>
                </a:tabLst>
              </a:pPr>
              <a:endParaRPr lang="en-US" sz="1800" b="0" u="none" strike="noStrike">
                <a:solidFill>
                  <a:srgbClr val="000000"/>
                </a:solidFill>
                <a:effectLst/>
                <a:uFillTx/>
                <a:latin typeface="OpenSymbol"/>
              </a:endParaRPr>
            </a:p>
          </p:txBody>
        </p:sp>
      </p:grpSp>
      <p:sp>
        <p:nvSpPr>
          <p:cNvPr id="58" name="PlaceHolder 1"/>
          <p:cNvSpPr>
            <a:spLocks noGrp="1"/>
          </p:cNvSpPr>
          <p:nvPr>
            <p:ph type="title" hasCustomPrompt="1"/>
          </p:nvPr>
        </p:nvSpPr>
        <p:spPr>
          <a:xfrm>
            <a:off x="720000" y="444960"/>
            <a:ext cx="7703640" cy="572400"/>
          </a:xfrm>
          <a:prstGeom prst="rect">
            <a:avLst/>
          </a:prstGeom>
          <a:noFill/>
          <a:ln w="0">
            <a:noFill/>
          </a:ln>
        </p:spPr>
        <p:txBody>
          <a:bodyPr lIns="91440" tIns="91440" rIns="91440" bIns="91440" anchor="t">
            <a:noAutofit/>
          </a:bodyPr>
          <a:p>
            <a:pPr indent="0">
              <a:buNone/>
            </a:pPr>
            <a:r>
              <a:rPr lang="fr-FR" sz="3500" b="0" u="none" strike="noStrike">
                <a:solidFill>
                  <a:schemeClr val="dk1"/>
                </a:solidFill>
                <a:effectLst/>
                <a:uFillTx/>
                <a:latin typeface="Arial" panose="020B0604020202020204"/>
              </a:rPr>
              <a:t>Click to edit the title text format</a:t>
            </a:r>
            <a:endParaRPr lang="fr-FR" sz="3500" b="0" u="none" strike="noStrike">
              <a:solidFill>
                <a:schemeClr val="dk1"/>
              </a:solidFill>
              <a:effectLst/>
              <a:uFillTx/>
              <a:latin typeface="Arial" panose="020B0604020202020204"/>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TITLE_ONLY_4">
    <p:bg>
      <p:bgPr>
        <a:solidFill>
          <a:schemeClr val="lt1"/>
        </a:solidFill>
        <a:effectLst/>
      </p:bgPr>
    </p:bg>
    <p:spTree>
      <p:nvGrpSpPr>
        <p:cNvPr id="1" name=""/>
        <p:cNvGrpSpPr/>
        <p:nvPr/>
      </p:nvGrpSpPr>
      <p:grpSpPr>
        <a:xfrm>
          <a:off x="0" y="0"/>
          <a:ext cx="0" cy="0"/>
          <a:chOff x="0" y="0"/>
          <a:chExt cx="0" cy="0"/>
        </a:xfrm>
      </p:grpSpPr>
      <p:sp>
        <p:nvSpPr>
          <p:cNvPr id="59" name="PlaceHolder 1"/>
          <p:cNvSpPr>
            <a:spLocks noGrp="1"/>
          </p:cNvSpPr>
          <p:nvPr>
            <p:ph type="title" hasCustomPrompt="1"/>
          </p:nvPr>
        </p:nvSpPr>
        <p:spPr>
          <a:xfrm>
            <a:off x="720000" y="444960"/>
            <a:ext cx="7703640" cy="572400"/>
          </a:xfrm>
          <a:prstGeom prst="rect">
            <a:avLst/>
          </a:prstGeom>
          <a:noFill/>
          <a:ln w="0">
            <a:noFill/>
          </a:ln>
        </p:spPr>
        <p:txBody>
          <a:bodyPr lIns="91440" tIns="91440" rIns="91440" bIns="91440" anchor="t">
            <a:noAutofit/>
          </a:bodyPr>
          <a:p>
            <a:pPr indent="0">
              <a:buNone/>
            </a:pPr>
            <a:r>
              <a:rPr lang="fr-FR" sz="3500" b="0" u="none" strike="noStrike">
                <a:solidFill>
                  <a:schemeClr val="dk1"/>
                </a:solidFill>
                <a:effectLst/>
                <a:uFillTx/>
                <a:latin typeface="Arial" panose="020B0604020202020204"/>
              </a:rPr>
              <a:t>Click to edit the title text format</a:t>
            </a:r>
            <a:endParaRPr lang="fr-FR" sz="3500" b="0" u="none" strike="noStrike">
              <a:solidFill>
                <a:schemeClr val="dk1"/>
              </a:solidFill>
              <a:effectLst/>
              <a:uFillTx/>
              <a:latin typeface="Arial" panose="020B0604020202020204"/>
            </a:endParaRPr>
          </a:p>
        </p:txBody>
      </p:sp>
      <p:grpSp>
        <p:nvGrpSpPr>
          <p:cNvPr id="60" name="Google Shape;144;p18"/>
          <p:cNvGrpSpPr/>
          <p:nvPr/>
        </p:nvGrpSpPr>
        <p:grpSpPr>
          <a:xfrm>
            <a:off x="-476640" y="2900520"/>
            <a:ext cx="10096920" cy="2864880"/>
            <a:chOff x="-476640" y="2900520"/>
            <a:chExt cx="10096920" cy="2864880"/>
          </a:xfrm>
        </p:grpSpPr>
        <p:grpSp>
          <p:nvGrpSpPr>
            <p:cNvPr id="61" name="Google Shape;145;p18"/>
            <p:cNvGrpSpPr/>
            <p:nvPr/>
          </p:nvGrpSpPr>
          <p:grpSpPr>
            <a:xfrm>
              <a:off x="-476640" y="2900520"/>
              <a:ext cx="10096920" cy="2864880"/>
              <a:chOff x="-476640" y="2900520"/>
              <a:chExt cx="10096920" cy="2864880"/>
            </a:xfrm>
          </p:grpSpPr>
          <p:sp>
            <p:nvSpPr>
              <p:cNvPr id="62" name="Google Shape;146;p18"/>
              <p:cNvSpPr/>
              <p:nvPr/>
            </p:nvSpPr>
            <p:spPr>
              <a:xfrm rot="10800000" flipH="1">
                <a:off x="-267120" y="290052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a:solidFill>
                  <a:srgbClr val="FFFFFF"/>
                </a:solidFill>
                <a:round/>
              </a:ln>
            </p:spPr>
            <p:style>
              <a:lnRef idx="0">
                <a:srgbClr val="FFFFFF"/>
              </a:lnRef>
              <a:fillRef idx="0">
                <a:srgbClr val="FFFFFF"/>
              </a:fillRef>
              <a:effectRef idx="0">
                <a:srgbClr val="FFFFFF"/>
              </a:effectRef>
              <a:fontRef idx="minor"/>
            </p:style>
            <p:txBody>
              <a:bodyPr tIns="91440" bIns="91440" anchor="ctr">
                <a:noAutofit/>
              </a:bodyPr>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3" name="Google Shape;147;p18"/>
              <p:cNvSpPr/>
              <p:nvPr/>
            </p:nvSpPr>
            <p:spPr>
              <a:xfrm>
                <a:off x="-90720" y="442512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a:solidFill>
                  <a:srgbClr val="FFFFFF"/>
                </a:solidFill>
                <a:round/>
              </a:ln>
            </p:spPr>
            <p:style>
              <a:lnRef idx="0">
                <a:srgbClr val="FFFFFF"/>
              </a:lnRef>
              <a:fillRef idx="0">
                <a:srgbClr val="FFFFFF"/>
              </a:fillRef>
              <a:effectRef idx="0">
                <a:srgbClr val="FFFFFF"/>
              </a:effectRef>
              <a:fontRef idx="minor"/>
            </p:style>
            <p:txBody>
              <a:bodyPr tIns="91440" bIns="91440" anchor="ctr">
                <a:noAutofit/>
              </a:bodyPr>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4" name="Google Shape;148;p18"/>
              <p:cNvSpPr/>
              <p:nvPr/>
            </p:nvSpPr>
            <p:spPr>
              <a:xfrm>
                <a:off x="-476640" y="352296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a:solidFill>
                  <a:srgbClr val="FFFFFF"/>
                </a:solidFill>
                <a:round/>
              </a:ln>
            </p:spPr>
            <p:style>
              <a:lnRef idx="0">
                <a:srgbClr val="FFFFFF"/>
              </a:lnRef>
              <a:fillRef idx="0">
                <a:srgbClr val="FFFFFF"/>
              </a:fillRef>
              <a:effectRef idx="0">
                <a:srgbClr val="FFFFFF"/>
              </a:effectRef>
              <a:fontRef idx="minor"/>
            </p:style>
            <p:txBody>
              <a:bodyPr tIns="91440" bIns="91440" anchor="ctr">
                <a:noAutofit/>
              </a:bodyPr>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5" name="Google Shape;149;p18"/>
              <p:cNvSpPr/>
              <p:nvPr/>
            </p:nvSpPr>
            <p:spPr>
              <a:xfrm rot="10800000">
                <a:off x="8572320" y="290052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a:solidFill>
                  <a:srgbClr val="FFFFFF"/>
                </a:solidFill>
                <a:round/>
              </a:ln>
            </p:spPr>
            <p:style>
              <a:lnRef idx="0">
                <a:srgbClr val="FFFFFF"/>
              </a:lnRef>
              <a:fillRef idx="0">
                <a:srgbClr val="FFFFFF"/>
              </a:fillRef>
              <a:effectRef idx="0">
                <a:srgbClr val="FFFFFF"/>
              </a:effectRef>
              <a:fontRef idx="minor"/>
            </p:style>
            <p:txBody>
              <a:bodyPr tIns="91440" bIns="91440" anchor="ctr">
                <a:noAutofit/>
              </a:bodyPr>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6" name="Google Shape;150;p18"/>
              <p:cNvSpPr/>
              <p:nvPr/>
            </p:nvSpPr>
            <p:spPr>
              <a:xfrm flipH="1">
                <a:off x="8395200" y="442512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a:solidFill>
                  <a:srgbClr val="FFFFFF"/>
                </a:solidFill>
                <a:round/>
              </a:ln>
            </p:spPr>
            <p:style>
              <a:lnRef idx="0">
                <a:srgbClr val="FFFFFF"/>
              </a:lnRef>
              <a:fillRef idx="0">
                <a:srgbClr val="FFFFFF"/>
              </a:fillRef>
              <a:effectRef idx="0">
                <a:srgbClr val="FFFFFF"/>
              </a:effectRef>
              <a:fontRef idx="minor"/>
            </p:style>
            <p:txBody>
              <a:bodyPr tIns="91440" bIns="91440" anchor="ctr">
                <a:noAutofit/>
              </a:bodyPr>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7" name="Google Shape;151;p18"/>
              <p:cNvSpPr/>
              <p:nvPr/>
            </p:nvSpPr>
            <p:spPr>
              <a:xfrm flipH="1">
                <a:off x="8781480" y="352296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9FCBFD">
                  <a:alpha val="41000"/>
                </a:srgbClr>
              </a:solidFill>
              <a:ln w="19050">
                <a:solidFill>
                  <a:srgbClr val="FFFFFF"/>
                </a:solidFill>
                <a:round/>
              </a:ln>
            </p:spPr>
            <p:style>
              <a:lnRef idx="0">
                <a:srgbClr val="FFFFFF"/>
              </a:lnRef>
              <a:fillRef idx="0">
                <a:srgbClr val="FFFFFF"/>
              </a:fillRef>
              <a:effectRef idx="0">
                <a:srgbClr val="FFFFFF"/>
              </a:effectRef>
              <a:fontRef idx="minor"/>
            </p:style>
            <p:txBody>
              <a:bodyPr tIns="91440" bIns="91440" anchor="ctr">
                <a:noAutofit/>
              </a:bodyPr>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8" name="Google Shape;152;p18"/>
              <p:cNvSpPr/>
              <p:nvPr/>
            </p:nvSpPr>
            <p:spPr>
              <a:xfrm rot="10800000">
                <a:off x="8010360" y="479772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68DAF8">
                  <a:alpha val="34000"/>
                </a:srgbClr>
              </a:solidFill>
              <a:ln w="19050">
                <a:solidFill>
                  <a:srgbClr val="FFFFFF"/>
                </a:solidFill>
                <a:round/>
              </a:ln>
            </p:spPr>
            <p:style>
              <a:lnRef idx="0">
                <a:srgbClr val="FFFFFF"/>
              </a:lnRef>
              <a:fillRef idx="0">
                <a:srgbClr val="FFFFFF"/>
              </a:fillRef>
              <a:effectRef idx="0">
                <a:srgbClr val="FFFFFF"/>
              </a:effectRef>
              <a:fontRef idx="minor"/>
            </p:style>
            <p:txBody>
              <a:bodyPr tIns="91440" bIns="91440" anchor="ctr">
                <a:noAutofit/>
              </a:bodyPr>
              <a:p>
                <a:pPr defTabSz="914400">
                  <a:lnSpc>
                    <a:spcPct val="100000"/>
                  </a:lnSpc>
                  <a:tabLst>
                    <a:tab pos="0" algn="l"/>
                  </a:tabLst>
                </a:pPr>
                <a:endParaRPr lang="en-US" sz="1800" b="0" u="none" strike="noStrike">
                  <a:solidFill>
                    <a:srgbClr val="000000"/>
                  </a:solidFill>
                  <a:effectLst/>
                  <a:uFillTx/>
                  <a:latin typeface="OpenSymbol"/>
                </a:endParaRPr>
              </a:p>
            </p:txBody>
          </p:sp>
        </p:grpSp>
        <p:sp>
          <p:nvSpPr>
            <p:cNvPr id="69" name="Google Shape;153;p18"/>
            <p:cNvSpPr/>
            <p:nvPr/>
          </p:nvSpPr>
          <p:spPr>
            <a:xfrm rot="10800000" flipH="1">
              <a:off x="293400" y="479772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68DAF8">
                <a:alpha val="34000"/>
              </a:srgbClr>
            </a:solidFill>
            <a:ln w="19050">
              <a:solidFill>
                <a:srgbClr val="FFFFFF"/>
              </a:solidFill>
              <a:round/>
            </a:ln>
          </p:spPr>
          <p:style>
            <a:lnRef idx="0">
              <a:srgbClr val="FFFFFF"/>
            </a:lnRef>
            <a:fillRef idx="0">
              <a:srgbClr val="FFFFFF"/>
            </a:fillRef>
            <a:effectRef idx="0">
              <a:srgbClr val="FFFFFF"/>
            </a:effectRef>
            <a:fontRef idx="minor"/>
          </p:style>
          <p:txBody>
            <a:bodyPr tIns="91440" bIns="91440" anchor="ctr">
              <a:noAutofit/>
            </a:bodyPr>
            <a:p>
              <a:pPr defTabSz="914400">
                <a:lnSpc>
                  <a:spcPct val="100000"/>
                </a:lnSpc>
                <a:tabLst>
                  <a:tab pos="0" algn="l"/>
                </a:tabLst>
              </a:pPr>
              <a:endParaRPr lang="en-US" sz="1800" b="0" u="none" strike="noStrike">
                <a:solidFill>
                  <a:srgbClr val="000000"/>
                </a:solidFill>
                <a:effectLst/>
                <a:uFillTx/>
                <a:latin typeface="OpenSymbol"/>
              </a:endParaRPr>
            </a:p>
          </p:txBody>
        </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CUSTOM">
    <p:bg>
      <p:bgPr>
        <a:solidFill>
          <a:schemeClr val="lt1"/>
        </a:solidFill>
        <a:effectLst/>
      </p:bgPr>
    </p:bg>
    <p:spTree>
      <p:nvGrpSpPr>
        <p:cNvPr id="1" name=""/>
        <p:cNvGrpSpPr/>
        <p:nvPr/>
      </p:nvGrpSpPr>
      <p:grpSpPr>
        <a:xfrm>
          <a:off x="0" y="0"/>
          <a:ext cx="0" cy="0"/>
          <a:chOff x="0" y="0"/>
          <a:chExt cx="0" cy="0"/>
        </a:xfrm>
      </p:grpSpPr>
      <p:grpSp>
        <p:nvGrpSpPr>
          <p:cNvPr id="70" name="Google Shape;155;p19"/>
          <p:cNvGrpSpPr/>
          <p:nvPr/>
        </p:nvGrpSpPr>
        <p:grpSpPr>
          <a:xfrm>
            <a:off x="-145080" y="-504000"/>
            <a:ext cx="9434160" cy="6151320"/>
            <a:chOff x="-145080" y="-504000"/>
            <a:chExt cx="9434160" cy="6151320"/>
          </a:xfrm>
        </p:grpSpPr>
        <p:sp>
          <p:nvSpPr>
            <p:cNvPr id="71" name="Google Shape;156;p19"/>
            <p:cNvSpPr/>
            <p:nvPr/>
          </p:nvSpPr>
          <p:spPr>
            <a:xfrm rot="10800000" flipH="1">
              <a:off x="534240" y="467964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a:solidFill>
                <a:srgbClr val="FFFFFF"/>
              </a:solidFill>
              <a:round/>
            </a:ln>
          </p:spPr>
          <p:style>
            <a:lnRef idx="0">
              <a:srgbClr val="FFFFFF"/>
            </a:lnRef>
            <a:fillRef idx="0">
              <a:srgbClr val="FFFFFF"/>
            </a:fillRef>
            <a:effectRef idx="0">
              <a:srgbClr val="FFFFFF"/>
            </a:effectRef>
            <a:fontRef idx="minor"/>
          </p:style>
          <p:txBody>
            <a:bodyPr tIns="91440" bIns="91440" anchor="ctr">
              <a:noAutofit/>
            </a:bodyPr>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2" name="Google Shape;157;p19"/>
            <p:cNvSpPr/>
            <p:nvPr/>
          </p:nvSpPr>
          <p:spPr>
            <a:xfrm>
              <a:off x="-145080" y="392400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a:solidFill>
                <a:srgbClr val="FFFFFF"/>
              </a:solidFill>
              <a:round/>
            </a:ln>
          </p:spPr>
          <p:style>
            <a:lnRef idx="0">
              <a:srgbClr val="FFFFFF"/>
            </a:lnRef>
            <a:fillRef idx="0">
              <a:srgbClr val="FFFFFF"/>
            </a:fillRef>
            <a:effectRef idx="0">
              <a:srgbClr val="FFFFFF"/>
            </a:effectRef>
            <a:fontRef idx="minor"/>
          </p:style>
          <p:txBody>
            <a:bodyPr tIns="91440" bIns="91440" anchor="ctr">
              <a:noAutofit/>
            </a:bodyPr>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3" name="Google Shape;158;p19"/>
            <p:cNvSpPr/>
            <p:nvPr/>
          </p:nvSpPr>
          <p:spPr>
            <a:xfrm>
              <a:off x="-145080" y="441972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a:solidFill>
                <a:srgbClr val="FFFFFF"/>
              </a:solidFill>
              <a:round/>
            </a:ln>
          </p:spPr>
          <p:style>
            <a:lnRef idx="0">
              <a:srgbClr val="FFFFFF"/>
            </a:lnRef>
            <a:fillRef idx="0">
              <a:srgbClr val="FFFFFF"/>
            </a:fillRef>
            <a:effectRef idx="0">
              <a:srgbClr val="FFFFFF"/>
            </a:effectRef>
            <a:fontRef idx="minor"/>
          </p:style>
          <p:txBody>
            <a:bodyPr tIns="91440" bIns="91440" anchor="ctr">
              <a:noAutofit/>
            </a:bodyPr>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4" name="Google Shape;159;p19"/>
            <p:cNvSpPr/>
            <p:nvPr/>
          </p:nvSpPr>
          <p:spPr>
            <a:xfrm flipH="1">
              <a:off x="8430120" y="464436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a:solidFill>
                <a:srgbClr val="FFFFFF"/>
              </a:solidFill>
              <a:round/>
            </a:ln>
          </p:spPr>
          <p:style>
            <a:lnRef idx="0">
              <a:srgbClr val="FFFFFF"/>
            </a:lnRef>
            <a:fillRef idx="0">
              <a:srgbClr val="FFFFFF"/>
            </a:fillRef>
            <a:effectRef idx="0">
              <a:srgbClr val="FFFFFF"/>
            </a:effectRef>
            <a:fontRef idx="minor"/>
          </p:style>
          <p:txBody>
            <a:bodyPr tIns="91440" bIns="91440" anchor="ctr">
              <a:noAutofit/>
            </a:bodyPr>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5" name="Google Shape;160;p19"/>
            <p:cNvSpPr/>
            <p:nvPr/>
          </p:nvSpPr>
          <p:spPr>
            <a:xfrm rot="10800000" flipH="1">
              <a:off x="-126000" y="-42804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9FCBFD">
                <a:alpha val="41000"/>
              </a:srgbClr>
            </a:solidFill>
            <a:ln w="19050">
              <a:solidFill>
                <a:srgbClr val="FFFFFF"/>
              </a:solidFill>
              <a:round/>
            </a:ln>
          </p:spPr>
          <p:style>
            <a:lnRef idx="0">
              <a:srgbClr val="FFFFFF"/>
            </a:lnRef>
            <a:fillRef idx="0">
              <a:srgbClr val="FFFFFF"/>
            </a:fillRef>
            <a:effectRef idx="0">
              <a:srgbClr val="FFFFFF"/>
            </a:effectRef>
            <a:fontRef idx="minor"/>
          </p:style>
          <p:txBody>
            <a:bodyPr tIns="91440" bIns="91440" anchor="ctr">
              <a:noAutofit/>
            </a:bodyPr>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6" name="Google Shape;161;p19"/>
            <p:cNvSpPr/>
            <p:nvPr/>
          </p:nvSpPr>
          <p:spPr>
            <a:xfrm flipH="1">
              <a:off x="7769880" y="-50400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a:solidFill>
                <a:srgbClr val="FFFFFF"/>
              </a:solidFill>
              <a:round/>
            </a:ln>
          </p:spPr>
          <p:style>
            <a:lnRef idx="0">
              <a:srgbClr val="FFFFFF"/>
            </a:lnRef>
            <a:fillRef idx="0">
              <a:srgbClr val="FFFFFF"/>
            </a:fillRef>
            <a:effectRef idx="0">
              <a:srgbClr val="FFFFFF"/>
            </a:effectRef>
            <a:fontRef idx="minor"/>
          </p:style>
          <p:txBody>
            <a:bodyPr tIns="91440" bIns="91440" anchor="ctr">
              <a:noAutofit/>
            </a:bodyPr>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7" name="Google Shape;162;p19"/>
            <p:cNvSpPr/>
            <p:nvPr/>
          </p:nvSpPr>
          <p:spPr>
            <a:xfrm rot="10800000">
              <a:off x="8450640" y="25164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a:solidFill>
                <a:srgbClr val="FFFFFF"/>
              </a:solidFill>
              <a:round/>
            </a:ln>
          </p:spPr>
          <p:style>
            <a:lnRef idx="0">
              <a:srgbClr val="FFFFFF"/>
            </a:lnRef>
            <a:fillRef idx="0">
              <a:srgbClr val="FFFFFF"/>
            </a:fillRef>
            <a:effectRef idx="0">
              <a:srgbClr val="FFFFFF"/>
            </a:effectRef>
            <a:fontRef idx="minor"/>
          </p:style>
          <p:txBody>
            <a:bodyPr tIns="91440" bIns="91440" anchor="ctr">
              <a:noAutofit/>
            </a:bodyPr>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8" name="Google Shape;163;p19"/>
            <p:cNvSpPr/>
            <p:nvPr/>
          </p:nvSpPr>
          <p:spPr>
            <a:xfrm rot="10800000">
              <a:off x="8450640" y="-24408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68DAF8">
                <a:alpha val="34000"/>
              </a:srgbClr>
            </a:solidFill>
            <a:ln w="19050">
              <a:solidFill>
                <a:srgbClr val="FFFFFF"/>
              </a:solidFill>
              <a:round/>
            </a:ln>
          </p:spPr>
          <p:style>
            <a:lnRef idx="0">
              <a:srgbClr val="FFFFFF"/>
            </a:lnRef>
            <a:fillRef idx="0">
              <a:srgbClr val="FFFFFF"/>
            </a:fillRef>
            <a:effectRef idx="0">
              <a:srgbClr val="FFFFFF"/>
            </a:effectRef>
            <a:fontRef idx="minor"/>
          </p:style>
          <p:txBody>
            <a:bodyPr tIns="91440" bIns="91440" anchor="ctr">
              <a:noAutofit/>
            </a:bodyPr>
            <a:p>
              <a:pPr defTabSz="914400">
                <a:lnSpc>
                  <a:spcPct val="100000"/>
                </a:lnSpc>
                <a:tabLst>
                  <a:tab pos="0" algn="l"/>
                </a:tabLst>
              </a:pPr>
              <a:endParaRPr lang="en-US" sz="1800" b="0" u="none" strike="noStrike">
                <a:solidFill>
                  <a:srgbClr val="000000"/>
                </a:solidFill>
                <a:effectLst/>
                <a:uFillTx/>
                <a:latin typeface="OpenSymbol"/>
              </a:endParaRPr>
            </a:p>
          </p:txBody>
        </p:sp>
      </p:grpSp>
      <p:sp>
        <p:nvSpPr>
          <p:cNvPr id="79" name="PlaceHolder 1"/>
          <p:cNvSpPr>
            <a:spLocks noGrp="1"/>
          </p:cNvSpPr>
          <p:nvPr>
            <p:ph type="title" hasCustomPrompt="1"/>
          </p:nvPr>
        </p:nvSpPr>
        <p:spPr>
          <a:xfrm>
            <a:off x="720000" y="1270440"/>
            <a:ext cx="3777120" cy="1709280"/>
          </a:xfrm>
          <a:prstGeom prst="rect">
            <a:avLst/>
          </a:prstGeom>
          <a:noFill/>
          <a:ln w="0">
            <a:noFill/>
          </a:ln>
        </p:spPr>
        <p:txBody>
          <a:bodyPr lIns="91440" tIns="91440" rIns="91440" bIns="91440" anchor="b">
            <a:noAutofit/>
          </a:bodyPr>
          <a:p>
            <a:pPr indent="0">
              <a:buNone/>
            </a:pPr>
            <a:r>
              <a:rPr lang="fr-FR" sz="3500" b="0" u="none" strike="noStrike">
                <a:solidFill>
                  <a:schemeClr val="dk1"/>
                </a:solidFill>
                <a:effectLst/>
                <a:uFillTx/>
                <a:latin typeface="Arial" panose="020B0604020202020204"/>
              </a:rPr>
              <a:t>Click to edit the title text format</a:t>
            </a:r>
            <a:endParaRPr lang="fr-FR" sz="3500" b="0" u="none" strike="noStrike">
              <a:solidFill>
                <a:schemeClr val="dk1"/>
              </a:solidFill>
              <a:effectLst/>
              <a:uFillTx/>
              <a:latin typeface="Arial" panose="020B0604020202020204"/>
            </a:endParaRPr>
          </a:p>
        </p:txBody>
      </p:sp>
      <p:sp>
        <p:nvSpPr>
          <p:cNvPr id="80" name="PlaceHolder 2"/>
          <p:cNvSpPr>
            <a:spLocks noGrp="1"/>
          </p:cNvSpPr>
          <p:nvPr>
            <p:ph type="body" hasCustomPrompt="1"/>
          </p:nvPr>
        </p:nvSpPr>
        <p:spPr>
          <a:xfrm>
            <a:off x="5122080" y="1060200"/>
            <a:ext cx="3108960" cy="3108960"/>
          </a:xfrm>
          <a:prstGeom prst="rect">
            <a:avLst/>
          </a:prstGeom>
          <a:noFill/>
          <a:ln w="0">
            <a:noFill/>
          </a:ln>
        </p:spPr>
        <p:txBody>
          <a:bodyPr lIns="90000" tIns="45000" rIns="90000" bIns="45000" anchor="t">
            <a:normAutofit fontScale="47500" lnSpcReduction="19999"/>
          </a:bodyPr>
          <a:p>
            <a:pPr marL="431800" indent="-323850">
              <a:spcBef>
                <a:spcPts val="1415"/>
              </a:spcBef>
              <a:buClr>
                <a:srgbClr val="000000"/>
              </a:buClr>
              <a:buSzPct val="45000"/>
              <a:buFont typeface="Wingdings" panose="05000000000000000000" pitchFamily="2" charset="2"/>
              <a:buChar char=""/>
            </a:pPr>
            <a:r>
              <a:rPr lang="fr-FR" sz="1800" b="0" u="none" strike="noStrike">
                <a:solidFill>
                  <a:srgbClr val="000000"/>
                </a:solidFill>
                <a:effectLst/>
                <a:uFillTx/>
                <a:latin typeface="Arial" panose="020B0604020202020204"/>
              </a:rPr>
              <a:t>Click to edit the outline text format</a:t>
            </a:r>
            <a:endParaRPr lang="fr-FR" sz="1800" b="0" u="none" strike="noStrike">
              <a:solidFill>
                <a:srgbClr val="000000"/>
              </a:solidFill>
              <a:effectLst/>
              <a:uFillTx/>
              <a:latin typeface="Arial" panose="020B0604020202020204"/>
            </a:endParaRPr>
          </a:p>
          <a:p>
            <a:pPr marL="864235" lvl="1" indent="-323850">
              <a:spcBef>
                <a:spcPts val="1135"/>
              </a:spcBef>
              <a:buClr>
                <a:srgbClr val="000000"/>
              </a:buClr>
              <a:buSzPct val="75000"/>
              <a:buFont typeface="Symbol" panose="05050102010706020507" charset="2"/>
              <a:buChar char=""/>
            </a:pPr>
            <a:r>
              <a:rPr lang="fr-FR" sz="1800" b="0" u="none" strike="noStrike">
                <a:solidFill>
                  <a:srgbClr val="000000"/>
                </a:solidFill>
                <a:effectLst/>
                <a:uFillTx/>
                <a:latin typeface="Arial" panose="020B0604020202020204"/>
              </a:rPr>
              <a:t>Second Outline Level</a:t>
            </a:r>
            <a:endParaRPr lang="fr-FR" sz="1800" b="0" u="none" strike="noStrike">
              <a:solidFill>
                <a:srgbClr val="000000"/>
              </a:solidFill>
              <a:effectLst/>
              <a:uFillTx/>
              <a:latin typeface="Arial" panose="020B0604020202020204"/>
            </a:endParaRPr>
          </a:p>
          <a:p>
            <a:pPr marL="1296035" lvl="2" indent="-288290">
              <a:spcBef>
                <a:spcPts val="850"/>
              </a:spcBef>
              <a:buClr>
                <a:srgbClr val="000000"/>
              </a:buClr>
              <a:buSzPct val="45000"/>
              <a:buFont typeface="Wingdings" panose="05000000000000000000" pitchFamily="2" charset="2"/>
              <a:buChar char=""/>
            </a:pPr>
            <a:r>
              <a:rPr lang="fr-FR" sz="1800" b="0" u="none" strike="noStrike">
                <a:solidFill>
                  <a:srgbClr val="000000"/>
                </a:solidFill>
                <a:effectLst/>
                <a:uFillTx/>
                <a:latin typeface="Arial" panose="020B0604020202020204"/>
              </a:rPr>
              <a:t>Third Outline Level</a:t>
            </a:r>
            <a:endParaRPr lang="fr-FR" sz="1800" b="0" u="none" strike="noStrike">
              <a:solidFill>
                <a:srgbClr val="000000"/>
              </a:solidFill>
              <a:effectLst/>
              <a:uFillTx/>
              <a:latin typeface="Arial" panose="020B0604020202020204"/>
            </a:endParaRPr>
          </a:p>
          <a:p>
            <a:pPr marL="1727835" lvl="3" indent="-215900">
              <a:spcBef>
                <a:spcPts val="565"/>
              </a:spcBef>
              <a:buClr>
                <a:srgbClr val="000000"/>
              </a:buClr>
              <a:buSzPct val="75000"/>
              <a:buFont typeface="Symbol" panose="05050102010706020507" charset="2"/>
              <a:buChar char=""/>
            </a:pPr>
            <a:r>
              <a:rPr lang="fr-FR" sz="1800" b="0" u="none" strike="noStrike">
                <a:solidFill>
                  <a:srgbClr val="000000"/>
                </a:solidFill>
                <a:effectLst/>
                <a:uFillTx/>
                <a:latin typeface="Arial" panose="020B0604020202020204"/>
              </a:rPr>
              <a:t>Fourth Outline Level</a:t>
            </a:r>
            <a:endParaRPr lang="fr-FR" sz="1800" b="0" u="none" strike="noStrike">
              <a:solidFill>
                <a:srgbClr val="000000"/>
              </a:solidFill>
              <a:effectLst/>
              <a:uFillTx/>
              <a:latin typeface="Arial" panose="020B0604020202020204"/>
            </a:endParaRPr>
          </a:p>
          <a:p>
            <a:pPr marL="2160270" lvl="4" indent="-215900">
              <a:spcBef>
                <a:spcPts val="285"/>
              </a:spcBef>
              <a:buClr>
                <a:srgbClr val="000000"/>
              </a:buClr>
              <a:buSzPct val="45000"/>
              <a:buFont typeface="Wingdings" panose="05000000000000000000" pitchFamily="2" charset="2"/>
              <a:buChar char=""/>
            </a:pPr>
            <a:r>
              <a:rPr lang="fr-FR" sz="1800" b="0" u="none" strike="noStrike">
                <a:solidFill>
                  <a:srgbClr val="000000"/>
                </a:solidFill>
                <a:effectLst/>
                <a:uFillTx/>
                <a:latin typeface="Arial" panose="020B0604020202020204"/>
              </a:rPr>
              <a:t>Fifth Outline Level</a:t>
            </a:r>
            <a:endParaRPr lang="fr-FR" sz="1800" b="0" u="none" strike="noStrike">
              <a:solidFill>
                <a:srgbClr val="000000"/>
              </a:solidFill>
              <a:effectLst/>
              <a:uFillTx/>
              <a:latin typeface="Arial" panose="020B0604020202020204"/>
            </a:endParaRPr>
          </a:p>
          <a:p>
            <a:pPr marL="2592070" lvl="5" indent="-215900">
              <a:spcBef>
                <a:spcPts val="285"/>
              </a:spcBef>
              <a:buClr>
                <a:srgbClr val="000000"/>
              </a:buClr>
              <a:buSzPct val="45000"/>
              <a:buFont typeface="Wingdings" panose="05000000000000000000" pitchFamily="2" charset="2"/>
              <a:buChar char=""/>
            </a:pPr>
            <a:r>
              <a:rPr lang="fr-FR" sz="1800" b="0" u="none" strike="noStrike">
                <a:solidFill>
                  <a:srgbClr val="000000"/>
                </a:solidFill>
                <a:effectLst/>
                <a:uFillTx/>
                <a:latin typeface="Arial" panose="020B0604020202020204"/>
              </a:rPr>
              <a:t>Sixth Outline Level</a:t>
            </a:r>
            <a:endParaRPr lang="fr-FR" sz="1800" b="0" u="none" strike="noStrike">
              <a:solidFill>
                <a:srgbClr val="000000"/>
              </a:solidFill>
              <a:effectLst/>
              <a:uFillTx/>
              <a:latin typeface="Arial" panose="020B0604020202020204"/>
            </a:endParaRPr>
          </a:p>
          <a:p>
            <a:pPr marL="3023870" lvl="6" indent="-215900">
              <a:spcBef>
                <a:spcPts val="285"/>
              </a:spcBef>
              <a:buClr>
                <a:srgbClr val="000000"/>
              </a:buClr>
              <a:buSzPct val="45000"/>
              <a:buFont typeface="Wingdings" panose="05000000000000000000" pitchFamily="2" charset="2"/>
              <a:buChar char=""/>
            </a:pPr>
            <a:r>
              <a:rPr lang="fr-FR" sz="1800" b="0" u="none" strike="noStrike">
                <a:solidFill>
                  <a:srgbClr val="000000"/>
                </a:solidFill>
                <a:effectLst/>
                <a:uFillTx/>
                <a:latin typeface="Arial" panose="020B0604020202020204"/>
              </a:rPr>
              <a:t>Seventh Outline Level</a:t>
            </a:r>
            <a:endParaRPr lang="fr-FR" sz="1800" b="0" u="none" strike="noStrike">
              <a:solidFill>
                <a:srgbClr val="000000"/>
              </a:solidFill>
              <a:effectLst/>
              <a:uFillTx/>
              <a:latin typeface="Arial" panose="020B0604020202020204"/>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CUSTOM_4">
    <p:bg>
      <p:bgPr>
        <a:solidFill>
          <a:schemeClr val="lt1"/>
        </a:solidFill>
        <a:effectLst/>
      </p:bgPr>
    </p:bg>
    <p:spTree>
      <p:nvGrpSpPr>
        <p:cNvPr id="1" name=""/>
        <p:cNvGrpSpPr/>
        <p:nvPr/>
      </p:nvGrpSpPr>
      <p:grpSpPr>
        <a:xfrm>
          <a:off x="0" y="0"/>
          <a:ext cx="0" cy="0"/>
          <a:chOff x="0" y="0"/>
          <a:chExt cx="0" cy="0"/>
        </a:xfrm>
      </p:grpSpPr>
      <p:grpSp>
        <p:nvGrpSpPr>
          <p:cNvPr id="81" name="Google Shape;168;p20"/>
          <p:cNvGrpSpPr/>
          <p:nvPr/>
        </p:nvGrpSpPr>
        <p:grpSpPr>
          <a:xfrm>
            <a:off x="-247320" y="-445680"/>
            <a:ext cx="9637920" cy="6029280"/>
            <a:chOff x="-247320" y="-445680"/>
            <a:chExt cx="9637920" cy="6029280"/>
          </a:xfrm>
        </p:grpSpPr>
        <p:sp>
          <p:nvSpPr>
            <p:cNvPr id="82" name="Google Shape;169;p20"/>
            <p:cNvSpPr/>
            <p:nvPr/>
          </p:nvSpPr>
          <p:spPr>
            <a:xfrm>
              <a:off x="-125640" y="445320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a:solidFill>
                <a:srgbClr val="FFFFFF"/>
              </a:solidFill>
              <a:round/>
            </a:ln>
          </p:spPr>
          <p:style>
            <a:lnRef idx="0">
              <a:srgbClr val="FFFFFF"/>
            </a:lnRef>
            <a:fillRef idx="0">
              <a:srgbClr val="FFFFFF"/>
            </a:fillRef>
            <a:effectRef idx="0">
              <a:srgbClr val="FFFFFF"/>
            </a:effectRef>
            <a:fontRef idx="minor"/>
          </p:style>
          <p:txBody>
            <a:bodyPr tIns="91440" bIns="91440" anchor="ctr">
              <a:noAutofit/>
            </a:bodyPr>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3" name="Google Shape;170;p20"/>
            <p:cNvSpPr/>
            <p:nvPr/>
          </p:nvSpPr>
          <p:spPr>
            <a:xfrm flipH="1">
              <a:off x="8551800" y="411984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a:solidFill>
                <a:srgbClr val="FFFFFF"/>
              </a:solidFill>
              <a:round/>
            </a:ln>
          </p:spPr>
          <p:style>
            <a:lnRef idx="0">
              <a:srgbClr val="FFFFFF"/>
            </a:lnRef>
            <a:fillRef idx="0">
              <a:srgbClr val="FFFFFF"/>
            </a:fillRef>
            <a:effectRef idx="0">
              <a:srgbClr val="FFFFFF"/>
            </a:effectRef>
            <a:fontRef idx="minor"/>
          </p:style>
          <p:txBody>
            <a:bodyPr tIns="91440" bIns="91440" anchor="ctr">
              <a:noAutofit/>
            </a:bodyPr>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4" name="Google Shape;171;p20"/>
            <p:cNvSpPr/>
            <p:nvPr/>
          </p:nvSpPr>
          <p:spPr>
            <a:xfrm flipH="1">
              <a:off x="8011080" y="461592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a:solidFill>
                <a:srgbClr val="FFFFFF"/>
              </a:solidFill>
              <a:round/>
            </a:ln>
          </p:spPr>
          <p:style>
            <a:lnRef idx="0">
              <a:srgbClr val="FFFFFF"/>
            </a:lnRef>
            <a:fillRef idx="0">
              <a:srgbClr val="FFFFFF"/>
            </a:fillRef>
            <a:effectRef idx="0">
              <a:srgbClr val="FFFFFF"/>
            </a:effectRef>
            <a:fontRef idx="minor"/>
          </p:style>
          <p:txBody>
            <a:bodyPr tIns="91440" bIns="91440" anchor="ctr">
              <a:noAutofit/>
            </a:bodyPr>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5" name="Google Shape;172;p20"/>
            <p:cNvSpPr/>
            <p:nvPr/>
          </p:nvSpPr>
          <p:spPr>
            <a:xfrm rot="10800000" flipH="1">
              <a:off x="-247680" y="5004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a:solidFill>
                <a:srgbClr val="FFFFFF"/>
              </a:solidFill>
              <a:round/>
            </a:ln>
          </p:spPr>
          <p:style>
            <a:lnRef idx="0">
              <a:srgbClr val="FFFFFF"/>
            </a:lnRef>
            <a:fillRef idx="0">
              <a:srgbClr val="FFFFFF"/>
            </a:fillRef>
            <a:effectRef idx="0">
              <a:srgbClr val="FFFFFF"/>
            </a:effectRef>
            <a:fontRef idx="minor"/>
          </p:style>
          <p:txBody>
            <a:bodyPr tIns="91440" bIns="91440" anchor="ctr">
              <a:noAutofit/>
            </a:bodyPr>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6" name="Google Shape;173;p20"/>
            <p:cNvSpPr/>
            <p:nvPr/>
          </p:nvSpPr>
          <p:spPr>
            <a:xfrm rot="10800000" flipH="1">
              <a:off x="293040" y="-44568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a:solidFill>
                <a:srgbClr val="FFFFFF"/>
              </a:solidFill>
              <a:round/>
            </a:ln>
          </p:spPr>
          <p:style>
            <a:lnRef idx="0">
              <a:srgbClr val="FFFFFF"/>
            </a:lnRef>
            <a:fillRef idx="0">
              <a:srgbClr val="FFFFFF"/>
            </a:fillRef>
            <a:effectRef idx="0">
              <a:srgbClr val="FFFFFF"/>
            </a:effectRef>
            <a:fontRef idx="minor"/>
          </p:style>
          <p:txBody>
            <a:bodyPr tIns="91440" bIns="91440" anchor="ctr">
              <a:noAutofit/>
            </a:bodyPr>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7" name="Google Shape;174;p20"/>
            <p:cNvSpPr/>
            <p:nvPr/>
          </p:nvSpPr>
          <p:spPr>
            <a:xfrm rot="10800000">
              <a:off x="8431200" y="-40392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a:solidFill>
                <a:srgbClr val="FFFFFF"/>
              </a:solidFill>
              <a:round/>
            </a:ln>
          </p:spPr>
          <p:style>
            <a:lnRef idx="0">
              <a:srgbClr val="FFFFFF"/>
            </a:lnRef>
            <a:fillRef idx="0">
              <a:srgbClr val="FFFFFF"/>
            </a:fillRef>
            <a:effectRef idx="0">
              <a:srgbClr val="FFFFFF"/>
            </a:effectRef>
            <a:fontRef idx="minor"/>
          </p:style>
          <p:txBody>
            <a:bodyPr tIns="91440" bIns="91440" anchor="ctr">
              <a:noAutofit/>
            </a:bodyPr>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8" name="Google Shape;175;p20"/>
            <p:cNvSpPr/>
            <p:nvPr/>
          </p:nvSpPr>
          <p:spPr>
            <a:xfrm>
              <a:off x="-125640" y="399672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9FCBFD">
                <a:alpha val="41000"/>
              </a:srgbClr>
            </a:solidFill>
            <a:ln w="19050">
              <a:solidFill>
                <a:srgbClr val="FFFFFF"/>
              </a:solidFill>
              <a:round/>
            </a:ln>
          </p:spPr>
          <p:style>
            <a:lnRef idx="0">
              <a:srgbClr val="FFFFFF"/>
            </a:lnRef>
            <a:fillRef idx="0">
              <a:srgbClr val="FFFFFF"/>
            </a:fillRef>
            <a:effectRef idx="0">
              <a:srgbClr val="FFFFFF"/>
            </a:effectRef>
            <a:fontRef idx="minor"/>
          </p:style>
          <p:txBody>
            <a:bodyPr tIns="91440" bIns="91440" anchor="ctr">
              <a:noAutofit/>
            </a:bodyPr>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9" name="Google Shape;176;p20"/>
            <p:cNvSpPr/>
            <p:nvPr/>
          </p:nvSpPr>
          <p:spPr>
            <a:xfrm>
              <a:off x="8430840" y="4680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68DAF8">
                <a:alpha val="34000"/>
              </a:srgbClr>
            </a:solidFill>
            <a:ln w="19050">
              <a:solidFill>
                <a:srgbClr val="FFFFFF"/>
              </a:solidFill>
              <a:round/>
            </a:ln>
          </p:spPr>
          <p:style>
            <a:lnRef idx="0">
              <a:srgbClr val="FFFFFF"/>
            </a:lnRef>
            <a:fillRef idx="0">
              <a:srgbClr val="FFFFFF"/>
            </a:fillRef>
            <a:effectRef idx="0">
              <a:srgbClr val="FFFFFF"/>
            </a:effectRef>
            <a:fontRef idx="minor"/>
          </p:style>
          <p:txBody>
            <a:bodyPr tIns="91440" bIns="91440" anchor="ctr">
              <a:noAutofit/>
            </a:bodyPr>
            <a:p>
              <a:pPr defTabSz="914400">
                <a:lnSpc>
                  <a:spcPct val="100000"/>
                </a:lnSpc>
                <a:tabLst>
                  <a:tab pos="0" algn="l"/>
                </a:tabLst>
              </a:pPr>
              <a:endParaRPr lang="en-US" sz="1800" b="0" u="none" strike="noStrike">
                <a:solidFill>
                  <a:srgbClr val="000000"/>
                </a:solidFill>
                <a:effectLst/>
                <a:uFillTx/>
                <a:latin typeface="OpenSymbol"/>
              </a:endParaRPr>
            </a:p>
          </p:txBody>
        </p:sp>
      </p:grpSp>
      <p:sp>
        <p:nvSpPr>
          <p:cNvPr id="90" name="PlaceHolder 1"/>
          <p:cNvSpPr>
            <a:spLocks noGrp="1"/>
          </p:cNvSpPr>
          <p:nvPr>
            <p:ph type="title" hasCustomPrompt="1"/>
          </p:nvPr>
        </p:nvSpPr>
        <p:spPr>
          <a:xfrm>
            <a:off x="720000" y="1637640"/>
            <a:ext cx="3597480" cy="1062720"/>
          </a:xfrm>
          <a:prstGeom prst="rect">
            <a:avLst/>
          </a:prstGeom>
          <a:noFill/>
          <a:ln w="0">
            <a:noFill/>
          </a:ln>
        </p:spPr>
        <p:txBody>
          <a:bodyPr lIns="91440" tIns="91440" rIns="91440" bIns="91440" anchor="b">
            <a:noAutofit/>
          </a:bodyPr>
          <a:p>
            <a:pPr indent="0">
              <a:buNone/>
            </a:pPr>
            <a:r>
              <a:rPr lang="fr-FR" sz="3500" b="0" u="none" strike="noStrike">
                <a:solidFill>
                  <a:schemeClr val="dk1"/>
                </a:solidFill>
                <a:effectLst/>
                <a:uFillTx/>
                <a:latin typeface="Arial" panose="020B0604020202020204"/>
              </a:rPr>
              <a:t>Click to edit the title text format</a:t>
            </a:r>
            <a:endParaRPr lang="fr-FR" sz="3500" b="0" u="none" strike="noStrike">
              <a:solidFill>
                <a:schemeClr val="dk1"/>
              </a:solidFill>
              <a:effectLst/>
              <a:uFillTx/>
              <a:latin typeface="Arial" panose="020B0604020202020204"/>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SECTION_HEADER">
    <p:bg>
      <p:bgPr>
        <a:solidFill>
          <a:schemeClr val="lt1"/>
        </a:solidFill>
        <a:effectLst/>
      </p:bgPr>
    </p:bg>
    <p:spTree>
      <p:nvGrpSpPr>
        <p:cNvPr id="1" name=""/>
        <p:cNvGrpSpPr/>
        <p:nvPr/>
      </p:nvGrpSpPr>
      <p:grpSpPr>
        <a:xfrm>
          <a:off x="0" y="0"/>
          <a:ext cx="0" cy="0"/>
          <a:chOff x="0" y="0"/>
          <a:chExt cx="0" cy="0"/>
        </a:xfrm>
      </p:grpSpPr>
      <p:sp>
        <p:nvSpPr>
          <p:cNvPr id="91" name="PlaceHolder 1"/>
          <p:cNvSpPr>
            <a:spLocks noGrp="1"/>
          </p:cNvSpPr>
          <p:nvPr>
            <p:ph type="title" hasCustomPrompt="1"/>
          </p:nvPr>
        </p:nvSpPr>
        <p:spPr>
          <a:xfrm>
            <a:off x="713160" y="2384280"/>
            <a:ext cx="4344120" cy="915480"/>
          </a:xfrm>
          <a:prstGeom prst="rect">
            <a:avLst/>
          </a:prstGeom>
          <a:noFill/>
          <a:ln w="0">
            <a:noFill/>
          </a:ln>
        </p:spPr>
        <p:txBody>
          <a:bodyPr lIns="91440" tIns="91440" rIns="91440" bIns="91440" anchor="b">
            <a:noAutofit/>
          </a:bodyPr>
          <a:p>
            <a:pPr indent="0">
              <a:buNone/>
            </a:pPr>
            <a:r>
              <a:rPr lang="fr-FR" sz="5000" b="0" u="none" strike="noStrike">
                <a:solidFill>
                  <a:schemeClr val="dk1"/>
                </a:solidFill>
                <a:effectLst/>
                <a:uFillTx/>
                <a:latin typeface="Arial" panose="020B0604020202020204"/>
              </a:rPr>
              <a:t>Click to edit the title text format</a:t>
            </a:r>
            <a:endParaRPr lang="fr-FR" sz="5000" b="0" u="none" strike="noStrike">
              <a:solidFill>
                <a:schemeClr val="dk1"/>
              </a:solidFill>
              <a:effectLst/>
              <a:uFillTx/>
              <a:latin typeface="Arial" panose="020B0604020202020204"/>
            </a:endParaRPr>
          </a:p>
        </p:txBody>
      </p:sp>
      <p:sp>
        <p:nvSpPr>
          <p:cNvPr id="92" name="PlaceHolder 2"/>
          <p:cNvSpPr>
            <a:spLocks noGrp="1"/>
          </p:cNvSpPr>
          <p:nvPr>
            <p:ph type="title" hasCustomPrompt="1"/>
          </p:nvPr>
        </p:nvSpPr>
        <p:spPr>
          <a:xfrm>
            <a:off x="713160" y="1468440"/>
            <a:ext cx="1263960" cy="915480"/>
          </a:xfrm>
          <a:prstGeom prst="rect">
            <a:avLst/>
          </a:prstGeom>
          <a:noFill/>
          <a:ln w="0">
            <a:noFill/>
          </a:ln>
        </p:spPr>
        <p:txBody>
          <a:bodyPr lIns="91440" tIns="91440" rIns="91440" bIns="91440" anchor="ctr">
            <a:noAutofit/>
          </a:bodyPr>
          <a:p>
            <a:pPr indent="0">
              <a:lnSpc>
                <a:spcPct val="100000"/>
              </a:lnSpc>
              <a:buNone/>
            </a:pPr>
            <a:r>
              <a:rPr lang="fr-FR" sz="6000" b="1" u="none" strike="noStrike">
                <a:solidFill>
                  <a:schemeClr val="dk1"/>
                </a:solidFill>
                <a:effectLst/>
                <a:uFillTx/>
                <a:latin typeface="Outfit"/>
                <a:ea typeface="Outfit"/>
              </a:rPr>
              <a:t>xx%</a:t>
            </a:r>
            <a:endParaRPr lang="fr-FR" sz="6000" b="0" u="none" strike="noStrike">
              <a:solidFill>
                <a:schemeClr val="dk1"/>
              </a:solidFill>
              <a:effectLst/>
              <a:uFillTx/>
              <a:latin typeface="Arial" panose="020B0604020202020204"/>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CUSTOM_4_1">
    <p:bg>
      <p:bgPr>
        <a:solidFill>
          <a:schemeClr val="lt1"/>
        </a:solidFill>
        <a:effectLst/>
      </p:bgPr>
    </p:bg>
    <p:spTree>
      <p:nvGrpSpPr>
        <p:cNvPr id="1" name=""/>
        <p:cNvGrpSpPr/>
        <p:nvPr/>
      </p:nvGrpSpPr>
      <p:grpSpPr>
        <a:xfrm>
          <a:off x="0" y="0"/>
          <a:ext cx="0" cy="0"/>
          <a:chOff x="0" y="0"/>
          <a:chExt cx="0" cy="0"/>
        </a:xfrm>
      </p:grpSpPr>
      <p:grpSp>
        <p:nvGrpSpPr>
          <p:cNvPr id="93" name="Google Shape;180;p21"/>
          <p:cNvGrpSpPr/>
          <p:nvPr/>
        </p:nvGrpSpPr>
        <p:grpSpPr>
          <a:xfrm>
            <a:off x="-247320" y="-445680"/>
            <a:ext cx="9638640" cy="6029280"/>
            <a:chOff x="-247320" y="-445680"/>
            <a:chExt cx="9638640" cy="6029280"/>
          </a:xfrm>
        </p:grpSpPr>
        <p:sp>
          <p:nvSpPr>
            <p:cNvPr id="94" name="Google Shape;181;p21"/>
            <p:cNvSpPr/>
            <p:nvPr/>
          </p:nvSpPr>
          <p:spPr>
            <a:xfrm flipH="1">
              <a:off x="8430120" y="445320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a:solidFill>
                <a:srgbClr val="FFFFFF"/>
              </a:solidFill>
              <a:round/>
            </a:ln>
          </p:spPr>
          <p:style>
            <a:lnRef idx="0">
              <a:srgbClr val="FFFFFF"/>
            </a:lnRef>
            <a:fillRef idx="0">
              <a:srgbClr val="FFFFFF"/>
            </a:fillRef>
            <a:effectRef idx="0">
              <a:srgbClr val="FFFFFF"/>
            </a:effectRef>
            <a:fontRef idx="minor"/>
          </p:style>
          <p:txBody>
            <a:bodyPr tIns="91440" bIns="91440" anchor="ctr">
              <a:noAutofit/>
            </a:bodyPr>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5" name="Google Shape;182;p21"/>
            <p:cNvSpPr/>
            <p:nvPr/>
          </p:nvSpPr>
          <p:spPr>
            <a:xfrm>
              <a:off x="-247320" y="411984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a:solidFill>
                <a:srgbClr val="FFFFFF"/>
              </a:solidFill>
              <a:round/>
            </a:ln>
          </p:spPr>
          <p:style>
            <a:lnRef idx="0">
              <a:srgbClr val="FFFFFF"/>
            </a:lnRef>
            <a:fillRef idx="0">
              <a:srgbClr val="FFFFFF"/>
            </a:fillRef>
            <a:effectRef idx="0">
              <a:srgbClr val="FFFFFF"/>
            </a:effectRef>
            <a:fontRef idx="minor"/>
          </p:style>
          <p:txBody>
            <a:bodyPr tIns="91440" bIns="91440" anchor="ctr">
              <a:noAutofit/>
            </a:bodyPr>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6" name="Google Shape;183;p21"/>
            <p:cNvSpPr/>
            <p:nvPr/>
          </p:nvSpPr>
          <p:spPr>
            <a:xfrm>
              <a:off x="293400" y="461592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a:solidFill>
                <a:srgbClr val="FFFFFF"/>
              </a:solidFill>
              <a:round/>
            </a:ln>
          </p:spPr>
          <p:style>
            <a:lnRef idx="0">
              <a:srgbClr val="FFFFFF"/>
            </a:lnRef>
            <a:fillRef idx="0">
              <a:srgbClr val="FFFFFF"/>
            </a:fillRef>
            <a:effectRef idx="0">
              <a:srgbClr val="FFFFFF"/>
            </a:effectRef>
            <a:fontRef idx="minor"/>
          </p:style>
          <p:txBody>
            <a:bodyPr tIns="91440" bIns="91440" anchor="ctr">
              <a:noAutofit/>
            </a:bodyPr>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7" name="Google Shape;184;p21"/>
            <p:cNvSpPr/>
            <p:nvPr/>
          </p:nvSpPr>
          <p:spPr>
            <a:xfrm rot="10800000">
              <a:off x="8552880" y="5004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a:solidFill>
                <a:srgbClr val="FFFFFF"/>
              </a:solidFill>
              <a:round/>
            </a:ln>
          </p:spPr>
          <p:style>
            <a:lnRef idx="0">
              <a:srgbClr val="FFFFFF"/>
            </a:lnRef>
            <a:fillRef idx="0">
              <a:srgbClr val="FFFFFF"/>
            </a:fillRef>
            <a:effectRef idx="0">
              <a:srgbClr val="FFFFFF"/>
            </a:effectRef>
            <a:fontRef idx="minor"/>
          </p:style>
          <p:txBody>
            <a:bodyPr tIns="91440" bIns="91440" anchor="ctr">
              <a:noAutofit/>
            </a:bodyPr>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8" name="Google Shape;185;p21"/>
            <p:cNvSpPr/>
            <p:nvPr/>
          </p:nvSpPr>
          <p:spPr>
            <a:xfrm rot="10800000">
              <a:off x="8012160" y="-44568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a:solidFill>
                <a:srgbClr val="FFFFFF"/>
              </a:solidFill>
              <a:round/>
            </a:ln>
          </p:spPr>
          <p:style>
            <a:lnRef idx="0">
              <a:srgbClr val="FFFFFF"/>
            </a:lnRef>
            <a:fillRef idx="0">
              <a:srgbClr val="FFFFFF"/>
            </a:fillRef>
            <a:effectRef idx="0">
              <a:srgbClr val="FFFFFF"/>
            </a:effectRef>
            <a:fontRef idx="minor"/>
          </p:style>
          <p:txBody>
            <a:bodyPr tIns="91440" bIns="91440" anchor="ctr">
              <a:noAutofit/>
            </a:bodyPr>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9" name="Google Shape;186;p21"/>
            <p:cNvSpPr/>
            <p:nvPr/>
          </p:nvSpPr>
          <p:spPr>
            <a:xfrm rot="10800000" flipH="1">
              <a:off x="-126000" y="-40392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a:solidFill>
                <a:srgbClr val="FFFFFF"/>
              </a:solidFill>
              <a:round/>
            </a:ln>
          </p:spPr>
          <p:style>
            <a:lnRef idx="0">
              <a:srgbClr val="FFFFFF"/>
            </a:lnRef>
            <a:fillRef idx="0">
              <a:srgbClr val="FFFFFF"/>
            </a:fillRef>
            <a:effectRef idx="0">
              <a:srgbClr val="FFFFFF"/>
            </a:effectRef>
            <a:fontRef idx="minor"/>
          </p:style>
          <p:txBody>
            <a:bodyPr tIns="91440" bIns="91440" anchor="ctr">
              <a:noAutofit/>
            </a:bodyPr>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0" name="Google Shape;187;p21"/>
            <p:cNvSpPr/>
            <p:nvPr/>
          </p:nvSpPr>
          <p:spPr>
            <a:xfrm flipH="1">
              <a:off x="8430120" y="399672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9FCBFD">
                <a:alpha val="41000"/>
              </a:srgbClr>
            </a:solidFill>
            <a:ln w="19050">
              <a:solidFill>
                <a:srgbClr val="FFFFFF"/>
              </a:solidFill>
              <a:round/>
            </a:ln>
          </p:spPr>
          <p:style>
            <a:lnRef idx="0">
              <a:srgbClr val="FFFFFF"/>
            </a:lnRef>
            <a:fillRef idx="0">
              <a:srgbClr val="FFFFFF"/>
            </a:fillRef>
            <a:effectRef idx="0">
              <a:srgbClr val="FFFFFF"/>
            </a:effectRef>
            <a:fontRef idx="minor"/>
          </p:style>
          <p:txBody>
            <a:bodyPr tIns="91440" bIns="91440" anchor="ctr">
              <a:noAutofit/>
            </a:bodyPr>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1" name="Google Shape;188;p21"/>
            <p:cNvSpPr/>
            <p:nvPr/>
          </p:nvSpPr>
          <p:spPr>
            <a:xfrm flipH="1">
              <a:off x="-126360" y="4680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68DAF8">
                <a:alpha val="34000"/>
              </a:srgbClr>
            </a:solidFill>
            <a:ln w="19050">
              <a:solidFill>
                <a:srgbClr val="FFFFFF"/>
              </a:solidFill>
              <a:round/>
            </a:ln>
          </p:spPr>
          <p:style>
            <a:lnRef idx="0">
              <a:srgbClr val="FFFFFF"/>
            </a:lnRef>
            <a:fillRef idx="0">
              <a:srgbClr val="FFFFFF"/>
            </a:fillRef>
            <a:effectRef idx="0">
              <a:srgbClr val="FFFFFF"/>
            </a:effectRef>
            <a:fontRef idx="minor"/>
          </p:style>
          <p:txBody>
            <a:bodyPr tIns="91440" bIns="91440" anchor="ctr">
              <a:noAutofit/>
            </a:bodyPr>
            <a:p>
              <a:pPr defTabSz="914400">
                <a:lnSpc>
                  <a:spcPct val="100000"/>
                </a:lnSpc>
                <a:tabLst>
                  <a:tab pos="0" algn="l"/>
                </a:tabLst>
              </a:pPr>
              <a:endParaRPr lang="en-US" sz="1800" b="0" u="none" strike="noStrike">
                <a:solidFill>
                  <a:srgbClr val="000000"/>
                </a:solidFill>
                <a:effectLst/>
                <a:uFillTx/>
                <a:latin typeface="OpenSymbol"/>
              </a:endParaRPr>
            </a:p>
          </p:txBody>
        </p:sp>
      </p:grpSp>
      <p:sp>
        <p:nvSpPr>
          <p:cNvPr id="102" name="PlaceHolder 1"/>
          <p:cNvSpPr>
            <a:spLocks noGrp="1"/>
          </p:cNvSpPr>
          <p:nvPr>
            <p:ph type="title" hasCustomPrompt="1"/>
          </p:nvPr>
        </p:nvSpPr>
        <p:spPr>
          <a:xfrm>
            <a:off x="4837320" y="1796400"/>
            <a:ext cx="3593160" cy="644400"/>
          </a:xfrm>
          <a:prstGeom prst="rect">
            <a:avLst/>
          </a:prstGeom>
          <a:noFill/>
          <a:ln w="0">
            <a:noFill/>
          </a:ln>
        </p:spPr>
        <p:txBody>
          <a:bodyPr lIns="91440" tIns="91440" rIns="91440" bIns="91440" anchor="b">
            <a:noAutofit/>
          </a:bodyPr>
          <a:p>
            <a:pPr indent="0">
              <a:buNone/>
            </a:pPr>
            <a:r>
              <a:rPr lang="fr-FR" sz="3500" b="0" u="none" strike="noStrike">
                <a:solidFill>
                  <a:schemeClr val="dk1"/>
                </a:solidFill>
                <a:effectLst/>
                <a:uFillTx/>
                <a:latin typeface="Arial" panose="020B0604020202020204"/>
              </a:rPr>
              <a:t>Click to edit the title text format</a:t>
            </a:r>
            <a:endParaRPr lang="fr-FR" sz="3500" b="0" u="none" strike="noStrike">
              <a:solidFill>
                <a:schemeClr val="dk1"/>
              </a:solidFill>
              <a:effectLst/>
              <a:uFillTx/>
              <a:latin typeface="Arial" panose="020B0604020202020204"/>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TITLE_AND_BODY_1">
    <p:bg>
      <p:bgPr>
        <a:solidFill>
          <a:schemeClr val="lt1"/>
        </a:solidFill>
        <a:effectLst/>
      </p:bgPr>
    </p:bg>
    <p:spTree>
      <p:nvGrpSpPr>
        <p:cNvPr id="1" name=""/>
        <p:cNvGrpSpPr/>
        <p:nvPr/>
      </p:nvGrpSpPr>
      <p:grpSpPr>
        <a:xfrm>
          <a:off x="0" y="0"/>
          <a:ext cx="0" cy="0"/>
          <a:chOff x="0" y="0"/>
          <a:chExt cx="0" cy="0"/>
        </a:xfrm>
      </p:grpSpPr>
      <p:grpSp>
        <p:nvGrpSpPr>
          <p:cNvPr id="103" name="Google Shape;192;p22"/>
          <p:cNvGrpSpPr/>
          <p:nvPr/>
        </p:nvGrpSpPr>
        <p:grpSpPr>
          <a:xfrm>
            <a:off x="-247320" y="-445680"/>
            <a:ext cx="9638640" cy="6029280"/>
            <a:chOff x="-247320" y="-445680"/>
            <a:chExt cx="9638640" cy="6029280"/>
          </a:xfrm>
        </p:grpSpPr>
        <p:sp>
          <p:nvSpPr>
            <p:cNvPr id="104" name="Google Shape;193;p22"/>
            <p:cNvSpPr/>
            <p:nvPr/>
          </p:nvSpPr>
          <p:spPr>
            <a:xfrm>
              <a:off x="-247320" y="411984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a:solidFill>
                <a:srgbClr val="FFFFFF"/>
              </a:solidFill>
              <a:round/>
            </a:ln>
          </p:spPr>
          <p:style>
            <a:lnRef idx="0">
              <a:srgbClr val="FFFFFF"/>
            </a:lnRef>
            <a:fillRef idx="0">
              <a:srgbClr val="FFFFFF"/>
            </a:fillRef>
            <a:effectRef idx="0">
              <a:srgbClr val="FFFFFF"/>
            </a:effectRef>
            <a:fontRef idx="minor"/>
          </p:style>
          <p:txBody>
            <a:bodyPr tIns="91440" bIns="91440" anchor="ctr">
              <a:noAutofit/>
            </a:bodyPr>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5" name="Google Shape;194;p22"/>
            <p:cNvSpPr/>
            <p:nvPr/>
          </p:nvSpPr>
          <p:spPr>
            <a:xfrm>
              <a:off x="293400" y="461592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68DAF8">
                <a:alpha val="34000"/>
              </a:srgbClr>
            </a:solidFill>
            <a:ln w="19050">
              <a:solidFill>
                <a:srgbClr val="FFFFFF"/>
              </a:solidFill>
              <a:round/>
            </a:ln>
          </p:spPr>
          <p:style>
            <a:lnRef idx="0">
              <a:srgbClr val="FFFFFF"/>
            </a:lnRef>
            <a:fillRef idx="0">
              <a:srgbClr val="FFFFFF"/>
            </a:fillRef>
            <a:effectRef idx="0">
              <a:srgbClr val="FFFFFF"/>
            </a:effectRef>
            <a:fontRef idx="minor"/>
          </p:style>
          <p:txBody>
            <a:bodyPr tIns="91440" bIns="91440" anchor="ctr">
              <a:noAutofit/>
            </a:bodyPr>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6" name="Google Shape;195;p22"/>
            <p:cNvSpPr/>
            <p:nvPr/>
          </p:nvSpPr>
          <p:spPr>
            <a:xfrm flipH="1">
              <a:off x="8551800" y="411984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a:solidFill>
                <a:srgbClr val="FFFFFF"/>
              </a:solidFill>
              <a:round/>
            </a:ln>
          </p:spPr>
          <p:style>
            <a:lnRef idx="0">
              <a:srgbClr val="FFFFFF"/>
            </a:lnRef>
            <a:fillRef idx="0">
              <a:srgbClr val="FFFFFF"/>
            </a:fillRef>
            <a:effectRef idx="0">
              <a:srgbClr val="FFFFFF"/>
            </a:effectRef>
            <a:fontRef idx="minor"/>
          </p:style>
          <p:txBody>
            <a:bodyPr tIns="91440" bIns="91440" anchor="ctr">
              <a:noAutofit/>
            </a:bodyPr>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7" name="Google Shape;196;p22"/>
            <p:cNvSpPr/>
            <p:nvPr/>
          </p:nvSpPr>
          <p:spPr>
            <a:xfrm flipH="1">
              <a:off x="8011080" y="461592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a:solidFill>
                <a:srgbClr val="FFFFFF"/>
              </a:solidFill>
              <a:round/>
            </a:ln>
          </p:spPr>
          <p:style>
            <a:lnRef idx="0">
              <a:srgbClr val="FFFFFF"/>
            </a:lnRef>
            <a:fillRef idx="0">
              <a:srgbClr val="FFFFFF"/>
            </a:fillRef>
            <a:effectRef idx="0">
              <a:srgbClr val="FFFFFF"/>
            </a:effectRef>
            <a:fontRef idx="minor"/>
          </p:style>
          <p:txBody>
            <a:bodyPr tIns="91440" bIns="91440" anchor="ctr">
              <a:noAutofit/>
            </a:bodyPr>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8" name="Google Shape;197;p22"/>
            <p:cNvSpPr/>
            <p:nvPr/>
          </p:nvSpPr>
          <p:spPr>
            <a:xfrm rot="10800000" flipH="1">
              <a:off x="-247680" y="5004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a:solidFill>
                <a:srgbClr val="FFFFFF"/>
              </a:solidFill>
              <a:round/>
            </a:ln>
          </p:spPr>
          <p:style>
            <a:lnRef idx="0">
              <a:srgbClr val="FFFFFF"/>
            </a:lnRef>
            <a:fillRef idx="0">
              <a:srgbClr val="FFFFFF"/>
            </a:fillRef>
            <a:effectRef idx="0">
              <a:srgbClr val="FFFFFF"/>
            </a:effectRef>
            <a:fontRef idx="minor"/>
          </p:style>
          <p:txBody>
            <a:bodyPr tIns="91440" bIns="91440" anchor="ctr">
              <a:noAutofit/>
            </a:bodyPr>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9" name="Google Shape;198;p22"/>
            <p:cNvSpPr/>
            <p:nvPr/>
          </p:nvSpPr>
          <p:spPr>
            <a:xfrm rot="10800000" flipH="1">
              <a:off x="293040" y="-44568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a:solidFill>
                <a:srgbClr val="FFFFFF"/>
              </a:solidFill>
              <a:round/>
            </a:ln>
          </p:spPr>
          <p:style>
            <a:lnRef idx="0">
              <a:srgbClr val="FFFFFF"/>
            </a:lnRef>
            <a:fillRef idx="0">
              <a:srgbClr val="FFFFFF"/>
            </a:fillRef>
            <a:effectRef idx="0">
              <a:srgbClr val="FFFFFF"/>
            </a:effectRef>
            <a:fontRef idx="minor"/>
          </p:style>
          <p:txBody>
            <a:bodyPr tIns="91440" bIns="91440" anchor="ctr">
              <a:noAutofit/>
            </a:bodyPr>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0" name="Google Shape;199;p22"/>
            <p:cNvSpPr/>
            <p:nvPr/>
          </p:nvSpPr>
          <p:spPr>
            <a:xfrm rot="10800000">
              <a:off x="8552880" y="5004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a:solidFill>
                <a:srgbClr val="FFFFFF"/>
              </a:solidFill>
              <a:round/>
            </a:ln>
          </p:spPr>
          <p:style>
            <a:lnRef idx="0">
              <a:srgbClr val="FFFFFF"/>
            </a:lnRef>
            <a:fillRef idx="0">
              <a:srgbClr val="FFFFFF"/>
            </a:fillRef>
            <a:effectRef idx="0">
              <a:srgbClr val="FFFFFF"/>
            </a:effectRef>
            <a:fontRef idx="minor"/>
          </p:style>
          <p:txBody>
            <a:bodyPr tIns="91440" bIns="91440" anchor="ctr">
              <a:noAutofit/>
            </a:bodyPr>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1" name="Google Shape;200;p22"/>
            <p:cNvSpPr/>
            <p:nvPr/>
          </p:nvSpPr>
          <p:spPr>
            <a:xfrm rot="10800000">
              <a:off x="8012160" y="-44568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9FCBFD">
                <a:alpha val="41000"/>
              </a:srgbClr>
            </a:solidFill>
            <a:ln w="19050">
              <a:solidFill>
                <a:srgbClr val="FFFFFF"/>
              </a:solidFill>
              <a:round/>
            </a:ln>
          </p:spPr>
          <p:style>
            <a:lnRef idx="0">
              <a:srgbClr val="FFFFFF"/>
            </a:lnRef>
            <a:fillRef idx="0">
              <a:srgbClr val="FFFFFF"/>
            </a:fillRef>
            <a:effectRef idx="0">
              <a:srgbClr val="FFFFFF"/>
            </a:effectRef>
            <a:fontRef idx="minor"/>
          </p:style>
          <p:txBody>
            <a:bodyPr tIns="91440" bIns="91440" anchor="ctr">
              <a:noAutofit/>
            </a:bodyPr>
            <a:p>
              <a:pPr defTabSz="914400">
                <a:lnSpc>
                  <a:spcPct val="100000"/>
                </a:lnSpc>
                <a:tabLst>
                  <a:tab pos="0" algn="l"/>
                </a:tabLst>
              </a:pPr>
              <a:endParaRPr lang="en-US" sz="1800" b="0" u="none" strike="noStrike">
                <a:solidFill>
                  <a:srgbClr val="000000"/>
                </a:solidFill>
                <a:effectLst/>
                <a:uFillTx/>
                <a:latin typeface="OpenSymbol"/>
              </a:endParaRPr>
            </a:p>
          </p:txBody>
        </p:sp>
      </p:grpSp>
      <p:sp>
        <p:nvSpPr>
          <p:cNvPr id="112" name="PlaceHolder 1"/>
          <p:cNvSpPr>
            <a:spLocks noGrp="1"/>
          </p:cNvSpPr>
          <p:nvPr>
            <p:ph type="title" hasCustomPrompt="1"/>
          </p:nvPr>
        </p:nvSpPr>
        <p:spPr>
          <a:xfrm>
            <a:off x="720000" y="444960"/>
            <a:ext cx="7703640" cy="572400"/>
          </a:xfrm>
          <a:prstGeom prst="rect">
            <a:avLst/>
          </a:prstGeom>
          <a:noFill/>
          <a:ln w="0">
            <a:noFill/>
          </a:ln>
        </p:spPr>
        <p:txBody>
          <a:bodyPr lIns="91440" tIns="91440" rIns="91440" bIns="91440" anchor="t">
            <a:noAutofit/>
          </a:bodyPr>
          <a:p>
            <a:pPr indent="0">
              <a:buNone/>
            </a:pPr>
            <a:r>
              <a:rPr lang="fr-FR" sz="3500" b="0" u="none" strike="noStrike">
                <a:solidFill>
                  <a:schemeClr val="dk1"/>
                </a:solidFill>
                <a:effectLst/>
                <a:uFillTx/>
                <a:latin typeface="Arial" panose="020B0604020202020204"/>
              </a:rPr>
              <a:t>Click to edit the title text format</a:t>
            </a:r>
            <a:endParaRPr lang="fr-FR" sz="3500" b="0" u="none" strike="noStrike">
              <a:solidFill>
                <a:schemeClr val="dk1"/>
              </a:solidFill>
              <a:effectLst/>
              <a:uFillTx/>
              <a:latin typeface="Arial" panose="020B0604020202020204"/>
            </a:endParaRPr>
          </a:p>
        </p:txBody>
      </p:sp>
      <p:sp>
        <p:nvSpPr>
          <p:cNvPr id="113" name="PlaceHolder 2"/>
          <p:cNvSpPr>
            <a:spLocks noGrp="1"/>
          </p:cNvSpPr>
          <p:nvPr>
            <p:ph type="body" hasCustomPrompt="1"/>
          </p:nvPr>
        </p:nvSpPr>
        <p:spPr>
          <a:xfrm>
            <a:off x="720000" y="1215720"/>
            <a:ext cx="7703640" cy="1021680"/>
          </a:xfrm>
          <a:prstGeom prst="rect">
            <a:avLst/>
          </a:prstGeom>
          <a:noFill/>
          <a:ln w="0">
            <a:noFill/>
          </a:ln>
        </p:spPr>
        <p:txBody>
          <a:bodyPr lIns="91440" tIns="91440" rIns="91440" bIns="91440" anchor="t">
            <a:noAutofit/>
          </a:bodyPr>
          <a:p>
            <a:pPr marL="431800" indent="-323850">
              <a:spcBef>
                <a:spcPts val="1415"/>
              </a:spcBef>
              <a:buClr>
                <a:srgbClr val="000000"/>
              </a:buClr>
              <a:buSzPct val="45000"/>
              <a:buFont typeface="Wingdings" panose="05000000000000000000" pitchFamily="2" charset="2"/>
              <a:buChar char=""/>
            </a:pPr>
            <a:r>
              <a:rPr lang="fr-FR" sz="1400" b="0" u="none" strike="noStrike">
                <a:solidFill>
                  <a:srgbClr val="000000"/>
                </a:solidFill>
                <a:effectLst/>
                <a:uFillTx/>
                <a:latin typeface="Arial" panose="020B0604020202020204"/>
              </a:rPr>
              <a:t>Click to edit the outline text format</a:t>
            </a:r>
            <a:endParaRPr lang="fr-FR" sz="1400" b="0" u="none" strike="noStrike">
              <a:solidFill>
                <a:srgbClr val="000000"/>
              </a:solidFill>
              <a:effectLst/>
              <a:uFillTx/>
              <a:latin typeface="Arial" panose="020B0604020202020204"/>
            </a:endParaRPr>
          </a:p>
          <a:p>
            <a:pPr marL="864235" lvl="1" indent="-323850">
              <a:spcBef>
                <a:spcPts val="1135"/>
              </a:spcBef>
              <a:buClr>
                <a:srgbClr val="000000"/>
              </a:buClr>
              <a:buSzPct val="75000"/>
              <a:buFont typeface="Symbol" panose="05050102010706020507" charset="2"/>
              <a:buChar char=""/>
            </a:pPr>
            <a:r>
              <a:rPr lang="fr-FR" sz="1400" b="0" u="none" strike="noStrike">
                <a:solidFill>
                  <a:srgbClr val="000000"/>
                </a:solidFill>
                <a:effectLst/>
                <a:uFillTx/>
                <a:latin typeface="Arial" panose="020B0604020202020204"/>
              </a:rPr>
              <a:t>Second Outline Level</a:t>
            </a:r>
            <a:endParaRPr lang="fr-FR" sz="1400" b="0" u="none" strike="noStrike">
              <a:solidFill>
                <a:srgbClr val="000000"/>
              </a:solidFill>
              <a:effectLst/>
              <a:uFillTx/>
              <a:latin typeface="Arial" panose="020B0604020202020204"/>
            </a:endParaRPr>
          </a:p>
          <a:p>
            <a:pPr marL="1296035" lvl="2" indent="-288290">
              <a:spcBef>
                <a:spcPts val="850"/>
              </a:spcBef>
              <a:buClr>
                <a:srgbClr val="000000"/>
              </a:buClr>
              <a:buSzPct val="45000"/>
              <a:buFont typeface="Wingdings" panose="05000000000000000000" pitchFamily="2" charset="2"/>
              <a:buChar char=""/>
            </a:pPr>
            <a:r>
              <a:rPr lang="fr-FR" sz="1400" b="0" u="none" strike="noStrike">
                <a:solidFill>
                  <a:srgbClr val="000000"/>
                </a:solidFill>
                <a:effectLst/>
                <a:uFillTx/>
                <a:latin typeface="Arial" panose="020B0604020202020204"/>
              </a:rPr>
              <a:t>Third Outline Level</a:t>
            </a:r>
            <a:endParaRPr lang="fr-FR" sz="1400" b="0" u="none" strike="noStrike">
              <a:solidFill>
                <a:srgbClr val="000000"/>
              </a:solidFill>
              <a:effectLst/>
              <a:uFillTx/>
              <a:latin typeface="Arial" panose="020B0604020202020204"/>
            </a:endParaRPr>
          </a:p>
          <a:p>
            <a:pPr marL="1727835" lvl="3" indent="-215900">
              <a:spcBef>
                <a:spcPts val="565"/>
              </a:spcBef>
              <a:buClr>
                <a:srgbClr val="000000"/>
              </a:buClr>
              <a:buSzPct val="75000"/>
              <a:buFont typeface="Symbol" panose="05050102010706020507" charset="2"/>
              <a:buChar char=""/>
            </a:pPr>
            <a:r>
              <a:rPr lang="fr-FR" sz="1400" b="0" u="none" strike="noStrike">
                <a:solidFill>
                  <a:srgbClr val="000000"/>
                </a:solidFill>
                <a:effectLst/>
                <a:uFillTx/>
                <a:latin typeface="Arial" panose="020B0604020202020204"/>
              </a:rPr>
              <a:t>Fourth Outline Level</a:t>
            </a:r>
            <a:endParaRPr lang="fr-FR" sz="1400" b="0" u="none" strike="noStrike">
              <a:solidFill>
                <a:srgbClr val="000000"/>
              </a:solidFill>
              <a:effectLst/>
              <a:uFillTx/>
              <a:latin typeface="Arial" panose="020B0604020202020204"/>
            </a:endParaRPr>
          </a:p>
          <a:p>
            <a:pPr marL="2160270" lvl="4" indent="-215900">
              <a:spcBef>
                <a:spcPts val="285"/>
              </a:spcBef>
              <a:buClr>
                <a:srgbClr val="000000"/>
              </a:buClr>
              <a:buSzPct val="45000"/>
              <a:buFont typeface="Wingdings" panose="05000000000000000000" pitchFamily="2" charset="2"/>
              <a:buChar char=""/>
            </a:pPr>
            <a:r>
              <a:rPr lang="fr-FR" sz="1400" b="0" u="none" strike="noStrike">
                <a:solidFill>
                  <a:srgbClr val="000000"/>
                </a:solidFill>
                <a:effectLst/>
                <a:uFillTx/>
                <a:latin typeface="Arial" panose="020B0604020202020204"/>
              </a:rPr>
              <a:t>Fifth Outline Level</a:t>
            </a:r>
            <a:endParaRPr lang="fr-FR" sz="1400" b="0" u="none" strike="noStrike">
              <a:solidFill>
                <a:srgbClr val="000000"/>
              </a:solidFill>
              <a:effectLst/>
              <a:uFillTx/>
              <a:latin typeface="Arial" panose="020B0604020202020204"/>
            </a:endParaRPr>
          </a:p>
          <a:p>
            <a:pPr marL="2592070" lvl="5" indent="-215900">
              <a:spcBef>
                <a:spcPts val="285"/>
              </a:spcBef>
              <a:buClr>
                <a:srgbClr val="000000"/>
              </a:buClr>
              <a:buSzPct val="45000"/>
              <a:buFont typeface="Wingdings" panose="05000000000000000000" pitchFamily="2" charset="2"/>
              <a:buChar char=""/>
            </a:pPr>
            <a:r>
              <a:rPr lang="fr-FR" sz="1400" b="0" u="none" strike="noStrike">
                <a:solidFill>
                  <a:srgbClr val="000000"/>
                </a:solidFill>
                <a:effectLst/>
                <a:uFillTx/>
                <a:latin typeface="Arial" panose="020B0604020202020204"/>
              </a:rPr>
              <a:t>Sixth Outline Level</a:t>
            </a:r>
            <a:endParaRPr lang="fr-FR" sz="1400" b="0" u="none" strike="noStrike">
              <a:solidFill>
                <a:srgbClr val="000000"/>
              </a:solidFill>
              <a:effectLst/>
              <a:uFillTx/>
              <a:latin typeface="Arial" panose="020B0604020202020204"/>
            </a:endParaRPr>
          </a:p>
          <a:p>
            <a:pPr marL="3023870" lvl="6" indent="-215900">
              <a:spcBef>
                <a:spcPts val="285"/>
              </a:spcBef>
              <a:buClr>
                <a:srgbClr val="000000"/>
              </a:buClr>
              <a:buSzPct val="45000"/>
              <a:buFont typeface="Wingdings" panose="05000000000000000000" pitchFamily="2" charset="2"/>
              <a:buChar char=""/>
            </a:pPr>
            <a:r>
              <a:rPr lang="fr-FR" sz="1400" b="0" u="none" strike="noStrike">
                <a:solidFill>
                  <a:srgbClr val="000000"/>
                </a:solidFill>
                <a:effectLst/>
                <a:uFillTx/>
                <a:latin typeface="Arial" panose="020B0604020202020204"/>
              </a:rPr>
              <a:t>Seventh Outline Level</a:t>
            </a:r>
            <a:endParaRPr lang="fr-FR" sz="1400" b="0" u="none" strike="noStrike">
              <a:solidFill>
                <a:srgbClr val="000000"/>
              </a:solidFill>
              <a:effectLst/>
              <a:uFillTx/>
              <a:latin typeface="Arial" panose="020B0604020202020204"/>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TITLE_AND_BODY_1_1">
    <p:bg>
      <p:bgPr>
        <a:solidFill>
          <a:schemeClr val="lt1"/>
        </a:solidFill>
        <a:effectLst/>
      </p:bgPr>
    </p:bg>
    <p:spTree>
      <p:nvGrpSpPr>
        <p:cNvPr id="1" name=""/>
        <p:cNvGrpSpPr/>
        <p:nvPr/>
      </p:nvGrpSpPr>
      <p:grpSpPr>
        <a:xfrm>
          <a:off x="0" y="0"/>
          <a:ext cx="0" cy="0"/>
          <a:chOff x="0" y="0"/>
          <a:chExt cx="0" cy="0"/>
        </a:xfrm>
      </p:grpSpPr>
      <p:grpSp>
        <p:nvGrpSpPr>
          <p:cNvPr id="114" name="Google Shape;204;p23"/>
          <p:cNvGrpSpPr/>
          <p:nvPr/>
        </p:nvGrpSpPr>
        <p:grpSpPr>
          <a:xfrm>
            <a:off x="-534960" y="-37440"/>
            <a:ext cx="10207440" cy="5621040"/>
            <a:chOff x="-534960" y="-37440"/>
            <a:chExt cx="10207440" cy="5621040"/>
          </a:xfrm>
        </p:grpSpPr>
        <p:sp>
          <p:nvSpPr>
            <p:cNvPr id="115" name="Google Shape;205;p23"/>
            <p:cNvSpPr/>
            <p:nvPr/>
          </p:nvSpPr>
          <p:spPr>
            <a:xfrm>
              <a:off x="-125640" y="411984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a:solidFill>
                <a:srgbClr val="FFFFFF"/>
              </a:solidFill>
              <a:round/>
            </a:ln>
          </p:spPr>
          <p:style>
            <a:lnRef idx="0">
              <a:srgbClr val="FFFFFF"/>
            </a:lnRef>
            <a:fillRef idx="0">
              <a:srgbClr val="FFFFFF"/>
            </a:fillRef>
            <a:effectRef idx="0">
              <a:srgbClr val="FFFFFF"/>
            </a:effectRef>
            <a:fontRef idx="minor"/>
          </p:style>
          <p:txBody>
            <a:bodyPr tIns="91440" bIns="91440" anchor="ctr">
              <a:noAutofit/>
            </a:bodyPr>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6" name="Google Shape;206;p23"/>
            <p:cNvSpPr/>
            <p:nvPr/>
          </p:nvSpPr>
          <p:spPr>
            <a:xfrm>
              <a:off x="-534960" y="461592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68DAF8">
                <a:alpha val="34000"/>
              </a:srgbClr>
            </a:solidFill>
            <a:ln w="19050">
              <a:solidFill>
                <a:srgbClr val="FFFFFF"/>
              </a:solidFill>
              <a:round/>
            </a:ln>
          </p:spPr>
          <p:style>
            <a:lnRef idx="0">
              <a:srgbClr val="FFFFFF"/>
            </a:lnRef>
            <a:fillRef idx="0">
              <a:srgbClr val="FFFFFF"/>
            </a:fillRef>
            <a:effectRef idx="0">
              <a:srgbClr val="FFFFFF"/>
            </a:effectRef>
            <a:fontRef idx="minor"/>
          </p:style>
          <p:txBody>
            <a:bodyPr tIns="91440" bIns="91440" anchor="ctr">
              <a:noAutofit/>
            </a:bodyPr>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7" name="Google Shape;207;p23"/>
            <p:cNvSpPr/>
            <p:nvPr/>
          </p:nvSpPr>
          <p:spPr>
            <a:xfrm rot="10800000">
              <a:off x="8834040" y="-3744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a:solidFill>
                <a:srgbClr val="FFFFFF"/>
              </a:solidFill>
              <a:round/>
            </a:ln>
          </p:spPr>
          <p:style>
            <a:lnRef idx="0">
              <a:srgbClr val="FFFFFF"/>
            </a:lnRef>
            <a:fillRef idx="0">
              <a:srgbClr val="FFFFFF"/>
            </a:fillRef>
            <a:effectRef idx="0">
              <a:srgbClr val="FFFFFF"/>
            </a:effectRef>
            <a:fontRef idx="minor"/>
          </p:style>
          <p:txBody>
            <a:bodyPr tIns="91440" bIns="91440" anchor="ctr">
              <a:noAutofit/>
            </a:bodyPr>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8" name="Google Shape;208;p23"/>
            <p:cNvSpPr/>
            <p:nvPr/>
          </p:nvSpPr>
          <p:spPr>
            <a:xfrm rot="10800000">
              <a:off x="8431200" y="41940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a:solidFill>
                <a:srgbClr val="FFFFFF"/>
              </a:solidFill>
              <a:round/>
            </a:ln>
          </p:spPr>
          <p:style>
            <a:lnRef idx="0">
              <a:srgbClr val="FFFFFF"/>
            </a:lnRef>
            <a:fillRef idx="0">
              <a:srgbClr val="FFFFFF"/>
            </a:fillRef>
            <a:effectRef idx="0">
              <a:srgbClr val="FFFFFF"/>
            </a:effectRef>
            <a:fontRef idx="minor"/>
          </p:style>
          <p:txBody>
            <a:bodyPr tIns="91440" bIns="91440" anchor="ctr">
              <a:noAutofit/>
            </a:bodyPr>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9" name="Google Shape;209;p23"/>
            <p:cNvSpPr/>
            <p:nvPr/>
          </p:nvSpPr>
          <p:spPr>
            <a:xfrm flipH="1">
              <a:off x="8423280" y="411984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a:solidFill>
                <a:srgbClr val="FFFFFF"/>
              </a:solidFill>
              <a:round/>
            </a:ln>
          </p:spPr>
          <p:style>
            <a:lnRef idx="0">
              <a:srgbClr val="FFFFFF"/>
            </a:lnRef>
            <a:fillRef idx="0">
              <a:srgbClr val="FFFFFF"/>
            </a:fillRef>
            <a:effectRef idx="0">
              <a:srgbClr val="FFFFFF"/>
            </a:effectRef>
            <a:fontRef idx="minor"/>
          </p:style>
          <p:txBody>
            <a:bodyPr tIns="91440" bIns="91440" anchor="ctr">
              <a:noAutofit/>
            </a:bodyPr>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0" name="Google Shape;210;p23"/>
            <p:cNvSpPr/>
            <p:nvPr/>
          </p:nvSpPr>
          <p:spPr>
            <a:xfrm flipH="1">
              <a:off x="8832960" y="461592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9FCBFD">
                <a:alpha val="41000"/>
              </a:srgbClr>
            </a:solidFill>
            <a:ln w="19050">
              <a:solidFill>
                <a:srgbClr val="FFFFFF"/>
              </a:solidFill>
              <a:round/>
            </a:ln>
          </p:spPr>
          <p:style>
            <a:lnRef idx="0">
              <a:srgbClr val="FFFFFF"/>
            </a:lnRef>
            <a:fillRef idx="0">
              <a:srgbClr val="FFFFFF"/>
            </a:fillRef>
            <a:effectRef idx="0">
              <a:srgbClr val="FFFFFF"/>
            </a:effectRef>
            <a:fontRef idx="minor"/>
          </p:style>
          <p:txBody>
            <a:bodyPr tIns="91440" bIns="91440" anchor="ctr">
              <a:noAutofit/>
            </a:bodyPr>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1" name="Google Shape;211;p23"/>
            <p:cNvSpPr/>
            <p:nvPr/>
          </p:nvSpPr>
          <p:spPr>
            <a:xfrm rot="10800000" flipH="1">
              <a:off x="-528840" y="-37440"/>
              <a:ext cx="838440" cy="967680"/>
            </a:xfrm>
            <a:custGeom>
              <a:avLst/>
              <a:gdLst>
                <a:gd name="textAreaLeft" fmla="*/ 360 w 838440"/>
                <a:gd name="textAreaRight" fmla="*/ 83916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a:solidFill>
                <a:srgbClr val="FFFFFF"/>
              </a:solidFill>
              <a:round/>
            </a:ln>
          </p:spPr>
          <p:style>
            <a:lnRef idx="0">
              <a:srgbClr val="FFFFFF"/>
            </a:lnRef>
            <a:fillRef idx="0">
              <a:srgbClr val="FFFFFF"/>
            </a:fillRef>
            <a:effectRef idx="0">
              <a:srgbClr val="FFFFFF"/>
            </a:effectRef>
            <a:fontRef idx="minor"/>
          </p:style>
          <p:txBody>
            <a:bodyPr tIns="91440" bIns="91440" anchor="ctr">
              <a:noAutofit/>
            </a:bodyPr>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2" name="Google Shape;212;p23"/>
            <p:cNvSpPr/>
            <p:nvPr/>
          </p:nvSpPr>
          <p:spPr>
            <a:xfrm rot="10800000" flipH="1">
              <a:off x="-126000" y="41940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9FCBFD">
                <a:alpha val="41000"/>
              </a:srgbClr>
            </a:solidFill>
            <a:ln w="19050">
              <a:solidFill>
                <a:srgbClr val="FFFFFF"/>
              </a:solidFill>
              <a:round/>
            </a:ln>
          </p:spPr>
          <p:style>
            <a:lnRef idx="0">
              <a:srgbClr val="FFFFFF"/>
            </a:lnRef>
            <a:fillRef idx="0">
              <a:srgbClr val="FFFFFF"/>
            </a:fillRef>
            <a:effectRef idx="0">
              <a:srgbClr val="FFFFFF"/>
            </a:effectRef>
            <a:fontRef idx="minor"/>
          </p:style>
          <p:txBody>
            <a:bodyPr tIns="91440" bIns="91440" anchor="ctr">
              <a:noAutofit/>
            </a:bodyPr>
            <a:p>
              <a:pPr defTabSz="914400">
                <a:lnSpc>
                  <a:spcPct val="100000"/>
                </a:lnSpc>
                <a:tabLst>
                  <a:tab pos="0" algn="l"/>
                </a:tabLst>
              </a:pPr>
              <a:endParaRPr lang="en-US" sz="1800" b="0" u="none" strike="noStrike">
                <a:solidFill>
                  <a:srgbClr val="000000"/>
                </a:solidFill>
                <a:effectLst/>
                <a:uFillTx/>
                <a:latin typeface="OpenSymbol"/>
              </a:endParaRPr>
            </a:p>
          </p:txBody>
        </p:sp>
      </p:grpSp>
      <p:sp>
        <p:nvSpPr>
          <p:cNvPr id="123" name="PlaceHolder 1"/>
          <p:cNvSpPr>
            <a:spLocks noGrp="1"/>
          </p:cNvSpPr>
          <p:nvPr>
            <p:ph type="title" hasCustomPrompt="1"/>
          </p:nvPr>
        </p:nvSpPr>
        <p:spPr>
          <a:xfrm>
            <a:off x="720000" y="444960"/>
            <a:ext cx="7703640" cy="572400"/>
          </a:xfrm>
          <a:prstGeom prst="rect">
            <a:avLst/>
          </a:prstGeom>
          <a:noFill/>
          <a:ln w="0">
            <a:noFill/>
          </a:ln>
        </p:spPr>
        <p:txBody>
          <a:bodyPr lIns="91440" tIns="91440" rIns="91440" bIns="91440" anchor="t">
            <a:noAutofit/>
          </a:bodyPr>
          <a:p>
            <a:pPr indent="0">
              <a:buNone/>
            </a:pPr>
            <a:r>
              <a:rPr lang="fr-FR" sz="3500" b="0" u="none" strike="noStrike">
                <a:solidFill>
                  <a:schemeClr val="dk1"/>
                </a:solidFill>
                <a:effectLst/>
                <a:uFillTx/>
                <a:latin typeface="Arial" panose="020B0604020202020204"/>
              </a:rPr>
              <a:t>Click to edit the title text format</a:t>
            </a:r>
            <a:endParaRPr lang="fr-FR" sz="3500" b="0" u="none" strike="noStrike">
              <a:solidFill>
                <a:schemeClr val="dk1"/>
              </a:solidFill>
              <a:effectLst/>
              <a:uFillTx/>
              <a:latin typeface="Arial" panose="020B0604020202020204"/>
            </a:endParaRPr>
          </a:p>
        </p:txBody>
      </p:sp>
      <p:sp>
        <p:nvSpPr>
          <p:cNvPr id="124" name="PlaceHolder 2"/>
          <p:cNvSpPr>
            <a:spLocks noGrp="1"/>
          </p:cNvSpPr>
          <p:nvPr>
            <p:ph type="body" hasCustomPrompt="1"/>
          </p:nvPr>
        </p:nvSpPr>
        <p:spPr>
          <a:xfrm>
            <a:off x="720000" y="1215720"/>
            <a:ext cx="7703640" cy="3144960"/>
          </a:xfrm>
          <a:prstGeom prst="rect">
            <a:avLst/>
          </a:prstGeom>
          <a:noFill/>
          <a:ln w="0">
            <a:noFill/>
          </a:ln>
        </p:spPr>
        <p:txBody>
          <a:bodyPr lIns="91440" tIns="91440" rIns="91440" bIns="91440" anchor="t">
            <a:noAutofit/>
          </a:bodyPr>
          <a:p>
            <a:pPr marL="431800" indent="-323850">
              <a:spcBef>
                <a:spcPts val="1415"/>
              </a:spcBef>
              <a:buClr>
                <a:srgbClr val="000000"/>
              </a:buClr>
              <a:buSzPct val="45000"/>
              <a:buFont typeface="Wingdings" panose="05000000000000000000" pitchFamily="2" charset="2"/>
              <a:buChar char=""/>
            </a:pPr>
            <a:r>
              <a:rPr lang="fr-FR" sz="1400" b="0" u="none" strike="noStrike">
                <a:solidFill>
                  <a:srgbClr val="000000"/>
                </a:solidFill>
                <a:effectLst/>
                <a:uFillTx/>
                <a:latin typeface="Arial" panose="020B0604020202020204"/>
              </a:rPr>
              <a:t>Click to edit the outline text format</a:t>
            </a:r>
            <a:endParaRPr lang="fr-FR" sz="1400" b="0" u="none" strike="noStrike">
              <a:solidFill>
                <a:srgbClr val="000000"/>
              </a:solidFill>
              <a:effectLst/>
              <a:uFillTx/>
              <a:latin typeface="Arial" panose="020B0604020202020204"/>
            </a:endParaRPr>
          </a:p>
          <a:p>
            <a:pPr marL="864235" lvl="1" indent="-323850">
              <a:spcBef>
                <a:spcPts val="1135"/>
              </a:spcBef>
              <a:buClr>
                <a:srgbClr val="000000"/>
              </a:buClr>
              <a:buSzPct val="75000"/>
              <a:buFont typeface="Symbol" panose="05050102010706020507" charset="2"/>
              <a:buChar char=""/>
            </a:pPr>
            <a:r>
              <a:rPr lang="fr-FR" sz="1400" b="0" u="none" strike="noStrike">
                <a:solidFill>
                  <a:srgbClr val="000000"/>
                </a:solidFill>
                <a:effectLst/>
                <a:uFillTx/>
                <a:latin typeface="Arial" panose="020B0604020202020204"/>
              </a:rPr>
              <a:t>Second Outline Level</a:t>
            </a:r>
            <a:endParaRPr lang="fr-FR" sz="1400" b="0" u="none" strike="noStrike">
              <a:solidFill>
                <a:srgbClr val="000000"/>
              </a:solidFill>
              <a:effectLst/>
              <a:uFillTx/>
              <a:latin typeface="Arial" panose="020B0604020202020204"/>
            </a:endParaRPr>
          </a:p>
          <a:p>
            <a:pPr marL="1296035" lvl="2" indent="-288290">
              <a:spcBef>
                <a:spcPts val="850"/>
              </a:spcBef>
              <a:buClr>
                <a:srgbClr val="000000"/>
              </a:buClr>
              <a:buSzPct val="45000"/>
              <a:buFont typeface="Wingdings" panose="05000000000000000000" pitchFamily="2" charset="2"/>
              <a:buChar char=""/>
            </a:pPr>
            <a:r>
              <a:rPr lang="fr-FR" sz="1400" b="0" u="none" strike="noStrike">
                <a:solidFill>
                  <a:srgbClr val="000000"/>
                </a:solidFill>
                <a:effectLst/>
                <a:uFillTx/>
                <a:latin typeface="Arial" panose="020B0604020202020204"/>
              </a:rPr>
              <a:t>Third Outline Level</a:t>
            </a:r>
            <a:endParaRPr lang="fr-FR" sz="1400" b="0" u="none" strike="noStrike">
              <a:solidFill>
                <a:srgbClr val="000000"/>
              </a:solidFill>
              <a:effectLst/>
              <a:uFillTx/>
              <a:latin typeface="Arial" panose="020B0604020202020204"/>
            </a:endParaRPr>
          </a:p>
          <a:p>
            <a:pPr marL="1727835" lvl="3" indent="-215900">
              <a:spcBef>
                <a:spcPts val="565"/>
              </a:spcBef>
              <a:buClr>
                <a:srgbClr val="000000"/>
              </a:buClr>
              <a:buSzPct val="75000"/>
              <a:buFont typeface="Symbol" panose="05050102010706020507" charset="2"/>
              <a:buChar char=""/>
            </a:pPr>
            <a:r>
              <a:rPr lang="fr-FR" sz="1400" b="0" u="none" strike="noStrike">
                <a:solidFill>
                  <a:srgbClr val="000000"/>
                </a:solidFill>
                <a:effectLst/>
                <a:uFillTx/>
                <a:latin typeface="Arial" panose="020B0604020202020204"/>
              </a:rPr>
              <a:t>Fourth Outline Level</a:t>
            </a:r>
            <a:endParaRPr lang="fr-FR" sz="1400" b="0" u="none" strike="noStrike">
              <a:solidFill>
                <a:srgbClr val="000000"/>
              </a:solidFill>
              <a:effectLst/>
              <a:uFillTx/>
              <a:latin typeface="Arial" panose="020B0604020202020204"/>
            </a:endParaRPr>
          </a:p>
          <a:p>
            <a:pPr marL="2160270" lvl="4" indent="-215900">
              <a:spcBef>
                <a:spcPts val="285"/>
              </a:spcBef>
              <a:buClr>
                <a:srgbClr val="000000"/>
              </a:buClr>
              <a:buSzPct val="45000"/>
              <a:buFont typeface="Wingdings" panose="05000000000000000000" pitchFamily="2" charset="2"/>
              <a:buChar char=""/>
            </a:pPr>
            <a:r>
              <a:rPr lang="fr-FR" sz="1400" b="0" u="none" strike="noStrike">
                <a:solidFill>
                  <a:srgbClr val="000000"/>
                </a:solidFill>
                <a:effectLst/>
                <a:uFillTx/>
                <a:latin typeface="Arial" panose="020B0604020202020204"/>
              </a:rPr>
              <a:t>Fifth Outline Level</a:t>
            </a:r>
            <a:endParaRPr lang="fr-FR" sz="1400" b="0" u="none" strike="noStrike">
              <a:solidFill>
                <a:srgbClr val="000000"/>
              </a:solidFill>
              <a:effectLst/>
              <a:uFillTx/>
              <a:latin typeface="Arial" panose="020B0604020202020204"/>
            </a:endParaRPr>
          </a:p>
          <a:p>
            <a:pPr marL="2592070" lvl="5" indent="-215900">
              <a:spcBef>
                <a:spcPts val="285"/>
              </a:spcBef>
              <a:buClr>
                <a:srgbClr val="000000"/>
              </a:buClr>
              <a:buSzPct val="45000"/>
              <a:buFont typeface="Wingdings" panose="05000000000000000000" pitchFamily="2" charset="2"/>
              <a:buChar char=""/>
            </a:pPr>
            <a:r>
              <a:rPr lang="fr-FR" sz="1400" b="0" u="none" strike="noStrike">
                <a:solidFill>
                  <a:srgbClr val="000000"/>
                </a:solidFill>
                <a:effectLst/>
                <a:uFillTx/>
                <a:latin typeface="Arial" panose="020B0604020202020204"/>
              </a:rPr>
              <a:t>Sixth Outline Level</a:t>
            </a:r>
            <a:endParaRPr lang="fr-FR" sz="1400" b="0" u="none" strike="noStrike">
              <a:solidFill>
                <a:srgbClr val="000000"/>
              </a:solidFill>
              <a:effectLst/>
              <a:uFillTx/>
              <a:latin typeface="Arial" panose="020B0604020202020204"/>
            </a:endParaRPr>
          </a:p>
          <a:p>
            <a:pPr marL="3023870" lvl="6" indent="-215900">
              <a:spcBef>
                <a:spcPts val="285"/>
              </a:spcBef>
              <a:buClr>
                <a:srgbClr val="000000"/>
              </a:buClr>
              <a:buSzPct val="45000"/>
              <a:buFont typeface="Wingdings" panose="05000000000000000000" pitchFamily="2" charset="2"/>
              <a:buChar char=""/>
            </a:pPr>
            <a:r>
              <a:rPr lang="fr-FR" sz="1400" b="0" u="none" strike="noStrike">
                <a:solidFill>
                  <a:srgbClr val="000000"/>
                </a:solidFill>
                <a:effectLst/>
                <a:uFillTx/>
                <a:latin typeface="Arial" panose="020B0604020202020204"/>
              </a:rPr>
              <a:t>Seventh Outline Level</a:t>
            </a:r>
            <a:endParaRPr lang="fr-FR" sz="1400" b="0" u="none" strike="noStrike">
              <a:solidFill>
                <a:srgbClr val="000000"/>
              </a:solidFill>
              <a:effectLst/>
              <a:uFillTx/>
              <a:latin typeface="Arial" panose="020B0604020202020204"/>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blank" preserve="1">
  <p:cSld name="TITLE_AND_TWO_COLUMNS_1">
    <p:bg>
      <p:bgPr>
        <a:solidFill>
          <a:schemeClr val="lt1"/>
        </a:solidFill>
        <a:effectLst/>
      </p:bgPr>
    </p:bg>
    <p:spTree>
      <p:nvGrpSpPr>
        <p:cNvPr id="1" name=""/>
        <p:cNvGrpSpPr/>
        <p:nvPr/>
      </p:nvGrpSpPr>
      <p:grpSpPr>
        <a:xfrm>
          <a:off x="0" y="0"/>
          <a:ext cx="0" cy="0"/>
          <a:chOff x="0" y="0"/>
          <a:chExt cx="0" cy="0"/>
        </a:xfrm>
      </p:grpSpPr>
      <p:grpSp>
        <p:nvGrpSpPr>
          <p:cNvPr id="125" name="Google Shape;216;p24"/>
          <p:cNvGrpSpPr/>
          <p:nvPr/>
        </p:nvGrpSpPr>
        <p:grpSpPr>
          <a:xfrm>
            <a:off x="-310320" y="3500640"/>
            <a:ext cx="9764280" cy="2328120"/>
            <a:chOff x="-310320" y="3500640"/>
            <a:chExt cx="9764280" cy="2328120"/>
          </a:xfrm>
        </p:grpSpPr>
        <p:sp>
          <p:nvSpPr>
            <p:cNvPr id="126" name="Google Shape;217;p24"/>
            <p:cNvSpPr/>
            <p:nvPr/>
          </p:nvSpPr>
          <p:spPr>
            <a:xfrm rot="10800000" flipH="1">
              <a:off x="927000" y="463032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a:solidFill>
                <a:srgbClr val="FFFFFF"/>
              </a:solidFill>
              <a:round/>
            </a:ln>
          </p:spPr>
          <p:style>
            <a:lnRef idx="0">
              <a:srgbClr val="FFFFFF"/>
            </a:lnRef>
            <a:fillRef idx="0">
              <a:srgbClr val="FFFFFF"/>
            </a:fillRef>
            <a:effectRef idx="0">
              <a:srgbClr val="FFFFFF"/>
            </a:effectRef>
            <a:fontRef idx="minor"/>
          </p:style>
          <p:txBody>
            <a:bodyPr tIns="91440" bIns="91440" anchor="ctr">
              <a:noAutofit/>
            </a:bodyPr>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7" name="Google Shape;218;p24"/>
            <p:cNvSpPr/>
            <p:nvPr/>
          </p:nvSpPr>
          <p:spPr>
            <a:xfrm rot="10800000" flipH="1">
              <a:off x="272520" y="486108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68DAF8">
                <a:alpha val="34000"/>
              </a:srgbClr>
            </a:solidFill>
            <a:ln w="19050">
              <a:solidFill>
                <a:srgbClr val="FFFFFF"/>
              </a:solidFill>
              <a:round/>
            </a:ln>
          </p:spPr>
          <p:style>
            <a:lnRef idx="0">
              <a:srgbClr val="FFFFFF"/>
            </a:lnRef>
            <a:fillRef idx="0">
              <a:srgbClr val="FFFFFF"/>
            </a:fillRef>
            <a:effectRef idx="0">
              <a:srgbClr val="FFFFFF"/>
            </a:effectRef>
            <a:fontRef idx="minor"/>
          </p:style>
          <p:txBody>
            <a:bodyPr tIns="91440" bIns="91440" anchor="ctr">
              <a:noAutofit/>
            </a:bodyPr>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8" name="Google Shape;219;p24"/>
            <p:cNvSpPr/>
            <p:nvPr/>
          </p:nvSpPr>
          <p:spPr>
            <a:xfrm>
              <a:off x="-310320" y="399636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a:solidFill>
                <a:srgbClr val="FFFFFF"/>
              </a:solidFill>
              <a:round/>
            </a:ln>
          </p:spPr>
          <p:style>
            <a:lnRef idx="0">
              <a:srgbClr val="FFFFFF"/>
            </a:lnRef>
            <a:fillRef idx="0">
              <a:srgbClr val="FFFFFF"/>
            </a:fillRef>
            <a:effectRef idx="0">
              <a:srgbClr val="FFFFFF"/>
            </a:effectRef>
            <a:fontRef idx="minor"/>
          </p:style>
          <p:txBody>
            <a:bodyPr tIns="91440" bIns="91440" anchor="ctr">
              <a:noAutofit/>
            </a:bodyPr>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9" name="Google Shape;220;p24"/>
            <p:cNvSpPr/>
            <p:nvPr/>
          </p:nvSpPr>
          <p:spPr>
            <a:xfrm>
              <a:off x="-125640" y="350064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a:solidFill>
                <a:srgbClr val="FFFFFF"/>
              </a:solidFill>
              <a:round/>
            </a:ln>
          </p:spPr>
          <p:style>
            <a:lnRef idx="0">
              <a:srgbClr val="FFFFFF"/>
            </a:lnRef>
            <a:fillRef idx="0">
              <a:srgbClr val="FFFFFF"/>
            </a:fillRef>
            <a:effectRef idx="0">
              <a:srgbClr val="FFFFFF"/>
            </a:effectRef>
            <a:fontRef idx="minor"/>
          </p:style>
          <p:txBody>
            <a:bodyPr tIns="91440" bIns="91440" anchor="ctr">
              <a:noAutofit/>
            </a:bodyPr>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0" name="Google Shape;221;p24"/>
            <p:cNvSpPr/>
            <p:nvPr/>
          </p:nvSpPr>
          <p:spPr>
            <a:xfrm flipH="1">
              <a:off x="8615160" y="399636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a:solidFill>
                <a:srgbClr val="FFFFFF"/>
              </a:solidFill>
              <a:round/>
            </a:ln>
          </p:spPr>
          <p:style>
            <a:lnRef idx="0">
              <a:srgbClr val="FFFFFF"/>
            </a:lnRef>
            <a:fillRef idx="0">
              <a:srgbClr val="FFFFFF"/>
            </a:fillRef>
            <a:effectRef idx="0">
              <a:srgbClr val="FFFFFF"/>
            </a:effectRef>
            <a:fontRef idx="minor"/>
          </p:style>
          <p:txBody>
            <a:bodyPr tIns="91440" bIns="91440" anchor="ctr">
              <a:noAutofit/>
            </a:bodyPr>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1" name="Google Shape;222;p24"/>
            <p:cNvSpPr/>
            <p:nvPr/>
          </p:nvSpPr>
          <p:spPr>
            <a:xfrm flipH="1">
              <a:off x="8423280" y="350064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9FCBFD">
                <a:alpha val="41000"/>
              </a:srgbClr>
            </a:solidFill>
            <a:ln w="19050">
              <a:solidFill>
                <a:srgbClr val="FFFFFF"/>
              </a:solidFill>
              <a:round/>
            </a:ln>
          </p:spPr>
          <p:style>
            <a:lnRef idx="0">
              <a:srgbClr val="FFFFFF"/>
            </a:lnRef>
            <a:fillRef idx="0">
              <a:srgbClr val="FFFFFF"/>
            </a:fillRef>
            <a:effectRef idx="0">
              <a:srgbClr val="FFFFFF"/>
            </a:effectRef>
            <a:fontRef idx="minor"/>
          </p:style>
          <p:txBody>
            <a:bodyPr tIns="91440" bIns="91440" anchor="ctr">
              <a:noAutofit/>
            </a:bodyPr>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2" name="Google Shape;223;p24"/>
            <p:cNvSpPr/>
            <p:nvPr/>
          </p:nvSpPr>
          <p:spPr>
            <a:xfrm rot="10800000">
              <a:off x="7378200" y="463032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a:solidFill>
                <a:srgbClr val="FFFFFF"/>
              </a:solidFill>
              <a:round/>
            </a:ln>
          </p:spPr>
          <p:style>
            <a:lnRef idx="0">
              <a:srgbClr val="FFFFFF"/>
            </a:lnRef>
            <a:fillRef idx="0">
              <a:srgbClr val="FFFFFF"/>
            </a:fillRef>
            <a:effectRef idx="0">
              <a:srgbClr val="FFFFFF"/>
            </a:effectRef>
            <a:fontRef idx="minor"/>
          </p:style>
          <p:txBody>
            <a:bodyPr tIns="91440" bIns="91440" anchor="ctr">
              <a:noAutofit/>
            </a:bodyPr>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3" name="Google Shape;224;p24"/>
            <p:cNvSpPr/>
            <p:nvPr/>
          </p:nvSpPr>
          <p:spPr>
            <a:xfrm rot="10800000">
              <a:off x="8032680" y="486108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68DAF8">
                <a:alpha val="34000"/>
              </a:srgbClr>
            </a:solidFill>
            <a:ln w="19050">
              <a:solidFill>
                <a:srgbClr val="FFFFFF"/>
              </a:solidFill>
              <a:round/>
            </a:ln>
          </p:spPr>
          <p:style>
            <a:lnRef idx="0">
              <a:srgbClr val="FFFFFF"/>
            </a:lnRef>
            <a:fillRef idx="0">
              <a:srgbClr val="FFFFFF"/>
            </a:fillRef>
            <a:effectRef idx="0">
              <a:srgbClr val="FFFFFF"/>
            </a:effectRef>
            <a:fontRef idx="minor"/>
          </p:style>
          <p:txBody>
            <a:bodyPr tIns="91440" bIns="91440" anchor="ctr">
              <a:noAutofit/>
            </a:bodyPr>
            <a:p>
              <a:pPr defTabSz="914400">
                <a:lnSpc>
                  <a:spcPct val="100000"/>
                </a:lnSpc>
                <a:tabLst>
                  <a:tab pos="0" algn="l"/>
                </a:tabLst>
              </a:pPr>
              <a:endParaRPr lang="en-US" sz="1800" b="0" u="none" strike="noStrike">
                <a:solidFill>
                  <a:srgbClr val="000000"/>
                </a:solidFill>
                <a:effectLst/>
                <a:uFillTx/>
                <a:latin typeface="OpenSymbol"/>
              </a:endParaRPr>
            </a:p>
          </p:txBody>
        </p:sp>
      </p:grpSp>
      <p:sp>
        <p:nvSpPr>
          <p:cNvPr id="134" name="PlaceHolder 1"/>
          <p:cNvSpPr>
            <a:spLocks noGrp="1"/>
          </p:cNvSpPr>
          <p:nvPr>
            <p:ph type="title" hasCustomPrompt="1"/>
          </p:nvPr>
        </p:nvSpPr>
        <p:spPr>
          <a:xfrm>
            <a:off x="720000" y="444960"/>
            <a:ext cx="7703640" cy="572400"/>
          </a:xfrm>
          <a:prstGeom prst="rect">
            <a:avLst/>
          </a:prstGeom>
          <a:noFill/>
          <a:ln w="0">
            <a:noFill/>
          </a:ln>
        </p:spPr>
        <p:txBody>
          <a:bodyPr lIns="91440" tIns="91440" rIns="91440" bIns="91440" anchor="t">
            <a:noAutofit/>
          </a:bodyPr>
          <a:p>
            <a:pPr indent="0">
              <a:buNone/>
            </a:pPr>
            <a:r>
              <a:rPr lang="fr-FR" sz="3500" b="0" u="none" strike="noStrike">
                <a:solidFill>
                  <a:schemeClr val="dk1"/>
                </a:solidFill>
                <a:effectLst/>
                <a:uFillTx/>
                <a:latin typeface="Arial" panose="020B0604020202020204"/>
              </a:rPr>
              <a:t>Click to edit the title text format</a:t>
            </a:r>
            <a:endParaRPr lang="fr-FR" sz="3500" b="0" u="none" strike="noStrike">
              <a:solidFill>
                <a:schemeClr val="dk1"/>
              </a:solidFill>
              <a:effectLst/>
              <a:uFillTx/>
              <a:latin typeface="Arial" panose="020B0604020202020204"/>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TITLE_AND_TWO_COLUMNS_1_1">
    <p:bg>
      <p:bgPr>
        <a:solidFill>
          <a:schemeClr val="lt1"/>
        </a:solidFill>
        <a:effectLst/>
      </p:bgPr>
    </p:bg>
    <p:spTree>
      <p:nvGrpSpPr>
        <p:cNvPr id="1" name=""/>
        <p:cNvGrpSpPr/>
        <p:nvPr/>
      </p:nvGrpSpPr>
      <p:grpSpPr>
        <a:xfrm>
          <a:off x="0" y="0"/>
          <a:ext cx="0" cy="0"/>
          <a:chOff x="0" y="0"/>
          <a:chExt cx="0" cy="0"/>
        </a:xfrm>
      </p:grpSpPr>
      <p:grpSp>
        <p:nvGrpSpPr>
          <p:cNvPr id="135" name="Google Shape;231;p25"/>
          <p:cNvGrpSpPr/>
          <p:nvPr/>
        </p:nvGrpSpPr>
        <p:grpSpPr>
          <a:xfrm>
            <a:off x="-655560" y="3436920"/>
            <a:ext cx="10454760" cy="2310840"/>
            <a:chOff x="-655560" y="3436920"/>
            <a:chExt cx="10454760" cy="2310840"/>
          </a:xfrm>
        </p:grpSpPr>
        <p:sp>
          <p:nvSpPr>
            <p:cNvPr id="136" name="Google Shape;232;p25"/>
            <p:cNvSpPr/>
            <p:nvPr/>
          </p:nvSpPr>
          <p:spPr>
            <a:xfrm rot="10800000" flipH="1">
              <a:off x="-137160" y="343692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a:solidFill>
                <a:srgbClr val="FFFFFF"/>
              </a:solidFill>
              <a:round/>
            </a:ln>
          </p:spPr>
          <p:style>
            <a:lnRef idx="0">
              <a:srgbClr val="FFFFFF"/>
            </a:lnRef>
            <a:fillRef idx="0">
              <a:srgbClr val="FFFFFF"/>
            </a:fillRef>
            <a:effectRef idx="0">
              <a:srgbClr val="FFFFFF"/>
            </a:effectRef>
            <a:fontRef idx="minor"/>
          </p:style>
          <p:txBody>
            <a:bodyPr tIns="91440" bIns="91440" anchor="ctr">
              <a:noAutofit/>
            </a:bodyPr>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7" name="Google Shape;233;p25"/>
            <p:cNvSpPr/>
            <p:nvPr/>
          </p:nvSpPr>
          <p:spPr>
            <a:xfrm>
              <a:off x="183240" y="454104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a:solidFill>
                <a:srgbClr val="FFFFFF"/>
              </a:solidFill>
              <a:round/>
            </a:ln>
          </p:spPr>
          <p:style>
            <a:lnRef idx="0">
              <a:srgbClr val="FFFFFF"/>
            </a:lnRef>
            <a:fillRef idx="0">
              <a:srgbClr val="FFFFFF"/>
            </a:fillRef>
            <a:effectRef idx="0">
              <a:srgbClr val="FFFFFF"/>
            </a:effectRef>
            <a:fontRef idx="minor"/>
          </p:style>
          <p:txBody>
            <a:bodyPr tIns="91440" bIns="91440" anchor="ctr">
              <a:noAutofit/>
            </a:bodyPr>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8" name="Google Shape;234;p25"/>
            <p:cNvSpPr/>
            <p:nvPr/>
          </p:nvSpPr>
          <p:spPr>
            <a:xfrm rot="10800000" flipH="1">
              <a:off x="-655920" y="3903480"/>
              <a:ext cx="838440" cy="967680"/>
            </a:xfrm>
            <a:custGeom>
              <a:avLst/>
              <a:gdLst>
                <a:gd name="textAreaLeft" fmla="*/ 360 w 838440"/>
                <a:gd name="textAreaRight" fmla="*/ 83916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68DAF8">
                <a:alpha val="34000"/>
              </a:srgbClr>
            </a:solidFill>
            <a:ln w="19050">
              <a:solidFill>
                <a:srgbClr val="FFFFFF"/>
              </a:solidFill>
              <a:round/>
            </a:ln>
          </p:spPr>
          <p:style>
            <a:lnRef idx="0">
              <a:srgbClr val="FFFFFF"/>
            </a:lnRef>
            <a:fillRef idx="0">
              <a:srgbClr val="FFFFFF"/>
            </a:fillRef>
            <a:effectRef idx="0">
              <a:srgbClr val="FFFFFF"/>
            </a:effectRef>
            <a:fontRef idx="minor"/>
          </p:style>
          <p:txBody>
            <a:bodyPr tIns="91440" bIns="91440" anchor="ctr">
              <a:noAutofit/>
            </a:bodyPr>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9" name="Google Shape;235;p25"/>
            <p:cNvSpPr/>
            <p:nvPr/>
          </p:nvSpPr>
          <p:spPr>
            <a:xfrm rot="10800000">
              <a:off x="8442360" y="343692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a:solidFill>
                <a:srgbClr val="FFFFFF"/>
              </a:solidFill>
              <a:round/>
            </a:ln>
          </p:spPr>
          <p:style>
            <a:lnRef idx="0">
              <a:srgbClr val="FFFFFF"/>
            </a:lnRef>
            <a:fillRef idx="0">
              <a:srgbClr val="FFFFFF"/>
            </a:fillRef>
            <a:effectRef idx="0">
              <a:srgbClr val="FFFFFF"/>
            </a:effectRef>
            <a:fontRef idx="minor"/>
          </p:style>
          <p:txBody>
            <a:bodyPr tIns="91440" bIns="91440" anchor="ctr">
              <a:noAutofit/>
            </a:bodyPr>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0" name="Google Shape;236;p25"/>
            <p:cNvSpPr/>
            <p:nvPr/>
          </p:nvSpPr>
          <p:spPr>
            <a:xfrm flipH="1">
              <a:off x="8121240" y="454104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a:solidFill>
                <a:srgbClr val="FFFFFF"/>
              </a:solidFill>
              <a:round/>
            </a:ln>
          </p:spPr>
          <p:style>
            <a:lnRef idx="0">
              <a:srgbClr val="FFFFFF"/>
            </a:lnRef>
            <a:fillRef idx="0">
              <a:srgbClr val="FFFFFF"/>
            </a:fillRef>
            <a:effectRef idx="0">
              <a:srgbClr val="FFFFFF"/>
            </a:effectRef>
            <a:fontRef idx="minor"/>
          </p:style>
          <p:txBody>
            <a:bodyPr tIns="91440" bIns="91440" anchor="ctr">
              <a:noAutofit/>
            </a:bodyPr>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1" name="Google Shape;237;p25"/>
            <p:cNvSpPr/>
            <p:nvPr/>
          </p:nvSpPr>
          <p:spPr>
            <a:xfrm rot="10800000">
              <a:off x="8960760" y="390348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68DAF8">
                <a:alpha val="34000"/>
              </a:srgbClr>
            </a:solidFill>
            <a:ln w="19050">
              <a:solidFill>
                <a:srgbClr val="FFFFFF"/>
              </a:solidFill>
              <a:round/>
            </a:ln>
          </p:spPr>
          <p:style>
            <a:lnRef idx="0">
              <a:srgbClr val="FFFFFF"/>
            </a:lnRef>
            <a:fillRef idx="0">
              <a:srgbClr val="FFFFFF"/>
            </a:fillRef>
            <a:effectRef idx="0">
              <a:srgbClr val="FFFFFF"/>
            </a:effectRef>
            <a:fontRef idx="minor"/>
          </p:style>
          <p:txBody>
            <a:bodyPr tIns="91440" bIns="91440" anchor="ctr">
              <a:noAutofit/>
            </a:bodyPr>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2" name="Google Shape;238;p25"/>
            <p:cNvSpPr/>
            <p:nvPr/>
          </p:nvSpPr>
          <p:spPr>
            <a:xfrm rot="10800000">
              <a:off x="7719120" y="478008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9FCBFD">
                <a:alpha val="41000"/>
              </a:srgbClr>
            </a:solidFill>
            <a:ln w="19050">
              <a:solidFill>
                <a:srgbClr val="FFFFFF"/>
              </a:solidFill>
              <a:round/>
            </a:ln>
          </p:spPr>
          <p:style>
            <a:lnRef idx="0">
              <a:srgbClr val="FFFFFF"/>
            </a:lnRef>
            <a:fillRef idx="0">
              <a:srgbClr val="FFFFFF"/>
            </a:fillRef>
            <a:effectRef idx="0">
              <a:srgbClr val="FFFFFF"/>
            </a:effectRef>
            <a:fontRef idx="minor"/>
          </p:style>
          <p:txBody>
            <a:bodyPr tIns="91440" bIns="91440" anchor="ctr">
              <a:noAutofit/>
            </a:bodyPr>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3" name="Google Shape;239;p25"/>
            <p:cNvSpPr/>
            <p:nvPr/>
          </p:nvSpPr>
          <p:spPr>
            <a:xfrm rot="10800000">
              <a:off x="586800" y="478008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9FCBFD">
                <a:alpha val="41000"/>
              </a:srgbClr>
            </a:solidFill>
            <a:ln w="19050">
              <a:solidFill>
                <a:srgbClr val="FFFFFF"/>
              </a:solidFill>
              <a:round/>
            </a:ln>
          </p:spPr>
          <p:style>
            <a:lnRef idx="0">
              <a:srgbClr val="FFFFFF"/>
            </a:lnRef>
            <a:fillRef idx="0">
              <a:srgbClr val="FFFFFF"/>
            </a:fillRef>
            <a:effectRef idx="0">
              <a:srgbClr val="FFFFFF"/>
            </a:effectRef>
            <a:fontRef idx="minor"/>
          </p:style>
          <p:txBody>
            <a:bodyPr tIns="91440" bIns="91440" anchor="ctr">
              <a:noAutofit/>
            </a:bodyPr>
            <a:p>
              <a:pPr defTabSz="914400">
                <a:lnSpc>
                  <a:spcPct val="100000"/>
                </a:lnSpc>
                <a:tabLst>
                  <a:tab pos="0" algn="l"/>
                </a:tabLst>
              </a:pPr>
              <a:endParaRPr lang="en-US" sz="1800" b="0" u="none" strike="noStrike">
                <a:solidFill>
                  <a:srgbClr val="000000"/>
                </a:solidFill>
                <a:effectLst/>
                <a:uFillTx/>
                <a:latin typeface="OpenSymbol"/>
              </a:endParaRPr>
            </a:p>
          </p:txBody>
        </p:sp>
      </p:grpSp>
      <p:sp>
        <p:nvSpPr>
          <p:cNvPr id="144" name="PlaceHolder 1"/>
          <p:cNvSpPr>
            <a:spLocks noGrp="1"/>
          </p:cNvSpPr>
          <p:nvPr>
            <p:ph type="title" hasCustomPrompt="1"/>
          </p:nvPr>
        </p:nvSpPr>
        <p:spPr>
          <a:xfrm>
            <a:off x="720000" y="444960"/>
            <a:ext cx="7703640" cy="572400"/>
          </a:xfrm>
          <a:prstGeom prst="rect">
            <a:avLst/>
          </a:prstGeom>
          <a:noFill/>
          <a:ln w="0">
            <a:noFill/>
          </a:ln>
        </p:spPr>
        <p:txBody>
          <a:bodyPr lIns="91440" tIns="91440" rIns="91440" bIns="91440" anchor="t">
            <a:noAutofit/>
          </a:bodyPr>
          <a:p>
            <a:pPr indent="0">
              <a:buNone/>
            </a:pPr>
            <a:r>
              <a:rPr lang="fr-FR" sz="3500" b="0" u="none" strike="noStrike">
                <a:solidFill>
                  <a:schemeClr val="dk1"/>
                </a:solidFill>
                <a:effectLst/>
                <a:uFillTx/>
                <a:latin typeface="Arial" panose="020B0604020202020204"/>
              </a:rPr>
              <a:t>Click to edit the title text format</a:t>
            </a:r>
            <a:endParaRPr lang="fr-FR" sz="3500" b="0" u="none" strike="noStrike">
              <a:solidFill>
                <a:schemeClr val="dk1"/>
              </a:solidFill>
              <a:effectLst/>
              <a:uFillTx/>
              <a:latin typeface="Arial" panose="020B0604020202020204"/>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CUSTOM_6">
    <p:bg>
      <p:bgPr>
        <a:solidFill>
          <a:schemeClr val="lt1"/>
        </a:solidFill>
        <a:effectLst/>
      </p:bgPr>
    </p:bg>
    <p:spTree>
      <p:nvGrpSpPr>
        <p:cNvPr id="1" name=""/>
        <p:cNvGrpSpPr/>
        <p:nvPr/>
      </p:nvGrpSpPr>
      <p:grpSpPr>
        <a:xfrm>
          <a:off x="0" y="0"/>
          <a:ext cx="0" cy="0"/>
          <a:chOff x="0" y="0"/>
          <a:chExt cx="0" cy="0"/>
        </a:xfrm>
      </p:grpSpPr>
      <p:grpSp>
        <p:nvGrpSpPr>
          <p:cNvPr id="145" name="Google Shape;244;p26"/>
          <p:cNvGrpSpPr/>
          <p:nvPr/>
        </p:nvGrpSpPr>
        <p:grpSpPr>
          <a:xfrm>
            <a:off x="-512280" y="-358200"/>
            <a:ext cx="10169640" cy="5930280"/>
            <a:chOff x="-512280" y="-358200"/>
            <a:chExt cx="10169640" cy="5930280"/>
          </a:xfrm>
        </p:grpSpPr>
        <p:sp>
          <p:nvSpPr>
            <p:cNvPr id="146" name="Google Shape;245;p26"/>
            <p:cNvSpPr/>
            <p:nvPr/>
          </p:nvSpPr>
          <p:spPr>
            <a:xfrm flipH="1">
              <a:off x="8430120" y="407412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a:solidFill>
                <a:srgbClr val="FFFFFF"/>
              </a:solidFill>
              <a:round/>
            </a:ln>
          </p:spPr>
          <p:style>
            <a:lnRef idx="0">
              <a:srgbClr val="FFFFFF"/>
            </a:lnRef>
            <a:fillRef idx="0">
              <a:srgbClr val="FFFFFF"/>
            </a:fillRef>
            <a:effectRef idx="0">
              <a:srgbClr val="FFFFFF"/>
            </a:effectRef>
            <a:fontRef idx="minor"/>
          </p:style>
          <p:txBody>
            <a:bodyPr tIns="91440" bIns="91440" anchor="ctr">
              <a:noAutofit/>
            </a:bodyPr>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7" name="Google Shape;246;p26"/>
            <p:cNvSpPr/>
            <p:nvPr/>
          </p:nvSpPr>
          <p:spPr>
            <a:xfrm rot="10800000">
              <a:off x="8818920" y="18324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a:solidFill>
                <a:srgbClr val="FFFFFF"/>
              </a:solidFill>
              <a:round/>
            </a:ln>
          </p:spPr>
          <p:style>
            <a:lnRef idx="0">
              <a:srgbClr val="FFFFFF"/>
            </a:lnRef>
            <a:fillRef idx="0">
              <a:srgbClr val="FFFFFF"/>
            </a:fillRef>
            <a:effectRef idx="0">
              <a:srgbClr val="FFFFFF"/>
            </a:effectRef>
            <a:fontRef idx="minor"/>
          </p:style>
          <p:txBody>
            <a:bodyPr tIns="91440" bIns="91440" anchor="ctr">
              <a:noAutofit/>
            </a:bodyPr>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8" name="Google Shape;247;p26"/>
            <p:cNvSpPr/>
            <p:nvPr/>
          </p:nvSpPr>
          <p:spPr>
            <a:xfrm rot="10800000">
              <a:off x="8011800" y="460440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9FCBFD">
                <a:alpha val="41000"/>
              </a:srgbClr>
            </a:solidFill>
            <a:ln w="19050">
              <a:solidFill>
                <a:srgbClr val="FFFFFF"/>
              </a:solidFill>
              <a:round/>
            </a:ln>
          </p:spPr>
          <p:style>
            <a:lnRef idx="0">
              <a:srgbClr val="FFFFFF"/>
            </a:lnRef>
            <a:fillRef idx="0">
              <a:srgbClr val="FFFFFF"/>
            </a:fillRef>
            <a:effectRef idx="0">
              <a:srgbClr val="FFFFFF"/>
            </a:effectRef>
            <a:fontRef idx="minor"/>
          </p:style>
          <p:txBody>
            <a:bodyPr tIns="91440" bIns="91440" anchor="ctr">
              <a:noAutofit/>
            </a:bodyPr>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9" name="Google Shape;248;p26"/>
            <p:cNvSpPr/>
            <p:nvPr/>
          </p:nvSpPr>
          <p:spPr>
            <a:xfrm flipH="1">
              <a:off x="8430120" y="-35820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68DAF8">
                <a:alpha val="34000"/>
              </a:srgbClr>
            </a:solidFill>
            <a:ln w="19050">
              <a:solidFill>
                <a:srgbClr val="FFFFFF"/>
              </a:solidFill>
              <a:round/>
            </a:ln>
          </p:spPr>
          <p:style>
            <a:lnRef idx="0">
              <a:srgbClr val="FFFFFF"/>
            </a:lnRef>
            <a:fillRef idx="0">
              <a:srgbClr val="FFFFFF"/>
            </a:fillRef>
            <a:effectRef idx="0">
              <a:srgbClr val="FFFFFF"/>
            </a:effectRef>
            <a:fontRef idx="minor"/>
          </p:style>
          <p:txBody>
            <a:bodyPr tIns="91440" bIns="91440" anchor="ctr">
              <a:noAutofit/>
            </a:bodyPr>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50" name="Google Shape;249;p26"/>
            <p:cNvSpPr/>
            <p:nvPr/>
          </p:nvSpPr>
          <p:spPr>
            <a:xfrm>
              <a:off x="-124200" y="407412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a:solidFill>
                <a:srgbClr val="FFFFFF"/>
              </a:solidFill>
              <a:round/>
            </a:ln>
          </p:spPr>
          <p:style>
            <a:lnRef idx="0">
              <a:srgbClr val="FFFFFF"/>
            </a:lnRef>
            <a:fillRef idx="0">
              <a:srgbClr val="FFFFFF"/>
            </a:fillRef>
            <a:effectRef idx="0">
              <a:srgbClr val="FFFFFF"/>
            </a:effectRef>
            <a:fontRef idx="minor"/>
          </p:style>
          <p:txBody>
            <a:bodyPr tIns="91440" bIns="91440" anchor="ctr">
              <a:noAutofit/>
            </a:bodyPr>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51" name="Google Shape;250;p26"/>
            <p:cNvSpPr/>
            <p:nvPr/>
          </p:nvSpPr>
          <p:spPr>
            <a:xfrm rot="10800000" flipH="1">
              <a:off x="-512640" y="183240"/>
              <a:ext cx="838440" cy="967680"/>
            </a:xfrm>
            <a:custGeom>
              <a:avLst/>
              <a:gdLst>
                <a:gd name="textAreaLeft" fmla="*/ 360 w 838440"/>
                <a:gd name="textAreaRight" fmla="*/ 83916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a:solidFill>
                <a:srgbClr val="FFFFFF"/>
              </a:solidFill>
              <a:round/>
            </a:ln>
          </p:spPr>
          <p:style>
            <a:lnRef idx="0">
              <a:srgbClr val="FFFFFF"/>
            </a:lnRef>
            <a:fillRef idx="0">
              <a:srgbClr val="FFFFFF"/>
            </a:fillRef>
            <a:effectRef idx="0">
              <a:srgbClr val="FFFFFF"/>
            </a:effectRef>
            <a:fontRef idx="minor"/>
          </p:style>
          <p:txBody>
            <a:bodyPr tIns="91440" bIns="91440" anchor="ctr">
              <a:noAutofit/>
            </a:bodyPr>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52" name="Google Shape;251;p26"/>
            <p:cNvSpPr/>
            <p:nvPr/>
          </p:nvSpPr>
          <p:spPr>
            <a:xfrm rot="10800000" flipH="1">
              <a:off x="294840" y="460440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a:solidFill>
                <a:srgbClr val="FFFFFF"/>
              </a:solidFill>
              <a:round/>
            </a:ln>
          </p:spPr>
          <p:style>
            <a:lnRef idx="0">
              <a:srgbClr val="FFFFFF"/>
            </a:lnRef>
            <a:fillRef idx="0">
              <a:srgbClr val="FFFFFF"/>
            </a:fillRef>
            <a:effectRef idx="0">
              <a:srgbClr val="FFFFFF"/>
            </a:effectRef>
            <a:fontRef idx="minor"/>
          </p:style>
          <p:txBody>
            <a:bodyPr tIns="91440" bIns="91440" anchor="ctr">
              <a:noAutofit/>
            </a:bodyPr>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53" name="Google Shape;252;p26"/>
            <p:cNvSpPr/>
            <p:nvPr/>
          </p:nvSpPr>
          <p:spPr>
            <a:xfrm>
              <a:off x="-124200" y="-35820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a:solidFill>
                <a:srgbClr val="FFFFFF"/>
              </a:solidFill>
              <a:round/>
            </a:ln>
          </p:spPr>
          <p:style>
            <a:lnRef idx="0">
              <a:srgbClr val="FFFFFF"/>
            </a:lnRef>
            <a:fillRef idx="0">
              <a:srgbClr val="FFFFFF"/>
            </a:fillRef>
            <a:effectRef idx="0">
              <a:srgbClr val="FFFFFF"/>
            </a:effectRef>
            <a:fontRef idx="minor"/>
          </p:style>
          <p:txBody>
            <a:bodyPr tIns="91440" bIns="91440" anchor="ctr">
              <a:noAutofit/>
            </a:bodyPr>
            <a:p>
              <a:pPr defTabSz="914400">
                <a:lnSpc>
                  <a:spcPct val="100000"/>
                </a:lnSpc>
                <a:tabLst>
                  <a:tab pos="0" algn="l"/>
                </a:tabLst>
              </a:pPr>
              <a:endParaRPr lang="en-US" sz="1800" b="0" u="none" strike="noStrike">
                <a:solidFill>
                  <a:srgbClr val="000000"/>
                </a:solidFill>
                <a:effectLst/>
                <a:uFillTx/>
                <a:latin typeface="OpenSymbol"/>
              </a:endParaRPr>
            </a:p>
          </p:txBody>
        </p:sp>
      </p:grpSp>
      <p:sp>
        <p:nvSpPr>
          <p:cNvPr id="154" name="PlaceHolder 1"/>
          <p:cNvSpPr>
            <a:spLocks noGrp="1"/>
          </p:cNvSpPr>
          <p:nvPr>
            <p:ph type="title" hasCustomPrompt="1"/>
          </p:nvPr>
        </p:nvSpPr>
        <p:spPr>
          <a:xfrm>
            <a:off x="720000" y="444960"/>
            <a:ext cx="7703640" cy="572400"/>
          </a:xfrm>
          <a:prstGeom prst="rect">
            <a:avLst/>
          </a:prstGeom>
          <a:noFill/>
          <a:ln w="0">
            <a:noFill/>
          </a:ln>
        </p:spPr>
        <p:txBody>
          <a:bodyPr lIns="91440" tIns="91440" rIns="91440" bIns="91440" anchor="t">
            <a:noAutofit/>
          </a:bodyPr>
          <a:p>
            <a:pPr indent="0">
              <a:buNone/>
            </a:pPr>
            <a:r>
              <a:rPr lang="fr-FR" sz="3500" b="0" u="none" strike="noStrike">
                <a:solidFill>
                  <a:schemeClr val="dk1"/>
                </a:solidFill>
                <a:effectLst/>
                <a:uFillTx/>
                <a:latin typeface="Arial" panose="020B0604020202020204"/>
              </a:rPr>
              <a:t>Click to edit the title text format</a:t>
            </a:r>
            <a:endParaRPr lang="fr-FR" sz="3500" b="0" u="none" strike="noStrike">
              <a:solidFill>
                <a:schemeClr val="dk1"/>
              </a:solidFill>
              <a:effectLst/>
              <a:uFillTx/>
              <a:latin typeface="Arial" panose="020B0604020202020204"/>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CUSTOM_5">
    <p:bg>
      <p:bgPr>
        <a:solidFill>
          <a:schemeClr val="lt1"/>
        </a:solidFill>
        <a:effectLst/>
      </p:bgPr>
    </p:bg>
    <p:spTree>
      <p:nvGrpSpPr>
        <p:cNvPr id="1" name=""/>
        <p:cNvGrpSpPr/>
        <p:nvPr/>
      </p:nvGrpSpPr>
      <p:grpSpPr>
        <a:xfrm>
          <a:off x="0" y="0"/>
          <a:ext cx="0" cy="0"/>
          <a:chOff x="0" y="0"/>
          <a:chExt cx="0" cy="0"/>
        </a:xfrm>
      </p:grpSpPr>
      <p:grpSp>
        <p:nvGrpSpPr>
          <p:cNvPr id="155" name="Google Shape;261;p27"/>
          <p:cNvGrpSpPr/>
          <p:nvPr/>
        </p:nvGrpSpPr>
        <p:grpSpPr>
          <a:xfrm>
            <a:off x="-519480" y="2675160"/>
            <a:ext cx="10224360" cy="2743920"/>
            <a:chOff x="-519480" y="2675160"/>
            <a:chExt cx="10224360" cy="2743920"/>
          </a:xfrm>
        </p:grpSpPr>
        <p:sp>
          <p:nvSpPr>
            <p:cNvPr id="156" name="Google Shape;262;p27"/>
            <p:cNvSpPr/>
            <p:nvPr/>
          </p:nvSpPr>
          <p:spPr>
            <a:xfrm rot="10800000" flipH="1">
              <a:off x="-119160" y="308520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a:solidFill>
                <a:srgbClr val="FFFFFF"/>
              </a:solidFill>
              <a:round/>
            </a:ln>
          </p:spPr>
          <p:style>
            <a:lnRef idx="0">
              <a:srgbClr val="FFFFFF"/>
            </a:lnRef>
            <a:fillRef idx="0">
              <a:srgbClr val="FFFFFF"/>
            </a:fillRef>
            <a:effectRef idx="0">
              <a:srgbClr val="FFFFFF"/>
            </a:effectRef>
            <a:fontRef idx="minor"/>
          </p:style>
          <p:txBody>
            <a:bodyPr tIns="91440" bIns="91440" anchor="ctr">
              <a:noAutofit/>
            </a:bodyPr>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57" name="Google Shape;263;p27"/>
            <p:cNvSpPr/>
            <p:nvPr/>
          </p:nvSpPr>
          <p:spPr>
            <a:xfrm rot="10800000" flipH="1">
              <a:off x="-519840" y="2675160"/>
              <a:ext cx="838440" cy="967680"/>
            </a:xfrm>
            <a:custGeom>
              <a:avLst/>
              <a:gdLst>
                <a:gd name="textAreaLeft" fmla="*/ 360 w 838440"/>
                <a:gd name="textAreaRight" fmla="*/ 83916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a:solidFill>
                <a:srgbClr val="FFFFFF"/>
              </a:solidFill>
              <a:round/>
            </a:ln>
          </p:spPr>
          <p:style>
            <a:lnRef idx="0">
              <a:srgbClr val="FFFFFF"/>
            </a:lnRef>
            <a:fillRef idx="0">
              <a:srgbClr val="FFFFFF"/>
            </a:fillRef>
            <a:effectRef idx="0">
              <a:srgbClr val="FFFFFF"/>
            </a:effectRef>
            <a:fontRef idx="minor"/>
          </p:style>
          <p:txBody>
            <a:bodyPr tIns="91440" bIns="91440" anchor="ctr">
              <a:noAutofit/>
            </a:bodyPr>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58" name="Google Shape;264;p27"/>
            <p:cNvSpPr/>
            <p:nvPr/>
          </p:nvSpPr>
          <p:spPr>
            <a:xfrm>
              <a:off x="-519480" y="395568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a:solidFill>
                <a:srgbClr val="FFFFFF"/>
              </a:solidFill>
              <a:round/>
            </a:ln>
          </p:spPr>
          <p:style>
            <a:lnRef idx="0">
              <a:srgbClr val="FFFFFF"/>
            </a:lnRef>
            <a:fillRef idx="0">
              <a:srgbClr val="FFFFFF"/>
            </a:fillRef>
            <a:effectRef idx="0">
              <a:srgbClr val="FFFFFF"/>
            </a:effectRef>
            <a:fontRef idx="minor"/>
          </p:style>
          <p:txBody>
            <a:bodyPr tIns="91440" bIns="91440" anchor="ctr">
              <a:noAutofit/>
            </a:bodyPr>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59" name="Google Shape;265;p27"/>
            <p:cNvSpPr/>
            <p:nvPr/>
          </p:nvSpPr>
          <p:spPr>
            <a:xfrm>
              <a:off x="21240" y="445140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9FCBFD">
                <a:alpha val="41000"/>
              </a:srgbClr>
            </a:solidFill>
            <a:ln w="19050">
              <a:solidFill>
                <a:srgbClr val="FFFFFF"/>
              </a:solidFill>
              <a:round/>
            </a:ln>
          </p:spPr>
          <p:style>
            <a:lnRef idx="0">
              <a:srgbClr val="FFFFFF"/>
            </a:lnRef>
            <a:fillRef idx="0">
              <a:srgbClr val="FFFFFF"/>
            </a:fillRef>
            <a:effectRef idx="0">
              <a:srgbClr val="FFFFFF"/>
            </a:effectRef>
            <a:fontRef idx="minor"/>
          </p:style>
          <p:txBody>
            <a:bodyPr tIns="91440" bIns="91440" anchor="ctr">
              <a:noAutofit/>
            </a:bodyPr>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60" name="Google Shape;266;p27"/>
            <p:cNvSpPr/>
            <p:nvPr/>
          </p:nvSpPr>
          <p:spPr>
            <a:xfrm rot="10800000">
              <a:off x="8465400" y="308520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a:solidFill>
                <a:srgbClr val="FFFFFF"/>
              </a:solidFill>
              <a:round/>
            </a:ln>
          </p:spPr>
          <p:style>
            <a:lnRef idx="0">
              <a:srgbClr val="FFFFFF"/>
            </a:lnRef>
            <a:fillRef idx="0">
              <a:srgbClr val="FFFFFF"/>
            </a:fillRef>
            <a:effectRef idx="0">
              <a:srgbClr val="FFFFFF"/>
            </a:effectRef>
            <a:fontRef idx="minor"/>
          </p:style>
          <p:txBody>
            <a:bodyPr tIns="91440" bIns="91440" anchor="ctr">
              <a:noAutofit/>
            </a:bodyPr>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61" name="Google Shape;267;p27"/>
            <p:cNvSpPr/>
            <p:nvPr/>
          </p:nvSpPr>
          <p:spPr>
            <a:xfrm rot="10800000">
              <a:off x="8866440" y="267516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a:solidFill>
                <a:srgbClr val="FFFFFF"/>
              </a:solidFill>
              <a:round/>
            </a:ln>
          </p:spPr>
          <p:style>
            <a:lnRef idx="0">
              <a:srgbClr val="FFFFFF"/>
            </a:lnRef>
            <a:fillRef idx="0">
              <a:srgbClr val="FFFFFF"/>
            </a:fillRef>
            <a:effectRef idx="0">
              <a:srgbClr val="FFFFFF"/>
            </a:effectRef>
            <a:fontRef idx="minor"/>
          </p:style>
          <p:txBody>
            <a:bodyPr tIns="91440" bIns="91440" anchor="ctr">
              <a:noAutofit/>
            </a:bodyPr>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62" name="Google Shape;268;p27"/>
            <p:cNvSpPr/>
            <p:nvPr/>
          </p:nvSpPr>
          <p:spPr>
            <a:xfrm flipH="1">
              <a:off x="8865360" y="395568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a:solidFill>
                <a:srgbClr val="FFFFFF"/>
              </a:solidFill>
              <a:round/>
            </a:ln>
          </p:spPr>
          <p:style>
            <a:lnRef idx="0">
              <a:srgbClr val="FFFFFF"/>
            </a:lnRef>
            <a:fillRef idx="0">
              <a:srgbClr val="FFFFFF"/>
            </a:fillRef>
            <a:effectRef idx="0">
              <a:srgbClr val="FFFFFF"/>
            </a:effectRef>
            <a:fontRef idx="minor"/>
          </p:style>
          <p:txBody>
            <a:bodyPr tIns="91440" bIns="91440" anchor="ctr">
              <a:noAutofit/>
            </a:bodyPr>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63" name="Google Shape;269;p27"/>
            <p:cNvSpPr/>
            <p:nvPr/>
          </p:nvSpPr>
          <p:spPr>
            <a:xfrm flipH="1">
              <a:off x="8324640" y="445140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68DAF8">
                <a:alpha val="34000"/>
              </a:srgbClr>
            </a:solidFill>
            <a:ln w="19050">
              <a:solidFill>
                <a:srgbClr val="FFFFFF"/>
              </a:solidFill>
              <a:round/>
            </a:ln>
          </p:spPr>
          <p:style>
            <a:lnRef idx="0">
              <a:srgbClr val="FFFFFF"/>
            </a:lnRef>
            <a:fillRef idx="0">
              <a:srgbClr val="FFFFFF"/>
            </a:fillRef>
            <a:effectRef idx="0">
              <a:srgbClr val="FFFFFF"/>
            </a:effectRef>
            <a:fontRef idx="minor"/>
          </p:style>
          <p:txBody>
            <a:bodyPr tIns="91440" bIns="91440" anchor="ctr">
              <a:noAutofit/>
            </a:bodyPr>
            <a:p>
              <a:pPr defTabSz="914400">
                <a:lnSpc>
                  <a:spcPct val="100000"/>
                </a:lnSpc>
                <a:tabLst>
                  <a:tab pos="0" algn="l"/>
                </a:tabLst>
              </a:pPr>
              <a:endParaRPr lang="en-US" sz="1800" b="0" u="none" strike="noStrike">
                <a:solidFill>
                  <a:srgbClr val="000000"/>
                </a:solidFill>
                <a:effectLst/>
                <a:uFillTx/>
                <a:latin typeface="OpenSymbol"/>
              </a:endParaRPr>
            </a:p>
          </p:txBody>
        </p:sp>
      </p:grpSp>
      <p:sp>
        <p:nvSpPr>
          <p:cNvPr id="164" name="PlaceHolder 1"/>
          <p:cNvSpPr>
            <a:spLocks noGrp="1"/>
          </p:cNvSpPr>
          <p:nvPr>
            <p:ph type="title" hasCustomPrompt="1"/>
          </p:nvPr>
        </p:nvSpPr>
        <p:spPr>
          <a:xfrm>
            <a:off x="720000" y="444960"/>
            <a:ext cx="7703640" cy="572400"/>
          </a:xfrm>
          <a:prstGeom prst="rect">
            <a:avLst/>
          </a:prstGeom>
          <a:noFill/>
          <a:ln w="0">
            <a:noFill/>
          </a:ln>
        </p:spPr>
        <p:txBody>
          <a:bodyPr lIns="91440" tIns="91440" rIns="91440" bIns="91440" anchor="t">
            <a:noAutofit/>
          </a:bodyPr>
          <a:p>
            <a:pPr indent="0">
              <a:buNone/>
            </a:pPr>
            <a:r>
              <a:rPr lang="fr-FR" sz="3500" b="0" u="none" strike="noStrike">
                <a:solidFill>
                  <a:schemeClr val="dk1"/>
                </a:solidFill>
                <a:effectLst/>
                <a:uFillTx/>
                <a:latin typeface="Arial" panose="020B0604020202020204"/>
              </a:rPr>
              <a:t>Click to edit the title text format</a:t>
            </a:r>
            <a:endParaRPr lang="fr-FR" sz="3500" b="0" u="none" strike="noStrike">
              <a:solidFill>
                <a:schemeClr val="dk1"/>
              </a:solidFill>
              <a:effectLst/>
              <a:uFillTx/>
              <a:latin typeface="Arial" panose="020B0604020202020204"/>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CUSTOM_7">
    <p:bg>
      <p:bgPr>
        <a:solidFill>
          <a:schemeClr val="lt1"/>
        </a:solidFill>
        <a:effectLst/>
      </p:bgPr>
    </p:bg>
    <p:spTree>
      <p:nvGrpSpPr>
        <p:cNvPr id="1" name=""/>
        <p:cNvGrpSpPr/>
        <p:nvPr/>
      </p:nvGrpSpPr>
      <p:grpSpPr>
        <a:xfrm>
          <a:off x="0" y="0"/>
          <a:ext cx="0" cy="0"/>
          <a:chOff x="0" y="0"/>
          <a:chExt cx="0" cy="0"/>
        </a:xfrm>
      </p:grpSpPr>
      <p:grpSp>
        <p:nvGrpSpPr>
          <p:cNvPr id="165" name="Google Shape;280;p28"/>
          <p:cNvGrpSpPr/>
          <p:nvPr/>
        </p:nvGrpSpPr>
        <p:grpSpPr>
          <a:xfrm>
            <a:off x="-266400" y="3341880"/>
            <a:ext cx="9676800" cy="2320920"/>
            <a:chOff x="-266400" y="3341880"/>
            <a:chExt cx="9676800" cy="2320920"/>
          </a:xfrm>
        </p:grpSpPr>
        <p:sp>
          <p:nvSpPr>
            <p:cNvPr id="166" name="Google Shape;281;p28"/>
            <p:cNvSpPr/>
            <p:nvPr/>
          </p:nvSpPr>
          <p:spPr>
            <a:xfrm flipH="1">
              <a:off x="7440840" y="469512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a:solidFill>
                <a:srgbClr val="FFFFFF"/>
              </a:solidFill>
              <a:round/>
            </a:ln>
          </p:spPr>
          <p:style>
            <a:lnRef idx="0">
              <a:srgbClr val="FFFFFF"/>
            </a:lnRef>
            <a:fillRef idx="0">
              <a:srgbClr val="FFFFFF"/>
            </a:fillRef>
            <a:effectRef idx="0">
              <a:srgbClr val="FFFFFF"/>
            </a:effectRef>
            <a:fontRef idx="minor"/>
          </p:style>
          <p:txBody>
            <a:bodyPr tIns="91440" bIns="91440" anchor="ctr">
              <a:noAutofit/>
            </a:bodyPr>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67" name="Google Shape;282;p28"/>
            <p:cNvSpPr/>
            <p:nvPr/>
          </p:nvSpPr>
          <p:spPr>
            <a:xfrm>
              <a:off x="863640" y="469512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a:solidFill>
                <a:srgbClr val="FFFFFF"/>
              </a:solidFill>
              <a:round/>
            </a:ln>
          </p:spPr>
          <p:style>
            <a:lnRef idx="0">
              <a:srgbClr val="FFFFFF"/>
            </a:lnRef>
            <a:fillRef idx="0">
              <a:srgbClr val="FFFFFF"/>
            </a:fillRef>
            <a:effectRef idx="0">
              <a:srgbClr val="FFFFFF"/>
            </a:effectRef>
            <a:fontRef idx="minor"/>
          </p:style>
          <p:txBody>
            <a:bodyPr tIns="91440" bIns="91440" anchor="ctr">
              <a:noAutofit/>
            </a:bodyPr>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68" name="Google Shape;283;p28"/>
            <p:cNvSpPr/>
            <p:nvPr/>
          </p:nvSpPr>
          <p:spPr>
            <a:xfrm rot="10800000" flipH="1">
              <a:off x="-266760" y="402912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a:solidFill>
                <a:srgbClr val="FFFFFF"/>
              </a:solidFill>
              <a:round/>
            </a:ln>
          </p:spPr>
          <p:style>
            <a:lnRef idx="0">
              <a:srgbClr val="FFFFFF"/>
            </a:lnRef>
            <a:fillRef idx="0">
              <a:srgbClr val="FFFFFF"/>
            </a:fillRef>
            <a:effectRef idx="0">
              <a:srgbClr val="FFFFFF"/>
            </a:effectRef>
            <a:fontRef idx="minor"/>
          </p:style>
          <p:txBody>
            <a:bodyPr tIns="91440" bIns="91440" anchor="ctr">
              <a:noAutofit/>
            </a:bodyPr>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69" name="Google Shape;284;p28"/>
            <p:cNvSpPr/>
            <p:nvPr/>
          </p:nvSpPr>
          <p:spPr>
            <a:xfrm>
              <a:off x="153000" y="452448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a:solidFill>
                <a:srgbClr val="FFFFFF"/>
              </a:solidFill>
              <a:round/>
            </a:ln>
          </p:spPr>
          <p:style>
            <a:lnRef idx="0">
              <a:srgbClr val="FFFFFF"/>
            </a:lnRef>
            <a:fillRef idx="0">
              <a:srgbClr val="FFFFFF"/>
            </a:fillRef>
            <a:effectRef idx="0">
              <a:srgbClr val="FFFFFF"/>
            </a:effectRef>
            <a:fontRef idx="minor"/>
          </p:style>
          <p:txBody>
            <a:bodyPr tIns="91440" bIns="91440" anchor="ctr">
              <a:noAutofit/>
            </a:bodyPr>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70" name="Google Shape;285;p28"/>
            <p:cNvSpPr/>
            <p:nvPr/>
          </p:nvSpPr>
          <p:spPr>
            <a:xfrm rot="10800000" flipH="1">
              <a:off x="-151560" y="334188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a:solidFill>
                <a:srgbClr val="FFFFFF"/>
              </a:solidFill>
              <a:round/>
            </a:ln>
          </p:spPr>
          <p:style>
            <a:lnRef idx="0">
              <a:srgbClr val="FFFFFF"/>
            </a:lnRef>
            <a:fillRef idx="0">
              <a:srgbClr val="FFFFFF"/>
            </a:fillRef>
            <a:effectRef idx="0">
              <a:srgbClr val="FFFFFF"/>
            </a:effectRef>
            <a:fontRef idx="minor"/>
          </p:style>
          <p:txBody>
            <a:bodyPr tIns="91440" bIns="91440" anchor="ctr">
              <a:noAutofit/>
            </a:bodyPr>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71" name="Google Shape;286;p28"/>
            <p:cNvSpPr/>
            <p:nvPr/>
          </p:nvSpPr>
          <p:spPr>
            <a:xfrm rot="10800000">
              <a:off x="8571960" y="402912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a:solidFill>
                <a:srgbClr val="FFFFFF"/>
              </a:solidFill>
              <a:round/>
            </a:ln>
          </p:spPr>
          <p:style>
            <a:lnRef idx="0">
              <a:srgbClr val="FFFFFF"/>
            </a:lnRef>
            <a:fillRef idx="0">
              <a:srgbClr val="FFFFFF"/>
            </a:fillRef>
            <a:effectRef idx="0">
              <a:srgbClr val="FFFFFF"/>
            </a:effectRef>
            <a:fontRef idx="minor"/>
          </p:style>
          <p:txBody>
            <a:bodyPr tIns="91440" bIns="91440" anchor="ctr">
              <a:noAutofit/>
            </a:bodyPr>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72" name="Google Shape;287;p28"/>
            <p:cNvSpPr/>
            <p:nvPr/>
          </p:nvSpPr>
          <p:spPr>
            <a:xfrm flipH="1">
              <a:off x="8151840" y="452448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9FCBFD">
                <a:alpha val="41000"/>
              </a:srgbClr>
            </a:solidFill>
            <a:ln w="19050">
              <a:solidFill>
                <a:srgbClr val="FFFFFF"/>
              </a:solidFill>
              <a:round/>
            </a:ln>
          </p:spPr>
          <p:style>
            <a:lnRef idx="0">
              <a:srgbClr val="FFFFFF"/>
            </a:lnRef>
            <a:fillRef idx="0">
              <a:srgbClr val="FFFFFF"/>
            </a:fillRef>
            <a:effectRef idx="0">
              <a:srgbClr val="FFFFFF"/>
            </a:effectRef>
            <a:fontRef idx="minor"/>
          </p:style>
          <p:txBody>
            <a:bodyPr tIns="91440" bIns="91440" anchor="ctr">
              <a:noAutofit/>
            </a:bodyPr>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73" name="Google Shape;288;p28"/>
            <p:cNvSpPr/>
            <p:nvPr/>
          </p:nvSpPr>
          <p:spPr>
            <a:xfrm rot="10800000">
              <a:off x="8456760" y="334188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68DAF8">
                <a:alpha val="34000"/>
              </a:srgbClr>
            </a:solidFill>
            <a:ln w="19050">
              <a:solidFill>
                <a:srgbClr val="FFFFFF"/>
              </a:solidFill>
              <a:round/>
            </a:ln>
          </p:spPr>
          <p:style>
            <a:lnRef idx="0">
              <a:srgbClr val="FFFFFF"/>
            </a:lnRef>
            <a:fillRef idx="0">
              <a:srgbClr val="FFFFFF"/>
            </a:fillRef>
            <a:effectRef idx="0">
              <a:srgbClr val="FFFFFF"/>
            </a:effectRef>
            <a:fontRef idx="minor"/>
          </p:style>
          <p:txBody>
            <a:bodyPr tIns="91440" bIns="91440" anchor="ctr">
              <a:noAutofit/>
            </a:bodyPr>
            <a:p>
              <a:pPr defTabSz="914400">
                <a:lnSpc>
                  <a:spcPct val="100000"/>
                </a:lnSpc>
                <a:tabLst>
                  <a:tab pos="0" algn="l"/>
                </a:tabLst>
              </a:pPr>
              <a:endParaRPr lang="en-US" sz="1800" b="0" u="none" strike="noStrike">
                <a:solidFill>
                  <a:srgbClr val="000000"/>
                </a:solidFill>
                <a:effectLst/>
                <a:uFillTx/>
                <a:latin typeface="OpenSymbol"/>
              </a:endParaRPr>
            </a:p>
          </p:txBody>
        </p:sp>
      </p:grpSp>
      <p:sp>
        <p:nvSpPr>
          <p:cNvPr id="174" name="PlaceHolder 1"/>
          <p:cNvSpPr>
            <a:spLocks noGrp="1"/>
          </p:cNvSpPr>
          <p:nvPr>
            <p:ph type="title" hasCustomPrompt="1"/>
          </p:nvPr>
        </p:nvSpPr>
        <p:spPr>
          <a:xfrm>
            <a:off x="720000" y="444960"/>
            <a:ext cx="7703640" cy="572400"/>
          </a:xfrm>
          <a:prstGeom prst="rect">
            <a:avLst/>
          </a:prstGeom>
          <a:noFill/>
          <a:ln w="0">
            <a:noFill/>
          </a:ln>
        </p:spPr>
        <p:txBody>
          <a:bodyPr lIns="91440" tIns="91440" rIns="91440" bIns="91440" anchor="t">
            <a:noAutofit/>
          </a:bodyPr>
          <a:p>
            <a:pPr indent="0">
              <a:buNone/>
            </a:pPr>
            <a:r>
              <a:rPr lang="fr-FR" sz="3500" b="0" u="none" strike="noStrike">
                <a:solidFill>
                  <a:schemeClr val="dk1"/>
                </a:solidFill>
                <a:effectLst/>
                <a:uFillTx/>
                <a:latin typeface="Arial" panose="020B0604020202020204"/>
              </a:rPr>
              <a:t>Click to edit the title text format</a:t>
            </a:r>
            <a:endParaRPr lang="fr-FR" sz="3500" b="0" u="none" strike="noStrike">
              <a:solidFill>
                <a:schemeClr val="dk1"/>
              </a:solidFill>
              <a:effectLst/>
              <a:uFillTx/>
              <a:latin typeface="Arial" panose="020B0604020202020204"/>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CUSTOM_8">
    <p:bg>
      <p:bgPr>
        <a:solidFill>
          <a:schemeClr val="lt1"/>
        </a:solidFill>
        <a:effectLst/>
      </p:bgPr>
    </p:bg>
    <p:spTree>
      <p:nvGrpSpPr>
        <p:cNvPr id="1" name=""/>
        <p:cNvGrpSpPr/>
        <p:nvPr/>
      </p:nvGrpSpPr>
      <p:grpSpPr>
        <a:xfrm>
          <a:off x="0" y="0"/>
          <a:ext cx="0" cy="0"/>
          <a:chOff x="0" y="0"/>
          <a:chExt cx="0" cy="0"/>
        </a:xfrm>
      </p:grpSpPr>
      <p:sp>
        <p:nvSpPr>
          <p:cNvPr id="175" name="PlaceHolder 1"/>
          <p:cNvSpPr>
            <a:spLocks noGrp="1"/>
          </p:cNvSpPr>
          <p:nvPr>
            <p:ph type="title" hasCustomPrompt="1"/>
          </p:nvPr>
        </p:nvSpPr>
        <p:spPr>
          <a:xfrm>
            <a:off x="4352040" y="638280"/>
            <a:ext cx="4078440" cy="768600"/>
          </a:xfrm>
          <a:prstGeom prst="rect">
            <a:avLst/>
          </a:prstGeom>
          <a:noFill/>
          <a:ln w="0">
            <a:noFill/>
          </a:ln>
        </p:spPr>
        <p:txBody>
          <a:bodyPr lIns="91440" tIns="91440" rIns="91440" bIns="91440" anchor="b">
            <a:noAutofit/>
          </a:bodyPr>
          <a:p>
            <a:pPr indent="0">
              <a:lnSpc>
                <a:spcPct val="100000"/>
              </a:lnSpc>
              <a:buNone/>
            </a:pPr>
            <a:r>
              <a:rPr lang="fr-FR" sz="4500" b="1" u="none" strike="noStrike">
                <a:solidFill>
                  <a:schemeClr val="dk1"/>
                </a:solidFill>
                <a:effectLst/>
                <a:uFillTx/>
                <a:latin typeface="Outfit"/>
                <a:ea typeface="Outfit"/>
              </a:rPr>
              <a:t>xx%</a:t>
            </a:r>
            <a:endParaRPr lang="fr-FR" sz="4500" b="0" u="none" strike="noStrike">
              <a:solidFill>
                <a:schemeClr val="dk1"/>
              </a:solidFill>
              <a:effectLst/>
              <a:uFillTx/>
              <a:latin typeface="Arial" panose="020B0604020202020204"/>
            </a:endParaRPr>
          </a:p>
        </p:txBody>
      </p:sp>
      <p:sp>
        <p:nvSpPr>
          <p:cNvPr id="176" name="PlaceHolder 2"/>
          <p:cNvSpPr>
            <a:spLocks noGrp="1"/>
          </p:cNvSpPr>
          <p:nvPr>
            <p:ph type="title" hasCustomPrompt="1"/>
          </p:nvPr>
        </p:nvSpPr>
        <p:spPr>
          <a:xfrm>
            <a:off x="4352040" y="1990440"/>
            <a:ext cx="4078440" cy="768600"/>
          </a:xfrm>
          <a:prstGeom prst="rect">
            <a:avLst/>
          </a:prstGeom>
          <a:noFill/>
          <a:ln w="0">
            <a:noFill/>
          </a:ln>
        </p:spPr>
        <p:txBody>
          <a:bodyPr lIns="91440" tIns="91440" rIns="91440" bIns="91440" anchor="b">
            <a:noAutofit/>
          </a:bodyPr>
          <a:p>
            <a:pPr indent="0">
              <a:lnSpc>
                <a:spcPct val="100000"/>
              </a:lnSpc>
              <a:buNone/>
            </a:pPr>
            <a:r>
              <a:rPr lang="fr-FR" sz="4500" b="1" u="none" strike="noStrike">
                <a:solidFill>
                  <a:schemeClr val="dk1"/>
                </a:solidFill>
                <a:effectLst/>
                <a:uFillTx/>
                <a:latin typeface="Outfit"/>
                <a:ea typeface="Outfit"/>
              </a:rPr>
              <a:t>xx%</a:t>
            </a:r>
            <a:endParaRPr lang="fr-FR" sz="4500" b="0" u="none" strike="noStrike">
              <a:solidFill>
                <a:schemeClr val="dk1"/>
              </a:solidFill>
              <a:effectLst/>
              <a:uFillTx/>
              <a:latin typeface="Arial" panose="020B0604020202020204"/>
            </a:endParaRPr>
          </a:p>
        </p:txBody>
      </p:sp>
      <p:sp>
        <p:nvSpPr>
          <p:cNvPr id="177" name="PlaceHolder 3"/>
          <p:cNvSpPr>
            <a:spLocks noGrp="1"/>
          </p:cNvSpPr>
          <p:nvPr>
            <p:ph type="title" hasCustomPrompt="1"/>
          </p:nvPr>
        </p:nvSpPr>
        <p:spPr>
          <a:xfrm>
            <a:off x="4352040" y="3342960"/>
            <a:ext cx="4078440" cy="768600"/>
          </a:xfrm>
          <a:prstGeom prst="rect">
            <a:avLst/>
          </a:prstGeom>
          <a:noFill/>
          <a:ln w="0">
            <a:noFill/>
          </a:ln>
        </p:spPr>
        <p:txBody>
          <a:bodyPr lIns="91440" tIns="91440" rIns="91440" bIns="91440" anchor="b">
            <a:noAutofit/>
          </a:bodyPr>
          <a:p>
            <a:pPr indent="0">
              <a:lnSpc>
                <a:spcPct val="100000"/>
              </a:lnSpc>
              <a:buNone/>
            </a:pPr>
            <a:r>
              <a:rPr lang="fr-FR" sz="4500" b="1" u="none" strike="noStrike">
                <a:solidFill>
                  <a:schemeClr val="dk1"/>
                </a:solidFill>
                <a:effectLst/>
                <a:uFillTx/>
                <a:latin typeface="Outfit"/>
                <a:ea typeface="Outfit"/>
              </a:rPr>
              <a:t>xx%</a:t>
            </a:r>
            <a:endParaRPr lang="fr-FR" sz="4500" b="0" u="none" strike="noStrike">
              <a:solidFill>
                <a:schemeClr val="dk1"/>
              </a:solidFill>
              <a:effectLst/>
              <a:uFillTx/>
              <a:latin typeface="Arial" panose="020B0604020202020204"/>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blank" preserve="1">
  <p:cSld name="CUSTOM_3_1">
    <p:bg>
      <p:bgPr>
        <a:solidFill>
          <a:schemeClr val="lt1"/>
        </a:solidFill>
        <a:effectLst/>
      </p:bgPr>
    </p:bg>
    <p:spTree>
      <p:nvGrpSpPr>
        <p:cNvPr id="1" name=""/>
        <p:cNvGrpSpPr/>
        <p:nvPr/>
      </p:nvGrpSpPr>
      <p:grpSpPr>
        <a:xfrm>
          <a:off x="0" y="0"/>
          <a:ext cx="0" cy="0"/>
          <a:chOff x="0" y="0"/>
          <a:chExt cx="0" cy="0"/>
        </a:xfrm>
      </p:grpSpPr>
      <p:sp>
        <p:nvSpPr>
          <p:cNvPr id="178" name="PlaceHolder 1"/>
          <p:cNvSpPr>
            <a:spLocks noGrp="1"/>
          </p:cNvSpPr>
          <p:nvPr>
            <p:ph type="title" hasCustomPrompt="1"/>
          </p:nvPr>
        </p:nvSpPr>
        <p:spPr>
          <a:xfrm>
            <a:off x="713160" y="677520"/>
            <a:ext cx="5094360" cy="1058400"/>
          </a:xfrm>
          <a:prstGeom prst="rect">
            <a:avLst/>
          </a:prstGeom>
          <a:noFill/>
          <a:ln w="0">
            <a:noFill/>
          </a:ln>
        </p:spPr>
        <p:txBody>
          <a:bodyPr lIns="91440" tIns="91440" rIns="91440" bIns="91440" anchor="t">
            <a:noAutofit/>
          </a:bodyPr>
          <a:p>
            <a:pPr indent="0">
              <a:buNone/>
            </a:pPr>
            <a:r>
              <a:rPr lang="fr-FR" sz="6000" b="0" u="none" strike="noStrike">
                <a:solidFill>
                  <a:schemeClr val="dk1"/>
                </a:solidFill>
                <a:effectLst/>
                <a:uFillTx/>
                <a:latin typeface="Arial" panose="020B0604020202020204"/>
              </a:rPr>
              <a:t>Click to edit the title text format</a:t>
            </a:r>
            <a:endParaRPr lang="fr-FR" sz="6000" b="0" u="none" strike="noStrike">
              <a:solidFill>
                <a:schemeClr val="dk1"/>
              </a:solidFill>
              <a:effectLst/>
              <a:uFillTx/>
              <a:latin typeface="Arial" panose="020B0604020202020204"/>
            </a:endParaRPr>
          </a:p>
        </p:txBody>
      </p:sp>
      <p:sp>
        <p:nvSpPr>
          <p:cNvPr id="179" name="Google Shape;312;p30"/>
          <p:cNvSpPr/>
          <p:nvPr/>
        </p:nvSpPr>
        <p:spPr>
          <a:xfrm>
            <a:off x="713160" y="3611880"/>
            <a:ext cx="5094360" cy="555840"/>
          </a:xfrm>
          <a:prstGeom prst="rect">
            <a:avLst/>
          </a:prstGeom>
          <a:noFill/>
          <a:ln w="0">
            <a:noFill/>
          </a:ln>
        </p:spPr>
        <p:style>
          <a:lnRef idx="0">
            <a:srgbClr val="FFFFFF"/>
          </a:lnRef>
          <a:fillRef idx="0">
            <a:srgbClr val="FFFFFF"/>
          </a:fillRef>
          <a:effectRef idx="0">
            <a:srgbClr val="FFFFFF"/>
          </a:effectRef>
          <a:fontRef idx="minor"/>
        </p:style>
        <p:txBody>
          <a:bodyPr tIns="91440" bIns="91440" anchor="t">
            <a:noAutofit/>
          </a:bodyPr>
          <a:p>
            <a:pPr defTabSz="914400">
              <a:lnSpc>
                <a:spcPct val="100000"/>
              </a:lnSpc>
              <a:spcBef>
                <a:spcPts val="300"/>
              </a:spcBef>
              <a:tabLst>
                <a:tab pos="0" algn="l"/>
              </a:tabLst>
            </a:pPr>
            <a:r>
              <a:rPr lang="en-GB" sz="1200" b="1" u="none" strike="noStrike">
                <a:solidFill>
                  <a:schemeClr val="dk1"/>
                </a:solidFill>
                <a:effectLst/>
                <a:uFillTx/>
                <a:latin typeface="DM Sans"/>
                <a:ea typeface="DM Sans"/>
              </a:rPr>
              <a:t>CREDITS:</a:t>
            </a:r>
            <a:r>
              <a:rPr lang="en-GB" sz="1200" b="0" u="none" strike="noStrike">
                <a:solidFill>
                  <a:schemeClr val="dk1"/>
                </a:solidFill>
                <a:effectLst/>
                <a:uFillTx/>
                <a:latin typeface="DM Sans"/>
                <a:ea typeface="DM Sans"/>
              </a:rPr>
              <a:t> This presentation template was created by </a:t>
            </a:r>
            <a:r>
              <a:rPr lang="en-GB" sz="1200" b="1" u="sng" strike="noStrike">
                <a:solidFill>
                  <a:schemeClr val="dk1"/>
                </a:solidFill>
                <a:effectLst/>
                <a:uFillTx/>
                <a:latin typeface="DM Sans"/>
                <a:ea typeface="DM Sans"/>
                <a:hlinkClick r:id="rId2"/>
              </a:rPr>
              <a:t>Slidesgo</a:t>
            </a:r>
            <a:r>
              <a:rPr lang="en-GB" sz="1200" b="0" u="none" strike="noStrike">
                <a:solidFill>
                  <a:schemeClr val="dk1"/>
                </a:solidFill>
                <a:effectLst/>
                <a:uFillTx/>
                <a:latin typeface="DM Sans"/>
                <a:ea typeface="DM Sans"/>
              </a:rPr>
              <a:t>, and includes icons by </a:t>
            </a:r>
            <a:r>
              <a:rPr lang="en-GB" sz="1200" b="1" u="sng" strike="noStrike">
                <a:solidFill>
                  <a:schemeClr val="dk1"/>
                </a:solidFill>
                <a:effectLst/>
                <a:uFillTx/>
                <a:latin typeface="DM Sans"/>
                <a:ea typeface="DM Sans"/>
                <a:hlinkClick r:id="rId3"/>
              </a:rPr>
              <a:t>Flaticon</a:t>
            </a:r>
            <a:r>
              <a:rPr lang="en-GB" sz="1200" b="0" u="none" strike="noStrike">
                <a:solidFill>
                  <a:schemeClr val="dk1"/>
                </a:solidFill>
                <a:effectLst/>
                <a:uFillTx/>
                <a:latin typeface="DM Sans"/>
                <a:ea typeface="DM Sans"/>
              </a:rPr>
              <a:t>, and infographics &amp; images by </a:t>
            </a:r>
            <a:r>
              <a:rPr lang="en-GB" sz="1200" b="1" u="sng" strike="noStrike">
                <a:solidFill>
                  <a:schemeClr val="dk1"/>
                </a:solidFill>
                <a:effectLst/>
                <a:uFillTx/>
                <a:latin typeface="DM Sans"/>
                <a:ea typeface="DM Sans"/>
                <a:hlinkClick r:id="rId4"/>
              </a:rPr>
              <a:t>Freepik</a:t>
            </a:r>
            <a:r>
              <a:rPr lang="en-GB" sz="1200" b="0" u="sng" strike="noStrike">
                <a:solidFill>
                  <a:schemeClr val="dk1"/>
                </a:solidFill>
                <a:effectLst/>
                <a:uFillTx/>
                <a:latin typeface="DM Sans"/>
                <a:ea typeface="DM Sans"/>
              </a:rPr>
              <a:t> </a:t>
            </a:r>
            <a:endParaRPr lang="en-US" sz="1200" b="0" u="none" strike="noStrike">
              <a:solidFill>
                <a:srgbClr val="000000"/>
              </a:solidFill>
              <a:effectLst/>
              <a:uFillTx/>
              <a:latin typeface="OpenSymbol"/>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x" preserve="1">
  <p:cSld name="TITLE_AND_BODY">
    <p:bg>
      <p:bgPr>
        <a:solidFill>
          <a:schemeClr val="lt1"/>
        </a:solidFill>
        <a:effectLst/>
      </p:bgPr>
    </p:bg>
    <p:spTree>
      <p:nvGrpSpPr>
        <p:cNvPr id="1" name=""/>
        <p:cNvGrpSpPr/>
        <p:nvPr/>
      </p:nvGrpSpPr>
      <p:grpSpPr>
        <a:xfrm>
          <a:off x="0" y="0"/>
          <a:ext cx="0" cy="0"/>
          <a:chOff x="0" y="0"/>
          <a:chExt cx="0" cy="0"/>
        </a:xfrm>
      </p:grpSpPr>
      <p:grpSp>
        <p:nvGrpSpPr>
          <p:cNvPr id="180" name="Google Shape;16;p4"/>
          <p:cNvGrpSpPr/>
          <p:nvPr/>
        </p:nvGrpSpPr>
        <p:grpSpPr>
          <a:xfrm>
            <a:off x="-247320" y="-445680"/>
            <a:ext cx="9638640" cy="6029280"/>
            <a:chOff x="-247320" y="-445680"/>
            <a:chExt cx="9638640" cy="6029280"/>
          </a:xfrm>
        </p:grpSpPr>
        <p:sp>
          <p:nvSpPr>
            <p:cNvPr id="181" name="Google Shape;17;p4"/>
            <p:cNvSpPr/>
            <p:nvPr/>
          </p:nvSpPr>
          <p:spPr>
            <a:xfrm>
              <a:off x="-247320" y="411984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a:solidFill>
                <a:srgbClr val="FFFFFF"/>
              </a:solidFill>
              <a:round/>
            </a:ln>
          </p:spPr>
          <p:style>
            <a:lnRef idx="0">
              <a:srgbClr val="FFFFFF"/>
            </a:lnRef>
            <a:fillRef idx="0">
              <a:srgbClr val="FFFFFF"/>
            </a:fillRef>
            <a:effectRef idx="0">
              <a:srgbClr val="FFFFFF"/>
            </a:effectRef>
            <a:fontRef idx="minor"/>
          </p:style>
          <p:txBody>
            <a:bodyPr tIns="91440" bIns="91440" anchor="ctr">
              <a:noAutofit/>
            </a:bodyPr>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82" name="Google Shape;18;p4"/>
            <p:cNvSpPr/>
            <p:nvPr/>
          </p:nvSpPr>
          <p:spPr>
            <a:xfrm>
              <a:off x="293400" y="461592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68DAF8">
                <a:alpha val="34000"/>
              </a:srgbClr>
            </a:solidFill>
            <a:ln w="19050">
              <a:solidFill>
                <a:srgbClr val="FFFFFF"/>
              </a:solidFill>
              <a:round/>
            </a:ln>
          </p:spPr>
          <p:style>
            <a:lnRef idx="0">
              <a:srgbClr val="FFFFFF"/>
            </a:lnRef>
            <a:fillRef idx="0">
              <a:srgbClr val="FFFFFF"/>
            </a:fillRef>
            <a:effectRef idx="0">
              <a:srgbClr val="FFFFFF"/>
            </a:effectRef>
            <a:fontRef idx="minor"/>
          </p:style>
          <p:txBody>
            <a:bodyPr tIns="91440" bIns="91440" anchor="ctr">
              <a:noAutofit/>
            </a:bodyPr>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83" name="Google Shape;19;p4"/>
            <p:cNvSpPr/>
            <p:nvPr/>
          </p:nvSpPr>
          <p:spPr>
            <a:xfrm flipH="1">
              <a:off x="8551800" y="411984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a:solidFill>
                <a:srgbClr val="FFFFFF"/>
              </a:solidFill>
              <a:round/>
            </a:ln>
          </p:spPr>
          <p:style>
            <a:lnRef idx="0">
              <a:srgbClr val="FFFFFF"/>
            </a:lnRef>
            <a:fillRef idx="0">
              <a:srgbClr val="FFFFFF"/>
            </a:fillRef>
            <a:effectRef idx="0">
              <a:srgbClr val="FFFFFF"/>
            </a:effectRef>
            <a:fontRef idx="minor"/>
          </p:style>
          <p:txBody>
            <a:bodyPr tIns="91440" bIns="91440" anchor="ctr">
              <a:noAutofit/>
            </a:bodyPr>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84" name="Google Shape;20;p4"/>
            <p:cNvSpPr/>
            <p:nvPr/>
          </p:nvSpPr>
          <p:spPr>
            <a:xfrm flipH="1">
              <a:off x="8011080" y="461592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a:solidFill>
                <a:srgbClr val="FFFFFF"/>
              </a:solidFill>
              <a:round/>
            </a:ln>
          </p:spPr>
          <p:style>
            <a:lnRef idx="0">
              <a:srgbClr val="FFFFFF"/>
            </a:lnRef>
            <a:fillRef idx="0">
              <a:srgbClr val="FFFFFF"/>
            </a:fillRef>
            <a:effectRef idx="0">
              <a:srgbClr val="FFFFFF"/>
            </a:effectRef>
            <a:fontRef idx="minor"/>
          </p:style>
          <p:txBody>
            <a:bodyPr tIns="91440" bIns="91440" anchor="ctr">
              <a:noAutofit/>
            </a:bodyPr>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85" name="Google Shape;21;p4"/>
            <p:cNvSpPr/>
            <p:nvPr/>
          </p:nvSpPr>
          <p:spPr>
            <a:xfrm rot="10800000" flipH="1">
              <a:off x="-247680" y="5004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a:solidFill>
                <a:srgbClr val="FFFFFF"/>
              </a:solidFill>
              <a:round/>
            </a:ln>
          </p:spPr>
          <p:style>
            <a:lnRef idx="0">
              <a:srgbClr val="FFFFFF"/>
            </a:lnRef>
            <a:fillRef idx="0">
              <a:srgbClr val="FFFFFF"/>
            </a:fillRef>
            <a:effectRef idx="0">
              <a:srgbClr val="FFFFFF"/>
            </a:effectRef>
            <a:fontRef idx="minor"/>
          </p:style>
          <p:txBody>
            <a:bodyPr tIns="91440" bIns="91440" anchor="ctr">
              <a:noAutofit/>
            </a:bodyPr>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86" name="Google Shape;22;p4"/>
            <p:cNvSpPr/>
            <p:nvPr/>
          </p:nvSpPr>
          <p:spPr>
            <a:xfrm rot="10800000" flipH="1">
              <a:off x="293040" y="-44568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a:solidFill>
                <a:srgbClr val="FFFFFF"/>
              </a:solidFill>
              <a:round/>
            </a:ln>
          </p:spPr>
          <p:style>
            <a:lnRef idx="0">
              <a:srgbClr val="FFFFFF"/>
            </a:lnRef>
            <a:fillRef idx="0">
              <a:srgbClr val="FFFFFF"/>
            </a:fillRef>
            <a:effectRef idx="0">
              <a:srgbClr val="FFFFFF"/>
            </a:effectRef>
            <a:fontRef idx="minor"/>
          </p:style>
          <p:txBody>
            <a:bodyPr tIns="91440" bIns="91440" anchor="ctr">
              <a:noAutofit/>
            </a:bodyPr>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87" name="Google Shape;23;p4"/>
            <p:cNvSpPr/>
            <p:nvPr/>
          </p:nvSpPr>
          <p:spPr>
            <a:xfrm rot="10800000">
              <a:off x="8552880" y="5004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a:solidFill>
                <a:srgbClr val="FFFFFF"/>
              </a:solidFill>
              <a:round/>
            </a:ln>
          </p:spPr>
          <p:style>
            <a:lnRef idx="0">
              <a:srgbClr val="FFFFFF"/>
            </a:lnRef>
            <a:fillRef idx="0">
              <a:srgbClr val="FFFFFF"/>
            </a:fillRef>
            <a:effectRef idx="0">
              <a:srgbClr val="FFFFFF"/>
            </a:effectRef>
            <a:fontRef idx="minor"/>
          </p:style>
          <p:txBody>
            <a:bodyPr tIns="91440" bIns="91440" anchor="ctr">
              <a:noAutofit/>
            </a:bodyPr>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88" name="Google Shape;24;p4"/>
            <p:cNvSpPr/>
            <p:nvPr/>
          </p:nvSpPr>
          <p:spPr>
            <a:xfrm rot="10800000">
              <a:off x="8012160" y="-44568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9FCBFD">
                <a:alpha val="41000"/>
              </a:srgbClr>
            </a:solidFill>
            <a:ln w="19050">
              <a:solidFill>
                <a:srgbClr val="FFFFFF"/>
              </a:solidFill>
              <a:round/>
            </a:ln>
          </p:spPr>
          <p:style>
            <a:lnRef idx="0">
              <a:srgbClr val="FFFFFF"/>
            </a:lnRef>
            <a:fillRef idx="0">
              <a:srgbClr val="FFFFFF"/>
            </a:fillRef>
            <a:effectRef idx="0">
              <a:srgbClr val="FFFFFF"/>
            </a:effectRef>
            <a:fontRef idx="minor"/>
          </p:style>
          <p:txBody>
            <a:bodyPr tIns="91440" bIns="91440" anchor="ctr">
              <a:noAutofit/>
            </a:bodyPr>
            <a:p>
              <a:pPr defTabSz="914400">
                <a:lnSpc>
                  <a:spcPct val="100000"/>
                </a:lnSpc>
                <a:tabLst>
                  <a:tab pos="0" algn="l"/>
                </a:tabLst>
              </a:pPr>
              <a:endParaRPr lang="en-US" sz="1800" b="0" u="none" strike="noStrike">
                <a:solidFill>
                  <a:srgbClr val="000000"/>
                </a:solidFill>
                <a:effectLst/>
                <a:uFillTx/>
                <a:latin typeface="OpenSymbol"/>
              </a:endParaRPr>
            </a:p>
          </p:txBody>
        </p:sp>
      </p:grpSp>
      <p:sp>
        <p:nvSpPr>
          <p:cNvPr id="189" name="PlaceHolder 1"/>
          <p:cNvSpPr>
            <a:spLocks noGrp="1"/>
          </p:cNvSpPr>
          <p:nvPr>
            <p:ph type="title" hasCustomPrompt="1"/>
          </p:nvPr>
        </p:nvSpPr>
        <p:spPr>
          <a:xfrm>
            <a:off x="720000" y="444960"/>
            <a:ext cx="7703640" cy="572400"/>
          </a:xfrm>
          <a:prstGeom prst="rect">
            <a:avLst/>
          </a:prstGeom>
          <a:noFill/>
          <a:ln w="0">
            <a:noFill/>
          </a:ln>
        </p:spPr>
        <p:txBody>
          <a:bodyPr lIns="91440" tIns="91440" rIns="91440" bIns="91440" anchor="t">
            <a:noAutofit/>
          </a:bodyPr>
          <a:p>
            <a:pPr indent="0">
              <a:buNone/>
            </a:pPr>
            <a:r>
              <a:rPr lang="fr-FR" sz="3500" b="0" u="none" strike="noStrike">
                <a:solidFill>
                  <a:schemeClr val="dk1"/>
                </a:solidFill>
                <a:effectLst/>
                <a:uFillTx/>
                <a:latin typeface="Arial" panose="020B0604020202020204"/>
              </a:rPr>
              <a:t>Click to edit the title text format</a:t>
            </a:r>
            <a:endParaRPr lang="fr-FR" sz="3500" b="0" u="none" strike="noStrike">
              <a:solidFill>
                <a:schemeClr val="dk1"/>
              </a:solidFill>
              <a:effectLst/>
              <a:uFillTx/>
              <a:latin typeface="Arial" panose="020B0604020202020204"/>
            </a:endParaRPr>
          </a:p>
        </p:txBody>
      </p:sp>
      <p:sp>
        <p:nvSpPr>
          <p:cNvPr id="190" name="PlaceHolder 2"/>
          <p:cNvSpPr>
            <a:spLocks noGrp="1"/>
          </p:cNvSpPr>
          <p:nvPr>
            <p:ph type="body" hasCustomPrompt="1"/>
          </p:nvPr>
        </p:nvSpPr>
        <p:spPr>
          <a:xfrm>
            <a:off x="720000" y="1215720"/>
            <a:ext cx="7703640" cy="397440"/>
          </a:xfrm>
          <a:prstGeom prst="rect">
            <a:avLst/>
          </a:prstGeom>
          <a:noFill/>
          <a:ln w="0">
            <a:noFill/>
          </a:ln>
        </p:spPr>
        <p:txBody>
          <a:bodyPr lIns="91440" tIns="91440" rIns="91440" bIns="91440" anchor="t">
            <a:noAutofit/>
          </a:bodyPr>
          <a:p>
            <a:pPr marL="431800" indent="-323850">
              <a:spcBef>
                <a:spcPts val="1415"/>
              </a:spcBef>
              <a:buClr>
                <a:srgbClr val="000000"/>
              </a:buClr>
              <a:buSzPct val="45000"/>
              <a:buFont typeface="Wingdings" panose="05000000000000000000" pitchFamily="2" charset="2"/>
              <a:buChar char=""/>
            </a:pPr>
            <a:r>
              <a:rPr lang="fr-FR" sz="1400" b="0" u="none" strike="noStrike">
                <a:solidFill>
                  <a:srgbClr val="000000"/>
                </a:solidFill>
                <a:effectLst/>
                <a:uFillTx/>
                <a:latin typeface="Arial" panose="020B0604020202020204"/>
              </a:rPr>
              <a:t>Click to edit the outline text format</a:t>
            </a:r>
            <a:endParaRPr lang="fr-FR" sz="1400" b="0" u="none" strike="noStrike">
              <a:solidFill>
                <a:srgbClr val="000000"/>
              </a:solidFill>
              <a:effectLst/>
              <a:uFillTx/>
              <a:latin typeface="Arial" panose="020B0604020202020204"/>
            </a:endParaRPr>
          </a:p>
          <a:p>
            <a:pPr marL="864235" lvl="1" indent="-323850">
              <a:spcBef>
                <a:spcPts val="1135"/>
              </a:spcBef>
              <a:buClr>
                <a:srgbClr val="000000"/>
              </a:buClr>
              <a:buSzPct val="75000"/>
              <a:buFont typeface="Symbol" panose="05050102010706020507" charset="2"/>
              <a:buChar char=""/>
            </a:pPr>
            <a:r>
              <a:rPr lang="fr-FR" sz="1400" b="0" u="none" strike="noStrike">
                <a:solidFill>
                  <a:srgbClr val="000000"/>
                </a:solidFill>
                <a:effectLst/>
                <a:uFillTx/>
                <a:latin typeface="Arial" panose="020B0604020202020204"/>
              </a:rPr>
              <a:t>Second Outline Level</a:t>
            </a:r>
            <a:endParaRPr lang="fr-FR" sz="1400" b="0" u="none" strike="noStrike">
              <a:solidFill>
                <a:srgbClr val="000000"/>
              </a:solidFill>
              <a:effectLst/>
              <a:uFillTx/>
              <a:latin typeface="Arial" panose="020B0604020202020204"/>
            </a:endParaRPr>
          </a:p>
          <a:p>
            <a:pPr marL="1296035" lvl="2" indent="-288290">
              <a:spcBef>
                <a:spcPts val="850"/>
              </a:spcBef>
              <a:buClr>
                <a:srgbClr val="000000"/>
              </a:buClr>
              <a:buSzPct val="45000"/>
              <a:buFont typeface="Wingdings" panose="05000000000000000000" pitchFamily="2" charset="2"/>
              <a:buChar char=""/>
            </a:pPr>
            <a:r>
              <a:rPr lang="fr-FR" sz="1400" b="0" u="none" strike="noStrike">
                <a:solidFill>
                  <a:srgbClr val="000000"/>
                </a:solidFill>
                <a:effectLst/>
                <a:uFillTx/>
                <a:latin typeface="Arial" panose="020B0604020202020204"/>
              </a:rPr>
              <a:t>Third Outline Level</a:t>
            </a:r>
            <a:endParaRPr lang="fr-FR" sz="1400" b="0" u="none" strike="noStrike">
              <a:solidFill>
                <a:srgbClr val="000000"/>
              </a:solidFill>
              <a:effectLst/>
              <a:uFillTx/>
              <a:latin typeface="Arial" panose="020B0604020202020204"/>
            </a:endParaRPr>
          </a:p>
          <a:p>
            <a:pPr marL="1727835" lvl="3" indent="-215900">
              <a:spcBef>
                <a:spcPts val="565"/>
              </a:spcBef>
              <a:buClr>
                <a:srgbClr val="000000"/>
              </a:buClr>
              <a:buSzPct val="75000"/>
              <a:buFont typeface="Symbol" panose="05050102010706020507" charset="2"/>
              <a:buChar char=""/>
            </a:pPr>
            <a:r>
              <a:rPr lang="fr-FR" sz="1400" b="0" u="none" strike="noStrike">
                <a:solidFill>
                  <a:srgbClr val="000000"/>
                </a:solidFill>
                <a:effectLst/>
                <a:uFillTx/>
                <a:latin typeface="Arial" panose="020B0604020202020204"/>
              </a:rPr>
              <a:t>Fourth Outline Level</a:t>
            </a:r>
            <a:endParaRPr lang="fr-FR" sz="1400" b="0" u="none" strike="noStrike">
              <a:solidFill>
                <a:srgbClr val="000000"/>
              </a:solidFill>
              <a:effectLst/>
              <a:uFillTx/>
              <a:latin typeface="Arial" panose="020B0604020202020204"/>
            </a:endParaRPr>
          </a:p>
          <a:p>
            <a:pPr marL="2160270" lvl="4" indent="-215900">
              <a:spcBef>
                <a:spcPts val="285"/>
              </a:spcBef>
              <a:buClr>
                <a:srgbClr val="000000"/>
              </a:buClr>
              <a:buSzPct val="45000"/>
              <a:buFont typeface="Wingdings" panose="05000000000000000000" pitchFamily="2" charset="2"/>
              <a:buChar char=""/>
            </a:pPr>
            <a:r>
              <a:rPr lang="fr-FR" sz="1400" b="0" u="none" strike="noStrike">
                <a:solidFill>
                  <a:srgbClr val="000000"/>
                </a:solidFill>
                <a:effectLst/>
                <a:uFillTx/>
                <a:latin typeface="Arial" panose="020B0604020202020204"/>
              </a:rPr>
              <a:t>Fifth Outline Level</a:t>
            </a:r>
            <a:endParaRPr lang="fr-FR" sz="1400" b="0" u="none" strike="noStrike">
              <a:solidFill>
                <a:srgbClr val="000000"/>
              </a:solidFill>
              <a:effectLst/>
              <a:uFillTx/>
              <a:latin typeface="Arial" panose="020B0604020202020204"/>
            </a:endParaRPr>
          </a:p>
          <a:p>
            <a:pPr marL="2592070" lvl="5" indent="-215900">
              <a:spcBef>
                <a:spcPts val="285"/>
              </a:spcBef>
              <a:buClr>
                <a:srgbClr val="000000"/>
              </a:buClr>
              <a:buSzPct val="45000"/>
              <a:buFont typeface="Wingdings" panose="05000000000000000000" pitchFamily="2" charset="2"/>
              <a:buChar char=""/>
            </a:pPr>
            <a:r>
              <a:rPr lang="fr-FR" sz="1400" b="0" u="none" strike="noStrike">
                <a:solidFill>
                  <a:srgbClr val="000000"/>
                </a:solidFill>
                <a:effectLst/>
                <a:uFillTx/>
                <a:latin typeface="Arial" panose="020B0604020202020204"/>
              </a:rPr>
              <a:t>Sixth Outline Level</a:t>
            </a:r>
            <a:endParaRPr lang="fr-FR" sz="1400" b="0" u="none" strike="noStrike">
              <a:solidFill>
                <a:srgbClr val="000000"/>
              </a:solidFill>
              <a:effectLst/>
              <a:uFillTx/>
              <a:latin typeface="Arial" panose="020B0604020202020204"/>
            </a:endParaRPr>
          </a:p>
          <a:p>
            <a:pPr marL="3023870" lvl="6" indent="-215900">
              <a:spcBef>
                <a:spcPts val="285"/>
              </a:spcBef>
              <a:buClr>
                <a:srgbClr val="000000"/>
              </a:buClr>
              <a:buSzPct val="45000"/>
              <a:buFont typeface="Wingdings" panose="05000000000000000000" pitchFamily="2" charset="2"/>
              <a:buChar char=""/>
            </a:pPr>
            <a:r>
              <a:rPr lang="fr-FR" sz="1400" b="0" u="none" strike="noStrike">
                <a:solidFill>
                  <a:srgbClr val="000000"/>
                </a:solidFill>
                <a:effectLst/>
                <a:uFillTx/>
                <a:latin typeface="Arial" panose="020B0604020202020204"/>
              </a:rPr>
              <a:t>Seventh Outline Level</a:t>
            </a:r>
            <a:endParaRPr lang="fr-FR" sz="1400" b="0" u="none" strike="noStrike">
              <a:solidFill>
                <a:srgbClr val="000000"/>
              </a:solidFill>
              <a:effectLst/>
              <a:uFillTx/>
              <a:latin typeface="Arial" panose="020B0604020202020204"/>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CUSTOM_9">
    <p:bg>
      <p:bgPr>
        <a:solidFill>
          <a:schemeClr val="lt1"/>
        </a:solidFill>
        <a:effectLst/>
      </p:bgPr>
    </p:bg>
    <p:spTree>
      <p:nvGrpSpPr>
        <p:cNvPr id="1" name=""/>
        <p:cNvGrpSpPr/>
        <p:nvPr/>
      </p:nvGrpSpPr>
      <p:grpSpPr>
        <a:xfrm>
          <a:off x="0" y="0"/>
          <a:ext cx="0" cy="0"/>
          <a:chOff x="0" y="0"/>
          <a:chExt cx="0" cy="0"/>
        </a:xfrm>
      </p:grpSpPr>
      <p:grpSp>
        <p:nvGrpSpPr>
          <p:cNvPr id="191" name="Google Shape;314;p31"/>
          <p:cNvGrpSpPr/>
          <p:nvPr/>
        </p:nvGrpSpPr>
        <p:grpSpPr>
          <a:xfrm>
            <a:off x="-247320" y="-445680"/>
            <a:ext cx="9638640" cy="6029280"/>
            <a:chOff x="-247320" y="-445680"/>
            <a:chExt cx="9638640" cy="6029280"/>
          </a:xfrm>
        </p:grpSpPr>
        <p:sp>
          <p:nvSpPr>
            <p:cNvPr id="192" name="Google Shape;315;p31"/>
            <p:cNvSpPr/>
            <p:nvPr/>
          </p:nvSpPr>
          <p:spPr>
            <a:xfrm>
              <a:off x="-125640" y="411984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a:solidFill>
                <a:srgbClr val="FFFFFF"/>
              </a:solidFill>
              <a:round/>
            </a:ln>
          </p:spPr>
          <p:style>
            <a:lnRef idx="0">
              <a:srgbClr val="FFFFFF"/>
            </a:lnRef>
            <a:fillRef idx="0">
              <a:srgbClr val="FFFFFF"/>
            </a:fillRef>
            <a:effectRef idx="0">
              <a:srgbClr val="FFFFFF"/>
            </a:effectRef>
            <a:fontRef idx="minor"/>
          </p:style>
          <p:txBody>
            <a:bodyPr tIns="91440" bIns="91440" anchor="ctr">
              <a:noAutofit/>
            </a:bodyPr>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93" name="Google Shape;316;p31"/>
            <p:cNvSpPr/>
            <p:nvPr/>
          </p:nvSpPr>
          <p:spPr>
            <a:xfrm>
              <a:off x="-125640" y="461592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a:solidFill>
                <a:srgbClr val="FFFFFF"/>
              </a:solidFill>
              <a:round/>
            </a:ln>
          </p:spPr>
          <p:style>
            <a:lnRef idx="0">
              <a:srgbClr val="FFFFFF"/>
            </a:lnRef>
            <a:fillRef idx="0">
              <a:srgbClr val="FFFFFF"/>
            </a:fillRef>
            <a:effectRef idx="0">
              <a:srgbClr val="FFFFFF"/>
            </a:effectRef>
            <a:fontRef idx="minor"/>
          </p:style>
          <p:txBody>
            <a:bodyPr tIns="91440" bIns="91440" anchor="ctr">
              <a:noAutofit/>
            </a:bodyPr>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94" name="Google Shape;317;p31"/>
            <p:cNvSpPr/>
            <p:nvPr/>
          </p:nvSpPr>
          <p:spPr>
            <a:xfrm rot="10800000" flipH="1">
              <a:off x="-247680" y="5004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a:solidFill>
                <a:srgbClr val="FFFFFF"/>
              </a:solidFill>
              <a:round/>
            </a:ln>
          </p:spPr>
          <p:style>
            <a:lnRef idx="0">
              <a:srgbClr val="FFFFFF"/>
            </a:lnRef>
            <a:fillRef idx="0">
              <a:srgbClr val="FFFFFF"/>
            </a:fillRef>
            <a:effectRef idx="0">
              <a:srgbClr val="FFFFFF"/>
            </a:effectRef>
            <a:fontRef idx="minor"/>
          </p:style>
          <p:txBody>
            <a:bodyPr tIns="91440" bIns="91440" anchor="ctr">
              <a:noAutofit/>
            </a:bodyPr>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95" name="Google Shape;318;p31"/>
            <p:cNvSpPr/>
            <p:nvPr/>
          </p:nvSpPr>
          <p:spPr>
            <a:xfrm rot="10800000" flipH="1">
              <a:off x="346680" y="-44568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a:solidFill>
                <a:srgbClr val="FFFFFF"/>
              </a:solidFill>
              <a:round/>
            </a:ln>
          </p:spPr>
          <p:style>
            <a:lnRef idx="0">
              <a:srgbClr val="FFFFFF"/>
            </a:lnRef>
            <a:fillRef idx="0">
              <a:srgbClr val="FFFFFF"/>
            </a:fillRef>
            <a:effectRef idx="0">
              <a:srgbClr val="FFFFFF"/>
            </a:effectRef>
            <a:fontRef idx="minor"/>
          </p:style>
          <p:txBody>
            <a:bodyPr tIns="91440" bIns="91440" anchor="ctr">
              <a:noAutofit/>
            </a:bodyPr>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96" name="Google Shape;319;p31"/>
            <p:cNvSpPr/>
            <p:nvPr/>
          </p:nvSpPr>
          <p:spPr>
            <a:xfrm rot="10800000">
              <a:off x="7958520" y="-42804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a:solidFill>
                <a:srgbClr val="FFFFFF"/>
              </a:solidFill>
              <a:round/>
            </a:ln>
          </p:spPr>
          <p:style>
            <a:lnRef idx="0">
              <a:srgbClr val="FFFFFF"/>
            </a:lnRef>
            <a:fillRef idx="0">
              <a:srgbClr val="FFFFFF"/>
            </a:fillRef>
            <a:effectRef idx="0">
              <a:srgbClr val="FFFFFF"/>
            </a:effectRef>
            <a:fontRef idx="minor"/>
          </p:style>
          <p:txBody>
            <a:bodyPr tIns="91440" bIns="91440" anchor="ctr">
              <a:noAutofit/>
            </a:bodyPr>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97" name="Google Shape;320;p31"/>
            <p:cNvSpPr/>
            <p:nvPr/>
          </p:nvSpPr>
          <p:spPr>
            <a:xfrm rot="10800000">
              <a:off x="8552880" y="5004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9FCBFD">
                <a:alpha val="41000"/>
              </a:srgbClr>
            </a:solidFill>
            <a:ln w="19050">
              <a:solidFill>
                <a:srgbClr val="FFFFFF"/>
              </a:solidFill>
              <a:round/>
            </a:ln>
          </p:spPr>
          <p:style>
            <a:lnRef idx="0">
              <a:srgbClr val="FFFFFF"/>
            </a:lnRef>
            <a:fillRef idx="0">
              <a:srgbClr val="FFFFFF"/>
            </a:fillRef>
            <a:effectRef idx="0">
              <a:srgbClr val="FFFFFF"/>
            </a:effectRef>
            <a:fontRef idx="minor"/>
          </p:style>
          <p:txBody>
            <a:bodyPr tIns="91440" bIns="91440" anchor="ctr">
              <a:noAutofit/>
            </a:bodyPr>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98" name="Google Shape;321;p31"/>
            <p:cNvSpPr/>
            <p:nvPr/>
          </p:nvSpPr>
          <p:spPr>
            <a:xfrm>
              <a:off x="8430840" y="411984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a:solidFill>
                <a:srgbClr val="FFFFFF"/>
              </a:solidFill>
              <a:round/>
            </a:ln>
          </p:spPr>
          <p:style>
            <a:lnRef idx="0">
              <a:srgbClr val="FFFFFF"/>
            </a:lnRef>
            <a:fillRef idx="0">
              <a:srgbClr val="FFFFFF"/>
            </a:fillRef>
            <a:effectRef idx="0">
              <a:srgbClr val="FFFFFF"/>
            </a:effectRef>
            <a:fontRef idx="minor"/>
          </p:style>
          <p:txBody>
            <a:bodyPr tIns="91440" bIns="91440" anchor="ctr">
              <a:noAutofit/>
            </a:bodyPr>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99" name="Google Shape;322;p31"/>
            <p:cNvSpPr/>
            <p:nvPr/>
          </p:nvSpPr>
          <p:spPr>
            <a:xfrm>
              <a:off x="8430840" y="461592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9FCBFD">
                <a:alpha val="41000"/>
              </a:srgbClr>
            </a:solidFill>
            <a:ln w="19050">
              <a:solidFill>
                <a:srgbClr val="FFFFFF"/>
              </a:solidFill>
              <a:round/>
            </a:ln>
          </p:spPr>
          <p:style>
            <a:lnRef idx="0">
              <a:srgbClr val="FFFFFF"/>
            </a:lnRef>
            <a:fillRef idx="0">
              <a:srgbClr val="FFFFFF"/>
            </a:fillRef>
            <a:effectRef idx="0">
              <a:srgbClr val="FFFFFF"/>
            </a:effectRef>
            <a:fontRef idx="minor"/>
          </p:style>
          <p:txBody>
            <a:bodyPr tIns="91440" bIns="91440" anchor="ctr">
              <a:noAutofit/>
            </a:bodyPr>
            <a:p>
              <a:pPr defTabSz="914400">
                <a:lnSpc>
                  <a:spcPct val="100000"/>
                </a:lnSpc>
                <a:tabLst>
                  <a:tab pos="0" algn="l"/>
                </a:tabLst>
              </a:pPr>
              <a:endParaRPr lang="en-US" sz="1800" b="0" u="none" strike="noStrike">
                <a:solidFill>
                  <a:srgbClr val="000000"/>
                </a:solidFill>
                <a:effectLst/>
                <a:uFillTx/>
                <a:latin typeface="OpenSymbol"/>
              </a:endParaRPr>
            </a:p>
          </p:txBody>
        </p:sp>
      </p:gr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CUSTOM_9_1">
    <p:bg>
      <p:bgPr>
        <a:solidFill>
          <a:schemeClr val="lt1"/>
        </a:solidFill>
        <a:effectLst/>
      </p:bgPr>
    </p:bg>
    <p:spTree>
      <p:nvGrpSpPr>
        <p:cNvPr id="1" name=""/>
        <p:cNvGrpSpPr/>
        <p:nvPr/>
      </p:nvGrpSpPr>
      <p:grpSpPr>
        <a:xfrm>
          <a:off x="0" y="0"/>
          <a:ext cx="0" cy="0"/>
          <a:chOff x="0" y="0"/>
          <a:chExt cx="0" cy="0"/>
        </a:xfrm>
      </p:grpSpPr>
      <p:grpSp>
        <p:nvGrpSpPr>
          <p:cNvPr id="200" name="Google Shape;324;p32"/>
          <p:cNvGrpSpPr/>
          <p:nvPr/>
        </p:nvGrpSpPr>
        <p:grpSpPr>
          <a:xfrm>
            <a:off x="-476640" y="2900520"/>
            <a:ext cx="10096920" cy="2864880"/>
            <a:chOff x="-476640" y="2900520"/>
            <a:chExt cx="10096920" cy="2864880"/>
          </a:xfrm>
        </p:grpSpPr>
        <p:grpSp>
          <p:nvGrpSpPr>
            <p:cNvPr id="201" name="Google Shape;325;p32"/>
            <p:cNvGrpSpPr/>
            <p:nvPr/>
          </p:nvGrpSpPr>
          <p:grpSpPr>
            <a:xfrm>
              <a:off x="-476640" y="2900520"/>
              <a:ext cx="10096920" cy="2864880"/>
              <a:chOff x="-476640" y="2900520"/>
              <a:chExt cx="10096920" cy="2864880"/>
            </a:xfrm>
          </p:grpSpPr>
          <p:sp>
            <p:nvSpPr>
              <p:cNvPr id="202" name="Google Shape;326;p32"/>
              <p:cNvSpPr/>
              <p:nvPr/>
            </p:nvSpPr>
            <p:spPr>
              <a:xfrm rot="10800000" flipH="1">
                <a:off x="-267120" y="290052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a:solidFill>
                  <a:srgbClr val="FFFFFF"/>
                </a:solidFill>
                <a:round/>
              </a:ln>
            </p:spPr>
            <p:style>
              <a:lnRef idx="0">
                <a:srgbClr val="FFFFFF"/>
              </a:lnRef>
              <a:fillRef idx="0">
                <a:srgbClr val="FFFFFF"/>
              </a:fillRef>
              <a:effectRef idx="0">
                <a:srgbClr val="FFFFFF"/>
              </a:effectRef>
              <a:fontRef idx="minor"/>
            </p:style>
            <p:txBody>
              <a:bodyPr tIns="91440" bIns="91440" anchor="ctr">
                <a:noAutofit/>
              </a:bodyPr>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03" name="Google Shape;327;p32"/>
              <p:cNvSpPr/>
              <p:nvPr/>
            </p:nvSpPr>
            <p:spPr>
              <a:xfrm>
                <a:off x="-90720" y="442512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a:solidFill>
                  <a:srgbClr val="FFFFFF"/>
                </a:solidFill>
                <a:round/>
              </a:ln>
            </p:spPr>
            <p:style>
              <a:lnRef idx="0">
                <a:srgbClr val="FFFFFF"/>
              </a:lnRef>
              <a:fillRef idx="0">
                <a:srgbClr val="FFFFFF"/>
              </a:fillRef>
              <a:effectRef idx="0">
                <a:srgbClr val="FFFFFF"/>
              </a:effectRef>
              <a:fontRef idx="minor"/>
            </p:style>
            <p:txBody>
              <a:bodyPr tIns="91440" bIns="91440" anchor="ctr">
                <a:noAutofit/>
              </a:bodyPr>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04" name="Google Shape;328;p32"/>
              <p:cNvSpPr/>
              <p:nvPr/>
            </p:nvSpPr>
            <p:spPr>
              <a:xfrm>
                <a:off x="-476640" y="352296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a:solidFill>
                  <a:srgbClr val="FFFFFF"/>
                </a:solidFill>
                <a:round/>
              </a:ln>
            </p:spPr>
            <p:style>
              <a:lnRef idx="0">
                <a:srgbClr val="FFFFFF"/>
              </a:lnRef>
              <a:fillRef idx="0">
                <a:srgbClr val="FFFFFF"/>
              </a:fillRef>
              <a:effectRef idx="0">
                <a:srgbClr val="FFFFFF"/>
              </a:effectRef>
              <a:fontRef idx="minor"/>
            </p:style>
            <p:txBody>
              <a:bodyPr tIns="91440" bIns="91440" anchor="ctr">
                <a:noAutofit/>
              </a:bodyPr>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05" name="Google Shape;329;p32"/>
              <p:cNvSpPr/>
              <p:nvPr/>
            </p:nvSpPr>
            <p:spPr>
              <a:xfrm rot="10800000">
                <a:off x="8572320" y="290052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a:solidFill>
                  <a:srgbClr val="FFFFFF"/>
                </a:solidFill>
                <a:round/>
              </a:ln>
            </p:spPr>
            <p:style>
              <a:lnRef idx="0">
                <a:srgbClr val="FFFFFF"/>
              </a:lnRef>
              <a:fillRef idx="0">
                <a:srgbClr val="FFFFFF"/>
              </a:fillRef>
              <a:effectRef idx="0">
                <a:srgbClr val="FFFFFF"/>
              </a:effectRef>
              <a:fontRef idx="minor"/>
            </p:style>
            <p:txBody>
              <a:bodyPr tIns="91440" bIns="91440" anchor="ctr">
                <a:noAutofit/>
              </a:bodyPr>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06" name="Google Shape;330;p32"/>
              <p:cNvSpPr/>
              <p:nvPr/>
            </p:nvSpPr>
            <p:spPr>
              <a:xfrm flipH="1">
                <a:off x="8395200" y="442512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a:solidFill>
                  <a:srgbClr val="FFFFFF"/>
                </a:solidFill>
                <a:round/>
              </a:ln>
            </p:spPr>
            <p:style>
              <a:lnRef idx="0">
                <a:srgbClr val="FFFFFF"/>
              </a:lnRef>
              <a:fillRef idx="0">
                <a:srgbClr val="FFFFFF"/>
              </a:fillRef>
              <a:effectRef idx="0">
                <a:srgbClr val="FFFFFF"/>
              </a:effectRef>
              <a:fontRef idx="minor"/>
            </p:style>
            <p:txBody>
              <a:bodyPr tIns="91440" bIns="91440" anchor="ctr">
                <a:noAutofit/>
              </a:bodyPr>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07" name="Google Shape;331;p32"/>
              <p:cNvSpPr/>
              <p:nvPr/>
            </p:nvSpPr>
            <p:spPr>
              <a:xfrm flipH="1">
                <a:off x="8781480" y="352296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9FCBFD">
                  <a:alpha val="41000"/>
                </a:srgbClr>
              </a:solidFill>
              <a:ln w="19050">
                <a:solidFill>
                  <a:srgbClr val="FFFFFF"/>
                </a:solidFill>
                <a:round/>
              </a:ln>
            </p:spPr>
            <p:style>
              <a:lnRef idx="0">
                <a:srgbClr val="FFFFFF"/>
              </a:lnRef>
              <a:fillRef idx="0">
                <a:srgbClr val="FFFFFF"/>
              </a:fillRef>
              <a:effectRef idx="0">
                <a:srgbClr val="FFFFFF"/>
              </a:effectRef>
              <a:fontRef idx="minor"/>
            </p:style>
            <p:txBody>
              <a:bodyPr tIns="91440" bIns="91440" anchor="ctr">
                <a:noAutofit/>
              </a:bodyPr>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08" name="Google Shape;332;p32"/>
              <p:cNvSpPr/>
              <p:nvPr/>
            </p:nvSpPr>
            <p:spPr>
              <a:xfrm rot="10800000">
                <a:off x="8010360" y="479772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68DAF8">
                  <a:alpha val="34000"/>
                </a:srgbClr>
              </a:solidFill>
              <a:ln w="19050">
                <a:solidFill>
                  <a:srgbClr val="FFFFFF"/>
                </a:solidFill>
                <a:round/>
              </a:ln>
            </p:spPr>
            <p:style>
              <a:lnRef idx="0">
                <a:srgbClr val="FFFFFF"/>
              </a:lnRef>
              <a:fillRef idx="0">
                <a:srgbClr val="FFFFFF"/>
              </a:fillRef>
              <a:effectRef idx="0">
                <a:srgbClr val="FFFFFF"/>
              </a:effectRef>
              <a:fontRef idx="minor"/>
            </p:style>
            <p:txBody>
              <a:bodyPr tIns="91440" bIns="91440" anchor="ctr">
                <a:noAutofit/>
              </a:bodyPr>
              <a:p>
                <a:pPr defTabSz="914400">
                  <a:lnSpc>
                    <a:spcPct val="100000"/>
                  </a:lnSpc>
                  <a:tabLst>
                    <a:tab pos="0" algn="l"/>
                  </a:tabLst>
                </a:pPr>
                <a:endParaRPr lang="en-US" sz="1800" b="0" u="none" strike="noStrike">
                  <a:solidFill>
                    <a:srgbClr val="000000"/>
                  </a:solidFill>
                  <a:effectLst/>
                  <a:uFillTx/>
                  <a:latin typeface="OpenSymbol"/>
                </a:endParaRPr>
              </a:p>
            </p:txBody>
          </p:sp>
        </p:grpSp>
        <p:sp>
          <p:nvSpPr>
            <p:cNvPr id="209" name="Google Shape;333;p32"/>
            <p:cNvSpPr/>
            <p:nvPr/>
          </p:nvSpPr>
          <p:spPr>
            <a:xfrm rot="10800000" flipH="1">
              <a:off x="293400" y="479772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68DAF8">
                <a:alpha val="34000"/>
              </a:srgbClr>
            </a:solidFill>
            <a:ln w="19050">
              <a:solidFill>
                <a:srgbClr val="FFFFFF"/>
              </a:solidFill>
              <a:round/>
            </a:ln>
          </p:spPr>
          <p:style>
            <a:lnRef idx="0">
              <a:srgbClr val="FFFFFF"/>
            </a:lnRef>
            <a:fillRef idx="0">
              <a:srgbClr val="FFFFFF"/>
            </a:fillRef>
            <a:effectRef idx="0">
              <a:srgbClr val="FFFFFF"/>
            </a:effectRef>
            <a:fontRef idx="minor"/>
          </p:style>
          <p:txBody>
            <a:bodyPr tIns="91440" bIns="91440" anchor="ctr">
              <a:noAutofit/>
            </a:bodyPr>
            <a:p>
              <a:pPr defTabSz="914400">
                <a:lnSpc>
                  <a:spcPct val="100000"/>
                </a:lnSpc>
                <a:tabLst>
                  <a:tab pos="0" algn="l"/>
                </a:tabLst>
              </a:pPr>
              <a:endParaRPr lang="en-US" sz="1800" b="0" u="none" strike="noStrike">
                <a:solidFill>
                  <a:srgbClr val="000000"/>
                </a:solidFill>
                <a:effectLst/>
                <a:uFillTx/>
                <a:latin typeface="OpenSymbol"/>
              </a:endParaRPr>
            </a:p>
          </p:txBody>
        </p:sp>
      </p:gr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ITLE_AND_TWO_COLUMNS">
    <p:bg>
      <p:bgPr>
        <a:solidFill>
          <a:schemeClr val="lt1"/>
        </a:solidFill>
        <a:effectLst/>
      </p:bgPr>
    </p:bg>
    <p:spTree>
      <p:nvGrpSpPr>
        <p:cNvPr id="1" name=""/>
        <p:cNvGrpSpPr/>
        <p:nvPr/>
      </p:nvGrpSpPr>
      <p:grpSpPr>
        <a:xfrm>
          <a:off x="0" y="0"/>
          <a:ext cx="0" cy="0"/>
          <a:chOff x="0" y="0"/>
          <a:chExt cx="0" cy="0"/>
        </a:xfrm>
      </p:grpSpPr>
      <p:grpSp>
        <p:nvGrpSpPr>
          <p:cNvPr id="210" name="Google Shape;28;p5"/>
          <p:cNvGrpSpPr/>
          <p:nvPr/>
        </p:nvGrpSpPr>
        <p:grpSpPr>
          <a:xfrm>
            <a:off x="-247320" y="-445680"/>
            <a:ext cx="9638640" cy="6029280"/>
            <a:chOff x="-247320" y="-445680"/>
            <a:chExt cx="9638640" cy="6029280"/>
          </a:xfrm>
        </p:grpSpPr>
        <p:sp>
          <p:nvSpPr>
            <p:cNvPr id="211" name="Google Shape;29;p5"/>
            <p:cNvSpPr/>
            <p:nvPr/>
          </p:nvSpPr>
          <p:spPr>
            <a:xfrm>
              <a:off x="-247320" y="411984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a:solidFill>
                <a:srgbClr val="FFFFFF"/>
              </a:solidFill>
              <a:round/>
            </a:ln>
          </p:spPr>
          <p:style>
            <a:lnRef idx="0">
              <a:srgbClr val="FFFFFF"/>
            </a:lnRef>
            <a:fillRef idx="0">
              <a:srgbClr val="FFFFFF"/>
            </a:fillRef>
            <a:effectRef idx="0">
              <a:srgbClr val="FFFFFF"/>
            </a:effectRef>
            <a:fontRef idx="minor"/>
          </p:style>
          <p:txBody>
            <a:bodyPr tIns="91440" bIns="91440" anchor="ctr">
              <a:noAutofit/>
            </a:bodyPr>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12" name="Google Shape;30;p5"/>
            <p:cNvSpPr/>
            <p:nvPr/>
          </p:nvSpPr>
          <p:spPr>
            <a:xfrm>
              <a:off x="293400" y="461592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68DAF8">
                <a:alpha val="34000"/>
              </a:srgbClr>
            </a:solidFill>
            <a:ln w="19050">
              <a:solidFill>
                <a:srgbClr val="FFFFFF"/>
              </a:solidFill>
              <a:round/>
            </a:ln>
          </p:spPr>
          <p:style>
            <a:lnRef idx="0">
              <a:srgbClr val="FFFFFF"/>
            </a:lnRef>
            <a:fillRef idx="0">
              <a:srgbClr val="FFFFFF"/>
            </a:fillRef>
            <a:effectRef idx="0">
              <a:srgbClr val="FFFFFF"/>
            </a:effectRef>
            <a:fontRef idx="minor"/>
          </p:style>
          <p:txBody>
            <a:bodyPr tIns="91440" bIns="91440" anchor="ctr">
              <a:noAutofit/>
            </a:bodyPr>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13" name="Google Shape;31;p5"/>
            <p:cNvSpPr/>
            <p:nvPr/>
          </p:nvSpPr>
          <p:spPr>
            <a:xfrm flipH="1">
              <a:off x="8551800" y="411984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a:solidFill>
                <a:srgbClr val="FFFFFF"/>
              </a:solidFill>
              <a:round/>
            </a:ln>
          </p:spPr>
          <p:style>
            <a:lnRef idx="0">
              <a:srgbClr val="FFFFFF"/>
            </a:lnRef>
            <a:fillRef idx="0">
              <a:srgbClr val="FFFFFF"/>
            </a:fillRef>
            <a:effectRef idx="0">
              <a:srgbClr val="FFFFFF"/>
            </a:effectRef>
            <a:fontRef idx="minor"/>
          </p:style>
          <p:txBody>
            <a:bodyPr tIns="91440" bIns="91440" anchor="ctr">
              <a:noAutofit/>
            </a:bodyPr>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14" name="Google Shape;32;p5"/>
            <p:cNvSpPr/>
            <p:nvPr/>
          </p:nvSpPr>
          <p:spPr>
            <a:xfrm flipH="1">
              <a:off x="8011080" y="461592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a:solidFill>
                <a:srgbClr val="FFFFFF"/>
              </a:solidFill>
              <a:round/>
            </a:ln>
          </p:spPr>
          <p:style>
            <a:lnRef idx="0">
              <a:srgbClr val="FFFFFF"/>
            </a:lnRef>
            <a:fillRef idx="0">
              <a:srgbClr val="FFFFFF"/>
            </a:fillRef>
            <a:effectRef idx="0">
              <a:srgbClr val="FFFFFF"/>
            </a:effectRef>
            <a:fontRef idx="minor"/>
          </p:style>
          <p:txBody>
            <a:bodyPr tIns="91440" bIns="91440" anchor="ctr">
              <a:noAutofit/>
            </a:bodyPr>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15" name="Google Shape;33;p5"/>
            <p:cNvSpPr/>
            <p:nvPr/>
          </p:nvSpPr>
          <p:spPr>
            <a:xfrm rot="10800000" flipH="1">
              <a:off x="-247680" y="5004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a:solidFill>
                <a:srgbClr val="FFFFFF"/>
              </a:solidFill>
              <a:round/>
            </a:ln>
          </p:spPr>
          <p:style>
            <a:lnRef idx="0">
              <a:srgbClr val="FFFFFF"/>
            </a:lnRef>
            <a:fillRef idx="0">
              <a:srgbClr val="FFFFFF"/>
            </a:fillRef>
            <a:effectRef idx="0">
              <a:srgbClr val="FFFFFF"/>
            </a:effectRef>
            <a:fontRef idx="minor"/>
          </p:style>
          <p:txBody>
            <a:bodyPr tIns="91440" bIns="91440" anchor="ctr">
              <a:noAutofit/>
            </a:bodyPr>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16" name="Google Shape;34;p5"/>
            <p:cNvSpPr/>
            <p:nvPr/>
          </p:nvSpPr>
          <p:spPr>
            <a:xfrm rot="10800000" flipH="1">
              <a:off x="293040" y="-44568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a:solidFill>
                <a:srgbClr val="FFFFFF"/>
              </a:solidFill>
              <a:round/>
            </a:ln>
          </p:spPr>
          <p:style>
            <a:lnRef idx="0">
              <a:srgbClr val="FFFFFF"/>
            </a:lnRef>
            <a:fillRef idx="0">
              <a:srgbClr val="FFFFFF"/>
            </a:fillRef>
            <a:effectRef idx="0">
              <a:srgbClr val="FFFFFF"/>
            </a:effectRef>
            <a:fontRef idx="minor"/>
          </p:style>
          <p:txBody>
            <a:bodyPr tIns="91440" bIns="91440" anchor="ctr">
              <a:noAutofit/>
            </a:bodyPr>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17" name="Google Shape;35;p5"/>
            <p:cNvSpPr/>
            <p:nvPr/>
          </p:nvSpPr>
          <p:spPr>
            <a:xfrm rot="10800000">
              <a:off x="8552880" y="5004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a:solidFill>
                <a:srgbClr val="FFFFFF"/>
              </a:solidFill>
              <a:round/>
            </a:ln>
          </p:spPr>
          <p:style>
            <a:lnRef idx="0">
              <a:srgbClr val="FFFFFF"/>
            </a:lnRef>
            <a:fillRef idx="0">
              <a:srgbClr val="FFFFFF"/>
            </a:fillRef>
            <a:effectRef idx="0">
              <a:srgbClr val="FFFFFF"/>
            </a:effectRef>
            <a:fontRef idx="minor"/>
          </p:style>
          <p:txBody>
            <a:bodyPr tIns="91440" bIns="91440" anchor="ctr">
              <a:noAutofit/>
            </a:bodyPr>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18" name="Google Shape;36;p5"/>
            <p:cNvSpPr/>
            <p:nvPr/>
          </p:nvSpPr>
          <p:spPr>
            <a:xfrm rot="10800000">
              <a:off x="8012160" y="-44568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9FCBFD">
                <a:alpha val="41000"/>
              </a:srgbClr>
            </a:solidFill>
            <a:ln w="19050">
              <a:solidFill>
                <a:srgbClr val="FFFFFF"/>
              </a:solidFill>
              <a:round/>
            </a:ln>
          </p:spPr>
          <p:style>
            <a:lnRef idx="0">
              <a:srgbClr val="FFFFFF"/>
            </a:lnRef>
            <a:fillRef idx="0">
              <a:srgbClr val="FFFFFF"/>
            </a:fillRef>
            <a:effectRef idx="0">
              <a:srgbClr val="FFFFFF"/>
            </a:effectRef>
            <a:fontRef idx="minor"/>
          </p:style>
          <p:txBody>
            <a:bodyPr tIns="91440" bIns="91440" anchor="ctr">
              <a:noAutofit/>
            </a:bodyPr>
            <a:p>
              <a:pPr defTabSz="914400">
                <a:lnSpc>
                  <a:spcPct val="100000"/>
                </a:lnSpc>
                <a:tabLst>
                  <a:tab pos="0" algn="l"/>
                </a:tabLst>
              </a:pPr>
              <a:endParaRPr lang="en-US" sz="1800" b="0" u="none" strike="noStrike">
                <a:solidFill>
                  <a:srgbClr val="000000"/>
                </a:solidFill>
                <a:effectLst/>
                <a:uFillTx/>
                <a:latin typeface="OpenSymbol"/>
              </a:endParaRPr>
            </a:p>
          </p:txBody>
        </p:sp>
      </p:grpSp>
      <p:sp>
        <p:nvSpPr>
          <p:cNvPr id="219" name="PlaceHolder 1"/>
          <p:cNvSpPr>
            <a:spLocks noGrp="1"/>
          </p:cNvSpPr>
          <p:nvPr>
            <p:ph type="title" hasCustomPrompt="1"/>
          </p:nvPr>
        </p:nvSpPr>
        <p:spPr>
          <a:xfrm>
            <a:off x="720000" y="444960"/>
            <a:ext cx="7703640" cy="572400"/>
          </a:xfrm>
          <a:prstGeom prst="rect">
            <a:avLst/>
          </a:prstGeom>
          <a:noFill/>
          <a:ln w="0">
            <a:noFill/>
          </a:ln>
        </p:spPr>
        <p:txBody>
          <a:bodyPr lIns="91440" tIns="91440" rIns="91440" bIns="91440" anchor="t">
            <a:noAutofit/>
          </a:bodyPr>
          <a:p>
            <a:pPr indent="0">
              <a:buNone/>
            </a:pPr>
            <a:r>
              <a:rPr lang="fr-FR" sz="3500" b="0" u="none" strike="noStrike">
                <a:solidFill>
                  <a:schemeClr val="dk1"/>
                </a:solidFill>
                <a:effectLst/>
                <a:uFillTx/>
                <a:latin typeface="Arial" panose="020B0604020202020204"/>
              </a:rPr>
              <a:t>Click to edit the title text format</a:t>
            </a:r>
            <a:endParaRPr lang="fr-FR" sz="3500" b="0" u="none" strike="noStrike">
              <a:solidFill>
                <a:schemeClr val="dk1"/>
              </a:solidFill>
              <a:effectLst/>
              <a:uFillTx/>
              <a:latin typeface="Arial" panose="020B0604020202020204"/>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itleOnly" preserve="1">
  <p:cSld name="TITLE_ONLY">
    <p:bg>
      <p:bgPr>
        <a:solidFill>
          <a:schemeClr val="lt1"/>
        </a:solidFill>
        <a:effectLst/>
      </p:bgPr>
    </p:bg>
    <p:spTree>
      <p:nvGrpSpPr>
        <p:cNvPr id="1" name=""/>
        <p:cNvGrpSpPr/>
        <p:nvPr/>
      </p:nvGrpSpPr>
      <p:grpSpPr>
        <a:xfrm>
          <a:off x="0" y="0"/>
          <a:ext cx="0" cy="0"/>
          <a:chOff x="0" y="0"/>
          <a:chExt cx="0" cy="0"/>
        </a:xfrm>
      </p:grpSpPr>
      <p:grpSp>
        <p:nvGrpSpPr>
          <p:cNvPr id="220" name="Google Shape;43;p6"/>
          <p:cNvGrpSpPr/>
          <p:nvPr/>
        </p:nvGrpSpPr>
        <p:grpSpPr>
          <a:xfrm>
            <a:off x="-247320" y="-283680"/>
            <a:ext cx="9637920" cy="5867280"/>
            <a:chOff x="-247320" y="-283680"/>
            <a:chExt cx="9637920" cy="5867280"/>
          </a:xfrm>
        </p:grpSpPr>
        <p:sp>
          <p:nvSpPr>
            <p:cNvPr id="221" name="Google Shape;44;p6"/>
            <p:cNvSpPr/>
            <p:nvPr/>
          </p:nvSpPr>
          <p:spPr>
            <a:xfrm>
              <a:off x="-247320" y="411984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a:solidFill>
                <a:srgbClr val="FFFFFF"/>
              </a:solidFill>
              <a:round/>
            </a:ln>
          </p:spPr>
          <p:style>
            <a:lnRef idx="0">
              <a:srgbClr val="FFFFFF"/>
            </a:lnRef>
            <a:fillRef idx="0">
              <a:srgbClr val="FFFFFF"/>
            </a:fillRef>
            <a:effectRef idx="0">
              <a:srgbClr val="FFFFFF"/>
            </a:effectRef>
            <a:fontRef idx="minor"/>
          </p:style>
          <p:txBody>
            <a:bodyPr tIns="91440" bIns="91440" anchor="ctr">
              <a:noAutofit/>
            </a:bodyPr>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22" name="Google Shape;45;p6"/>
            <p:cNvSpPr/>
            <p:nvPr/>
          </p:nvSpPr>
          <p:spPr>
            <a:xfrm>
              <a:off x="293400" y="461592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68DAF8">
                <a:alpha val="34000"/>
              </a:srgbClr>
            </a:solidFill>
            <a:ln w="19050">
              <a:solidFill>
                <a:srgbClr val="FFFFFF"/>
              </a:solidFill>
              <a:round/>
            </a:ln>
          </p:spPr>
          <p:style>
            <a:lnRef idx="0">
              <a:srgbClr val="FFFFFF"/>
            </a:lnRef>
            <a:fillRef idx="0">
              <a:srgbClr val="FFFFFF"/>
            </a:fillRef>
            <a:effectRef idx="0">
              <a:srgbClr val="FFFFFF"/>
            </a:effectRef>
            <a:fontRef idx="minor"/>
          </p:style>
          <p:txBody>
            <a:bodyPr tIns="91440" bIns="91440" anchor="ctr">
              <a:noAutofit/>
            </a:bodyPr>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23" name="Google Shape;46;p6"/>
            <p:cNvSpPr/>
            <p:nvPr/>
          </p:nvSpPr>
          <p:spPr>
            <a:xfrm flipH="1">
              <a:off x="8551800" y="411984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a:solidFill>
                <a:srgbClr val="FFFFFF"/>
              </a:solidFill>
              <a:round/>
            </a:ln>
          </p:spPr>
          <p:style>
            <a:lnRef idx="0">
              <a:srgbClr val="FFFFFF"/>
            </a:lnRef>
            <a:fillRef idx="0">
              <a:srgbClr val="FFFFFF"/>
            </a:fillRef>
            <a:effectRef idx="0">
              <a:srgbClr val="FFFFFF"/>
            </a:effectRef>
            <a:fontRef idx="minor"/>
          </p:style>
          <p:txBody>
            <a:bodyPr tIns="91440" bIns="91440" anchor="ctr">
              <a:noAutofit/>
            </a:bodyPr>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24" name="Google Shape;47;p6"/>
            <p:cNvSpPr/>
            <p:nvPr/>
          </p:nvSpPr>
          <p:spPr>
            <a:xfrm flipH="1">
              <a:off x="8011080" y="461592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9FCBFD">
                <a:alpha val="41000"/>
              </a:srgbClr>
            </a:solidFill>
            <a:ln w="19050">
              <a:solidFill>
                <a:srgbClr val="FFFFFF"/>
              </a:solidFill>
              <a:round/>
            </a:ln>
          </p:spPr>
          <p:style>
            <a:lnRef idx="0">
              <a:srgbClr val="FFFFFF"/>
            </a:lnRef>
            <a:fillRef idx="0">
              <a:srgbClr val="FFFFFF"/>
            </a:fillRef>
            <a:effectRef idx="0">
              <a:srgbClr val="FFFFFF"/>
            </a:effectRef>
            <a:fontRef idx="minor"/>
          </p:style>
          <p:txBody>
            <a:bodyPr tIns="91440" bIns="91440" anchor="ctr">
              <a:noAutofit/>
            </a:bodyPr>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25" name="Google Shape;48;p6"/>
            <p:cNvSpPr/>
            <p:nvPr/>
          </p:nvSpPr>
          <p:spPr>
            <a:xfrm rot="10800000" flipH="1">
              <a:off x="-126000" y="12384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a:solidFill>
                <a:srgbClr val="FFFFFF"/>
              </a:solidFill>
              <a:round/>
            </a:ln>
          </p:spPr>
          <p:style>
            <a:lnRef idx="0">
              <a:srgbClr val="FFFFFF"/>
            </a:lnRef>
            <a:fillRef idx="0">
              <a:srgbClr val="FFFFFF"/>
            </a:fillRef>
            <a:effectRef idx="0">
              <a:srgbClr val="FFFFFF"/>
            </a:effectRef>
            <a:fontRef idx="minor"/>
          </p:style>
          <p:txBody>
            <a:bodyPr tIns="91440" bIns="91440" anchor="ctr">
              <a:noAutofit/>
            </a:bodyPr>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26" name="Google Shape;49;p6"/>
            <p:cNvSpPr/>
            <p:nvPr/>
          </p:nvSpPr>
          <p:spPr>
            <a:xfrm rot="10800000" flipH="1">
              <a:off x="-126000" y="-28368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a:solidFill>
                <a:srgbClr val="FFFFFF"/>
              </a:solidFill>
              <a:round/>
            </a:ln>
          </p:spPr>
          <p:style>
            <a:lnRef idx="0">
              <a:srgbClr val="FFFFFF"/>
            </a:lnRef>
            <a:fillRef idx="0">
              <a:srgbClr val="FFFFFF"/>
            </a:fillRef>
            <a:effectRef idx="0">
              <a:srgbClr val="FFFFFF"/>
            </a:effectRef>
            <a:fontRef idx="minor"/>
          </p:style>
          <p:txBody>
            <a:bodyPr tIns="91440" bIns="91440" anchor="ctr">
              <a:noAutofit/>
            </a:bodyPr>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27" name="Google Shape;50;p6"/>
            <p:cNvSpPr/>
            <p:nvPr/>
          </p:nvSpPr>
          <p:spPr>
            <a:xfrm rot="10800000" flipH="1">
              <a:off x="8423640" y="12384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a:solidFill>
                <a:srgbClr val="FFFFFF"/>
              </a:solidFill>
              <a:round/>
            </a:ln>
          </p:spPr>
          <p:style>
            <a:lnRef idx="0">
              <a:srgbClr val="FFFFFF"/>
            </a:lnRef>
            <a:fillRef idx="0">
              <a:srgbClr val="FFFFFF"/>
            </a:fillRef>
            <a:effectRef idx="0">
              <a:srgbClr val="FFFFFF"/>
            </a:effectRef>
            <a:fontRef idx="minor"/>
          </p:style>
          <p:txBody>
            <a:bodyPr tIns="91440" bIns="91440" anchor="ctr">
              <a:noAutofit/>
            </a:bodyPr>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28" name="Google Shape;51;p6"/>
            <p:cNvSpPr/>
            <p:nvPr/>
          </p:nvSpPr>
          <p:spPr>
            <a:xfrm rot="10800000" flipH="1">
              <a:off x="8423640" y="-28368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68DAF8">
                <a:alpha val="34000"/>
              </a:srgbClr>
            </a:solidFill>
            <a:ln w="19050">
              <a:solidFill>
                <a:srgbClr val="FFFFFF"/>
              </a:solidFill>
              <a:round/>
            </a:ln>
          </p:spPr>
          <p:style>
            <a:lnRef idx="0">
              <a:srgbClr val="FFFFFF"/>
            </a:lnRef>
            <a:fillRef idx="0">
              <a:srgbClr val="FFFFFF"/>
            </a:fillRef>
            <a:effectRef idx="0">
              <a:srgbClr val="FFFFFF"/>
            </a:effectRef>
            <a:fontRef idx="minor"/>
          </p:style>
          <p:txBody>
            <a:bodyPr tIns="91440" bIns="91440" anchor="ctr">
              <a:noAutofit/>
            </a:bodyPr>
            <a:p>
              <a:pPr defTabSz="914400">
                <a:lnSpc>
                  <a:spcPct val="100000"/>
                </a:lnSpc>
                <a:tabLst>
                  <a:tab pos="0" algn="l"/>
                </a:tabLst>
              </a:pPr>
              <a:endParaRPr lang="en-US" sz="1800" b="0" u="none" strike="noStrike">
                <a:solidFill>
                  <a:srgbClr val="000000"/>
                </a:solidFill>
                <a:effectLst/>
                <a:uFillTx/>
                <a:latin typeface="OpenSymbol"/>
              </a:endParaRPr>
            </a:p>
          </p:txBody>
        </p:sp>
      </p:grpSp>
      <p:sp>
        <p:nvSpPr>
          <p:cNvPr id="229" name="PlaceHolder 1"/>
          <p:cNvSpPr>
            <a:spLocks noGrp="1"/>
          </p:cNvSpPr>
          <p:nvPr>
            <p:ph type="title" hasCustomPrompt="1"/>
          </p:nvPr>
        </p:nvSpPr>
        <p:spPr>
          <a:xfrm>
            <a:off x="720000" y="444960"/>
            <a:ext cx="7703640" cy="572400"/>
          </a:xfrm>
          <a:prstGeom prst="rect">
            <a:avLst/>
          </a:prstGeom>
          <a:noFill/>
          <a:ln w="0">
            <a:noFill/>
          </a:ln>
        </p:spPr>
        <p:txBody>
          <a:bodyPr lIns="91440" tIns="91440" rIns="91440" bIns="91440" anchor="t">
            <a:noAutofit/>
          </a:bodyPr>
          <a:p>
            <a:pPr indent="0">
              <a:buNone/>
            </a:pPr>
            <a:r>
              <a:rPr lang="fr-FR" sz="3500" b="0" u="none" strike="noStrike">
                <a:solidFill>
                  <a:schemeClr val="dk1"/>
                </a:solidFill>
                <a:effectLst/>
                <a:uFillTx/>
                <a:latin typeface="Arial" panose="020B0604020202020204"/>
              </a:rPr>
              <a:t>Click to edit the title text format</a:t>
            </a:r>
            <a:endParaRPr lang="fr-FR" sz="3500" b="0" u="none" strike="noStrike">
              <a:solidFill>
                <a:schemeClr val="dk1"/>
              </a:solidFill>
              <a:effectLst/>
              <a:uFillTx/>
              <a:latin typeface="Arial" panose="020B0604020202020204"/>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blank" preserve="1">
  <p:cSld name="ONE_COLUMN_TEXT">
    <p:bg>
      <p:bgPr>
        <a:solidFill>
          <a:schemeClr val="lt1"/>
        </a:solidFill>
        <a:effectLst/>
      </p:bgPr>
    </p:bg>
    <p:spTree>
      <p:nvGrpSpPr>
        <p:cNvPr id="1" name=""/>
        <p:cNvGrpSpPr/>
        <p:nvPr/>
      </p:nvGrpSpPr>
      <p:grpSpPr>
        <a:xfrm>
          <a:off x="0" y="0"/>
          <a:ext cx="0" cy="0"/>
          <a:chOff x="0" y="0"/>
          <a:chExt cx="0" cy="0"/>
        </a:xfrm>
      </p:grpSpPr>
      <p:sp>
        <p:nvSpPr>
          <p:cNvPr id="230" name="PlaceHolder 1"/>
          <p:cNvSpPr>
            <a:spLocks noGrp="1"/>
          </p:cNvSpPr>
          <p:nvPr>
            <p:ph type="title" hasCustomPrompt="1"/>
          </p:nvPr>
        </p:nvSpPr>
        <p:spPr>
          <a:xfrm>
            <a:off x="720000" y="444960"/>
            <a:ext cx="5549400" cy="572400"/>
          </a:xfrm>
          <a:prstGeom prst="rect">
            <a:avLst/>
          </a:prstGeom>
          <a:noFill/>
          <a:ln w="0">
            <a:noFill/>
          </a:ln>
        </p:spPr>
        <p:txBody>
          <a:bodyPr lIns="91440" tIns="91440" rIns="91440" bIns="91440" anchor="t">
            <a:noAutofit/>
          </a:bodyPr>
          <a:p>
            <a:pPr indent="0">
              <a:buNone/>
            </a:pPr>
            <a:r>
              <a:rPr lang="fr-FR" sz="3500" b="0" u="none" strike="noStrike">
                <a:solidFill>
                  <a:schemeClr val="dk1"/>
                </a:solidFill>
                <a:effectLst/>
                <a:uFillTx/>
                <a:latin typeface="Arial" panose="020B0604020202020204"/>
              </a:rPr>
              <a:t>Click to edit the title text format</a:t>
            </a:r>
            <a:endParaRPr lang="fr-FR" sz="3500" b="0" u="none" strike="noStrike">
              <a:solidFill>
                <a:schemeClr val="dk1"/>
              </a:solidFill>
              <a:effectLst/>
              <a:uFillTx/>
              <a:latin typeface="Arial" panose="020B0604020202020204"/>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MAIN_POINT">
    <p:bg>
      <p:bgPr>
        <a:solidFill>
          <a:schemeClr val="lt1"/>
        </a:solidFill>
        <a:effectLst/>
      </p:bgPr>
    </p:bg>
    <p:spTree>
      <p:nvGrpSpPr>
        <p:cNvPr id="1" name=""/>
        <p:cNvGrpSpPr/>
        <p:nvPr/>
      </p:nvGrpSpPr>
      <p:grpSpPr>
        <a:xfrm>
          <a:off x="0" y="0"/>
          <a:ext cx="0" cy="0"/>
          <a:chOff x="0" y="0"/>
          <a:chExt cx="0" cy="0"/>
        </a:xfrm>
      </p:grpSpPr>
      <p:sp>
        <p:nvSpPr>
          <p:cNvPr id="231" name="PlaceHolder 1"/>
          <p:cNvSpPr>
            <a:spLocks noGrp="1"/>
          </p:cNvSpPr>
          <p:nvPr>
            <p:ph type="title" hasCustomPrompt="1"/>
          </p:nvPr>
        </p:nvSpPr>
        <p:spPr>
          <a:xfrm>
            <a:off x="4292280" y="1663920"/>
            <a:ext cx="4138200" cy="1815480"/>
          </a:xfrm>
          <a:prstGeom prst="rect">
            <a:avLst/>
          </a:prstGeom>
          <a:noFill/>
          <a:ln w="0">
            <a:noFill/>
          </a:ln>
        </p:spPr>
        <p:txBody>
          <a:bodyPr lIns="91440" tIns="91440" rIns="91440" bIns="91440" anchor="ctr">
            <a:noAutofit/>
          </a:bodyPr>
          <a:p>
            <a:pPr indent="0">
              <a:buNone/>
            </a:pPr>
            <a:r>
              <a:rPr lang="fr-FR" sz="6000" b="0" u="none" strike="noStrike">
                <a:solidFill>
                  <a:schemeClr val="dk1"/>
                </a:solidFill>
                <a:effectLst/>
                <a:uFillTx/>
                <a:latin typeface="Arial" panose="020B0604020202020204"/>
              </a:rPr>
              <a:t>Click to edit the title text format</a:t>
            </a:r>
            <a:endParaRPr lang="fr-FR" sz="6000" b="0" u="none" strike="noStrike">
              <a:solidFill>
                <a:schemeClr val="dk1"/>
              </a:solidFill>
              <a:effectLst/>
              <a:uFillTx/>
              <a:latin typeface="Arial" panose="020B0604020202020204"/>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blank" preserve="1">
  <p:cSld name="SECTION_TITLE_AND_DESCRIPTION">
    <p:bg>
      <p:bgPr>
        <a:solidFill>
          <a:schemeClr val="lt1"/>
        </a:solidFill>
        <a:effectLst/>
      </p:bgPr>
    </p:bg>
    <p:spTree>
      <p:nvGrpSpPr>
        <p:cNvPr id="1" name=""/>
        <p:cNvGrpSpPr/>
        <p:nvPr/>
      </p:nvGrpSpPr>
      <p:grpSpPr>
        <a:xfrm>
          <a:off x="0" y="0"/>
          <a:ext cx="0" cy="0"/>
          <a:chOff x="0" y="0"/>
          <a:chExt cx="0" cy="0"/>
        </a:xfrm>
      </p:grpSpPr>
      <p:sp>
        <p:nvSpPr>
          <p:cNvPr id="232" name="PlaceHolder 1"/>
          <p:cNvSpPr>
            <a:spLocks noGrp="1"/>
          </p:cNvSpPr>
          <p:nvPr>
            <p:ph type="title" hasCustomPrompt="1"/>
          </p:nvPr>
        </p:nvSpPr>
        <p:spPr>
          <a:xfrm>
            <a:off x="3862800" y="1655640"/>
            <a:ext cx="4567320" cy="1161000"/>
          </a:xfrm>
          <a:prstGeom prst="rect">
            <a:avLst/>
          </a:prstGeom>
          <a:noFill/>
          <a:ln w="0">
            <a:noFill/>
          </a:ln>
        </p:spPr>
        <p:txBody>
          <a:bodyPr lIns="91440" tIns="91440" rIns="91440" bIns="91440" anchor="b">
            <a:noAutofit/>
          </a:bodyPr>
          <a:p>
            <a:pPr indent="0">
              <a:buNone/>
            </a:pPr>
            <a:r>
              <a:rPr lang="fr-FR" sz="6500" b="0" u="none" strike="noStrike">
                <a:solidFill>
                  <a:schemeClr val="dk1"/>
                </a:solidFill>
                <a:effectLst/>
                <a:uFillTx/>
                <a:latin typeface="Arial" panose="020B0604020202020204"/>
              </a:rPr>
              <a:t>Click to edit the title text format</a:t>
            </a:r>
            <a:endParaRPr lang="fr-FR" sz="6500" b="0" u="none" strike="noStrike">
              <a:solidFill>
                <a:schemeClr val="dk1"/>
              </a:solidFill>
              <a:effectLst/>
              <a:uFillTx/>
              <a:latin typeface="Arial" panose="020B0604020202020204"/>
            </a:endParaRPr>
          </a:p>
        </p:txBody>
      </p:sp>
      <p:sp>
        <p:nvSpPr>
          <p:cNvPr id="233" name="PlaceHolder 2"/>
          <p:cNvSpPr>
            <a:spLocks noGrp="1"/>
          </p:cNvSpPr>
          <p:nvPr>
            <p:ph type="body" hasCustomPrompt="1"/>
          </p:nvPr>
        </p:nvSpPr>
        <p:spPr>
          <a:xfrm>
            <a:off x="457200" y="1203480"/>
            <a:ext cx="8229240" cy="2982960"/>
          </a:xfrm>
          <a:prstGeom prst="rect">
            <a:avLst/>
          </a:prstGeom>
          <a:noFill/>
          <a:ln w="0">
            <a:noFill/>
          </a:ln>
        </p:spPr>
        <p:txBody>
          <a:bodyPr lIns="0" tIns="0" rIns="0" bIns="0" anchor="t">
            <a:normAutofit/>
          </a:bodyPr>
          <a:p>
            <a:pPr marL="431800" indent="-323850">
              <a:spcBef>
                <a:spcPts val="1415"/>
              </a:spcBef>
              <a:buClr>
                <a:srgbClr val="000000"/>
              </a:buClr>
              <a:buSzPct val="45000"/>
              <a:buFont typeface="Wingdings" panose="05000000000000000000" pitchFamily="2" charset="2"/>
              <a:buChar char=""/>
            </a:pPr>
            <a:r>
              <a:rPr lang="fr-FR" sz="1400" b="0" u="none" strike="noStrike">
                <a:solidFill>
                  <a:srgbClr val="000000"/>
                </a:solidFill>
                <a:effectLst/>
                <a:uFillTx/>
                <a:latin typeface="Arial" panose="020B0604020202020204"/>
              </a:rPr>
              <a:t>Click to edit the outline text format</a:t>
            </a:r>
            <a:endParaRPr lang="fr-FR" sz="1400" b="0" u="none" strike="noStrike">
              <a:solidFill>
                <a:srgbClr val="000000"/>
              </a:solidFill>
              <a:effectLst/>
              <a:uFillTx/>
              <a:latin typeface="Arial" panose="020B0604020202020204"/>
            </a:endParaRPr>
          </a:p>
          <a:p>
            <a:pPr marL="864235" lvl="1" indent="-323850">
              <a:spcBef>
                <a:spcPts val="1135"/>
              </a:spcBef>
              <a:buClr>
                <a:srgbClr val="000000"/>
              </a:buClr>
              <a:buSzPct val="75000"/>
              <a:buFont typeface="Symbol" panose="05050102010706020507" charset="2"/>
              <a:buChar char=""/>
            </a:pPr>
            <a:r>
              <a:rPr lang="fr-FR" sz="1400" b="0" u="none" strike="noStrike">
                <a:solidFill>
                  <a:srgbClr val="000000"/>
                </a:solidFill>
                <a:effectLst/>
                <a:uFillTx/>
                <a:latin typeface="Arial" panose="020B0604020202020204"/>
              </a:rPr>
              <a:t>Second Outline Level</a:t>
            </a:r>
            <a:endParaRPr lang="fr-FR" sz="1400" b="0" u="none" strike="noStrike">
              <a:solidFill>
                <a:srgbClr val="000000"/>
              </a:solidFill>
              <a:effectLst/>
              <a:uFillTx/>
              <a:latin typeface="Arial" panose="020B0604020202020204"/>
            </a:endParaRPr>
          </a:p>
          <a:p>
            <a:pPr marL="1296035" lvl="2" indent="-288290">
              <a:spcBef>
                <a:spcPts val="850"/>
              </a:spcBef>
              <a:buClr>
                <a:srgbClr val="000000"/>
              </a:buClr>
              <a:buSzPct val="45000"/>
              <a:buFont typeface="Wingdings" panose="05000000000000000000" pitchFamily="2" charset="2"/>
              <a:buChar char=""/>
            </a:pPr>
            <a:r>
              <a:rPr lang="fr-FR" sz="1400" b="0" u="none" strike="noStrike">
                <a:solidFill>
                  <a:srgbClr val="000000"/>
                </a:solidFill>
                <a:effectLst/>
                <a:uFillTx/>
                <a:latin typeface="Arial" panose="020B0604020202020204"/>
              </a:rPr>
              <a:t>Third Outline Level</a:t>
            </a:r>
            <a:endParaRPr lang="fr-FR" sz="1400" b="0" u="none" strike="noStrike">
              <a:solidFill>
                <a:srgbClr val="000000"/>
              </a:solidFill>
              <a:effectLst/>
              <a:uFillTx/>
              <a:latin typeface="Arial" panose="020B0604020202020204"/>
            </a:endParaRPr>
          </a:p>
          <a:p>
            <a:pPr marL="1727835" lvl="3" indent="-215900">
              <a:spcBef>
                <a:spcPts val="565"/>
              </a:spcBef>
              <a:buClr>
                <a:srgbClr val="000000"/>
              </a:buClr>
              <a:buSzPct val="75000"/>
              <a:buFont typeface="Symbol" panose="05050102010706020507" charset="2"/>
              <a:buChar char=""/>
            </a:pPr>
            <a:r>
              <a:rPr lang="fr-FR" sz="1400" b="0" u="none" strike="noStrike">
                <a:solidFill>
                  <a:srgbClr val="000000"/>
                </a:solidFill>
                <a:effectLst/>
                <a:uFillTx/>
                <a:latin typeface="Arial" panose="020B0604020202020204"/>
              </a:rPr>
              <a:t>Fourth Outline Level</a:t>
            </a:r>
            <a:endParaRPr lang="fr-FR" sz="1400" b="0" u="none" strike="noStrike">
              <a:solidFill>
                <a:srgbClr val="000000"/>
              </a:solidFill>
              <a:effectLst/>
              <a:uFillTx/>
              <a:latin typeface="Arial" panose="020B0604020202020204"/>
            </a:endParaRPr>
          </a:p>
          <a:p>
            <a:pPr marL="2160270" lvl="4" indent="-215900">
              <a:spcBef>
                <a:spcPts val="285"/>
              </a:spcBef>
              <a:buClr>
                <a:srgbClr val="000000"/>
              </a:buClr>
              <a:buSzPct val="45000"/>
              <a:buFont typeface="Wingdings" panose="05000000000000000000" pitchFamily="2" charset="2"/>
              <a:buChar char=""/>
            </a:pPr>
            <a:r>
              <a:rPr lang="fr-FR" sz="2000" b="0" u="none" strike="noStrike">
                <a:solidFill>
                  <a:srgbClr val="000000"/>
                </a:solidFill>
                <a:effectLst/>
                <a:uFillTx/>
                <a:latin typeface="Arial" panose="020B0604020202020204"/>
              </a:rPr>
              <a:t>Fifth Outline Level</a:t>
            </a:r>
            <a:endParaRPr lang="fr-FR" sz="2000" b="0" u="none" strike="noStrike">
              <a:solidFill>
                <a:srgbClr val="000000"/>
              </a:solidFill>
              <a:effectLst/>
              <a:uFillTx/>
              <a:latin typeface="Arial" panose="020B0604020202020204"/>
            </a:endParaRPr>
          </a:p>
          <a:p>
            <a:pPr marL="2592070" lvl="5" indent="-215900">
              <a:spcBef>
                <a:spcPts val="285"/>
              </a:spcBef>
              <a:buClr>
                <a:srgbClr val="000000"/>
              </a:buClr>
              <a:buSzPct val="45000"/>
              <a:buFont typeface="Wingdings" panose="05000000000000000000" pitchFamily="2" charset="2"/>
              <a:buChar char=""/>
            </a:pPr>
            <a:r>
              <a:rPr lang="fr-FR" sz="2000" b="0" u="none" strike="noStrike">
                <a:solidFill>
                  <a:srgbClr val="000000"/>
                </a:solidFill>
                <a:effectLst/>
                <a:uFillTx/>
                <a:latin typeface="Arial" panose="020B0604020202020204"/>
              </a:rPr>
              <a:t>Sixth Outline Level</a:t>
            </a:r>
            <a:endParaRPr lang="fr-FR" sz="2000" b="0" u="none" strike="noStrike">
              <a:solidFill>
                <a:srgbClr val="000000"/>
              </a:solidFill>
              <a:effectLst/>
              <a:uFillTx/>
              <a:latin typeface="Arial" panose="020B0604020202020204"/>
            </a:endParaRPr>
          </a:p>
          <a:p>
            <a:pPr marL="3023870" lvl="6" indent="-215900">
              <a:spcBef>
                <a:spcPts val="285"/>
              </a:spcBef>
              <a:buClr>
                <a:srgbClr val="000000"/>
              </a:buClr>
              <a:buSzPct val="45000"/>
              <a:buFont typeface="Wingdings" panose="05000000000000000000" pitchFamily="2" charset="2"/>
              <a:buChar char=""/>
            </a:pPr>
            <a:r>
              <a:rPr lang="fr-FR" sz="2000" b="0" u="none" strike="noStrike">
                <a:solidFill>
                  <a:srgbClr val="000000"/>
                </a:solidFill>
                <a:effectLst/>
                <a:uFillTx/>
                <a:latin typeface="Arial" panose="020B0604020202020204"/>
              </a:rPr>
              <a:t>Seventh Outline Level</a:t>
            </a:r>
            <a:endParaRPr lang="fr-FR" sz="2000" b="0" u="none" strike="noStrike">
              <a:solidFill>
                <a:srgbClr val="000000"/>
              </a:solidFill>
              <a:effectLst/>
              <a:uFillTx/>
              <a:latin typeface="Arial" panose="020B0604020202020204"/>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blank" preserve="1">
  <p:cSld name="CAPTION_ONLY">
    <p:bg>
      <p:bgPr>
        <a:solidFill>
          <a:schemeClr val="lt1"/>
        </a:solidFill>
        <a:effectLst/>
      </p:bgPr>
    </p:bg>
    <p:spTree>
      <p:nvGrpSpPr>
        <p:cNvPr id="1" name=""/>
        <p:cNvGrpSpPr/>
        <p:nvPr/>
      </p:nvGrpSpPr>
      <p:grpSpPr>
        <a:xfrm>
          <a:off x="0" y="0"/>
          <a:ext cx="0" cy="0"/>
          <a:chOff x="0" y="0"/>
          <a:chExt cx="0" cy="0"/>
        </a:xfrm>
      </p:grpSpPr>
      <p:sp>
        <p:nvSpPr>
          <p:cNvPr id="234" name="PlaceHolder 1"/>
          <p:cNvSpPr>
            <a:spLocks noGrp="1"/>
          </p:cNvSpPr>
          <p:nvPr>
            <p:ph type="body" hasCustomPrompt="1"/>
          </p:nvPr>
        </p:nvSpPr>
        <p:spPr>
          <a:xfrm>
            <a:off x="0" y="-13680"/>
            <a:ext cx="9143640" cy="5157000"/>
          </a:xfrm>
          <a:prstGeom prst="rect">
            <a:avLst/>
          </a:prstGeom>
          <a:noFill/>
          <a:ln w="0">
            <a:noFill/>
          </a:ln>
        </p:spPr>
        <p:txBody>
          <a:bodyPr lIns="90000" tIns="45000" rIns="90000" bIns="45000" anchor="t">
            <a:normAutofit/>
          </a:bodyPr>
          <a:p>
            <a:pPr marL="431800" indent="-323850">
              <a:spcBef>
                <a:spcPts val="1415"/>
              </a:spcBef>
              <a:buClr>
                <a:srgbClr val="000000"/>
              </a:buClr>
              <a:buSzPct val="45000"/>
              <a:buFont typeface="Wingdings" panose="05000000000000000000" pitchFamily="2" charset="2"/>
              <a:buChar char=""/>
            </a:pPr>
            <a:r>
              <a:rPr lang="fr-FR" sz="1800" b="0" u="none" strike="noStrike">
                <a:solidFill>
                  <a:srgbClr val="000000"/>
                </a:solidFill>
                <a:effectLst/>
                <a:uFillTx/>
                <a:latin typeface="Arial" panose="020B0604020202020204"/>
              </a:rPr>
              <a:t>Click to edit the outline text format</a:t>
            </a:r>
            <a:endParaRPr lang="fr-FR" sz="1800" b="0" u="none" strike="noStrike">
              <a:solidFill>
                <a:srgbClr val="000000"/>
              </a:solidFill>
              <a:effectLst/>
              <a:uFillTx/>
              <a:latin typeface="Arial" panose="020B0604020202020204"/>
            </a:endParaRPr>
          </a:p>
          <a:p>
            <a:pPr marL="864235" lvl="1" indent="-323850">
              <a:spcBef>
                <a:spcPts val="1135"/>
              </a:spcBef>
              <a:buClr>
                <a:srgbClr val="000000"/>
              </a:buClr>
              <a:buSzPct val="75000"/>
              <a:buFont typeface="Symbol" panose="05050102010706020507" charset="2"/>
              <a:buChar char=""/>
            </a:pPr>
            <a:r>
              <a:rPr lang="fr-FR" sz="1800" b="0" u="none" strike="noStrike">
                <a:solidFill>
                  <a:srgbClr val="000000"/>
                </a:solidFill>
                <a:effectLst/>
                <a:uFillTx/>
                <a:latin typeface="Arial" panose="020B0604020202020204"/>
              </a:rPr>
              <a:t>Second Outline Level</a:t>
            </a:r>
            <a:endParaRPr lang="fr-FR" sz="1800" b="0" u="none" strike="noStrike">
              <a:solidFill>
                <a:srgbClr val="000000"/>
              </a:solidFill>
              <a:effectLst/>
              <a:uFillTx/>
              <a:latin typeface="Arial" panose="020B0604020202020204"/>
            </a:endParaRPr>
          </a:p>
          <a:p>
            <a:pPr marL="1296035" lvl="2" indent="-288290">
              <a:spcBef>
                <a:spcPts val="850"/>
              </a:spcBef>
              <a:buClr>
                <a:srgbClr val="000000"/>
              </a:buClr>
              <a:buSzPct val="45000"/>
              <a:buFont typeface="Wingdings" panose="05000000000000000000" pitchFamily="2" charset="2"/>
              <a:buChar char=""/>
            </a:pPr>
            <a:r>
              <a:rPr lang="fr-FR" sz="1800" b="0" u="none" strike="noStrike">
                <a:solidFill>
                  <a:srgbClr val="000000"/>
                </a:solidFill>
                <a:effectLst/>
                <a:uFillTx/>
                <a:latin typeface="Arial" panose="020B0604020202020204"/>
              </a:rPr>
              <a:t>Third Outline Level</a:t>
            </a:r>
            <a:endParaRPr lang="fr-FR" sz="1800" b="0" u="none" strike="noStrike">
              <a:solidFill>
                <a:srgbClr val="000000"/>
              </a:solidFill>
              <a:effectLst/>
              <a:uFillTx/>
              <a:latin typeface="Arial" panose="020B0604020202020204"/>
            </a:endParaRPr>
          </a:p>
          <a:p>
            <a:pPr marL="1727835" lvl="3" indent="-215900">
              <a:spcBef>
                <a:spcPts val="565"/>
              </a:spcBef>
              <a:buClr>
                <a:srgbClr val="000000"/>
              </a:buClr>
              <a:buSzPct val="75000"/>
              <a:buFont typeface="Symbol" panose="05050102010706020507" charset="2"/>
              <a:buChar char=""/>
            </a:pPr>
            <a:r>
              <a:rPr lang="fr-FR" sz="1800" b="0" u="none" strike="noStrike">
                <a:solidFill>
                  <a:srgbClr val="000000"/>
                </a:solidFill>
                <a:effectLst/>
                <a:uFillTx/>
                <a:latin typeface="Arial" panose="020B0604020202020204"/>
              </a:rPr>
              <a:t>Fourth Outline Level</a:t>
            </a:r>
            <a:endParaRPr lang="fr-FR" sz="1800" b="0" u="none" strike="noStrike">
              <a:solidFill>
                <a:srgbClr val="000000"/>
              </a:solidFill>
              <a:effectLst/>
              <a:uFillTx/>
              <a:latin typeface="Arial" panose="020B0604020202020204"/>
            </a:endParaRPr>
          </a:p>
          <a:p>
            <a:pPr marL="2160270" lvl="4" indent="-215900">
              <a:spcBef>
                <a:spcPts val="285"/>
              </a:spcBef>
              <a:buClr>
                <a:srgbClr val="000000"/>
              </a:buClr>
              <a:buSzPct val="45000"/>
              <a:buFont typeface="Wingdings" panose="05000000000000000000" pitchFamily="2" charset="2"/>
              <a:buChar char=""/>
            </a:pPr>
            <a:r>
              <a:rPr lang="fr-FR" sz="1800" b="0" u="none" strike="noStrike">
                <a:solidFill>
                  <a:srgbClr val="000000"/>
                </a:solidFill>
                <a:effectLst/>
                <a:uFillTx/>
                <a:latin typeface="Arial" panose="020B0604020202020204"/>
              </a:rPr>
              <a:t>Fifth Outline Level</a:t>
            </a:r>
            <a:endParaRPr lang="fr-FR" sz="1800" b="0" u="none" strike="noStrike">
              <a:solidFill>
                <a:srgbClr val="000000"/>
              </a:solidFill>
              <a:effectLst/>
              <a:uFillTx/>
              <a:latin typeface="Arial" panose="020B0604020202020204"/>
            </a:endParaRPr>
          </a:p>
          <a:p>
            <a:pPr marL="2592070" lvl="5" indent="-215900">
              <a:spcBef>
                <a:spcPts val="285"/>
              </a:spcBef>
              <a:buClr>
                <a:srgbClr val="000000"/>
              </a:buClr>
              <a:buSzPct val="45000"/>
              <a:buFont typeface="Wingdings" panose="05000000000000000000" pitchFamily="2" charset="2"/>
              <a:buChar char=""/>
            </a:pPr>
            <a:r>
              <a:rPr lang="fr-FR" sz="1800" b="0" u="none" strike="noStrike">
                <a:solidFill>
                  <a:srgbClr val="000000"/>
                </a:solidFill>
                <a:effectLst/>
                <a:uFillTx/>
                <a:latin typeface="Arial" panose="020B0604020202020204"/>
              </a:rPr>
              <a:t>Sixth Outline Level</a:t>
            </a:r>
            <a:endParaRPr lang="fr-FR" sz="1800" b="0" u="none" strike="noStrike">
              <a:solidFill>
                <a:srgbClr val="000000"/>
              </a:solidFill>
              <a:effectLst/>
              <a:uFillTx/>
              <a:latin typeface="Arial" panose="020B0604020202020204"/>
            </a:endParaRPr>
          </a:p>
          <a:p>
            <a:pPr marL="3023870" lvl="6" indent="-215900">
              <a:spcBef>
                <a:spcPts val="285"/>
              </a:spcBef>
              <a:buClr>
                <a:srgbClr val="000000"/>
              </a:buClr>
              <a:buSzPct val="45000"/>
              <a:buFont typeface="Wingdings" panose="05000000000000000000" pitchFamily="2" charset="2"/>
              <a:buChar char=""/>
            </a:pPr>
            <a:r>
              <a:rPr lang="fr-FR" sz="1800" b="0" u="none" strike="noStrike">
                <a:solidFill>
                  <a:srgbClr val="000000"/>
                </a:solidFill>
                <a:effectLst/>
                <a:uFillTx/>
                <a:latin typeface="Arial" panose="020B0604020202020204"/>
              </a:rPr>
              <a:t>Seventh Outline Level</a:t>
            </a:r>
            <a:endParaRPr lang="fr-FR" sz="1800" b="0" u="none" strike="noStrike">
              <a:solidFill>
                <a:srgbClr val="000000"/>
              </a:solidFill>
              <a:effectLst/>
              <a:uFillTx/>
              <a:latin typeface="Arial" panose="020B0604020202020204"/>
            </a:endParaRPr>
          </a:p>
        </p:txBody>
      </p:sp>
      <p:sp>
        <p:nvSpPr>
          <p:cNvPr id="235" name="PlaceHolder 2"/>
          <p:cNvSpPr>
            <a:spLocks noGrp="1"/>
          </p:cNvSpPr>
          <p:nvPr>
            <p:ph type="title" hasCustomPrompt="1"/>
          </p:nvPr>
        </p:nvSpPr>
        <p:spPr>
          <a:xfrm>
            <a:off x="720000" y="3942720"/>
            <a:ext cx="7703640" cy="644040"/>
          </a:xfrm>
          <a:prstGeom prst="rect">
            <a:avLst/>
          </a:prstGeom>
          <a:solidFill>
            <a:schemeClr val="lt1"/>
          </a:solidFill>
          <a:ln w="0">
            <a:noFill/>
          </a:ln>
        </p:spPr>
        <p:txBody>
          <a:bodyPr lIns="91440" tIns="91440" rIns="91440" bIns="91440" anchor="t">
            <a:noAutofit/>
          </a:bodyPr>
          <a:p>
            <a:pPr indent="0">
              <a:buNone/>
            </a:pPr>
            <a:r>
              <a:rPr lang="fr-FR" sz="3000" b="0" u="none" strike="noStrike">
                <a:solidFill>
                  <a:schemeClr val="dk1"/>
                </a:solidFill>
                <a:effectLst/>
                <a:uFillTx/>
                <a:latin typeface="Arial" panose="020B0604020202020204"/>
              </a:rPr>
              <a:t>Click to edit the title text format</a:t>
            </a:r>
            <a:endParaRPr lang="fr-FR" sz="3000" b="0" u="none" strike="noStrike">
              <a:solidFill>
                <a:schemeClr val="dk1"/>
              </a:solidFill>
              <a:effectLst/>
              <a:uFillTx/>
              <a:latin typeface="Arial" panose="020B0604020202020204"/>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blank" preserve="1">
  <p:cSld name="simple-light-2">
    <p:bg>
      <p:bgPr>
        <a:solidFill>
          <a:srgbClr val="0E2A47"/>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blank" preserve="1">
  <p:cSld name="Default">
    <p:bg>
      <p:bgPr>
        <a:solidFill>
          <a:srgbClr val="0E2A47"/>
        </a:solidFill>
        <a:effectLst/>
      </p:bgPr>
    </p:bg>
    <p:spTree>
      <p:nvGrpSpPr>
        <p:cNvPr id="1" name=""/>
        <p:cNvGrpSpPr/>
        <p:nvPr/>
      </p:nvGrpSpPr>
      <p:grpSpPr>
        <a:xfrm>
          <a:off x="0" y="0"/>
          <a:ext cx="0" cy="0"/>
          <a:chOff x="0" y="0"/>
          <a:chExt cx="0" cy="0"/>
        </a:xfrm>
      </p:grpSpPr>
      <p:sp>
        <p:nvSpPr>
          <p:cNvPr id="236" name="PlaceHolder 1"/>
          <p:cNvSpPr>
            <a:spLocks noGrp="1"/>
          </p:cNvSpPr>
          <p:nvPr>
            <p:ph type="title" hasCustomPrompt="1"/>
          </p:nvPr>
        </p:nvSpPr>
        <p:spPr>
          <a:xfrm>
            <a:off x="716760" y="511200"/>
            <a:ext cx="7710120" cy="482040"/>
          </a:xfrm>
          <a:prstGeom prst="rect">
            <a:avLst/>
          </a:prstGeom>
          <a:noFill/>
          <a:ln w="0">
            <a:noFill/>
          </a:ln>
        </p:spPr>
        <p:txBody>
          <a:bodyPr lIns="91440" tIns="91440" rIns="91440" bIns="91440" anchor="t">
            <a:noAutofit/>
          </a:bodyPr>
          <a:p>
            <a:pPr indent="0">
              <a:buNone/>
            </a:pPr>
            <a:r>
              <a:rPr lang="fr-FR" sz="2400" b="0" u="none" strike="noStrike">
                <a:solidFill>
                  <a:schemeClr val="dk1"/>
                </a:solidFill>
                <a:effectLst/>
                <a:uFillTx/>
                <a:latin typeface="Arial" panose="020B0604020202020204"/>
              </a:rPr>
              <a:t>Click to edit the title text format</a:t>
            </a:r>
            <a:endParaRPr lang="fr-FR" sz="2400" b="0" u="none" strike="noStrike">
              <a:solidFill>
                <a:schemeClr val="dk1"/>
              </a:solidFill>
              <a:effectLst/>
              <a:uFillTx/>
              <a:latin typeface="Arial" panose="020B0604020202020204"/>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2" Type="http://schemas.openxmlformats.org/officeDocument/2006/relationships/theme" Target="../theme/theme1.xml"/><Relationship Id="rId31" Type="http://schemas.openxmlformats.org/officeDocument/2006/relationships/slideLayout" Target="../slideLayouts/slideLayout31.xml"/><Relationship Id="rId30" Type="http://schemas.openxmlformats.org/officeDocument/2006/relationships/slideLayout" Target="../slideLayouts/slideLayout30.xml"/><Relationship Id="rId3" Type="http://schemas.openxmlformats.org/officeDocument/2006/relationships/slideLayout" Target="../slideLayouts/slideLayout3.xml"/><Relationship Id="rId29" Type="http://schemas.openxmlformats.org/officeDocument/2006/relationships/slideLayout" Target="../slideLayouts/slideLayout29.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0" Type="http://schemas.openxmlformats.org/officeDocument/2006/relationships/slideLayout" Target="../slideLayouts/slideLayout20.xml"/><Relationship Id="rId2" Type="http://schemas.openxmlformats.org/officeDocument/2006/relationships/slideLayout" Target="../slideLayouts/slideLayout2.xml"/><Relationship Id="rId19" Type="http://schemas.openxmlformats.org/officeDocument/2006/relationships/slideLayout" Target="../slideLayouts/slideLayout19.xml"/><Relationship Id="rId18" Type="http://schemas.openxmlformats.org/officeDocument/2006/relationships/slideLayout" Target="../slideLayouts/slideLayout18.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33.xml"/><Relationship Id="rId1" Type="http://schemas.openxmlformats.org/officeDocument/2006/relationships/slideLayout" Target="../slideLayouts/slideLayout3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 id="2147483674" r:id="rId26"/>
    <p:sldLayoutId id="2147483675" r:id="rId27"/>
    <p:sldLayoutId id="2147483676" r:id="rId28"/>
    <p:sldLayoutId id="2147483677" r:id="rId29"/>
    <p:sldLayoutId id="2147483678" r:id="rId30"/>
    <p:sldLayoutId id="2147483679" r:id="rId31"/>
  </p:sldLayoutIdLst>
  <p:txStyles>
    <p:titleStyle/>
    <p:bodyStyle/>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81" r:id="rId1"/>
    <p:sldLayoutId id="2147483682" r:id="rId2"/>
  </p:sldLayoutIdLst>
  <p:txStyles>
    <p:titleStyle/>
    <p:bodyStyle/>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7" name="PlaceHolder 1"/>
          <p:cNvSpPr>
            <a:spLocks noGrp="1"/>
          </p:cNvSpPr>
          <p:nvPr>
            <p:ph type="title"/>
          </p:nvPr>
        </p:nvSpPr>
        <p:spPr>
          <a:xfrm>
            <a:off x="711200" y="1152525"/>
            <a:ext cx="4164965" cy="1313180"/>
          </a:xfrm>
          <a:prstGeom prst="rect">
            <a:avLst/>
          </a:prstGeom>
          <a:noFill/>
          <a:ln w="0">
            <a:noFill/>
          </a:ln>
        </p:spPr>
        <p:txBody>
          <a:bodyPr lIns="91440" tIns="91440" rIns="91440" bIns="91440" anchor="b">
            <a:normAutofit/>
          </a:bodyPr>
          <a:p>
            <a:pPr indent="0">
              <a:lnSpc>
                <a:spcPct val="100000"/>
              </a:lnSpc>
              <a:buNone/>
              <a:tabLst>
                <a:tab pos="0" algn="l"/>
              </a:tabLst>
            </a:pPr>
            <a:r>
              <a:rPr lang="en-US" sz="4300" b="1" u="none" strike="noStrike">
                <a:solidFill>
                  <a:schemeClr val="dk1"/>
                </a:solidFill>
                <a:effectLst/>
                <a:uFillTx/>
                <a:latin typeface="Times New Roman" panose="02020603050405020304" charset="0"/>
                <a:ea typeface="Outfit"/>
                <a:cs typeface="Times New Roman" panose="02020603050405020304" charset="0"/>
              </a:rPr>
              <a:t>Probabilistic</a:t>
            </a:r>
            <a:r>
              <a:rPr lang="en-US" sz="2200" b="1" u="none" strike="noStrike">
                <a:solidFill>
                  <a:schemeClr val="dk1"/>
                </a:solidFill>
                <a:effectLst/>
                <a:uFillTx/>
                <a:latin typeface="Times New Roman" panose="02020603050405020304" charset="0"/>
                <a:ea typeface="Outfit"/>
                <a:cs typeface="Times New Roman" panose="02020603050405020304" charset="0"/>
              </a:rPr>
              <a:t> Modelling</a:t>
            </a:r>
            <a:endParaRPr lang="fr-FR" sz="2200" b="0" u="none" strike="noStrike">
              <a:solidFill>
                <a:schemeClr val="dk1"/>
              </a:solidFill>
              <a:effectLst/>
              <a:uFillTx/>
              <a:latin typeface="Times New Roman" panose="02020603050405020304" charset="0"/>
              <a:cs typeface="Times New Roman" panose="02020603050405020304" charset="0"/>
            </a:endParaRPr>
          </a:p>
        </p:txBody>
      </p:sp>
      <p:sp>
        <p:nvSpPr>
          <p:cNvPr id="238" name="PlaceHolder 2"/>
          <p:cNvSpPr>
            <a:spLocks noGrp="1"/>
          </p:cNvSpPr>
          <p:nvPr>
            <p:ph type="subTitle"/>
          </p:nvPr>
        </p:nvSpPr>
        <p:spPr>
          <a:xfrm>
            <a:off x="711200" y="2589530"/>
            <a:ext cx="4164965" cy="1372235"/>
          </a:xfrm>
          <a:prstGeom prst="rect">
            <a:avLst/>
          </a:prstGeom>
          <a:noFill/>
          <a:ln w="0">
            <a:noFill/>
          </a:ln>
        </p:spPr>
        <p:txBody>
          <a:bodyPr lIns="91440" tIns="91440" rIns="91440" bIns="91440" anchor="t">
            <a:noAutofit/>
          </a:bodyPr>
          <a:p>
            <a:pPr indent="0">
              <a:lnSpc>
                <a:spcPct val="100000"/>
              </a:lnSpc>
              <a:buNone/>
              <a:tabLst>
                <a:tab pos="0" algn="l"/>
              </a:tabLst>
            </a:pPr>
            <a:r>
              <a:rPr lang="en-US" sz="2000" b="0" u="none" strike="noStrike">
                <a:solidFill>
                  <a:schemeClr val="dk1"/>
                </a:solidFill>
                <a:effectLst/>
                <a:uFillTx/>
                <a:latin typeface="Times New Roman" panose="02020603050405020304" charset="0"/>
                <a:ea typeface="DM Sans"/>
                <a:cs typeface="Times New Roman" panose="02020603050405020304" charset="0"/>
              </a:rPr>
              <a:t>Understanding Uncertainty in Real-World Problems</a:t>
            </a:r>
            <a:endParaRPr lang="en-US" sz="2000" b="0" u="none" strike="noStrike">
              <a:solidFill>
                <a:schemeClr val="dk1"/>
              </a:solidFill>
              <a:effectLst/>
              <a:uFillTx/>
              <a:latin typeface="Times New Roman" panose="02020603050405020304" charset="0"/>
              <a:ea typeface="DM Sans"/>
              <a:cs typeface="Times New Roman" panose="02020603050405020304" charset="0"/>
            </a:endParaRPr>
          </a:p>
        </p:txBody>
      </p:sp>
      <p:grpSp>
        <p:nvGrpSpPr>
          <p:cNvPr id="240" name="Google Shape;347;p36"/>
          <p:cNvGrpSpPr/>
          <p:nvPr/>
        </p:nvGrpSpPr>
        <p:grpSpPr>
          <a:xfrm>
            <a:off x="5115240" y="-428760"/>
            <a:ext cx="4275000" cy="6450480"/>
            <a:chOff x="5115240" y="-428760"/>
            <a:chExt cx="4275000" cy="6450480"/>
          </a:xfrm>
        </p:grpSpPr>
        <p:sp>
          <p:nvSpPr>
            <p:cNvPr id="241" name="Google Shape;348;p36"/>
            <p:cNvSpPr/>
            <p:nvPr/>
          </p:nvSpPr>
          <p:spPr>
            <a:xfrm rot="10800000" flipH="1">
              <a:off x="8492040" y="-19224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a:solidFill>
                <a:srgbClr val="FFFFFF"/>
              </a:solidFill>
              <a:round/>
            </a:ln>
          </p:spPr>
          <p:style>
            <a:lnRef idx="0">
              <a:srgbClr val="FFFFFF"/>
            </a:lnRef>
            <a:fillRef idx="0">
              <a:srgbClr val="FFFFFF"/>
            </a:fillRef>
            <a:effectRef idx="0">
              <a:srgbClr val="FFFFFF"/>
            </a:effectRef>
            <a:fontRef idx="minor"/>
          </p:style>
          <p:txBody>
            <a:bodyPr tIns="91440" bIns="91440" anchor="ctr">
              <a:noAutofit/>
            </a:bodyPr>
            <a:p>
              <a:pPr defTabSz="914400">
                <a:lnSpc>
                  <a:spcPct val="100000"/>
                </a:lnSpc>
                <a:tabLst>
                  <a:tab pos="0" algn="l"/>
                </a:tabLst>
              </a:pPr>
              <a:endParaRPr lang="en-US" sz="1800" b="0" u="none" strike="noStrike">
                <a:solidFill>
                  <a:srgbClr val="000000"/>
                </a:solidFill>
                <a:effectLst/>
                <a:uFillTx/>
                <a:latin typeface="Times New Roman" panose="02020603050405020304" charset="0"/>
                <a:cs typeface="Times New Roman" panose="02020603050405020304" charset="0"/>
              </a:endParaRPr>
            </a:p>
          </p:txBody>
        </p:sp>
        <p:sp>
          <p:nvSpPr>
            <p:cNvPr id="242" name="Google Shape;349;p36"/>
            <p:cNvSpPr/>
            <p:nvPr/>
          </p:nvSpPr>
          <p:spPr>
            <a:xfrm>
              <a:off x="8551800" y="326772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a:solidFill>
                <a:srgbClr val="FFFFFF"/>
              </a:solidFill>
              <a:round/>
            </a:ln>
          </p:spPr>
          <p:style>
            <a:lnRef idx="0">
              <a:srgbClr val="FFFFFF"/>
            </a:lnRef>
            <a:fillRef idx="0">
              <a:srgbClr val="FFFFFF"/>
            </a:fillRef>
            <a:effectRef idx="0">
              <a:srgbClr val="FFFFFF"/>
            </a:effectRef>
            <a:fontRef idx="minor"/>
          </p:style>
          <p:txBody>
            <a:bodyPr tIns="91440" bIns="91440" anchor="ctr">
              <a:noAutofit/>
            </a:bodyPr>
            <a:p>
              <a:pPr defTabSz="914400">
                <a:lnSpc>
                  <a:spcPct val="100000"/>
                </a:lnSpc>
                <a:tabLst>
                  <a:tab pos="0" algn="l"/>
                </a:tabLst>
              </a:pPr>
              <a:endParaRPr lang="en-US" sz="1800" b="0" u="none" strike="noStrike">
                <a:solidFill>
                  <a:srgbClr val="000000"/>
                </a:solidFill>
                <a:effectLst/>
                <a:uFillTx/>
                <a:latin typeface="Times New Roman" panose="02020603050405020304" charset="0"/>
                <a:cs typeface="Times New Roman" panose="02020603050405020304" charset="0"/>
              </a:endParaRPr>
            </a:p>
          </p:txBody>
        </p:sp>
        <p:sp>
          <p:nvSpPr>
            <p:cNvPr id="243" name="Google Shape;350;p36"/>
            <p:cNvSpPr/>
            <p:nvPr/>
          </p:nvSpPr>
          <p:spPr>
            <a:xfrm>
              <a:off x="6606720" y="254736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a:solidFill>
                <a:srgbClr val="FFFFFF"/>
              </a:solidFill>
              <a:round/>
            </a:ln>
          </p:spPr>
          <p:style>
            <a:lnRef idx="0">
              <a:srgbClr val="FFFFFF"/>
            </a:lnRef>
            <a:fillRef idx="0">
              <a:srgbClr val="FFFFFF"/>
            </a:fillRef>
            <a:effectRef idx="0">
              <a:srgbClr val="FFFFFF"/>
            </a:effectRef>
            <a:fontRef idx="minor"/>
          </p:style>
          <p:txBody>
            <a:bodyPr tIns="91440" bIns="91440" anchor="ctr">
              <a:noAutofit/>
            </a:bodyPr>
            <a:p>
              <a:pPr defTabSz="914400">
                <a:lnSpc>
                  <a:spcPct val="100000"/>
                </a:lnSpc>
                <a:tabLst>
                  <a:tab pos="0" algn="l"/>
                </a:tabLst>
              </a:pPr>
              <a:endParaRPr lang="en-US" sz="1800" b="0" u="none" strike="noStrike">
                <a:solidFill>
                  <a:srgbClr val="000000"/>
                </a:solidFill>
                <a:effectLst/>
                <a:uFillTx/>
                <a:latin typeface="Times New Roman" panose="02020603050405020304" charset="0"/>
                <a:cs typeface="Times New Roman" panose="02020603050405020304" charset="0"/>
              </a:endParaRPr>
            </a:p>
          </p:txBody>
        </p:sp>
        <p:sp>
          <p:nvSpPr>
            <p:cNvPr id="244" name="Google Shape;351;p36"/>
            <p:cNvSpPr/>
            <p:nvPr/>
          </p:nvSpPr>
          <p:spPr>
            <a:xfrm>
              <a:off x="7103520" y="-15336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a:solidFill>
                <a:srgbClr val="FFFFFF"/>
              </a:solidFill>
              <a:round/>
            </a:ln>
          </p:spPr>
          <p:style>
            <a:lnRef idx="0">
              <a:srgbClr val="FFFFFF"/>
            </a:lnRef>
            <a:fillRef idx="0">
              <a:srgbClr val="FFFFFF"/>
            </a:fillRef>
            <a:effectRef idx="0">
              <a:srgbClr val="FFFFFF"/>
            </a:effectRef>
            <a:fontRef idx="minor"/>
          </p:style>
          <p:txBody>
            <a:bodyPr tIns="91440" bIns="91440" anchor="ctr">
              <a:noAutofit/>
            </a:bodyPr>
            <a:p>
              <a:pPr defTabSz="914400">
                <a:lnSpc>
                  <a:spcPct val="100000"/>
                </a:lnSpc>
                <a:tabLst>
                  <a:tab pos="0" algn="l"/>
                </a:tabLst>
              </a:pPr>
              <a:endParaRPr lang="en-US" sz="1800" b="0" u="none" strike="noStrike">
                <a:solidFill>
                  <a:srgbClr val="000000"/>
                </a:solidFill>
                <a:effectLst/>
                <a:uFillTx/>
                <a:latin typeface="Times New Roman" panose="02020603050405020304" charset="0"/>
                <a:cs typeface="Times New Roman" panose="02020603050405020304" charset="0"/>
              </a:endParaRPr>
            </a:p>
          </p:txBody>
        </p:sp>
        <p:sp>
          <p:nvSpPr>
            <p:cNvPr id="245" name="Google Shape;352;p36"/>
            <p:cNvSpPr/>
            <p:nvPr/>
          </p:nvSpPr>
          <p:spPr>
            <a:xfrm>
              <a:off x="6684120" y="31860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9FCBFD">
                <a:alpha val="41000"/>
              </a:srgbClr>
            </a:solidFill>
            <a:ln w="19050">
              <a:solidFill>
                <a:srgbClr val="FFFFFF"/>
              </a:solidFill>
              <a:round/>
            </a:ln>
          </p:spPr>
          <p:style>
            <a:lnRef idx="0">
              <a:srgbClr val="FFFFFF"/>
            </a:lnRef>
            <a:fillRef idx="0">
              <a:srgbClr val="FFFFFF"/>
            </a:fillRef>
            <a:effectRef idx="0">
              <a:srgbClr val="FFFFFF"/>
            </a:effectRef>
            <a:fontRef idx="minor"/>
          </p:style>
          <p:txBody>
            <a:bodyPr tIns="91440" bIns="91440" anchor="ctr">
              <a:noAutofit/>
            </a:bodyPr>
            <a:p>
              <a:pPr defTabSz="914400">
                <a:lnSpc>
                  <a:spcPct val="100000"/>
                </a:lnSpc>
                <a:tabLst>
                  <a:tab pos="0" algn="l"/>
                </a:tabLst>
              </a:pPr>
              <a:endParaRPr lang="en-US" sz="1800" b="0" u="none" strike="noStrike">
                <a:solidFill>
                  <a:srgbClr val="000000"/>
                </a:solidFill>
                <a:effectLst/>
                <a:uFillTx/>
                <a:latin typeface="Times New Roman" panose="02020603050405020304" charset="0"/>
                <a:cs typeface="Times New Roman" panose="02020603050405020304" charset="0"/>
              </a:endParaRPr>
            </a:p>
          </p:txBody>
        </p:sp>
        <p:sp>
          <p:nvSpPr>
            <p:cNvPr id="246" name="Google Shape;353;p36"/>
            <p:cNvSpPr/>
            <p:nvPr/>
          </p:nvSpPr>
          <p:spPr>
            <a:xfrm>
              <a:off x="6109920" y="119412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a:solidFill>
                <a:srgbClr val="FFFFFF"/>
              </a:solidFill>
              <a:round/>
            </a:ln>
          </p:spPr>
          <p:style>
            <a:lnRef idx="0">
              <a:srgbClr val="FFFFFF"/>
            </a:lnRef>
            <a:fillRef idx="0">
              <a:srgbClr val="FFFFFF"/>
            </a:fillRef>
            <a:effectRef idx="0">
              <a:srgbClr val="FFFFFF"/>
            </a:effectRef>
            <a:fontRef idx="minor"/>
          </p:style>
          <p:txBody>
            <a:bodyPr tIns="91440" bIns="91440" anchor="ctr">
              <a:noAutofit/>
            </a:bodyPr>
            <a:p>
              <a:pPr defTabSz="914400">
                <a:lnSpc>
                  <a:spcPct val="100000"/>
                </a:lnSpc>
                <a:tabLst>
                  <a:tab pos="0" algn="l"/>
                </a:tabLst>
              </a:pPr>
              <a:endParaRPr lang="en-US" sz="1800" b="0" u="none" strike="noStrike">
                <a:solidFill>
                  <a:srgbClr val="000000"/>
                </a:solidFill>
                <a:effectLst/>
                <a:uFillTx/>
                <a:latin typeface="Times New Roman" panose="02020603050405020304" charset="0"/>
                <a:cs typeface="Times New Roman" panose="02020603050405020304" charset="0"/>
              </a:endParaRPr>
            </a:p>
          </p:txBody>
        </p:sp>
        <p:sp>
          <p:nvSpPr>
            <p:cNvPr id="247" name="Google Shape;354;p36"/>
            <p:cNvSpPr/>
            <p:nvPr/>
          </p:nvSpPr>
          <p:spPr>
            <a:xfrm>
              <a:off x="6109920" y="69768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a:solidFill>
                <a:srgbClr val="FFFFFF"/>
              </a:solidFill>
              <a:round/>
            </a:ln>
          </p:spPr>
          <p:style>
            <a:lnRef idx="0">
              <a:srgbClr val="FFFFFF"/>
            </a:lnRef>
            <a:fillRef idx="0">
              <a:srgbClr val="FFFFFF"/>
            </a:fillRef>
            <a:effectRef idx="0">
              <a:srgbClr val="FFFFFF"/>
            </a:effectRef>
            <a:fontRef idx="minor"/>
          </p:style>
          <p:txBody>
            <a:bodyPr tIns="91440" bIns="91440" anchor="ctr">
              <a:noAutofit/>
            </a:bodyPr>
            <a:p>
              <a:pPr defTabSz="914400">
                <a:lnSpc>
                  <a:spcPct val="100000"/>
                </a:lnSpc>
                <a:tabLst>
                  <a:tab pos="0" algn="l"/>
                </a:tabLst>
              </a:pPr>
              <a:endParaRPr lang="en-US" sz="1800" b="0" u="none" strike="noStrike">
                <a:solidFill>
                  <a:srgbClr val="000000"/>
                </a:solidFill>
                <a:effectLst/>
                <a:uFillTx/>
                <a:latin typeface="Times New Roman" panose="02020603050405020304" charset="0"/>
                <a:cs typeface="Times New Roman" panose="02020603050405020304" charset="0"/>
              </a:endParaRPr>
            </a:p>
          </p:txBody>
        </p:sp>
        <p:sp>
          <p:nvSpPr>
            <p:cNvPr id="248" name="Google Shape;355;p36"/>
            <p:cNvSpPr/>
            <p:nvPr/>
          </p:nvSpPr>
          <p:spPr>
            <a:xfrm>
              <a:off x="7587360" y="119412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a:solidFill>
                <a:srgbClr val="FFFFFF"/>
              </a:solidFill>
              <a:round/>
            </a:ln>
          </p:spPr>
          <p:style>
            <a:lnRef idx="0">
              <a:srgbClr val="FFFFFF"/>
            </a:lnRef>
            <a:fillRef idx="0">
              <a:srgbClr val="FFFFFF"/>
            </a:fillRef>
            <a:effectRef idx="0">
              <a:srgbClr val="FFFFFF"/>
            </a:effectRef>
            <a:fontRef idx="minor"/>
          </p:style>
          <p:txBody>
            <a:bodyPr tIns="91440" bIns="91440" anchor="ctr">
              <a:noAutofit/>
            </a:bodyPr>
            <a:p>
              <a:pPr defTabSz="914400">
                <a:lnSpc>
                  <a:spcPct val="100000"/>
                </a:lnSpc>
                <a:tabLst>
                  <a:tab pos="0" algn="l"/>
                </a:tabLst>
              </a:pPr>
              <a:endParaRPr lang="en-US" sz="1800" b="0" u="none" strike="noStrike">
                <a:solidFill>
                  <a:srgbClr val="000000"/>
                </a:solidFill>
                <a:effectLst/>
                <a:uFillTx/>
                <a:latin typeface="Times New Roman" panose="02020603050405020304" charset="0"/>
                <a:cs typeface="Times New Roman" panose="02020603050405020304" charset="0"/>
              </a:endParaRPr>
            </a:p>
          </p:txBody>
        </p:sp>
        <p:sp>
          <p:nvSpPr>
            <p:cNvPr id="249" name="Google Shape;356;p36"/>
            <p:cNvSpPr/>
            <p:nvPr/>
          </p:nvSpPr>
          <p:spPr>
            <a:xfrm>
              <a:off x="5634000" y="-42876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a:solidFill>
                <a:srgbClr val="FFFFFF"/>
              </a:solidFill>
              <a:round/>
            </a:ln>
          </p:spPr>
          <p:style>
            <a:lnRef idx="0">
              <a:srgbClr val="FFFFFF"/>
            </a:lnRef>
            <a:fillRef idx="0">
              <a:srgbClr val="FFFFFF"/>
            </a:fillRef>
            <a:effectRef idx="0">
              <a:srgbClr val="FFFFFF"/>
            </a:effectRef>
            <a:fontRef idx="minor"/>
          </p:style>
          <p:txBody>
            <a:bodyPr tIns="91440" bIns="91440" anchor="ctr">
              <a:noAutofit/>
            </a:bodyPr>
            <a:p>
              <a:pPr defTabSz="914400">
                <a:lnSpc>
                  <a:spcPct val="100000"/>
                </a:lnSpc>
                <a:tabLst>
                  <a:tab pos="0" algn="l"/>
                </a:tabLst>
              </a:pPr>
              <a:endParaRPr lang="en-US" sz="1800" b="0" u="none" strike="noStrike">
                <a:solidFill>
                  <a:srgbClr val="000000"/>
                </a:solidFill>
                <a:effectLst/>
                <a:uFillTx/>
                <a:latin typeface="Times New Roman" panose="02020603050405020304" charset="0"/>
                <a:cs typeface="Times New Roman" panose="02020603050405020304" charset="0"/>
              </a:endParaRPr>
            </a:p>
          </p:txBody>
        </p:sp>
        <p:sp>
          <p:nvSpPr>
            <p:cNvPr id="250" name="Google Shape;357;p36"/>
            <p:cNvSpPr/>
            <p:nvPr/>
          </p:nvSpPr>
          <p:spPr>
            <a:xfrm>
              <a:off x="7017840" y="207504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9FCBFD">
                <a:alpha val="41000"/>
              </a:srgbClr>
            </a:solidFill>
            <a:ln w="19050">
              <a:solidFill>
                <a:srgbClr val="FFFFFF"/>
              </a:solidFill>
              <a:round/>
            </a:ln>
          </p:spPr>
          <p:style>
            <a:lnRef idx="0">
              <a:srgbClr val="FFFFFF"/>
            </a:lnRef>
            <a:fillRef idx="0">
              <a:srgbClr val="FFFFFF"/>
            </a:fillRef>
            <a:effectRef idx="0">
              <a:srgbClr val="FFFFFF"/>
            </a:effectRef>
            <a:fontRef idx="minor"/>
          </p:style>
          <p:txBody>
            <a:bodyPr tIns="91440" bIns="91440" anchor="ctr">
              <a:noAutofit/>
            </a:bodyPr>
            <a:p>
              <a:pPr defTabSz="914400">
                <a:lnSpc>
                  <a:spcPct val="100000"/>
                </a:lnSpc>
                <a:tabLst>
                  <a:tab pos="0" algn="l"/>
                </a:tabLst>
              </a:pPr>
              <a:endParaRPr lang="en-US" sz="1800" b="0" u="none" strike="noStrike">
                <a:solidFill>
                  <a:srgbClr val="000000"/>
                </a:solidFill>
                <a:effectLst/>
                <a:uFillTx/>
                <a:latin typeface="Times New Roman" panose="02020603050405020304" charset="0"/>
                <a:cs typeface="Times New Roman" panose="02020603050405020304" charset="0"/>
              </a:endParaRPr>
            </a:p>
          </p:txBody>
        </p:sp>
        <p:sp>
          <p:nvSpPr>
            <p:cNvPr id="251" name="Google Shape;358;p36"/>
            <p:cNvSpPr/>
            <p:nvPr/>
          </p:nvSpPr>
          <p:spPr>
            <a:xfrm>
              <a:off x="5193720" y="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68DAF8">
                <a:alpha val="34000"/>
              </a:srgbClr>
            </a:solidFill>
            <a:ln w="19050">
              <a:solidFill>
                <a:srgbClr val="FFFFFF"/>
              </a:solidFill>
              <a:round/>
            </a:ln>
          </p:spPr>
          <p:style>
            <a:lnRef idx="0">
              <a:srgbClr val="FFFFFF"/>
            </a:lnRef>
            <a:fillRef idx="0">
              <a:srgbClr val="FFFFFF"/>
            </a:fillRef>
            <a:effectRef idx="0">
              <a:srgbClr val="FFFFFF"/>
            </a:effectRef>
            <a:fontRef idx="minor"/>
          </p:style>
          <p:txBody>
            <a:bodyPr tIns="91440" bIns="91440" anchor="ctr">
              <a:noAutofit/>
            </a:bodyPr>
            <a:p>
              <a:pPr defTabSz="914400">
                <a:lnSpc>
                  <a:spcPct val="100000"/>
                </a:lnSpc>
                <a:tabLst>
                  <a:tab pos="0" algn="l"/>
                </a:tabLst>
              </a:pPr>
              <a:endParaRPr lang="en-US" sz="1800" b="0" u="none" strike="noStrike">
                <a:solidFill>
                  <a:srgbClr val="000000"/>
                </a:solidFill>
                <a:effectLst/>
                <a:uFillTx/>
                <a:latin typeface="Times New Roman" panose="02020603050405020304" charset="0"/>
                <a:cs typeface="Times New Roman" panose="02020603050405020304" charset="0"/>
              </a:endParaRPr>
            </a:p>
          </p:txBody>
        </p:sp>
        <p:sp>
          <p:nvSpPr>
            <p:cNvPr id="252" name="Google Shape;359;p36"/>
            <p:cNvSpPr/>
            <p:nvPr/>
          </p:nvSpPr>
          <p:spPr>
            <a:xfrm>
              <a:off x="8069040" y="162216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68DAF8">
                <a:alpha val="34000"/>
              </a:srgbClr>
            </a:solidFill>
            <a:ln w="19050">
              <a:solidFill>
                <a:srgbClr val="FFFFFF"/>
              </a:solidFill>
              <a:round/>
            </a:ln>
          </p:spPr>
          <p:style>
            <a:lnRef idx="0">
              <a:srgbClr val="FFFFFF"/>
            </a:lnRef>
            <a:fillRef idx="0">
              <a:srgbClr val="FFFFFF"/>
            </a:fillRef>
            <a:effectRef idx="0">
              <a:srgbClr val="FFFFFF"/>
            </a:effectRef>
            <a:fontRef idx="minor"/>
          </p:style>
          <p:txBody>
            <a:bodyPr tIns="91440" bIns="91440" anchor="ctr">
              <a:noAutofit/>
            </a:bodyPr>
            <a:p>
              <a:pPr defTabSz="914400">
                <a:lnSpc>
                  <a:spcPct val="100000"/>
                </a:lnSpc>
                <a:tabLst>
                  <a:tab pos="0" algn="l"/>
                </a:tabLst>
              </a:pPr>
              <a:endParaRPr lang="en-US" sz="1800" b="0" u="none" strike="noStrike">
                <a:solidFill>
                  <a:srgbClr val="000000"/>
                </a:solidFill>
                <a:effectLst/>
                <a:uFillTx/>
                <a:latin typeface="Times New Roman" panose="02020603050405020304" charset="0"/>
                <a:cs typeface="Times New Roman" panose="02020603050405020304" charset="0"/>
              </a:endParaRPr>
            </a:p>
          </p:txBody>
        </p:sp>
        <p:sp>
          <p:nvSpPr>
            <p:cNvPr id="253" name="Google Shape;360;p36"/>
            <p:cNvSpPr/>
            <p:nvPr/>
          </p:nvSpPr>
          <p:spPr>
            <a:xfrm rot="10800000" flipH="1">
              <a:off x="5114880" y="365652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a:solidFill>
                <a:srgbClr val="FFFFFF"/>
              </a:solidFill>
              <a:round/>
            </a:ln>
          </p:spPr>
          <p:style>
            <a:lnRef idx="0">
              <a:srgbClr val="FFFFFF"/>
            </a:lnRef>
            <a:fillRef idx="0">
              <a:srgbClr val="FFFFFF"/>
            </a:fillRef>
            <a:effectRef idx="0">
              <a:srgbClr val="FFFFFF"/>
            </a:effectRef>
            <a:fontRef idx="minor"/>
          </p:style>
          <p:txBody>
            <a:bodyPr tIns="91440" bIns="91440" anchor="ctr">
              <a:noAutofit/>
            </a:bodyPr>
            <a:p>
              <a:pPr defTabSz="914400">
                <a:lnSpc>
                  <a:spcPct val="100000"/>
                </a:lnSpc>
                <a:tabLst>
                  <a:tab pos="0" algn="l"/>
                </a:tabLst>
              </a:pPr>
              <a:endParaRPr lang="en-US" sz="1800" b="0" u="none" strike="noStrike">
                <a:solidFill>
                  <a:srgbClr val="000000"/>
                </a:solidFill>
                <a:effectLst/>
                <a:uFillTx/>
                <a:latin typeface="Times New Roman" panose="02020603050405020304" charset="0"/>
                <a:cs typeface="Times New Roman" panose="02020603050405020304" charset="0"/>
              </a:endParaRPr>
            </a:p>
          </p:txBody>
        </p:sp>
        <p:sp>
          <p:nvSpPr>
            <p:cNvPr id="254" name="Google Shape;361;p36"/>
            <p:cNvSpPr/>
            <p:nvPr/>
          </p:nvSpPr>
          <p:spPr>
            <a:xfrm rot="10800000" flipH="1">
              <a:off x="6606360" y="392508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a:solidFill>
                <a:srgbClr val="FFFFFF"/>
              </a:solidFill>
              <a:round/>
            </a:ln>
          </p:spPr>
          <p:style>
            <a:lnRef idx="0">
              <a:srgbClr val="FFFFFF"/>
            </a:lnRef>
            <a:fillRef idx="0">
              <a:srgbClr val="FFFFFF"/>
            </a:fillRef>
            <a:effectRef idx="0">
              <a:srgbClr val="FFFFFF"/>
            </a:effectRef>
            <a:fontRef idx="minor"/>
          </p:style>
          <p:txBody>
            <a:bodyPr tIns="91440" bIns="91440" anchor="ctr">
              <a:noAutofit/>
            </a:bodyPr>
            <a:p>
              <a:pPr defTabSz="914400">
                <a:lnSpc>
                  <a:spcPct val="100000"/>
                </a:lnSpc>
                <a:tabLst>
                  <a:tab pos="0" algn="l"/>
                </a:tabLst>
              </a:pPr>
              <a:endParaRPr lang="en-US" sz="1800" b="0" u="none" strike="noStrike">
                <a:solidFill>
                  <a:srgbClr val="000000"/>
                </a:solidFill>
                <a:effectLst/>
                <a:uFillTx/>
                <a:latin typeface="Times New Roman" panose="02020603050405020304" charset="0"/>
                <a:cs typeface="Times New Roman" panose="02020603050405020304" charset="0"/>
              </a:endParaRPr>
            </a:p>
          </p:txBody>
        </p:sp>
        <p:sp>
          <p:nvSpPr>
            <p:cNvPr id="255" name="Google Shape;362;p36"/>
            <p:cNvSpPr/>
            <p:nvPr/>
          </p:nvSpPr>
          <p:spPr>
            <a:xfrm rot="10800000" flipH="1">
              <a:off x="5983560" y="505404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a:solidFill>
                <a:srgbClr val="FFFFFF"/>
              </a:solidFill>
              <a:round/>
            </a:ln>
          </p:spPr>
          <p:style>
            <a:lnRef idx="0">
              <a:srgbClr val="FFFFFF"/>
            </a:lnRef>
            <a:fillRef idx="0">
              <a:srgbClr val="FFFFFF"/>
            </a:fillRef>
            <a:effectRef idx="0">
              <a:srgbClr val="FFFFFF"/>
            </a:effectRef>
            <a:fontRef idx="minor"/>
          </p:style>
          <p:txBody>
            <a:bodyPr tIns="91440" bIns="91440" anchor="ctr">
              <a:noAutofit/>
            </a:bodyPr>
            <a:p>
              <a:pPr defTabSz="914400">
                <a:lnSpc>
                  <a:spcPct val="100000"/>
                </a:lnSpc>
                <a:tabLst>
                  <a:tab pos="0" algn="l"/>
                </a:tabLst>
              </a:pPr>
              <a:endParaRPr lang="en-US" sz="1800" b="0" u="none" strike="noStrike">
                <a:solidFill>
                  <a:srgbClr val="000000"/>
                </a:solidFill>
                <a:effectLst/>
                <a:uFillTx/>
                <a:latin typeface="Times New Roman" panose="02020603050405020304" charset="0"/>
                <a:cs typeface="Times New Roman" panose="02020603050405020304" charset="0"/>
              </a:endParaRPr>
            </a:p>
          </p:txBody>
        </p:sp>
        <p:sp>
          <p:nvSpPr>
            <p:cNvPr id="256" name="Google Shape;363;p36"/>
            <p:cNvSpPr/>
            <p:nvPr/>
          </p:nvSpPr>
          <p:spPr>
            <a:xfrm rot="10800000" flipH="1">
              <a:off x="7178400" y="353376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a:solidFill>
                <a:srgbClr val="FFFFFF"/>
              </a:solidFill>
              <a:round/>
            </a:ln>
          </p:spPr>
          <p:style>
            <a:lnRef idx="0">
              <a:srgbClr val="FFFFFF"/>
            </a:lnRef>
            <a:fillRef idx="0">
              <a:srgbClr val="FFFFFF"/>
            </a:fillRef>
            <a:effectRef idx="0">
              <a:srgbClr val="FFFFFF"/>
            </a:effectRef>
            <a:fontRef idx="minor"/>
          </p:style>
          <p:txBody>
            <a:bodyPr tIns="91440" bIns="91440" anchor="ctr">
              <a:noAutofit/>
            </a:bodyPr>
            <a:p>
              <a:pPr defTabSz="914400">
                <a:lnSpc>
                  <a:spcPct val="100000"/>
                </a:lnSpc>
                <a:tabLst>
                  <a:tab pos="0" algn="l"/>
                </a:tabLst>
              </a:pPr>
              <a:endParaRPr lang="en-US" sz="1800" b="0" u="none" strike="noStrike">
                <a:solidFill>
                  <a:srgbClr val="000000"/>
                </a:solidFill>
                <a:effectLst/>
                <a:uFillTx/>
                <a:latin typeface="Times New Roman" panose="02020603050405020304" charset="0"/>
                <a:cs typeface="Times New Roman" panose="02020603050405020304" charset="0"/>
              </a:endParaRPr>
            </a:p>
          </p:txBody>
        </p:sp>
        <p:sp>
          <p:nvSpPr>
            <p:cNvPr id="257" name="Google Shape;364;p36"/>
            <p:cNvSpPr/>
            <p:nvPr/>
          </p:nvSpPr>
          <p:spPr>
            <a:xfrm rot="10800000" flipH="1">
              <a:off x="6606360" y="460980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a:solidFill>
                <a:srgbClr val="FFFFFF"/>
              </a:solidFill>
              <a:round/>
            </a:ln>
          </p:spPr>
          <p:style>
            <a:lnRef idx="0">
              <a:srgbClr val="FFFFFF"/>
            </a:lnRef>
            <a:fillRef idx="0">
              <a:srgbClr val="FFFFFF"/>
            </a:fillRef>
            <a:effectRef idx="0">
              <a:srgbClr val="FFFFFF"/>
            </a:effectRef>
            <a:fontRef idx="minor"/>
          </p:style>
          <p:txBody>
            <a:bodyPr tIns="91440" bIns="91440" anchor="ctr">
              <a:noAutofit/>
            </a:bodyPr>
            <a:p>
              <a:pPr defTabSz="914400">
                <a:lnSpc>
                  <a:spcPct val="100000"/>
                </a:lnSpc>
                <a:tabLst>
                  <a:tab pos="0" algn="l"/>
                </a:tabLst>
              </a:pPr>
              <a:endParaRPr lang="en-US" sz="1800" b="0" u="none" strike="noStrike">
                <a:solidFill>
                  <a:srgbClr val="000000"/>
                </a:solidFill>
                <a:effectLst/>
                <a:uFillTx/>
                <a:latin typeface="Times New Roman" panose="02020603050405020304" charset="0"/>
                <a:cs typeface="Times New Roman" panose="02020603050405020304" charset="0"/>
              </a:endParaRPr>
            </a:p>
          </p:txBody>
        </p:sp>
        <p:sp>
          <p:nvSpPr>
            <p:cNvPr id="258" name="Google Shape;365;p36"/>
            <p:cNvSpPr/>
            <p:nvPr/>
          </p:nvSpPr>
          <p:spPr>
            <a:xfrm rot="10800000" flipH="1">
              <a:off x="5526000" y="412884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68DAF8">
                <a:alpha val="34000"/>
              </a:srgbClr>
            </a:solidFill>
            <a:ln w="19050">
              <a:solidFill>
                <a:srgbClr val="FFFFFF"/>
              </a:solidFill>
              <a:round/>
            </a:ln>
          </p:spPr>
          <p:style>
            <a:lnRef idx="0">
              <a:srgbClr val="FFFFFF"/>
            </a:lnRef>
            <a:fillRef idx="0">
              <a:srgbClr val="FFFFFF"/>
            </a:fillRef>
            <a:effectRef idx="0">
              <a:srgbClr val="FFFFFF"/>
            </a:effectRef>
            <a:fontRef idx="minor"/>
          </p:style>
          <p:txBody>
            <a:bodyPr tIns="91440" bIns="91440" anchor="ctr">
              <a:noAutofit/>
            </a:bodyPr>
            <a:p>
              <a:pPr defTabSz="914400">
                <a:lnSpc>
                  <a:spcPct val="100000"/>
                </a:lnSpc>
                <a:tabLst>
                  <a:tab pos="0" algn="l"/>
                </a:tabLst>
              </a:pPr>
              <a:endParaRPr lang="en-US" sz="1800" b="0" u="none" strike="noStrike">
                <a:solidFill>
                  <a:srgbClr val="000000"/>
                </a:solidFill>
                <a:effectLst/>
                <a:uFillTx/>
                <a:latin typeface="Times New Roman" panose="02020603050405020304" charset="0"/>
                <a:cs typeface="Times New Roman" panose="02020603050405020304" charset="0"/>
              </a:endParaRPr>
            </a:p>
          </p:txBody>
        </p:sp>
        <p:sp>
          <p:nvSpPr>
            <p:cNvPr id="259" name="Google Shape;366;p36"/>
            <p:cNvSpPr/>
            <p:nvPr/>
          </p:nvSpPr>
          <p:spPr>
            <a:xfrm>
              <a:off x="8117280" y="285228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9FCBFD">
                <a:alpha val="41000"/>
              </a:srgbClr>
            </a:solidFill>
            <a:ln w="19050">
              <a:solidFill>
                <a:srgbClr val="FFFFFF"/>
              </a:solidFill>
              <a:round/>
            </a:ln>
          </p:spPr>
          <p:style>
            <a:lnRef idx="0">
              <a:srgbClr val="FFFFFF"/>
            </a:lnRef>
            <a:fillRef idx="0">
              <a:srgbClr val="FFFFFF"/>
            </a:fillRef>
            <a:effectRef idx="0">
              <a:srgbClr val="FFFFFF"/>
            </a:effectRef>
            <a:fontRef idx="minor"/>
          </p:style>
          <p:txBody>
            <a:bodyPr tIns="91440" bIns="91440" anchor="ctr">
              <a:noAutofit/>
            </a:bodyPr>
            <a:p>
              <a:pPr defTabSz="914400">
                <a:lnSpc>
                  <a:spcPct val="100000"/>
                </a:lnSpc>
                <a:tabLst>
                  <a:tab pos="0" algn="l"/>
                </a:tabLst>
              </a:pPr>
              <a:endParaRPr lang="en-US" sz="1800" b="0" u="none" strike="noStrike">
                <a:solidFill>
                  <a:srgbClr val="000000"/>
                </a:solidFill>
                <a:effectLst/>
                <a:uFillTx/>
                <a:latin typeface="Times New Roman" panose="02020603050405020304" charset="0"/>
                <a:cs typeface="Times New Roman" panose="02020603050405020304" charset="0"/>
              </a:endParaRPr>
            </a:p>
          </p:txBody>
        </p:sp>
        <p:sp>
          <p:nvSpPr>
            <p:cNvPr id="260" name="Google Shape;367;p36"/>
            <p:cNvSpPr/>
            <p:nvPr/>
          </p:nvSpPr>
          <p:spPr>
            <a:xfrm>
              <a:off x="8172720" y="30348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9FCBFD">
                <a:alpha val="41000"/>
              </a:srgbClr>
            </a:solidFill>
            <a:ln w="19050">
              <a:solidFill>
                <a:srgbClr val="FFFFFF"/>
              </a:solidFill>
              <a:round/>
            </a:ln>
          </p:spPr>
          <p:style>
            <a:lnRef idx="0">
              <a:srgbClr val="FFFFFF"/>
            </a:lnRef>
            <a:fillRef idx="0">
              <a:srgbClr val="FFFFFF"/>
            </a:fillRef>
            <a:effectRef idx="0">
              <a:srgbClr val="FFFFFF"/>
            </a:effectRef>
            <a:fontRef idx="minor"/>
          </p:style>
          <p:txBody>
            <a:bodyPr tIns="91440" bIns="91440" anchor="ctr">
              <a:noAutofit/>
            </a:bodyPr>
            <a:p>
              <a:pPr defTabSz="914400">
                <a:lnSpc>
                  <a:spcPct val="100000"/>
                </a:lnSpc>
                <a:tabLst>
                  <a:tab pos="0" algn="l"/>
                </a:tabLst>
              </a:pPr>
              <a:endParaRPr lang="en-US" sz="1800" b="0" u="none" strike="noStrike">
                <a:solidFill>
                  <a:srgbClr val="000000"/>
                </a:solidFill>
                <a:effectLst/>
                <a:uFillTx/>
                <a:latin typeface="Times New Roman" panose="02020603050405020304" charset="0"/>
                <a:cs typeface="Times New Roman" panose="02020603050405020304" charset="0"/>
              </a:endParaRPr>
            </a:p>
          </p:txBody>
        </p:sp>
      </p:gr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1" name="PlaceHolder 1"/>
          <p:cNvSpPr>
            <a:spLocks noGrp="1"/>
          </p:cNvSpPr>
          <p:nvPr>
            <p:ph type="title"/>
          </p:nvPr>
        </p:nvSpPr>
        <p:spPr>
          <a:xfrm>
            <a:off x="3923635" y="195670"/>
            <a:ext cx="4571640" cy="1161720"/>
          </a:xfrm>
          <a:prstGeom prst="rect">
            <a:avLst/>
          </a:prstGeom>
          <a:noFill/>
          <a:ln w="0">
            <a:noFill/>
          </a:ln>
        </p:spPr>
        <p:txBody>
          <a:bodyPr lIns="91440" tIns="91440" rIns="91440" bIns="91440" anchor="b">
            <a:normAutofit fontScale="90000"/>
          </a:bodyPr>
          <a:p>
            <a:pPr indent="0">
              <a:lnSpc>
                <a:spcPct val="100000"/>
              </a:lnSpc>
              <a:buNone/>
              <a:tabLst>
                <a:tab pos="0" algn="l"/>
              </a:tabLst>
            </a:pPr>
            <a:r>
              <a:rPr lang="en-US" sz="6500" b="1" u="none" strike="noStrike">
                <a:solidFill>
                  <a:schemeClr val="dk1"/>
                </a:solidFill>
                <a:effectLst/>
                <a:uFillTx/>
                <a:latin typeface="Times New Roman" panose="02020603050405020304" charset="0"/>
                <a:ea typeface="Outfit"/>
                <a:cs typeface="Times New Roman" panose="02020603050405020304" charset="0"/>
              </a:rPr>
              <a:t>Introduction</a:t>
            </a:r>
            <a:endParaRPr lang="fr-FR" sz="6500" b="0" u="none" strike="noStrike">
              <a:solidFill>
                <a:schemeClr val="dk1"/>
              </a:solidFill>
              <a:effectLst/>
              <a:uFillTx/>
              <a:latin typeface="Times New Roman" panose="02020603050405020304" charset="0"/>
              <a:cs typeface="Times New Roman" panose="02020603050405020304" charset="0"/>
            </a:endParaRPr>
          </a:p>
        </p:txBody>
      </p:sp>
      <p:sp>
        <p:nvSpPr>
          <p:cNvPr id="262" name="PlaceHolder 2"/>
          <p:cNvSpPr>
            <a:spLocks noGrp="1"/>
          </p:cNvSpPr>
          <p:nvPr>
            <p:ph type="subTitle"/>
          </p:nvPr>
        </p:nvSpPr>
        <p:spPr>
          <a:xfrm>
            <a:off x="3967450" y="1348225"/>
            <a:ext cx="4571640" cy="666360"/>
          </a:xfrm>
          <a:prstGeom prst="rect">
            <a:avLst/>
          </a:prstGeom>
          <a:noFill/>
          <a:ln w="0">
            <a:noFill/>
          </a:ln>
        </p:spPr>
        <p:txBody>
          <a:bodyPr lIns="91440" tIns="91440" rIns="91440" bIns="91440" anchor="t">
            <a:noAutofit/>
          </a:bodyPr>
          <a:p>
            <a:pPr indent="0">
              <a:lnSpc>
                <a:spcPct val="100000"/>
              </a:lnSpc>
              <a:buNone/>
              <a:tabLst>
                <a:tab pos="0" algn="l"/>
              </a:tabLst>
            </a:pPr>
            <a:r>
              <a:rPr lang="en-US" sz="2000" b="0" u="none" strike="noStrike">
                <a:solidFill>
                  <a:schemeClr val="dk1"/>
                </a:solidFill>
                <a:effectLst/>
                <a:uFillTx/>
                <a:latin typeface="Times New Roman" panose="02020603050405020304" charset="0"/>
                <a:ea typeface="DM Sans"/>
                <a:cs typeface="Times New Roman" panose="02020603050405020304" charset="0"/>
              </a:rPr>
              <a:t>Probabilistic modelling represents problems using </a:t>
            </a:r>
            <a:r>
              <a:rPr lang="en-US" sz="2000" b="1" u="none" strike="noStrike">
                <a:solidFill>
                  <a:schemeClr val="dk1"/>
                </a:solidFill>
                <a:effectLst/>
                <a:uFillTx/>
                <a:latin typeface="Times New Roman" panose="02020603050405020304" charset="0"/>
                <a:ea typeface="DM Sans"/>
                <a:cs typeface="Times New Roman" panose="02020603050405020304" charset="0"/>
              </a:rPr>
              <a:t>random variables</a:t>
            </a:r>
            <a:r>
              <a:rPr lang="en-US" sz="2000" b="0" u="none" strike="noStrike">
                <a:solidFill>
                  <a:schemeClr val="dk1"/>
                </a:solidFill>
                <a:effectLst/>
                <a:uFillTx/>
                <a:latin typeface="Times New Roman" panose="02020603050405020304" charset="0"/>
                <a:ea typeface="DM Sans"/>
                <a:cs typeface="Times New Roman" panose="02020603050405020304" charset="0"/>
              </a:rPr>
              <a:t> and </a:t>
            </a:r>
            <a:r>
              <a:rPr lang="en-US" sz="2000" b="1" u="none" strike="noStrike">
                <a:solidFill>
                  <a:schemeClr val="dk1"/>
                </a:solidFill>
                <a:effectLst/>
                <a:uFillTx/>
                <a:latin typeface="Times New Roman" panose="02020603050405020304" charset="0"/>
                <a:ea typeface="DM Sans"/>
                <a:cs typeface="Times New Roman" panose="02020603050405020304" charset="0"/>
              </a:rPr>
              <a:t>probability distributions</a:t>
            </a:r>
            <a:r>
              <a:rPr lang="en-US" sz="2000" b="0" u="none" strike="noStrike">
                <a:solidFill>
                  <a:schemeClr val="dk1"/>
                </a:solidFill>
                <a:effectLst/>
                <a:uFillTx/>
                <a:latin typeface="Times New Roman" panose="02020603050405020304" charset="0"/>
                <a:ea typeface="DM Sans"/>
                <a:cs typeface="Times New Roman" panose="02020603050405020304" charset="0"/>
              </a:rPr>
              <a:t> to handle uncertainty. It addresses limitations of deterministic models by accounting for data variability and unpredictable outcomes. This approach is essential for making informed decisions in complex scenarios where results are not fixed but probabilistic.</a:t>
            </a:r>
            <a:endParaRPr lang="en-US" sz="2000" b="0" u="none" strike="noStrike">
              <a:solidFill>
                <a:schemeClr val="dk1"/>
              </a:solidFill>
              <a:effectLst/>
              <a:uFillTx/>
              <a:latin typeface="Times New Roman" panose="02020603050405020304" charset="0"/>
              <a:ea typeface="DM Sans"/>
              <a:cs typeface="Times New Roman" panose="02020603050405020304" charset="0"/>
            </a:endParaRPr>
          </a:p>
        </p:txBody>
      </p:sp>
      <p:grpSp>
        <p:nvGrpSpPr>
          <p:cNvPr id="263" name="Google Shape;406;p39"/>
          <p:cNvGrpSpPr/>
          <p:nvPr/>
        </p:nvGrpSpPr>
        <p:grpSpPr>
          <a:xfrm>
            <a:off x="-541800" y="-622440"/>
            <a:ext cx="4135320" cy="6091200"/>
            <a:chOff x="-541800" y="-622440"/>
            <a:chExt cx="4135320" cy="6091200"/>
          </a:xfrm>
        </p:grpSpPr>
        <p:sp>
          <p:nvSpPr>
            <p:cNvPr id="264" name="Google Shape;407;p39"/>
            <p:cNvSpPr/>
            <p:nvPr/>
          </p:nvSpPr>
          <p:spPr>
            <a:xfrm rot="10800000">
              <a:off x="84600" y="404208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a:solidFill>
                <a:srgbClr val="FFFFFF"/>
              </a:solidFill>
              <a:round/>
            </a:ln>
          </p:spPr>
          <p:style>
            <a:lnRef idx="0">
              <a:srgbClr val="FFFFFF"/>
            </a:lnRef>
            <a:fillRef idx="0">
              <a:srgbClr val="FFFFFF"/>
            </a:fillRef>
            <a:effectRef idx="0">
              <a:srgbClr val="FFFFFF"/>
            </a:effectRef>
            <a:fontRef idx="minor"/>
          </p:style>
          <p:txBody>
            <a:bodyPr tIns="91440" bIns="91440" anchor="ctr">
              <a:noAutofit/>
            </a:bodyPr>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65" name="Google Shape;408;p39"/>
            <p:cNvSpPr/>
            <p:nvPr/>
          </p:nvSpPr>
          <p:spPr>
            <a:xfrm rot="10800000">
              <a:off x="993960" y="45756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a:solidFill>
                <a:srgbClr val="FFFFFF"/>
              </a:solidFill>
              <a:round/>
            </a:ln>
          </p:spPr>
          <p:style>
            <a:lnRef idx="0">
              <a:srgbClr val="FFFFFF"/>
            </a:lnRef>
            <a:fillRef idx="0">
              <a:srgbClr val="FFFFFF"/>
            </a:fillRef>
            <a:effectRef idx="0">
              <a:srgbClr val="FFFFFF"/>
            </a:effectRef>
            <a:fontRef idx="minor"/>
          </p:style>
          <p:txBody>
            <a:bodyPr tIns="91440" bIns="91440" anchor="ctr">
              <a:noAutofit/>
            </a:bodyPr>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66" name="Google Shape;409;p39"/>
            <p:cNvSpPr/>
            <p:nvPr/>
          </p:nvSpPr>
          <p:spPr>
            <a:xfrm rot="10800000">
              <a:off x="2040840" y="96264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a:solidFill>
                <a:srgbClr val="FFFFFF"/>
              </a:solidFill>
              <a:round/>
            </a:ln>
          </p:spPr>
          <p:style>
            <a:lnRef idx="0">
              <a:srgbClr val="FFFFFF"/>
            </a:lnRef>
            <a:fillRef idx="0">
              <a:srgbClr val="FFFFFF"/>
            </a:fillRef>
            <a:effectRef idx="0">
              <a:srgbClr val="FFFFFF"/>
            </a:effectRef>
            <a:fontRef idx="minor"/>
          </p:style>
          <p:txBody>
            <a:bodyPr tIns="91440" bIns="91440" anchor="ctr">
              <a:noAutofit/>
            </a:bodyPr>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67" name="Google Shape;410;p39"/>
            <p:cNvSpPr/>
            <p:nvPr/>
          </p:nvSpPr>
          <p:spPr>
            <a:xfrm rot="10800000">
              <a:off x="-541800" y="96264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a:solidFill>
                <a:srgbClr val="FFFFFF"/>
              </a:solidFill>
              <a:round/>
            </a:ln>
          </p:spPr>
          <p:style>
            <a:lnRef idx="0">
              <a:srgbClr val="FFFFFF"/>
            </a:lnRef>
            <a:fillRef idx="0">
              <a:srgbClr val="FFFFFF"/>
            </a:fillRef>
            <a:effectRef idx="0">
              <a:srgbClr val="FFFFFF"/>
            </a:effectRef>
            <a:fontRef idx="minor"/>
          </p:style>
          <p:txBody>
            <a:bodyPr tIns="91440" bIns="91440" anchor="ctr">
              <a:noAutofit/>
            </a:bodyPr>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68" name="Google Shape;411;p39"/>
            <p:cNvSpPr/>
            <p:nvPr/>
          </p:nvSpPr>
          <p:spPr>
            <a:xfrm flipH="1">
              <a:off x="992880" y="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9FCBFD">
                <a:alpha val="41000"/>
              </a:srgbClr>
            </a:solidFill>
            <a:ln w="19050">
              <a:solidFill>
                <a:srgbClr val="FFFFFF"/>
              </a:solidFill>
              <a:round/>
            </a:ln>
          </p:spPr>
          <p:style>
            <a:lnRef idx="0">
              <a:srgbClr val="FFFFFF"/>
            </a:lnRef>
            <a:fillRef idx="0">
              <a:srgbClr val="FFFFFF"/>
            </a:fillRef>
            <a:effectRef idx="0">
              <a:srgbClr val="FFFFFF"/>
            </a:effectRef>
            <a:fontRef idx="minor"/>
          </p:style>
          <p:txBody>
            <a:bodyPr tIns="91440" bIns="91440" anchor="ctr">
              <a:noAutofit/>
            </a:bodyPr>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69" name="Google Shape;412;p39"/>
            <p:cNvSpPr/>
            <p:nvPr/>
          </p:nvSpPr>
          <p:spPr>
            <a:xfrm flipH="1">
              <a:off x="712440" y="227520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a:solidFill>
                <a:srgbClr val="FFFFFF"/>
              </a:solidFill>
              <a:round/>
            </a:ln>
          </p:spPr>
          <p:style>
            <a:lnRef idx="0">
              <a:srgbClr val="FFFFFF"/>
            </a:lnRef>
            <a:fillRef idx="0">
              <a:srgbClr val="FFFFFF"/>
            </a:fillRef>
            <a:effectRef idx="0">
              <a:srgbClr val="FFFFFF"/>
            </a:effectRef>
            <a:fontRef idx="minor"/>
          </p:style>
          <p:txBody>
            <a:bodyPr tIns="91440" bIns="91440" anchor="ctr">
              <a:noAutofit/>
            </a:bodyPr>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70" name="Google Shape;413;p39"/>
            <p:cNvSpPr/>
            <p:nvPr/>
          </p:nvSpPr>
          <p:spPr>
            <a:xfrm flipH="1">
              <a:off x="420840" y="177876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a:solidFill>
                <a:srgbClr val="FFFFFF"/>
              </a:solidFill>
              <a:round/>
            </a:ln>
          </p:spPr>
          <p:style>
            <a:lnRef idx="0">
              <a:srgbClr val="FFFFFF"/>
            </a:lnRef>
            <a:fillRef idx="0">
              <a:srgbClr val="FFFFFF"/>
            </a:fillRef>
            <a:effectRef idx="0">
              <a:srgbClr val="FFFFFF"/>
            </a:effectRef>
            <a:fontRef idx="minor"/>
          </p:style>
          <p:txBody>
            <a:bodyPr tIns="91440" bIns="91440" anchor="ctr">
              <a:noAutofit/>
            </a:bodyPr>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71" name="Google Shape;414;p39"/>
            <p:cNvSpPr/>
            <p:nvPr/>
          </p:nvSpPr>
          <p:spPr>
            <a:xfrm flipH="1">
              <a:off x="1611000" y="147492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a:solidFill>
                <a:srgbClr val="FFFFFF"/>
              </a:solidFill>
              <a:round/>
            </a:ln>
          </p:spPr>
          <p:style>
            <a:lnRef idx="0">
              <a:srgbClr val="FFFFFF"/>
            </a:lnRef>
            <a:fillRef idx="0">
              <a:srgbClr val="FFFFFF"/>
            </a:fillRef>
            <a:effectRef idx="0">
              <a:srgbClr val="FFFFFF"/>
            </a:effectRef>
            <a:fontRef idx="minor"/>
          </p:style>
          <p:txBody>
            <a:bodyPr tIns="91440" bIns="91440" anchor="ctr">
              <a:noAutofit/>
            </a:bodyPr>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72" name="Google Shape;415;p39"/>
            <p:cNvSpPr/>
            <p:nvPr/>
          </p:nvSpPr>
          <p:spPr>
            <a:xfrm flipH="1">
              <a:off x="2597040" y="-62244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a:solidFill>
                <a:srgbClr val="FFFFFF"/>
              </a:solidFill>
              <a:round/>
            </a:ln>
          </p:spPr>
          <p:style>
            <a:lnRef idx="0">
              <a:srgbClr val="FFFFFF"/>
            </a:lnRef>
            <a:fillRef idx="0">
              <a:srgbClr val="FFFFFF"/>
            </a:fillRef>
            <a:effectRef idx="0">
              <a:srgbClr val="FFFFFF"/>
            </a:effectRef>
            <a:fontRef idx="minor"/>
          </p:style>
          <p:txBody>
            <a:bodyPr tIns="91440" bIns="91440" anchor="ctr">
              <a:noAutofit/>
            </a:bodyPr>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73" name="Google Shape;416;p39"/>
            <p:cNvSpPr/>
            <p:nvPr/>
          </p:nvSpPr>
          <p:spPr>
            <a:xfrm flipH="1">
              <a:off x="1259280" y="265140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9FCBFD">
                <a:alpha val="41000"/>
              </a:srgbClr>
            </a:solidFill>
            <a:ln w="19050">
              <a:solidFill>
                <a:srgbClr val="FFFFFF"/>
              </a:solidFill>
              <a:round/>
            </a:ln>
          </p:spPr>
          <p:style>
            <a:lnRef idx="0">
              <a:srgbClr val="FFFFFF"/>
            </a:lnRef>
            <a:fillRef idx="0">
              <a:srgbClr val="FFFFFF"/>
            </a:fillRef>
            <a:effectRef idx="0">
              <a:srgbClr val="FFFFFF"/>
            </a:effectRef>
            <a:fontRef idx="minor"/>
          </p:style>
          <p:txBody>
            <a:bodyPr tIns="91440" bIns="91440" anchor="ctr">
              <a:noAutofit/>
            </a:bodyPr>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74" name="Google Shape;417;p39"/>
            <p:cNvSpPr/>
            <p:nvPr/>
          </p:nvSpPr>
          <p:spPr>
            <a:xfrm flipH="1">
              <a:off x="2180160" y="-13824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68DAF8">
                <a:alpha val="34000"/>
              </a:srgbClr>
            </a:solidFill>
            <a:ln w="19050">
              <a:solidFill>
                <a:srgbClr val="FFFFFF"/>
              </a:solidFill>
              <a:round/>
            </a:ln>
          </p:spPr>
          <p:style>
            <a:lnRef idx="0">
              <a:srgbClr val="FFFFFF"/>
            </a:lnRef>
            <a:fillRef idx="0">
              <a:srgbClr val="FFFFFF"/>
            </a:fillRef>
            <a:effectRef idx="0">
              <a:srgbClr val="FFFFFF"/>
            </a:effectRef>
            <a:fontRef idx="minor"/>
          </p:style>
          <p:txBody>
            <a:bodyPr tIns="91440" bIns="91440" anchor="ctr">
              <a:noAutofit/>
            </a:bodyPr>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75" name="Google Shape;418;p39"/>
            <p:cNvSpPr/>
            <p:nvPr/>
          </p:nvSpPr>
          <p:spPr>
            <a:xfrm rot="10800000">
              <a:off x="1759320" y="404568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a:solidFill>
                <a:srgbClr val="FFFFFF"/>
              </a:solidFill>
              <a:round/>
            </a:ln>
          </p:spPr>
          <p:style>
            <a:lnRef idx="0">
              <a:srgbClr val="FFFFFF"/>
            </a:lnRef>
            <a:fillRef idx="0">
              <a:srgbClr val="FFFFFF"/>
            </a:fillRef>
            <a:effectRef idx="0">
              <a:srgbClr val="FFFFFF"/>
            </a:effectRef>
            <a:fontRef idx="minor"/>
          </p:style>
          <p:txBody>
            <a:bodyPr tIns="91440" bIns="91440" anchor="ctr">
              <a:noAutofit/>
            </a:bodyPr>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76" name="Google Shape;419;p39"/>
            <p:cNvSpPr/>
            <p:nvPr/>
          </p:nvSpPr>
          <p:spPr>
            <a:xfrm rot="10800000">
              <a:off x="2368080" y="265176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a:solidFill>
                <a:srgbClr val="FFFFFF"/>
              </a:solidFill>
              <a:round/>
            </a:ln>
          </p:spPr>
          <p:style>
            <a:lnRef idx="0">
              <a:srgbClr val="FFFFFF"/>
            </a:lnRef>
            <a:fillRef idx="0">
              <a:srgbClr val="FFFFFF"/>
            </a:fillRef>
            <a:effectRef idx="0">
              <a:srgbClr val="FFFFFF"/>
            </a:effectRef>
            <a:fontRef idx="minor"/>
          </p:style>
          <p:txBody>
            <a:bodyPr tIns="91440" bIns="91440" anchor="ctr">
              <a:noAutofit/>
            </a:bodyPr>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77" name="Google Shape;420;p39"/>
            <p:cNvSpPr/>
            <p:nvPr/>
          </p:nvSpPr>
          <p:spPr>
            <a:xfrm rot="10800000">
              <a:off x="503640" y="355824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a:solidFill>
                <a:srgbClr val="FFFFFF"/>
              </a:solidFill>
              <a:round/>
            </a:ln>
          </p:spPr>
          <p:style>
            <a:lnRef idx="0">
              <a:srgbClr val="FFFFFF"/>
            </a:lnRef>
            <a:fillRef idx="0">
              <a:srgbClr val="FFFFFF"/>
            </a:fillRef>
            <a:effectRef idx="0">
              <a:srgbClr val="FFFFFF"/>
            </a:effectRef>
            <a:fontRef idx="minor"/>
          </p:style>
          <p:txBody>
            <a:bodyPr tIns="91440" bIns="91440" anchor="ctr">
              <a:noAutofit/>
            </a:bodyPr>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78" name="Google Shape;421;p39"/>
            <p:cNvSpPr/>
            <p:nvPr/>
          </p:nvSpPr>
          <p:spPr>
            <a:xfrm rot="10800000">
              <a:off x="1759320" y="450108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a:solidFill>
                <a:srgbClr val="FFFFFF"/>
              </a:solidFill>
              <a:round/>
            </a:ln>
          </p:spPr>
          <p:style>
            <a:lnRef idx="0">
              <a:srgbClr val="FFFFFF"/>
            </a:lnRef>
            <a:fillRef idx="0">
              <a:srgbClr val="FFFFFF"/>
            </a:fillRef>
            <a:effectRef idx="0">
              <a:srgbClr val="FFFFFF"/>
            </a:effectRef>
            <a:fontRef idx="minor"/>
          </p:style>
          <p:txBody>
            <a:bodyPr tIns="91440" bIns="91440" anchor="ctr">
              <a:noAutofit/>
            </a:bodyPr>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79" name="Google Shape;422;p39"/>
            <p:cNvSpPr/>
            <p:nvPr/>
          </p:nvSpPr>
          <p:spPr>
            <a:xfrm flipH="1">
              <a:off x="-126360" y="53964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9FCBFD">
                <a:alpha val="41000"/>
              </a:srgbClr>
            </a:solidFill>
            <a:ln w="19050">
              <a:solidFill>
                <a:srgbClr val="FFFFFF"/>
              </a:solidFill>
              <a:round/>
            </a:ln>
          </p:spPr>
          <p:style>
            <a:lnRef idx="0">
              <a:srgbClr val="FFFFFF"/>
            </a:lnRef>
            <a:fillRef idx="0">
              <a:srgbClr val="FFFFFF"/>
            </a:fillRef>
            <a:effectRef idx="0">
              <a:srgbClr val="FFFFFF"/>
            </a:effectRef>
            <a:fontRef idx="minor"/>
          </p:style>
          <p:txBody>
            <a:bodyPr tIns="91440" bIns="91440" anchor="ctr">
              <a:noAutofit/>
            </a:bodyPr>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80" name="Google Shape;423;p39"/>
            <p:cNvSpPr/>
            <p:nvPr/>
          </p:nvSpPr>
          <p:spPr>
            <a:xfrm flipH="1">
              <a:off x="2754720" y="319464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68DAF8">
                <a:alpha val="34000"/>
              </a:srgbClr>
            </a:solidFill>
            <a:ln w="19050">
              <a:solidFill>
                <a:srgbClr val="FFFFFF"/>
              </a:solidFill>
              <a:round/>
            </a:ln>
          </p:spPr>
          <p:style>
            <a:lnRef idx="0">
              <a:srgbClr val="FFFFFF"/>
            </a:lnRef>
            <a:fillRef idx="0">
              <a:srgbClr val="FFFFFF"/>
            </a:fillRef>
            <a:effectRef idx="0">
              <a:srgbClr val="FFFFFF"/>
            </a:effectRef>
            <a:fontRef idx="minor"/>
          </p:style>
          <p:txBody>
            <a:bodyPr tIns="91440" bIns="91440" anchor="ctr">
              <a:noAutofit/>
            </a:bodyPr>
            <a:p>
              <a:pPr defTabSz="914400">
                <a:lnSpc>
                  <a:spcPct val="100000"/>
                </a:lnSpc>
                <a:tabLst>
                  <a:tab pos="0" algn="l"/>
                </a:tabLst>
              </a:pPr>
              <a:endParaRPr lang="en-US" sz="1800" b="0" u="none" strike="noStrike">
                <a:solidFill>
                  <a:srgbClr val="000000"/>
                </a:solidFill>
                <a:effectLst/>
                <a:uFillTx/>
                <a:latin typeface="OpenSymbol"/>
              </a:endParaRPr>
            </a:p>
          </p:txBody>
        </p:sp>
      </p:grpSp>
      <p:cxnSp>
        <p:nvCxnSpPr>
          <p:cNvPr id="281" name="Google Shape;424;p39"/>
          <p:cNvCxnSpPr/>
          <p:nvPr/>
        </p:nvCxnSpPr>
        <p:spPr>
          <a:xfrm>
            <a:off x="3967200" y="1655280"/>
            <a:ext cx="374040" cy="360"/>
          </a:xfrm>
          <a:prstGeom prst="straightConnector1">
            <a:avLst/>
          </a:prstGeom>
          <a:ln w="19050">
            <a:solidFill>
              <a:srgbClr val="384655"/>
            </a:solidFill>
            <a:round/>
          </a:ln>
        </p:spPr>
      </p:cxn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4" name="PlaceHolder 1"/>
          <p:cNvSpPr>
            <a:spLocks noGrp="1"/>
          </p:cNvSpPr>
          <p:nvPr>
            <p:ph type="title"/>
          </p:nvPr>
        </p:nvSpPr>
        <p:spPr>
          <a:xfrm>
            <a:off x="827405" y="267335"/>
            <a:ext cx="6924675" cy="1704340"/>
          </a:xfrm>
          <a:prstGeom prst="rect">
            <a:avLst/>
          </a:prstGeom>
          <a:noFill/>
          <a:ln w="0">
            <a:noFill/>
          </a:ln>
        </p:spPr>
        <p:txBody>
          <a:bodyPr lIns="91440" tIns="91440" rIns="91440" bIns="91440" anchor="b">
            <a:normAutofit/>
          </a:bodyPr>
          <a:p>
            <a:pPr indent="0">
              <a:lnSpc>
                <a:spcPct val="100000"/>
              </a:lnSpc>
              <a:buNone/>
              <a:tabLst>
                <a:tab pos="0" algn="l"/>
              </a:tabLst>
            </a:pPr>
            <a:r>
              <a:rPr lang="en-US" sz="3500" b="1" u="none" strike="noStrike">
                <a:solidFill>
                  <a:schemeClr val="dk1"/>
                </a:solidFill>
                <a:effectLst/>
                <a:uFillTx/>
                <a:latin typeface="Times New Roman" panose="02020603050405020304" charset="0"/>
                <a:ea typeface="Outfit"/>
                <a:cs typeface="Times New Roman" panose="02020603050405020304" charset="0"/>
                <a:sym typeface="+mn-ea"/>
              </a:rPr>
              <a:t>Overview of Probabilistic Modelling</a:t>
            </a:r>
            <a:endParaRPr lang="fr-FR" sz="3500" b="0" u="none" strike="noStrike">
              <a:solidFill>
                <a:schemeClr val="dk1"/>
              </a:solidFill>
              <a:effectLst/>
              <a:uFillTx/>
              <a:latin typeface="Arial" panose="020B0604020202020204"/>
            </a:endParaRPr>
          </a:p>
        </p:txBody>
      </p:sp>
      <p:sp>
        <p:nvSpPr>
          <p:cNvPr id="305" name="PlaceHolder 2"/>
          <p:cNvSpPr>
            <a:spLocks noGrp="1"/>
          </p:cNvSpPr>
          <p:nvPr>
            <p:ph type="subTitle"/>
          </p:nvPr>
        </p:nvSpPr>
        <p:spPr>
          <a:xfrm>
            <a:off x="755650" y="2067560"/>
            <a:ext cx="7146290" cy="894715"/>
          </a:xfrm>
          <a:prstGeom prst="rect">
            <a:avLst/>
          </a:prstGeom>
          <a:noFill/>
          <a:ln w="0">
            <a:noFill/>
          </a:ln>
        </p:spPr>
        <p:txBody>
          <a:bodyPr lIns="91440" tIns="91440" rIns="91440" bIns="91440" anchor="t">
            <a:noAutofit/>
          </a:bodyPr>
          <a:p>
            <a:pPr indent="0">
              <a:lnSpc>
                <a:spcPct val="150000"/>
              </a:lnSpc>
              <a:buNone/>
              <a:tabLst>
                <a:tab pos="0" algn="l"/>
              </a:tabLst>
            </a:pPr>
            <a:r>
              <a:rPr lang="en-US" sz="2000" b="0" i="0" u="none" strike="noStrike">
                <a:solidFill>
                  <a:schemeClr val="dk1"/>
                </a:solidFill>
                <a:effectLst/>
                <a:uFillTx/>
                <a:latin typeface="Times New Roman" panose="02020603050405020304" charset="0"/>
                <a:ea typeface="DM Sans"/>
                <a:cs typeface="Times New Roman" panose="02020603050405020304" charset="0"/>
              </a:rPr>
              <a:t>Probabilistic modelling</a:t>
            </a:r>
            <a:r>
              <a:rPr lang="en-US" sz="2000" b="0" u="none" strike="noStrike">
                <a:solidFill>
                  <a:schemeClr val="dk1"/>
                </a:solidFill>
                <a:effectLst/>
                <a:uFillTx/>
                <a:latin typeface="Times New Roman" panose="02020603050405020304" charset="0"/>
                <a:ea typeface="DM Sans"/>
                <a:cs typeface="Times New Roman" panose="02020603050405020304" charset="0"/>
              </a:rPr>
              <a:t> involves representing real-world problems by assigning random variables and probability distributions to uncertain elements. It provides a structured framework to quantify uncertainty and variability, enabling better predictions and decision-making when outcomes are not deterministic.</a:t>
            </a:r>
            <a:endParaRPr lang="en-US" sz="2000" b="0" u="none" strike="noStrike">
              <a:solidFill>
                <a:schemeClr val="dk1"/>
              </a:solidFill>
              <a:effectLst/>
              <a:uFillTx/>
              <a:latin typeface="Times New Roman" panose="02020603050405020304" charset="0"/>
              <a:ea typeface="DM Sans"/>
              <a:cs typeface="Times New Roman" panose="02020603050405020304" charset="0"/>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6" name="PlaceHolder 1"/>
          <p:cNvSpPr>
            <a:spLocks noGrp="1"/>
          </p:cNvSpPr>
          <p:nvPr>
            <p:ph type="title"/>
          </p:nvPr>
        </p:nvSpPr>
        <p:spPr>
          <a:xfrm>
            <a:off x="3367405" y="345440"/>
            <a:ext cx="5132070" cy="1161415"/>
          </a:xfrm>
          <a:prstGeom prst="rect">
            <a:avLst/>
          </a:prstGeom>
          <a:noFill/>
          <a:ln w="0">
            <a:noFill/>
          </a:ln>
        </p:spPr>
        <p:txBody>
          <a:bodyPr lIns="91440" tIns="91440" rIns="91440" bIns="91440" anchor="b">
            <a:normAutofit fontScale="50000" lnSpcReduction="19999"/>
          </a:bodyPr>
          <a:p>
            <a:pPr indent="0">
              <a:lnSpc>
                <a:spcPct val="100000"/>
              </a:lnSpc>
              <a:buNone/>
              <a:tabLst>
                <a:tab pos="0" algn="l"/>
              </a:tabLst>
            </a:pPr>
            <a:r>
              <a:rPr lang="en-US" sz="6500" b="1" u="none" strike="noStrike">
                <a:solidFill>
                  <a:schemeClr val="dk1"/>
                </a:solidFill>
                <a:effectLst/>
                <a:uFillTx/>
                <a:latin typeface="Times New Roman" panose="02020603050405020304" charset="0"/>
                <a:ea typeface="Outfit"/>
                <a:cs typeface="Times New Roman" panose="02020603050405020304" charset="0"/>
              </a:rPr>
              <a:t>Key Components: Random Variables and Probability Distributions</a:t>
            </a:r>
            <a:endParaRPr lang="en-US" sz="6500" b="1" u="none" strike="noStrike">
              <a:solidFill>
                <a:schemeClr val="dk1"/>
              </a:solidFill>
              <a:effectLst/>
              <a:uFillTx/>
              <a:latin typeface="Times New Roman" panose="02020603050405020304" charset="0"/>
              <a:ea typeface="Outfit"/>
              <a:cs typeface="Times New Roman" panose="02020603050405020304" charset="0"/>
            </a:endParaRPr>
          </a:p>
        </p:txBody>
      </p:sp>
      <p:sp>
        <p:nvSpPr>
          <p:cNvPr id="307" name="PlaceHolder 2"/>
          <p:cNvSpPr>
            <a:spLocks noGrp="1"/>
          </p:cNvSpPr>
          <p:nvPr>
            <p:ph type="subTitle"/>
          </p:nvPr>
        </p:nvSpPr>
        <p:spPr>
          <a:xfrm>
            <a:off x="3563620" y="1506855"/>
            <a:ext cx="5086350" cy="666115"/>
          </a:xfrm>
          <a:prstGeom prst="rect">
            <a:avLst/>
          </a:prstGeom>
          <a:noFill/>
          <a:ln w="0">
            <a:noFill/>
          </a:ln>
        </p:spPr>
        <p:txBody>
          <a:bodyPr lIns="91440" tIns="91440" rIns="91440" bIns="91440" anchor="t">
            <a:noAutofit/>
          </a:bodyPr>
          <a:p>
            <a:pPr indent="0">
              <a:lnSpc>
                <a:spcPct val="150000"/>
              </a:lnSpc>
              <a:buNone/>
              <a:tabLst>
                <a:tab pos="0" algn="l"/>
              </a:tabLst>
            </a:pPr>
            <a:r>
              <a:rPr lang="en-US" sz="1900" b="0" u="none" strike="noStrike">
                <a:solidFill>
                  <a:schemeClr val="dk1"/>
                </a:solidFill>
                <a:effectLst/>
                <a:uFillTx/>
                <a:latin typeface="Times New Roman" panose="02020603050405020304" charset="0"/>
                <a:ea typeface="DM Sans"/>
                <a:cs typeface="Times New Roman" panose="02020603050405020304" charset="0"/>
              </a:rPr>
              <a:t>The core of probabilistic modelling includes </a:t>
            </a:r>
            <a:r>
              <a:rPr lang="en-US" sz="1900" b="0" i="1" u="none" strike="noStrike">
                <a:solidFill>
                  <a:schemeClr val="dk1"/>
                </a:solidFill>
                <a:effectLst/>
                <a:uFillTx/>
                <a:latin typeface="Times New Roman" panose="02020603050405020304" charset="0"/>
                <a:ea typeface="DM Sans"/>
                <a:cs typeface="Times New Roman" panose="02020603050405020304" charset="0"/>
              </a:rPr>
              <a:t>random variables</a:t>
            </a:r>
            <a:r>
              <a:rPr lang="en-US" sz="1900" b="0" u="none" strike="noStrike">
                <a:solidFill>
                  <a:schemeClr val="dk1"/>
                </a:solidFill>
                <a:effectLst/>
                <a:uFillTx/>
                <a:latin typeface="Times New Roman" panose="02020603050405020304" charset="0"/>
                <a:ea typeface="DM Sans"/>
                <a:cs typeface="Times New Roman" panose="02020603050405020304" charset="0"/>
              </a:rPr>
              <a:t>, which represent uncertain quantities, and </a:t>
            </a:r>
            <a:r>
              <a:rPr lang="en-US" sz="1900" b="0" i="1" u="none" strike="noStrike">
                <a:solidFill>
                  <a:schemeClr val="dk1"/>
                </a:solidFill>
                <a:effectLst/>
                <a:uFillTx/>
                <a:latin typeface="Times New Roman" panose="02020603050405020304" charset="0"/>
                <a:ea typeface="DM Sans"/>
                <a:cs typeface="Times New Roman" panose="02020603050405020304" charset="0"/>
              </a:rPr>
              <a:t>probability distributions</a:t>
            </a:r>
            <a:r>
              <a:rPr lang="en-US" sz="1900" b="0" u="none" strike="noStrike">
                <a:solidFill>
                  <a:schemeClr val="dk1"/>
                </a:solidFill>
                <a:effectLst/>
                <a:uFillTx/>
                <a:latin typeface="Times New Roman" panose="02020603050405020304" charset="0"/>
                <a:ea typeface="DM Sans"/>
                <a:cs typeface="Times New Roman" panose="02020603050405020304" charset="0"/>
              </a:rPr>
              <a:t>, which describe their likelihoods. Together, these components capture the complexity and randomness inherent in the data, forming the foundation for further analysis and inference.</a:t>
            </a:r>
            <a:endParaRPr lang="en-US" sz="1900" b="0" u="none" strike="noStrike">
              <a:solidFill>
                <a:schemeClr val="dk1"/>
              </a:solidFill>
              <a:effectLst/>
              <a:uFillTx/>
              <a:latin typeface="Times New Roman" panose="02020603050405020304" charset="0"/>
              <a:ea typeface="DM Sans"/>
              <a:cs typeface="Times New Roman" panose="02020603050405020304" charset="0"/>
            </a:endParaRPr>
          </a:p>
        </p:txBody>
      </p:sp>
      <p:grpSp>
        <p:nvGrpSpPr>
          <p:cNvPr id="308" name="Google Shape;406;p39"/>
          <p:cNvGrpSpPr/>
          <p:nvPr/>
        </p:nvGrpSpPr>
        <p:grpSpPr>
          <a:xfrm>
            <a:off x="-541800" y="-622440"/>
            <a:ext cx="4135320" cy="6091200"/>
            <a:chOff x="-541800" y="-622440"/>
            <a:chExt cx="4135320" cy="6091200"/>
          </a:xfrm>
        </p:grpSpPr>
        <p:sp>
          <p:nvSpPr>
            <p:cNvPr id="309" name="Google Shape;407;p39"/>
            <p:cNvSpPr/>
            <p:nvPr/>
          </p:nvSpPr>
          <p:spPr>
            <a:xfrm rot="10800000">
              <a:off x="84600" y="404208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a:solidFill>
                <a:srgbClr val="FFFFFF"/>
              </a:solidFill>
              <a:round/>
            </a:ln>
          </p:spPr>
          <p:style>
            <a:lnRef idx="0">
              <a:srgbClr val="FFFFFF"/>
            </a:lnRef>
            <a:fillRef idx="0">
              <a:srgbClr val="FFFFFF"/>
            </a:fillRef>
            <a:effectRef idx="0">
              <a:srgbClr val="FFFFFF"/>
            </a:effectRef>
            <a:fontRef idx="minor"/>
          </p:style>
          <p:txBody>
            <a:bodyPr tIns="91440" bIns="91440" anchor="ctr">
              <a:noAutofit/>
            </a:bodyPr>
            <a:p>
              <a:pPr defTabSz="914400">
                <a:lnSpc>
                  <a:spcPct val="100000"/>
                </a:lnSpc>
                <a:tabLst>
                  <a:tab pos="0" algn="l"/>
                </a:tabLst>
              </a:pPr>
              <a:endParaRPr lang="en-US" sz="1800" b="0" u="none" strike="noStrike">
                <a:solidFill>
                  <a:srgbClr val="000000"/>
                </a:solidFill>
                <a:effectLst/>
                <a:uFillTx/>
                <a:latin typeface="Times New Roman" panose="02020603050405020304" charset="0"/>
                <a:cs typeface="Times New Roman" panose="02020603050405020304" charset="0"/>
              </a:endParaRPr>
            </a:p>
          </p:txBody>
        </p:sp>
        <p:sp>
          <p:nvSpPr>
            <p:cNvPr id="310" name="Google Shape;408;p39"/>
            <p:cNvSpPr/>
            <p:nvPr/>
          </p:nvSpPr>
          <p:spPr>
            <a:xfrm rot="10800000">
              <a:off x="993960" y="45756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a:solidFill>
                <a:srgbClr val="FFFFFF"/>
              </a:solidFill>
              <a:round/>
            </a:ln>
          </p:spPr>
          <p:style>
            <a:lnRef idx="0">
              <a:srgbClr val="FFFFFF"/>
            </a:lnRef>
            <a:fillRef idx="0">
              <a:srgbClr val="FFFFFF"/>
            </a:fillRef>
            <a:effectRef idx="0">
              <a:srgbClr val="FFFFFF"/>
            </a:effectRef>
            <a:fontRef idx="minor"/>
          </p:style>
          <p:txBody>
            <a:bodyPr tIns="91440" bIns="91440" anchor="ctr">
              <a:noAutofit/>
            </a:bodyPr>
            <a:p>
              <a:pPr defTabSz="914400">
                <a:lnSpc>
                  <a:spcPct val="100000"/>
                </a:lnSpc>
                <a:tabLst>
                  <a:tab pos="0" algn="l"/>
                </a:tabLst>
              </a:pPr>
              <a:endParaRPr lang="en-US" sz="1800" b="0" u="none" strike="noStrike">
                <a:solidFill>
                  <a:srgbClr val="000000"/>
                </a:solidFill>
                <a:effectLst/>
                <a:uFillTx/>
                <a:latin typeface="Times New Roman" panose="02020603050405020304" charset="0"/>
                <a:cs typeface="Times New Roman" panose="02020603050405020304" charset="0"/>
              </a:endParaRPr>
            </a:p>
          </p:txBody>
        </p:sp>
        <p:sp>
          <p:nvSpPr>
            <p:cNvPr id="311" name="Google Shape;409;p39"/>
            <p:cNvSpPr/>
            <p:nvPr/>
          </p:nvSpPr>
          <p:spPr>
            <a:xfrm rot="10800000">
              <a:off x="2040840" y="96264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a:solidFill>
                <a:srgbClr val="FFFFFF"/>
              </a:solidFill>
              <a:round/>
            </a:ln>
          </p:spPr>
          <p:style>
            <a:lnRef idx="0">
              <a:srgbClr val="FFFFFF"/>
            </a:lnRef>
            <a:fillRef idx="0">
              <a:srgbClr val="FFFFFF"/>
            </a:fillRef>
            <a:effectRef idx="0">
              <a:srgbClr val="FFFFFF"/>
            </a:effectRef>
            <a:fontRef idx="minor"/>
          </p:style>
          <p:txBody>
            <a:bodyPr tIns="91440" bIns="91440" anchor="ctr">
              <a:noAutofit/>
            </a:bodyPr>
            <a:p>
              <a:pPr defTabSz="914400">
                <a:lnSpc>
                  <a:spcPct val="100000"/>
                </a:lnSpc>
                <a:tabLst>
                  <a:tab pos="0" algn="l"/>
                </a:tabLst>
              </a:pPr>
              <a:endParaRPr lang="en-US" sz="1800" b="0" u="none" strike="noStrike">
                <a:solidFill>
                  <a:srgbClr val="000000"/>
                </a:solidFill>
                <a:effectLst/>
                <a:uFillTx/>
                <a:latin typeface="Times New Roman" panose="02020603050405020304" charset="0"/>
                <a:cs typeface="Times New Roman" panose="02020603050405020304" charset="0"/>
              </a:endParaRPr>
            </a:p>
          </p:txBody>
        </p:sp>
        <p:sp>
          <p:nvSpPr>
            <p:cNvPr id="312" name="Google Shape;410;p39"/>
            <p:cNvSpPr/>
            <p:nvPr/>
          </p:nvSpPr>
          <p:spPr>
            <a:xfrm rot="10800000">
              <a:off x="-541800" y="96264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a:solidFill>
                <a:srgbClr val="FFFFFF"/>
              </a:solidFill>
              <a:round/>
            </a:ln>
          </p:spPr>
          <p:style>
            <a:lnRef idx="0">
              <a:srgbClr val="FFFFFF"/>
            </a:lnRef>
            <a:fillRef idx="0">
              <a:srgbClr val="FFFFFF"/>
            </a:fillRef>
            <a:effectRef idx="0">
              <a:srgbClr val="FFFFFF"/>
            </a:effectRef>
            <a:fontRef idx="minor"/>
          </p:style>
          <p:txBody>
            <a:bodyPr tIns="91440" bIns="91440" anchor="ctr">
              <a:noAutofit/>
            </a:bodyPr>
            <a:p>
              <a:pPr defTabSz="914400">
                <a:lnSpc>
                  <a:spcPct val="100000"/>
                </a:lnSpc>
                <a:tabLst>
                  <a:tab pos="0" algn="l"/>
                </a:tabLst>
              </a:pPr>
              <a:endParaRPr lang="en-US" sz="1800" b="0" u="none" strike="noStrike">
                <a:solidFill>
                  <a:srgbClr val="000000"/>
                </a:solidFill>
                <a:effectLst/>
                <a:uFillTx/>
                <a:latin typeface="Times New Roman" panose="02020603050405020304" charset="0"/>
                <a:cs typeface="Times New Roman" panose="02020603050405020304" charset="0"/>
              </a:endParaRPr>
            </a:p>
          </p:txBody>
        </p:sp>
        <p:sp>
          <p:nvSpPr>
            <p:cNvPr id="313" name="Google Shape;411;p39"/>
            <p:cNvSpPr/>
            <p:nvPr/>
          </p:nvSpPr>
          <p:spPr>
            <a:xfrm flipH="1">
              <a:off x="992880" y="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9FCBFD">
                <a:alpha val="41000"/>
              </a:srgbClr>
            </a:solidFill>
            <a:ln w="19050">
              <a:solidFill>
                <a:srgbClr val="FFFFFF"/>
              </a:solidFill>
              <a:round/>
            </a:ln>
          </p:spPr>
          <p:style>
            <a:lnRef idx="0">
              <a:srgbClr val="FFFFFF"/>
            </a:lnRef>
            <a:fillRef idx="0">
              <a:srgbClr val="FFFFFF"/>
            </a:fillRef>
            <a:effectRef idx="0">
              <a:srgbClr val="FFFFFF"/>
            </a:effectRef>
            <a:fontRef idx="minor"/>
          </p:style>
          <p:txBody>
            <a:bodyPr tIns="91440" bIns="91440" anchor="ctr">
              <a:noAutofit/>
            </a:bodyPr>
            <a:p>
              <a:pPr defTabSz="914400">
                <a:lnSpc>
                  <a:spcPct val="100000"/>
                </a:lnSpc>
                <a:tabLst>
                  <a:tab pos="0" algn="l"/>
                </a:tabLst>
              </a:pPr>
              <a:endParaRPr lang="en-US" sz="1800" b="0" u="none" strike="noStrike">
                <a:solidFill>
                  <a:srgbClr val="000000"/>
                </a:solidFill>
                <a:effectLst/>
                <a:uFillTx/>
                <a:latin typeface="Times New Roman" panose="02020603050405020304" charset="0"/>
                <a:cs typeface="Times New Roman" panose="02020603050405020304" charset="0"/>
              </a:endParaRPr>
            </a:p>
          </p:txBody>
        </p:sp>
        <p:sp>
          <p:nvSpPr>
            <p:cNvPr id="314" name="Google Shape;412;p39"/>
            <p:cNvSpPr/>
            <p:nvPr/>
          </p:nvSpPr>
          <p:spPr>
            <a:xfrm flipH="1">
              <a:off x="712440" y="227520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a:solidFill>
                <a:srgbClr val="FFFFFF"/>
              </a:solidFill>
              <a:round/>
            </a:ln>
          </p:spPr>
          <p:style>
            <a:lnRef idx="0">
              <a:srgbClr val="FFFFFF"/>
            </a:lnRef>
            <a:fillRef idx="0">
              <a:srgbClr val="FFFFFF"/>
            </a:fillRef>
            <a:effectRef idx="0">
              <a:srgbClr val="FFFFFF"/>
            </a:effectRef>
            <a:fontRef idx="minor"/>
          </p:style>
          <p:txBody>
            <a:bodyPr tIns="91440" bIns="91440" anchor="ctr">
              <a:noAutofit/>
            </a:bodyPr>
            <a:p>
              <a:pPr defTabSz="914400">
                <a:lnSpc>
                  <a:spcPct val="100000"/>
                </a:lnSpc>
                <a:tabLst>
                  <a:tab pos="0" algn="l"/>
                </a:tabLst>
              </a:pPr>
              <a:endParaRPr lang="en-US" sz="1800" b="0" u="none" strike="noStrike">
                <a:solidFill>
                  <a:srgbClr val="000000"/>
                </a:solidFill>
                <a:effectLst/>
                <a:uFillTx/>
                <a:latin typeface="Times New Roman" panose="02020603050405020304" charset="0"/>
                <a:cs typeface="Times New Roman" panose="02020603050405020304" charset="0"/>
              </a:endParaRPr>
            </a:p>
          </p:txBody>
        </p:sp>
        <p:sp>
          <p:nvSpPr>
            <p:cNvPr id="315" name="Google Shape;413;p39"/>
            <p:cNvSpPr/>
            <p:nvPr/>
          </p:nvSpPr>
          <p:spPr>
            <a:xfrm flipH="1">
              <a:off x="420840" y="177876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a:solidFill>
                <a:srgbClr val="FFFFFF"/>
              </a:solidFill>
              <a:round/>
            </a:ln>
          </p:spPr>
          <p:style>
            <a:lnRef idx="0">
              <a:srgbClr val="FFFFFF"/>
            </a:lnRef>
            <a:fillRef idx="0">
              <a:srgbClr val="FFFFFF"/>
            </a:fillRef>
            <a:effectRef idx="0">
              <a:srgbClr val="FFFFFF"/>
            </a:effectRef>
            <a:fontRef idx="minor"/>
          </p:style>
          <p:txBody>
            <a:bodyPr tIns="91440" bIns="91440" anchor="ctr">
              <a:noAutofit/>
            </a:bodyPr>
            <a:p>
              <a:pPr defTabSz="914400">
                <a:lnSpc>
                  <a:spcPct val="100000"/>
                </a:lnSpc>
                <a:tabLst>
                  <a:tab pos="0" algn="l"/>
                </a:tabLst>
              </a:pPr>
              <a:endParaRPr lang="en-US" sz="1800" b="0" u="none" strike="noStrike">
                <a:solidFill>
                  <a:srgbClr val="000000"/>
                </a:solidFill>
                <a:effectLst/>
                <a:uFillTx/>
                <a:latin typeface="Times New Roman" panose="02020603050405020304" charset="0"/>
                <a:cs typeface="Times New Roman" panose="02020603050405020304" charset="0"/>
              </a:endParaRPr>
            </a:p>
          </p:txBody>
        </p:sp>
        <p:sp>
          <p:nvSpPr>
            <p:cNvPr id="316" name="Google Shape;414;p39"/>
            <p:cNvSpPr/>
            <p:nvPr/>
          </p:nvSpPr>
          <p:spPr>
            <a:xfrm flipH="1">
              <a:off x="1611000" y="147492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a:solidFill>
                <a:srgbClr val="FFFFFF"/>
              </a:solidFill>
              <a:round/>
            </a:ln>
          </p:spPr>
          <p:style>
            <a:lnRef idx="0">
              <a:srgbClr val="FFFFFF"/>
            </a:lnRef>
            <a:fillRef idx="0">
              <a:srgbClr val="FFFFFF"/>
            </a:fillRef>
            <a:effectRef idx="0">
              <a:srgbClr val="FFFFFF"/>
            </a:effectRef>
            <a:fontRef idx="minor"/>
          </p:style>
          <p:txBody>
            <a:bodyPr tIns="91440" bIns="91440" anchor="ctr">
              <a:noAutofit/>
            </a:bodyPr>
            <a:p>
              <a:pPr defTabSz="914400">
                <a:lnSpc>
                  <a:spcPct val="100000"/>
                </a:lnSpc>
                <a:tabLst>
                  <a:tab pos="0" algn="l"/>
                </a:tabLst>
              </a:pPr>
              <a:endParaRPr lang="en-US" sz="1800" b="0" u="none" strike="noStrike">
                <a:solidFill>
                  <a:srgbClr val="000000"/>
                </a:solidFill>
                <a:effectLst/>
                <a:uFillTx/>
                <a:latin typeface="Times New Roman" panose="02020603050405020304" charset="0"/>
                <a:cs typeface="Times New Roman" panose="02020603050405020304" charset="0"/>
              </a:endParaRPr>
            </a:p>
          </p:txBody>
        </p:sp>
        <p:sp>
          <p:nvSpPr>
            <p:cNvPr id="317" name="Google Shape;415;p39"/>
            <p:cNvSpPr/>
            <p:nvPr/>
          </p:nvSpPr>
          <p:spPr>
            <a:xfrm flipH="1">
              <a:off x="2597040" y="-62244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a:solidFill>
                <a:srgbClr val="FFFFFF"/>
              </a:solidFill>
              <a:round/>
            </a:ln>
          </p:spPr>
          <p:style>
            <a:lnRef idx="0">
              <a:srgbClr val="FFFFFF"/>
            </a:lnRef>
            <a:fillRef idx="0">
              <a:srgbClr val="FFFFFF"/>
            </a:fillRef>
            <a:effectRef idx="0">
              <a:srgbClr val="FFFFFF"/>
            </a:effectRef>
            <a:fontRef idx="minor"/>
          </p:style>
          <p:txBody>
            <a:bodyPr tIns="91440" bIns="91440" anchor="ctr">
              <a:noAutofit/>
            </a:bodyPr>
            <a:p>
              <a:pPr defTabSz="914400">
                <a:lnSpc>
                  <a:spcPct val="100000"/>
                </a:lnSpc>
                <a:tabLst>
                  <a:tab pos="0" algn="l"/>
                </a:tabLst>
              </a:pPr>
              <a:endParaRPr lang="en-US" sz="1800" b="0" u="none" strike="noStrike">
                <a:solidFill>
                  <a:srgbClr val="000000"/>
                </a:solidFill>
                <a:effectLst/>
                <a:uFillTx/>
                <a:latin typeface="Times New Roman" panose="02020603050405020304" charset="0"/>
                <a:cs typeface="Times New Roman" panose="02020603050405020304" charset="0"/>
              </a:endParaRPr>
            </a:p>
          </p:txBody>
        </p:sp>
        <p:sp>
          <p:nvSpPr>
            <p:cNvPr id="318" name="Google Shape;416;p39"/>
            <p:cNvSpPr/>
            <p:nvPr/>
          </p:nvSpPr>
          <p:spPr>
            <a:xfrm flipH="1">
              <a:off x="1259280" y="265140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9FCBFD">
                <a:alpha val="41000"/>
              </a:srgbClr>
            </a:solidFill>
            <a:ln w="19050">
              <a:solidFill>
                <a:srgbClr val="FFFFFF"/>
              </a:solidFill>
              <a:round/>
            </a:ln>
          </p:spPr>
          <p:style>
            <a:lnRef idx="0">
              <a:srgbClr val="FFFFFF"/>
            </a:lnRef>
            <a:fillRef idx="0">
              <a:srgbClr val="FFFFFF"/>
            </a:fillRef>
            <a:effectRef idx="0">
              <a:srgbClr val="FFFFFF"/>
            </a:effectRef>
            <a:fontRef idx="minor"/>
          </p:style>
          <p:txBody>
            <a:bodyPr tIns="91440" bIns="91440" anchor="ctr">
              <a:noAutofit/>
            </a:bodyPr>
            <a:p>
              <a:pPr defTabSz="914400">
                <a:lnSpc>
                  <a:spcPct val="100000"/>
                </a:lnSpc>
                <a:tabLst>
                  <a:tab pos="0" algn="l"/>
                </a:tabLst>
              </a:pPr>
              <a:endParaRPr lang="en-US" sz="1800" b="0" u="none" strike="noStrike">
                <a:solidFill>
                  <a:srgbClr val="000000"/>
                </a:solidFill>
                <a:effectLst/>
                <a:uFillTx/>
                <a:latin typeface="Times New Roman" panose="02020603050405020304" charset="0"/>
                <a:cs typeface="Times New Roman" panose="02020603050405020304" charset="0"/>
              </a:endParaRPr>
            </a:p>
          </p:txBody>
        </p:sp>
        <p:sp>
          <p:nvSpPr>
            <p:cNvPr id="319" name="Google Shape;417;p39"/>
            <p:cNvSpPr/>
            <p:nvPr/>
          </p:nvSpPr>
          <p:spPr>
            <a:xfrm flipH="1">
              <a:off x="2180160" y="-13824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68DAF8">
                <a:alpha val="34000"/>
              </a:srgbClr>
            </a:solidFill>
            <a:ln w="19050">
              <a:solidFill>
                <a:srgbClr val="FFFFFF"/>
              </a:solidFill>
              <a:round/>
            </a:ln>
          </p:spPr>
          <p:style>
            <a:lnRef idx="0">
              <a:srgbClr val="FFFFFF"/>
            </a:lnRef>
            <a:fillRef idx="0">
              <a:srgbClr val="FFFFFF"/>
            </a:fillRef>
            <a:effectRef idx="0">
              <a:srgbClr val="FFFFFF"/>
            </a:effectRef>
            <a:fontRef idx="minor"/>
          </p:style>
          <p:txBody>
            <a:bodyPr tIns="91440" bIns="91440" anchor="ctr">
              <a:noAutofit/>
            </a:bodyPr>
            <a:p>
              <a:pPr defTabSz="914400">
                <a:lnSpc>
                  <a:spcPct val="100000"/>
                </a:lnSpc>
                <a:tabLst>
                  <a:tab pos="0" algn="l"/>
                </a:tabLst>
              </a:pPr>
              <a:endParaRPr lang="en-US" sz="1800" b="0" u="none" strike="noStrike">
                <a:solidFill>
                  <a:srgbClr val="000000"/>
                </a:solidFill>
                <a:effectLst/>
                <a:uFillTx/>
                <a:latin typeface="Times New Roman" panose="02020603050405020304" charset="0"/>
                <a:cs typeface="Times New Roman" panose="02020603050405020304" charset="0"/>
              </a:endParaRPr>
            </a:p>
          </p:txBody>
        </p:sp>
        <p:sp>
          <p:nvSpPr>
            <p:cNvPr id="320" name="Google Shape;418;p39"/>
            <p:cNvSpPr/>
            <p:nvPr/>
          </p:nvSpPr>
          <p:spPr>
            <a:xfrm rot="10800000">
              <a:off x="1759320" y="404568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a:solidFill>
                <a:srgbClr val="FFFFFF"/>
              </a:solidFill>
              <a:round/>
            </a:ln>
          </p:spPr>
          <p:style>
            <a:lnRef idx="0">
              <a:srgbClr val="FFFFFF"/>
            </a:lnRef>
            <a:fillRef idx="0">
              <a:srgbClr val="FFFFFF"/>
            </a:fillRef>
            <a:effectRef idx="0">
              <a:srgbClr val="FFFFFF"/>
            </a:effectRef>
            <a:fontRef idx="minor"/>
          </p:style>
          <p:txBody>
            <a:bodyPr tIns="91440" bIns="91440" anchor="ctr">
              <a:noAutofit/>
            </a:bodyPr>
            <a:p>
              <a:pPr defTabSz="914400">
                <a:lnSpc>
                  <a:spcPct val="100000"/>
                </a:lnSpc>
                <a:tabLst>
                  <a:tab pos="0" algn="l"/>
                </a:tabLst>
              </a:pPr>
              <a:endParaRPr lang="en-US" sz="1800" b="0" u="none" strike="noStrike">
                <a:solidFill>
                  <a:srgbClr val="000000"/>
                </a:solidFill>
                <a:effectLst/>
                <a:uFillTx/>
                <a:latin typeface="Times New Roman" panose="02020603050405020304" charset="0"/>
                <a:cs typeface="Times New Roman" panose="02020603050405020304" charset="0"/>
              </a:endParaRPr>
            </a:p>
          </p:txBody>
        </p:sp>
        <p:sp>
          <p:nvSpPr>
            <p:cNvPr id="321" name="Google Shape;419;p39"/>
            <p:cNvSpPr/>
            <p:nvPr/>
          </p:nvSpPr>
          <p:spPr>
            <a:xfrm rot="10800000">
              <a:off x="2368080" y="265176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a:solidFill>
                <a:srgbClr val="FFFFFF"/>
              </a:solidFill>
              <a:round/>
            </a:ln>
          </p:spPr>
          <p:style>
            <a:lnRef idx="0">
              <a:srgbClr val="FFFFFF"/>
            </a:lnRef>
            <a:fillRef idx="0">
              <a:srgbClr val="FFFFFF"/>
            </a:fillRef>
            <a:effectRef idx="0">
              <a:srgbClr val="FFFFFF"/>
            </a:effectRef>
            <a:fontRef idx="minor"/>
          </p:style>
          <p:txBody>
            <a:bodyPr tIns="91440" bIns="91440" anchor="ctr">
              <a:noAutofit/>
            </a:bodyPr>
            <a:p>
              <a:pPr defTabSz="914400">
                <a:lnSpc>
                  <a:spcPct val="100000"/>
                </a:lnSpc>
                <a:tabLst>
                  <a:tab pos="0" algn="l"/>
                </a:tabLst>
              </a:pPr>
              <a:endParaRPr lang="en-US" sz="1800" b="0" u="none" strike="noStrike">
                <a:solidFill>
                  <a:srgbClr val="000000"/>
                </a:solidFill>
                <a:effectLst/>
                <a:uFillTx/>
                <a:latin typeface="Times New Roman" panose="02020603050405020304" charset="0"/>
                <a:cs typeface="Times New Roman" panose="02020603050405020304" charset="0"/>
              </a:endParaRPr>
            </a:p>
          </p:txBody>
        </p:sp>
        <p:sp>
          <p:nvSpPr>
            <p:cNvPr id="322" name="Google Shape;420;p39"/>
            <p:cNvSpPr/>
            <p:nvPr/>
          </p:nvSpPr>
          <p:spPr>
            <a:xfrm rot="10800000">
              <a:off x="503640" y="355824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a:solidFill>
                <a:srgbClr val="FFFFFF"/>
              </a:solidFill>
              <a:round/>
            </a:ln>
          </p:spPr>
          <p:style>
            <a:lnRef idx="0">
              <a:srgbClr val="FFFFFF"/>
            </a:lnRef>
            <a:fillRef idx="0">
              <a:srgbClr val="FFFFFF"/>
            </a:fillRef>
            <a:effectRef idx="0">
              <a:srgbClr val="FFFFFF"/>
            </a:effectRef>
            <a:fontRef idx="minor"/>
          </p:style>
          <p:txBody>
            <a:bodyPr tIns="91440" bIns="91440" anchor="ctr">
              <a:noAutofit/>
            </a:bodyPr>
            <a:p>
              <a:pPr defTabSz="914400">
                <a:lnSpc>
                  <a:spcPct val="100000"/>
                </a:lnSpc>
                <a:tabLst>
                  <a:tab pos="0" algn="l"/>
                </a:tabLst>
              </a:pPr>
              <a:endParaRPr lang="en-US" sz="1800" b="0" u="none" strike="noStrike">
                <a:solidFill>
                  <a:srgbClr val="000000"/>
                </a:solidFill>
                <a:effectLst/>
                <a:uFillTx/>
                <a:latin typeface="Times New Roman" panose="02020603050405020304" charset="0"/>
                <a:cs typeface="Times New Roman" panose="02020603050405020304" charset="0"/>
              </a:endParaRPr>
            </a:p>
          </p:txBody>
        </p:sp>
        <p:sp>
          <p:nvSpPr>
            <p:cNvPr id="323" name="Google Shape;421;p39"/>
            <p:cNvSpPr/>
            <p:nvPr/>
          </p:nvSpPr>
          <p:spPr>
            <a:xfrm rot="10800000">
              <a:off x="1759320" y="450108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a:solidFill>
                <a:srgbClr val="FFFFFF"/>
              </a:solidFill>
              <a:round/>
            </a:ln>
          </p:spPr>
          <p:style>
            <a:lnRef idx="0">
              <a:srgbClr val="FFFFFF"/>
            </a:lnRef>
            <a:fillRef idx="0">
              <a:srgbClr val="FFFFFF"/>
            </a:fillRef>
            <a:effectRef idx="0">
              <a:srgbClr val="FFFFFF"/>
            </a:effectRef>
            <a:fontRef idx="minor"/>
          </p:style>
          <p:txBody>
            <a:bodyPr tIns="91440" bIns="91440" anchor="ctr">
              <a:noAutofit/>
            </a:bodyPr>
            <a:p>
              <a:pPr defTabSz="914400">
                <a:lnSpc>
                  <a:spcPct val="100000"/>
                </a:lnSpc>
                <a:tabLst>
                  <a:tab pos="0" algn="l"/>
                </a:tabLst>
              </a:pPr>
              <a:endParaRPr lang="en-US" sz="1800" b="0" u="none" strike="noStrike">
                <a:solidFill>
                  <a:srgbClr val="000000"/>
                </a:solidFill>
                <a:effectLst/>
                <a:uFillTx/>
                <a:latin typeface="Times New Roman" panose="02020603050405020304" charset="0"/>
                <a:cs typeface="Times New Roman" panose="02020603050405020304" charset="0"/>
              </a:endParaRPr>
            </a:p>
          </p:txBody>
        </p:sp>
        <p:sp>
          <p:nvSpPr>
            <p:cNvPr id="324" name="Google Shape;422;p39"/>
            <p:cNvSpPr/>
            <p:nvPr/>
          </p:nvSpPr>
          <p:spPr>
            <a:xfrm flipH="1">
              <a:off x="-126360" y="53964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9FCBFD">
                <a:alpha val="41000"/>
              </a:srgbClr>
            </a:solidFill>
            <a:ln w="19050">
              <a:solidFill>
                <a:srgbClr val="FFFFFF"/>
              </a:solidFill>
              <a:round/>
            </a:ln>
          </p:spPr>
          <p:style>
            <a:lnRef idx="0">
              <a:srgbClr val="FFFFFF"/>
            </a:lnRef>
            <a:fillRef idx="0">
              <a:srgbClr val="FFFFFF"/>
            </a:fillRef>
            <a:effectRef idx="0">
              <a:srgbClr val="FFFFFF"/>
            </a:effectRef>
            <a:fontRef idx="minor"/>
          </p:style>
          <p:txBody>
            <a:bodyPr tIns="91440" bIns="91440" anchor="ctr">
              <a:noAutofit/>
            </a:bodyPr>
            <a:p>
              <a:pPr defTabSz="914400">
                <a:lnSpc>
                  <a:spcPct val="100000"/>
                </a:lnSpc>
                <a:tabLst>
                  <a:tab pos="0" algn="l"/>
                </a:tabLst>
              </a:pPr>
              <a:endParaRPr lang="en-US" sz="1800" b="0" u="none" strike="noStrike">
                <a:solidFill>
                  <a:srgbClr val="000000"/>
                </a:solidFill>
                <a:effectLst/>
                <a:uFillTx/>
                <a:latin typeface="Times New Roman" panose="02020603050405020304" charset="0"/>
                <a:cs typeface="Times New Roman" panose="02020603050405020304" charset="0"/>
              </a:endParaRPr>
            </a:p>
          </p:txBody>
        </p:sp>
        <p:sp>
          <p:nvSpPr>
            <p:cNvPr id="325" name="Google Shape;423;p39"/>
            <p:cNvSpPr/>
            <p:nvPr/>
          </p:nvSpPr>
          <p:spPr>
            <a:xfrm flipH="1">
              <a:off x="2754720" y="319464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68DAF8">
                <a:alpha val="34000"/>
              </a:srgbClr>
            </a:solidFill>
            <a:ln w="19050">
              <a:solidFill>
                <a:srgbClr val="FFFFFF"/>
              </a:solidFill>
              <a:round/>
            </a:ln>
          </p:spPr>
          <p:style>
            <a:lnRef idx="0">
              <a:srgbClr val="FFFFFF"/>
            </a:lnRef>
            <a:fillRef idx="0">
              <a:srgbClr val="FFFFFF"/>
            </a:fillRef>
            <a:effectRef idx="0">
              <a:srgbClr val="FFFFFF"/>
            </a:effectRef>
            <a:fontRef idx="minor"/>
          </p:style>
          <p:txBody>
            <a:bodyPr tIns="91440" bIns="91440" anchor="ctr">
              <a:noAutofit/>
            </a:bodyPr>
            <a:p>
              <a:pPr defTabSz="914400">
                <a:lnSpc>
                  <a:spcPct val="100000"/>
                </a:lnSpc>
                <a:tabLst>
                  <a:tab pos="0" algn="l"/>
                </a:tabLst>
              </a:pPr>
              <a:endParaRPr lang="en-US" sz="1800" b="0" u="none" strike="noStrike">
                <a:solidFill>
                  <a:srgbClr val="000000"/>
                </a:solidFill>
                <a:effectLst/>
                <a:uFillTx/>
                <a:latin typeface="Times New Roman" panose="02020603050405020304" charset="0"/>
                <a:cs typeface="Times New Roman" panose="02020603050405020304" charset="0"/>
              </a:endParaRPr>
            </a:p>
          </p:txBody>
        </p:sp>
      </p:grpSp>
      <p:cxnSp>
        <p:nvCxnSpPr>
          <p:cNvPr id="326" name="Google Shape;424;p39"/>
          <p:cNvCxnSpPr/>
          <p:nvPr/>
        </p:nvCxnSpPr>
        <p:spPr>
          <a:xfrm>
            <a:off x="3967200" y="1655280"/>
            <a:ext cx="374040" cy="360"/>
          </a:xfrm>
          <a:prstGeom prst="straightConnector1">
            <a:avLst/>
          </a:prstGeom>
          <a:ln w="19050">
            <a:solidFill>
              <a:srgbClr val="384655"/>
            </a:solidFill>
            <a:round/>
          </a:ln>
        </p:spPr>
      </p:cxn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 name="PlaceHolder 1"/>
          <p:cNvSpPr>
            <a:spLocks noGrp="1"/>
          </p:cNvSpPr>
          <p:nvPr>
            <p:ph type="title"/>
          </p:nvPr>
        </p:nvSpPr>
        <p:spPr>
          <a:xfrm>
            <a:off x="1003935" y="457835"/>
            <a:ext cx="7433945" cy="1161415"/>
          </a:xfrm>
          <a:prstGeom prst="rect">
            <a:avLst/>
          </a:prstGeom>
          <a:noFill/>
          <a:ln w="0">
            <a:noFill/>
          </a:ln>
        </p:spPr>
        <p:txBody>
          <a:bodyPr lIns="91440" tIns="91440" rIns="91440" bIns="91440" anchor="b">
            <a:normAutofit fontScale="65000" lnSpcReduction="19999"/>
          </a:bodyPr>
          <a:p>
            <a:pPr indent="0">
              <a:lnSpc>
                <a:spcPct val="100000"/>
              </a:lnSpc>
              <a:buNone/>
              <a:tabLst>
                <a:tab pos="0" algn="l"/>
              </a:tabLst>
            </a:pPr>
            <a:r>
              <a:rPr lang="en-US" sz="6500" b="1" u="none" strike="noStrike">
                <a:solidFill>
                  <a:schemeClr val="dk1"/>
                </a:solidFill>
                <a:effectLst/>
                <a:uFillTx/>
                <a:latin typeface="Times New Roman" panose="02020603050405020304" charset="0"/>
                <a:ea typeface="Outfit"/>
                <a:cs typeface="Times New Roman" panose="02020603050405020304" charset="0"/>
              </a:rPr>
              <a:t>Importance Over Deterministic Models</a:t>
            </a:r>
            <a:endParaRPr lang="en-US" sz="6500" b="1" u="none" strike="noStrike">
              <a:solidFill>
                <a:schemeClr val="dk1"/>
              </a:solidFill>
              <a:effectLst/>
              <a:uFillTx/>
              <a:latin typeface="Times New Roman" panose="02020603050405020304" charset="0"/>
              <a:ea typeface="Outfit"/>
              <a:cs typeface="Times New Roman" panose="02020603050405020304" charset="0"/>
            </a:endParaRPr>
          </a:p>
        </p:txBody>
      </p:sp>
      <p:sp>
        <p:nvSpPr>
          <p:cNvPr id="328" name="PlaceHolder 2"/>
          <p:cNvSpPr>
            <a:spLocks noGrp="1"/>
          </p:cNvSpPr>
          <p:nvPr>
            <p:ph type="subTitle"/>
          </p:nvPr>
        </p:nvSpPr>
        <p:spPr>
          <a:xfrm>
            <a:off x="1052195" y="1564005"/>
            <a:ext cx="8091805" cy="666115"/>
          </a:xfrm>
          <a:prstGeom prst="rect">
            <a:avLst/>
          </a:prstGeom>
          <a:noFill/>
          <a:ln w="0">
            <a:noFill/>
          </a:ln>
        </p:spPr>
        <p:txBody>
          <a:bodyPr lIns="91440" tIns="91440" rIns="91440" bIns="91440" anchor="t">
            <a:noAutofit/>
          </a:bodyPr>
          <a:p>
            <a:pPr marL="342900" indent="-342900">
              <a:lnSpc>
                <a:spcPct val="150000"/>
              </a:lnSpc>
              <a:buFont typeface="Arial" panose="020B0604020202020204" pitchFamily="34" charset="0"/>
              <a:buChar char="•"/>
              <a:tabLst>
                <a:tab pos="0" algn="l"/>
              </a:tabLst>
            </a:pPr>
            <a:r>
              <a:rPr lang="en-US" sz="2000" b="0" u="none" strike="noStrike">
                <a:solidFill>
                  <a:schemeClr val="dk1"/>
                </a:solidFill>
                <a:effectLst/>
                <a:uFillTx/>
                <a:latin typeface="Times New Roman" panose="02020603050405020304" charset="0"/>
                <a:ea typeface="DM Sans"/>
                <a:cs typeface="Times New Roman" panose="02020603050405020304" charset="0"/>
              </a:rPr>
              <a:t>Deterministic models are limited by their inability to handle </a:t>
            </a:r>
            <a:r>
              <a:rPr lang="en-US" sz="2000" b="1" u="none" strike="noStrike">
                <a:solidFill>
                  <a:schemeClr val="dk1"/>
                </a:solidFill>
                <a:effectLst/>
                <a:uFillTx/>
                <a:latin typeface="Times New Roman" panose="02020603050405020304" charset="0"/>
                <a:ea typeface="DM Sans"/>
                <a:cs typeface="Times New Roman" panose="02020603050405020304" charset="0"/>
              </a:rPr>
              <a:t>uncertainty</a:t>
            </a:r>
            <a:r>
              <a:rPr lang="en-US" sz="2000" b="0" u="none" strike="noStrike">
                <a:solidFill>
                  <a:schemeClr val="dk1"/>
                </a:solidFill>
                <a:effectLst/>
                <a:uFillTx/>
                <a:latin typeface="Times New Roman" panose="02020603050405020304" charset="0"/>
                <a:ea typeface="DM Sans"/>
                <a:cs typeface="Times New Roman" panose="02020603050405020304" charset="0"/>
              </a:rPr>
              <a:t> and variability in real-world data. </a:t>
            </a:r>
            <a:endParaRPr lang="en-US" sz="2000" b="0" u="none" strike="noStrike">
              <a:solidFill>
                <a:schemeClr val="dk1"/>
              </a:solidFill>
              <a:effectLst/>
              <a:uFillTx/>
              <a:latin typeface="Times New Roman" panose="02020603050405020304" charset="0"/>
              <a:ea typeface="DM Sans"/>
              <a:cs typeface="Times New Roman" panose="02020603050405020304" charset="0"/>
            </a:endParaRPr>
          </a:p>
          <a:p>
            <a:pPr marL="342900" indent="-342900">
              <a:lnSpc>
                <a:spcPct val="150000"/>
              </a:lnSpc>
              <a:buFont typeface="Arial" panose="020B0604020202020204" pitchFamily="34" charset="0"/>
              <a:buChar char="•"/>
              <a:tabLst>
                <a:tab pos="0" algn="l"/>
              </a:tabLst>
            </a:pPr>
            <a:r>
              <a:rPr lang="en-US" sz="2000" b="0" u="none" strike="noStrike">
                <a:solidFill>
                  <a:schemeClr val="dk1"/>
                </a:solidFill>
                <a:effectLst/>
                <a:uFillTx/>
                <a:latin typeface="Times New Roman" panose="02020603050405020304" charset="0"/>
                <a:ea typeface="DM Sans"/>
                <a:cs typeface="Times New Roman" panose="02020603050405020304" charset="0"/>
              </a:rPr>
              <a:t>Probabilistic models provide a flexible approach that accounts for these uncertainties, enabling more accurate predictions and robust decision-making. </a:t>
            </a:r>
            <a:endParaRPr lang="en-US" sz="2000" b="0" u="none" strike="noStrike">
              <a:solidFill>
                <a:schemeClr val="dk1"/>
              </a:solidFill>
              <a:effectLst/>
              <a:uFillTx/>
              <a:latin typeface="Times New Roman" panose="02020603050405020304" charset="0"/>
              <a:ea typeface="DM Sans"/>
              <a:cs typeface="Times New Roman" panose="02020603050405020304" charset="0"/>
            </a:endParaRPr>
          </a:p>
          <a:p>
            <a:pPr marL="342900" indent="-342900">
              <a:lnSpc>
                <a:spcPct val="150000"/>
              </a:lnSpc>
              <a:buFont typeface="Arial" panose="020B0604020202020204" pitchFamily="34" charset="0"/>
              <a:buChar char="•"/>
              <a:tabLst>
                <a:tab pos="0" algn="l"/>
              </a:tabLst>
            </a:pPr>
            <a:r>
              <a:rPr lang="en-US" sz="2000" b="0" u="none" strike="noStrike">
                <a:solidFill>
                  <a:schemeClr val="dk1"/>
                </a:solidFill>
                <a:effectLst/>
                <a:uFillTx/>
                <a:latin typeface="Times New Roman" panose="02020603050405020304" charset="0"/>
                <a:ea typeface="DM Sans"/>
                <a:cs typeface="Times New Roman" panose="02020603050405020304" charset="0"/>
              </a:rPr>
              <a:t>This makes them essential for scenarios where outcomes can vary and data is inherently noisy or incomplete.</a:t>
            </a:r>
            <a:endParaRPr lang="en-US" sz="2000" b="0" u="none" strike="noStrike">
              <a:solidFill>
                <a:schemeClr val="dk1"/>
              </a:solidFill>
              <a:effectLst/>
              <a:uFillTx/>
              <a:latin typeface="Times New Roman" panose="02020603050405020304" charset="0"/>
              <a:ea typeface="DM Sans"/>
              <a:cs typeface="Times New Roman" panose="02020603050405020304" charset="0"/>
            </a:endParaRPr>
          </a:p>
        </p:txBody>
      </p:sp>
      <p:cxnSp>
        <p:nvCxnSpPr>
          <p:cNvPr id="347" name="Google Shape;424;p39"/>
          <p:cNvCxnSpPr/>
          <p:nvPr/>
        </p:nvCxnSpPr>
        <p:spPr>
          <a:xfrm>
            <a:off x="3967200" y="1655280"/>
            <a:ext cx="374040" cy="360"/>
          </a:xfrm>
          <a:prstGeom prst="straightConnector1">
            <a:avLst/>
          </a:prstGeom>
          <a:ln w="19050">
            <a:solidFill>
              <a:srgbClr val="384655"/>
            </a:solidFill>
            <a:round/>
          </a:ln>
        </p:spPr>
      </p:cxn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9" name="PlaceHolder 1"/>
          <p:cNvSpPr>
            <a:spLocks noGrp="1"/>
          </p:cNvSpPr>
          <p:nvPr>
            <p:ph type="title"/>
          </p:nvPr>
        </p:nvSpPr>
        <p:spPr>
          <a:xfrm>
            <a:off x="3203575" y="412115"/>
            <a:ext cx="5350510" cy="1161415"/>
          </a:xfrm>
          <a:prstGeom prst="rect">
            <a:avLst/>
          </a:prstGeom>
          <a:noFill/>
          <a:ln w="0">
            <a:noFill/>
          </a:ln>
        </p:spPr>
        <p:txBody>
          <a:bodyPr lIns="91440" tIns="91440" rIns="91440" bIns="91440" anchor="b">
            <a:normAutofit fontScale="65000" lnSpcReduction="19999"/>
          </a:bodyPr>
          <a:p>
            <a:pPr indent="0">
              <a:lnSpc>
                <a:spcPct val="100000"/>
              </a:lnSpc>
              <a:buNone/>
              <a:tabLst>
                <a:tab pos="0" algn="l"/>
              </a:tabLst>
            </a:pPr>
            <a:r>
              <a:rPr lang="en-US" sz="6500" b="1" u="none" strike="noStrike">
                <a:solidFill>
                  <a:schemeClr val="dk1"/>
                </a:solidFill>
                <a:effectLst/>
                <a:uFillTx/>
                <a:latin typeface="Times New Roman" panose="02020603050405020304" charset="0"/>
                <a:ea typeface="Outfit"/>
                <a:cs typeface="Times New Roman" panose="02020603050405020304" charset="0"/>
              </a:rPr>
              <a:t>Steps in Building Probabilistic Models</a:t>
            </a:r>
            <a:endParaRPr lang="en-US" sz="6500" b="1" u="none" strike="noStrike">
              <a:solidFill>
                <a:schemeClr val="dk1"/>
              </a:solidFill>
              <a:effectLst/>
              <a:uFillTx/>
              <a:latin typeface="Times New Roman" panose="02020603050405020304" charset="0"/>
              <a:ea typeface="Outfit"/>
              <a:cs typeface="Times New Roman" panose="02020603050405020304" charset="0"/>
            </a:endParaRPr>
          </a:p>
        </p:txBody>
      </p:sp>
      <p:sp>
        <p:nvSpPr>
          <p:cNvPr id="370" name="PlaceHolder 2"/>
          <p:cNvSpPr>
            <a:spLocks noGrp="1"/>
          </p:cNvSpPr>
          <p:nvPr>
            <p:ph type="subTitle"/>
          </p:nvPr>
        </p:nvSpPr>
        <p:spPr>
          <a:xfrm>
            <a:off x="3419475" y="1609090"/>
            <a:ext cx="5572760" cy="666115"/>
          </a:xfrm>
          <a:prstGeom prst="rect">
            <a:avLst/>
          </a:prstGeom>
          <a:noFill/>
          <a:ln w="0">
            <a:noFill/>
          </a:ln>
        </p:spPr>
        <p:txBody>
          <a:bodyPr lIns="91440" tIns="91440" rIns="91440" bIns="91440" anchor="t">
            <a:noAutofit/>
          </a:bodyPr>
          <a:p>
            <a:pPr indent="0">
              <a:lnSpc>
                <a:spcPct val="150000"/>
              </a:lnSpc>
              <a:buNone/>
              <a:tabLst>
                <a:tab pos="0" algn="l"/>
              </a:tabLst>
            </a:pPr>
            <a:r>
              <a:rPr lang="en-US" sz="1800" b="0" u="none" strike="noStrike">
                <a:solidFill>
                  <a:schemeClr val="dk1"/>
                </a:solidFill>
                <a:effectLst/>
                <a:uFillTx/>
                <a:latin typeface="Times New Roman" panose="02020603050405020304" charset="0"/>
                <a:ea typeface="DM Sans"/>
                <a:cs typeface="Times New Roman" panose="02020603050405020304" charset="0"/>
              </a:rPr>
              <a:t>The process begins by identifying relevant </a:t>
            </a:r>
            <a:r>
              <a:rPr lang="en-US" sz="1800" b="1" u="none" strike="noStrike">
                <a:solidFill>
                  <a:schemeClr val="dk1"/>
                </a:solidFill>
                <a:effectLst/>
                <a:uFillTx/>
                <a:latin typeface="Times New Roman" panose="02020603050405020304" charset="0"/>
                <a:ea typeface="DM Sans"/>
                <a:cs typeface="Times New Roman" panose="02020603050405020304" charset="0"/>
              </a:rPr>
              <a:t>variables</a:t>
            </a:r>
            <a:r>
              <a:rPr lang="en-US" sz="1800" b="0" u="none" strike="noStrike">
                <a:solidFill>
                  <a:schemeClr val="dk1"/>
                </a:solidFill>
                <a:effectLst/>
                <a:uFillTx/>
                <a:latin typeface="Times New Roman" panose="02020603050405020304" charset="0"/>
                <a:ea typeface="DM Sans"/>
                <a:cs typeface="Times New Roman" panose="02020603050405020304" charset="0"/>
              </a:rPr>
              <a:t> and defining appropriate probability distributions for each. Next, relationships between variables are established to represent dependencies. Finally, inference techniques are applied to analyze the model, allowing predictions and insights based on probabilistic reasoning.</a:t>
            </a:r>
            <a:endParaRPr lang="en-US" sz="1800" b="0" u="none" strike="noStrike">
              <a:solidFill>
                <a:schemeClr val="dk1"/>
              </a:solidFill>
              <a:effectLst/>
              <a:uFillTx/>
              <a:latin typeface="Times New Roman" panose="02020603050405020304" charset="0"/>
              <a:ea typeface="DM Sans"/>
              <a:cs typeface="Times New Roman" panose="02020603050405020304" charset="0"/>
            </a:endParaRPr>
          </a:p>
        </p:txBody>
      </p:sp>
      <p:grpSp>
        <p:nvGrpSpPr>
          <p:cNvPr id="371" name="Google Shape;406;p39"/>
          <p:cNvGrpSpPr/>
          <p:nvPr/>
        </p:nvGrpSpPr>
        <p:grpSpPr>
          <a:xfrm>
            <a:off x="-541800" y="-622440"/>
            <a:ext cx="4135320" cy="6091200"/>
            <a:chOff x="-541800" y="-622440"/>
            <a:chExt cx="4135320" cy="6091200"/>
          </a:xfrm>
        </p:grpSpPr>
        <p:sp>
          <p:nvSpPr>
            <p:cNvPr id="372" name="Google Shape;407;p39"/>
            <p:cNvSpPr/>
            <p:nvPr/>
          </p:nvSpPr>
          <p:spPr>
            <a:xfrm rot="10800000">
              <a:off x="84600" y="404208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a:solidFill>
                <a:srgbClr val="FFFFFF"/>
              </a:solidFill>
              <a:round/>
            </a:ln>
          </p:spPr>
          <p:style>
            <a:lnRef idx="0">
              <a:srgbClr val="FFFFFF"/>
            </a:lnRef>
            <a:fillRef idx="0">
              <a:srgbClr val="FFFFFF"/>
            </a:fillRef>
            <a:effectRef idx="0">
              <a:srgbClr val="FFFFFF"/>
            </a:effectRef>
            <a:fontRef idx="minor"/>
          </p:style>
          <p:txBody>
            <a:bodyPr tIns="91440" bIns="91440" anchor="ctr">
              <a:noAutofit/>
            </a:bodyPr>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73" name="Google Shape;408;p39"/>
            <p:cNvSpPr/>
            <p:nvPr/>
          </p:nvSpPr>
          <p:spPr>
            <a:xfrm rot="10800000">
              <a:off x="993960" y="45756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a:solidFill>
                <a:srgbClr val="FFFFFF"/>
              </a:solidFill>
              <a:round/>
            </a:ln>
          </p:spPr>
          <p:style>
            <a:lnRef idx="0">
              <a:srgbClr val="FFFFFF"/>
            </a:lnRef>
            <a:fillRef idx="0">
              <a:srgbClr val="FFFFFF"/>
            </a:fillRef>
            <a:effectRef idx="0">
              <a:srgbClr val="FFFFFF"/>
            </a:effectRef>
            <a:fontRef idx="minor"/>
          </p:style>
          <p:txBody>
            <a:bodyPr tIns="91440" bIns="91440" anchor="ctr">
              <a:noAutofit/>
            </a:bodyPr>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74" name="Google Shape;409;p39"/>
            <p:cNvSpPr/>
            <p:nvPr/>
          </p:nvSpPr>
          <p:spPr>
            <a:xfrm rot="10800000">
              <a:off x="2040840" y="96264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a:solidFill>
                <a:srgbClr val="FFFFFF"/>
              </a:solidFill>
              <a:round/>
            </a:ln>
          </p:spPr>
          <p:style>
            <a:lnRef idx="0">
              <a:srgbClr val="FFFFFF"/>
            </a:lnRef>
            <a:fillRef idx="0">
              <a:srgbClr val="FFFFFF"/>
            </a:fillRef>
            <a:effectRef idx="0">
              <a:srgbClr val="FFFFFF"/>
            </a:effectRef>
            <a:fontRef idx="minor"/>
          </p:style>
          <p:txBody>
            <a:bodyPr tIns="91440" bIns="91440" anchor="ctr">
              <a:noAutofit/>
            </a:bodyPr>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75" name="Google Shape;410;p39"/>
            <p:cNvSpPr/>
            <p:nvPr/>
          </p:nvSpPr>
          <p:spPr>
            <a:xfrm rot="10800000">
              <a:off x="-541800" y="96264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a:solidFill>
                <a:srgbClr val="FFFFFF"/>
              </a:solidFill>
              <a:round/>
            </a:ln>
          </p:spPr>
          <p:style>
            <a:lnRef idx="0">
              <a:srgbClr val="FFFFFF"/>
            </a:lnRef>
            <a:fillRef idx="0">
              <a:srgbClr val="FFFFFF"/>
            </a:fillRef>
            <a:effectRef idx="0">
              <a:srgbClr val="FFFFFF"/>
            </a:effectRef>
            <a:fontRef idx="minor"/>
          </p:style>
          <p:txBody>
            <a:bodyPr tIns="91440" bIns="91440" anchor="ctr">
              <a:noAutofit/>
            </a:bodyPr>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76" name="Google Shape;411;p39"/>
            <p:cNvSpPr/>
            <p:nvPr/>
          </p:nvSpPr>
          <p:spPr>
            <a:xfrm flipH="1">
              <a:off x="992880" y="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9FCBFD">
                <a:alpha val="41000"/>
              </a:srgbClr>
            </a:solidFill>
            <a:ln w="19050">
              <a:solidFill>
                <a:srgbClr val="FFFFFF"/>
              </a:solidFill>
              <a:round/>
            </a:ln>
          </p:spPr>
          <p:style>
            <a:lnRef idx="0">
              <a:srgbClr val="FFFFFF"/>
            </a:lnRef>
            <a:fillRef idx="0">
              <a:srgbClr val="FFFFFF"/>
            </a:fillRef>
            <a:effectRef idx="0">
              <a:srgbClr val="FFFFFF"/>
            </a:effectRef>
            <a:fontRef idx="minor"/>
          </p:style>
          <p:txBody>
            <a:bodyPr tIns="91440" bIns="91440" anchor="ctr">
              <a:noAutofit/>
            </a:bodyPr>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77" name="Google Shape;412;p39"/>
            <p:cNvSpPr/>
            <p:nvPr/>
          </p:nvSpPr>
          <p:spPr>
            <a:xfrm flipH="1">
              <a:off x="712440" y="227520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a:solidFill>
                <a:srgbClr val="FFFFFF"/>
              </a:solidFill>
              <a:round/>
            </a:ln>
          </p:spPr>
          <p:style>
            <a:lnRef idx="0">
              <a:srgbClr val="FFFFFF"/>
            </a:lnRef>
            <a:fillRef idx="0">
              <a:srgbClr val="FFFFFF"/>
            </a:fillRef>
            <a:effectRef idx="0">
              <a:srgbClr val="FFFFFF"/>
            </a:effectRef>
            <a:fontRef idx="minor"/>
          </p:style>
          <p:txBody>
            <a:bodyPr tIns="91440" bIns="91440" anchor="ctr">
              <a:noAutofit/>
            </a:bodyPr>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78" name="Google Shape;413;p39"/>
            <p:cNvSpPr/>
            <p:nvPr/>
          </p:nvSpPr>
          <p:spPr>
            <a:xfrm flipH="1">
              <a:off x="420840" y="177876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a:solidFill>
                <a:srgbClr val="FFFFFF"/>
              </a:solidFill>
              <a:round/>
            </a:ln>
          </p:spPr>
          <p:style>
            <a:lnRef idx="0">
              <a:srgbClr val="FFFFFF"/>
            </a:lnRef>
            <a:fillRef idx="0">
              <a:srgbClr val="FFFFFF"/>
            </a:fillRef>
            <a:effectRef idx="0">
              <a:srgbClr val="FFFFFF"/>
            </a:effectRef>
            <a:fontRef idx="minor"/>
          </p:style>
          <p:txBody>
            <a:bodyPr tIns="91440" bIns="91440" anchor="ctr">
              <a:noAutofit/>
            </a:bodyPr>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79" name="Google Shape;414;p39"/>
            <p:cNvSpPr/>
            <p:nvPr/>
          </p:nvSpPr>
          <p:spPr>
            <a:xfrm flipH="1">
              <a:off x="1611000" y="147492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a:solidFill>
                <a:srgbClr val="FFFFFF"/>
              </a:solidFill>
              <a:round/>
            </a:ln>
          </p:spPr>
          <p:style>
            <a:lnRef idx="0">
              <a:srgbClr val="FFFFFF"/>
            </a:lnRef>
            <a:fillRef idx="0">
              <a:srgbClr val="FFFFFF"/>
            </a:fillRef>
            <a:effectRef idx="0">
              <a:srgbClr val="FFFFFF"/>
            </a:effectRef>
            <a:fontRef idx="minor"/>
          </p:style>
          <p:txBody>
            <a:bodyPr tIns="91440" bIns="91440" anchor="ctr">
              <a:noAutofit/>
            </a:bodyPr>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80" name="Google Shape;415;p39"/>
            <p:cNvSpPr/>
            <p:nvPr/>
          </p:nvSpPr>
          <p:spPr>
            <a:xfrm flipH="1">
              <a:off x="2597040" y="-62244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a:solidFill>
                <a:srgbClr val="FFFFFF"/>
              </a:solidFill>
              <a:round/>
            </a:ln>
          </p:spPr>
          <p:style>
            <a:lnRef idx="0">
              <a:srgbClr val="FFFFFF"/>
            </a:lnRef>
            <a:fillRef idx="0">
              <a:srgbClr val="FFFFFF"/>
            </a:fillRef>
            <a:effectRef idx="0">
              <a:srgbClr val="FFFFFF"/>
            </a:effectRef>
            <a:fontRef idx="minor"/>
          </p:style>
          <p:txBody>
            <a:bodyPr tIns="91440" bIns="91440" anchor="ctr">
              <a:noAutofit/>
            </a:bodyPr>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81" name="Google Shape;416;p39"/>
            <p:cNvSpPr/>
            <p:nvPr/>
          </p:nvSpPr>
          <p:spPr>
            <a:xfrm flipH="1">
              <a:off x="1259280" y="265140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9FCBFD">
                <a:alpha val="41000"/>
              </a:srgbClr>
            </a:solidFill>
            <a:ln w="19050">
              <a:solidFill>
                <a:srgbClr val="FFFFFF"/>
              </a:solidFill>
              <a:round/>
            </a:ln>
          </p:spPr>
          <p:style>
            <a:lnRef idx="0">
              <a:srgbClr val="FFFFFF"/>
            </a:lnRef>
            <a:fillRef idx="0">
              <a:srgbClr val="FFFFFF"/>
            </a:fillRef>
            <a:effectRef idx="0">
              <a:srgbClr val="FFFFFF"/>
            </a:effectRef>
            <a:fontRef idx="minor"/>
          </p:style>
          <p:txBody>
            <a:bodyPr tIns="91440" bIns="91440" anchor="ctr">
              <a:noAutofit/>
            </a:bodyPr>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82" name="Google Shape;417;p39"/>
            <p:cNvSpPr/>
            <p:nvPr/>
          </p:nvSpPr>
          <p:spPr>
            <a:xfrm flipH="1">
              <a:off x="2180160" y="-13824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68DAF8">
                <a:alpha val="34000"/>
              </a:srgbClr>
            </a:solidFill>
            <a:ln w="19050">
              <a:solidFill>
                <a:srgbClr val="FFFFFF"/>
              </a:solidFill>
              <a:round/>
            </a:ln>
          </p:spPr>
          <p:style>
            <a:lnRef idx="0">
              <a:srgbClr val="FFFFFF"/>
            </a:lnRef>
            <a:fillRef idx="0">
              <a:srgbClr val="FFFFFF"/>
            </a:fillRef>
            <a:effectRef idx="0">
              <a:srgbClr val="FFFFFF"/>
            </a:effectRef>
            <a:fontRef idx="minor"/>
          </p:style>
          <p:txBody>
            <a:bodyPr tIns="91440" bIns="91440" anchor="ctr">
              <a:noAutofit/>
            </a:bodyPr>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83" name="Google Shape;418;p39"/>
            <p:cNvSpPr/>
            <p:nvPr/>
          </p:nvSpPr>
          <p:spPr>
            <a:xfrm rot="10800000">
              <a:off x="1759320" y="404568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a:solidFill>
                <a:srgbClr val="FFFFFF"/>
              </a:solidFill>
              <a:round/>
            </a:ln>
          </p:spPr>
          <p:style>
            <a:lnRef idx="0">
              <a:srgbClr val="FFFFFF"/>
            </a:lnRef>
            <a:fillRef idx="0">
              <a:srgbClr val="FFFFFF"/>
            </a:fillRef>
            <a:effectRef idx="0">
              <a:srgbClr val="FFFFFF"/>
            </a:effectRef>
            <a:fontRef idx="minor"/>
          </p:style>
          <p:txBody>
            <a:bodyPr tIns="91440" bIns="91440" anchor="ctr">
              <a:noAutofit/>
            </a:bodyPr>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84" name="Google Shape;419;p39"/>
            <p:cNvSpPr/>
            <p:nvPr/>
          </p:nvSpPr>
          <p:spPr>
            <a:xfrm rot="10800000">
              <a:off x="2368080" y="265176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a:solidFill>
                <a:srgbClr val="FFFFFF"/>
              </a:solidFill>
              <a:round/>
            </a:ln>
          </p:spPr>
          <p:style>
            <a:lnRef idx="0">
              <a:srgbClr val="FFFFFF"/>
            </a:lnRef>
            <a:fillRef idx="0">
              <a:srgbClr val="FFFFFF"/>
            </a:fillRef>
            <a:effectRef idx="0">
              <a:srgbClr val="FFFFFF"/>
            </a:effectRef>
            <a:fontRef idx="minor"/>
          </p:style>
          <p:txBody>
            <a:bodyPr tIns="91440" bIns="91440" anchor="ctr">
              <a:noAutofit/>
            </a:bodyPr>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85" name="Google Shape;420;p39"/>
            <p:cNvSpPr/>
            <p:nvPr/>
          </p:nvSpPr>
          <p:spPr>
            <a:xfrm rot="10800000">
              <a:off x="503640" y="355824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a:solidFill>
                <a:srgbClr val="FFFFFF"/>
              </a:solidFill>
              <a:round/>
            </a:ln>
          </p:spPr>
          <p:style>
            <a:lnRef idx="0">
              <a:srgbClr val="FFFFFF"/>
            </a:lnRef>
            <a:fillRef idx="0">
              <a:srgbClr val="FFFFFF"/>
            </a:fillRef>
            <a:effectRef idx="0">
              <a:srgbClr val="FFFFFF"/>
            </a:effectRef>
            <a:fontRef idx="minor"/>
          </p:style>
          <p:txBody>
            <a:bodyPr tIns="91440" bIns="91440" anchor="ctr">
              <a:noAutofit/>
            </a:bodyPr>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86" name="Google Shape;421;p39"/>
            <p:cNvSpPr/>
            <p:nvPr/>
          </p:nvSpPr>
          <p:spPr>
            <a:xfrm rot="10800000">
              <a:off x="1759320" y="450108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a:solidFill>
                <a:srgbClr val="FFFFFF"/>
              </a:solidFill>
              <a:round/>
            </a:ln>
          </p:spPr>
          <p:style>
            <a:lnRef idx="0">
              <a:srgbClr val="FFFFFF"/>
            </a:lnRef>
            <a:fillRef idx="0">
              <a:srgbClr val="FFFFFF"/>
            </a:fillRef>
            <a:effectRef idx="0">
              <a:srgbClr val="FFFFFF"/>
            </a:effectRef>
            <a:fontRef idx="minor"/>
          </p:style>
          <p:txBody>
            <a:bodyPr tIns="91440" bIns="91440" anchor="ctr">
              <a:noAutofit/>
            </a:bodyPr>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87" name="Google Shape;422;p39"/>
            <p:cNvSpPr/>
            <p:nvPr/>
          </p:nvSpPr>
          <p:spPr>
            <a:xfrm flipH="1">
              <a:off x="-126360" y="53964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9FCBFD">
                <a:alpha val="41000"/>
              </a:srgbClr>
            </a:solidFill>
            <a:ln w="19050">
              <a:solidFill>
                <a:srgbClr val="FFFFFF"/>
              </a:solidFill>
              <a:round/>
            </a:ln>
          </p:spPr>
          <p:style>
            <a:lnRef idx="0">
              <a:srgbClr val="FFFFFF"/>
            </a:lnRef>
            <a:fillRef idx="0">
              <a:srgbClr val="FFFFFF"/>
            </a:fillRef>
            <a:effectRef idx="0">
              <a:srgbClr val="FFFFFF"/>
            </a:effectRef>
            <a:fontRef idx="minor"/>
          </p:style>
          <p:txBody>
            <a:bodyPr tIns="91440" bIns="91440" anchor="ctr">
              <a:noAutofit/>
            </a:bodyPr>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88" name="Google Shape;423;p39"/>
            <p:cNvSpPr/>
            <p:nvPr/>
          </p:nvSpPr>
          <p:spPr>
            <a:xfrm flipH="1">
              <a:off x="2754720" y="319464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68DAF8">
                <a:alpha val="34000"/>
              </a:srgbClr>
            </a:solidFill>
            <a:ln w="19050">
              <a:solidFill>
                <a:srgbClr val="FFFFFF"/>
              </a:solidFill>
              <a:round/>
            </a:ln>
          </p:spPr>
          <p:style>
            <a:lnRef idx="0">
              <a:srgbClr val="FFFFFF"/>
            </a:lnRef>
            <a:fillRef idx="0">
              <a:srgbClr val="FFFFFF"/>
            </a:fillRef>
            <a:effectRef idx="0">
              <a:srgbClr val="FFFFFF"/>
            </a:effectRef>
            <a:fontRef idx="minor"/>
          </p:style>
          <p:txBody>
            <a:bodyPr tIns="91440" bIns="91440" anchor="ctr">
              <a:noAutofit/>
            </a:bodyPr>
            <a:p>
              <a:pPr defTabSz="914400">
                <a:lnSpc>
                  <a:spcPct val="100000"/>
                </a:lnSpc>
                <a:tabLst>
                  <a:tab pos="0" algn="l"/>
                </a:tabLst>
              </a:pPr>
              <a:endParaRPr lang="en-US" sz="1800" b="0" u="none" strike="noStrike">
                <a:solidFill>
                  <a:srgbClr val="000000"/>
                </a:solidFill>
                <a:effectLst/>
                <a:uFillTx/>
                <a:latin typeface="OpenSymbol"/>
              </a:endParaRPr>
            </a:p>
          </p:txBody>
        </p:sp>
      </p:grpSp>
      <p:cxnSp>
        <p:nvCxnSpPr>
          <p:cNvPr id="389" name="Google Shape;424;p39"/>
          <p:cNvCxnSpPr/>
          <p:nvPr/>
        </p:nvCxnSpPr>
        <p:spPr>
          <a:xfrm>
            <a:off x="3967200" y="1655280"/>
            <a:ext cx="374040" cy="360"/>
          </a:xfrm>
          <a:prstGeom prst="straightConnector1">
            <a:avLst/>
          </a:prstGeom>
          <a:ln w="19050">
            <a:solidFill>
              <a:srgbClr val="384655"/>
            </a:solidFill>
            <a:round/>
          </a:ln>
        </p:spPr>
      </p:cxn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0" name="PlaceHolder 1"/>
          <p:cNvSpPr>
            <a:spLocks noGrp="1"/>
          </p:cNvSpPr>
          <p:nvPr>
            <p:ph type="title"/>
          </p:nvPr>
        </p:nvSpPr>
        <p:spPr>
          <a:xfrm>
            <a:off x="3419475" y="461010"/>
            <a:ext cx="5522595" cy="1161415"/>
          </a:xfrm>
          <a:prstGeom prst="rect">
            <a:avLst/>
          </a:prstGeom>
          <a:noFill/>
          <a:ln w="0">
            <a:noFill/>
          </a:ln>
        </p:spPr>
        <p:txBody>
          <a:bodyPr lIns="91440" tIns="91440" rIns="91440" bIns="91440" anchor="b">
            <a:normAutofit fontScale="65000" lnSpcReduction="19999"/>
          </a:bodyPr>
          <a:p>
            <a:pPr indent="0">
              <a:lnSpc>
                <a:spcPct val="100000"/>
              </a:lnSpc>
              <a:buNone/>
              <a:tabLst>
                <a:tab pos="0" algn="l"/>
              </a:tabLst>
            </a:pPr>
            <a:r>
              <a:rPr lang="en-US" sz="6500" b="1" u="none" strike="noStrike">
                <a:solidFill>
                  <a:schemeClr val="dk1"/>
                </a:solidFill>
                <a:effectLst/>
                <a:uFillTx/>
                <a:latin typeface="Times New Roman" panose="02020603050405020304" charset="0"/>
                <a:ea typeface="Outfit"/>
                <a:cs typeface="Times New Roman" panose="02020603050405020304" charset="0"/>
              </a:rPr>
              <a:t>Performing Inference and Analysis</a:t>
            </a:r>
            <a:endParaRPr lang="en-US" sz="6500" b="1" u="none" strike="noStrike">
              <a:solidFill>
                <a:schemeClr val="dk1"/>
              </a:solidFill>
              <a:effectLst/>
              <a:uFillTx/>
              <a:latin typeface="Times New Roman" panose="02020603050405020304" charset="0"/>
              <a:ea typeface="Outfit"/>
              <a:cs typeface="Times New Roman" panose="02020603050405020304" charset="0"/>
            </a:endParaRPr>
          </a:p>
        </p:txBody>
      </p:sp>
      <p:sp>
        <p:nvSpPr>
          <p:cNvPr id="391" name="PlaceHolder 2"/>
          <p:cNvSpPr>
            <a:spLocks noGrp="1"/>
          </p:cNvSpPr>
          <p:nvPr>
            <p:ph type="subTitle"/>
          </p:nvPr>
        </p:nvSpPr>
        <p:spPr>
          <a:xfrm>
            <a:off x="3491865" y="1609090"/>
            <a:ext cx="5334000" cy="666115"/>
          </a:xfrm>
          <a:prstGeom prst="rect">
            <a:avLst/>
          </a:prstGeom>
          <a:noFill/>
          <a:ln w="0">
            <a:noFill/>
          </a:ln>
        </p:spPr>
        <p:txBody>
          <a:bodyPr lIns="91440" tIns="91440" rIns="91440" bIns="91440" anchor="t">
            <a:noAutofit/>
          </a:bodyPr>
          <a:p>
            <a:pPr indent="0">
              <a:lnSpc>
                <a:spcPct val="150000"/>
              </a:lnSpc>
              <a:buNone/>
              <a:tabLst>
                <a:tab pos="0" algn="l"/>
              </a:tabLst>
            </a:pPr>
            <a:r>
              <a:rPr lang="en-US" sz="1900" b="0" u="none" strike="noStrike">
                <a:solidFill>
                  <a:schemeClr val="dk1"/>
                </a:solidFill>
                <a:effectLst/>
                <a:uFillTx/>
                <a:latin typeface="Times New Roman" panose="02020603050405020304" charset="0"/>
                <a:ea typeface="DM Sans"/>
                <a:cs typeface="Times New Roman" panose="02020603050405020304" charset="0"/>
              </a:rPr>
              <a:t>Inference is used to derive </a:t>
            </a:r>
            <a:r>
              <a:rPr lang="en-US" sz="1900" b="1" u="none" strike="noStrike">
                <a:solidFill>
                  <a:schemeClr val="dk1"/>
                </a:solidFill>
                <a:effectLst/>
                <a:uFillTx/>
                <a:latin typeface="Times New Roman" panose="02020603050405020304" charset="0"/>
                <a:ea typeface="DM Sans"/>
                <a:cs typeface="Times New Roman" panose="02020603050405020304" charset="0"/>
              </a:rPr>
              <a:t>probabilities</a:t>
            </a:r>
            <a:r>
              <a:rPr lang="en-US" sz="1900" b="0" u="none" strike="noStrike">
                <a:solidFill>
                  <a:schemeClr val="dk1"/>
                </a:solidFill>
                <a:effectLst/>
                <a:uFillTx/>
                <a:latin typeface="Times New Roman" panose="02020603050405020304" charset="0"/>
                <a:ea typeface="DM Sans"/>
                <a:cs typeface="Times New Roman" panose="02020603050405020304" charset="0"/>
              </a:rPr>
              <a:t> or expectations about unknown variables based on observed data. This involves updating beliefs and quantifying uncertainty, enabling decision-makers to draw conclusions even with incomplete or noisy information, thus providing a powerful tool for uncertainty management.</a:t>
            </a:r>
            <a:endParaRPr lang="en-US" sz="1900" b="0" u="none" strike="noStrike">
              <a:solidFill>
                <a:schemeClr val="dk1"/>
              </a:solidFill>
              <a:effectLst/>
              <a:uFillTx/>
              <a:latin typeface="Times New Roman" panose="02020603050405020304" charset="0"/>
              <a:ea typeface="DM Sans"/>
              <a:cs typeface="Times New Roman" panose="02020603050405020304" charset="0"/>
            </a:endParaRPr>
          </a:p>
        </p:txBody>
      </p:sp>
      <p:grpSp>
        <p:nvGrpSpPr>
          <p:cNvPr id="392" name="Google Shape;406;p39"/>
          <p:cNvGrpSpPr/>
          <p:nvPr/>
        </p:nvGrpSpPr>
        <p:grpSpPr>
          <a:xfrm>
            <a:off x="-541800" y="-622440"/>
            <a:ext cx="4135320" cy="6091200"/>
            <a:chOff x="-541800" y="-622440"/>
            <a:chExt cx="4135320" cy="6091200"/>
          </a:xfrm>
        </p:grpSpPr>
        <p:sp>
          <p:nvSpPr>
            <p:cNvPr id="393" name="Google Shape;407;p39"/>
            <p:cNvSpPr/>
            <p:nvPr/>
          </p:nvSpPr>
          <p:spPr>
            <a:xfrm rot="10800000">
              <a:off x="84600" y="404208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a:solidFill>
                <a:srgbClr val="FFFFFF"/>
              </a:solidFill>
              <a:round/>
            </a:ln>
          </p:spPr>
          <p:style>
            <a:lnRef idx="0">
              <a:srgbClr val="FFFFFF"/>
            </a:lnRef>
            <a:fillRef idx="0">
              <a:srgbClr val="FFFFFF"/>
            </a:fillRef>
            <a:effectRef idx="0">
              <a:srgbClr val="FFFFFF"/>
            </a:effectRef>
            <a:fontRef idx="minor"/>
          </p:style>
          <p:txBody>
            <a:bodyPr tIns="91440" bIns="91440" anchor="ctr">
              <a:noAutofit/>
            </a:bodyPr>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94" name="Google Shape;408;p39"/>
            <p:cNvSpPr/>
            <p:nvPr/>
          </p:nvSpPr>
          <p:spPr>
            <a:xfrm rot="10800000">
              <a:off x="993960" y="45756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a:solidFill>
                <a:srgbClr val="FFFFFF"/>
              </a:solidFill>
              <a:round/>
            </a:ln>
          </p:spPr>
          <p:style>
            <a:lnRef idx="0">
              <a:srgbClr val="FFFFFF"/>
            </a:lnRef>
            <a:fillRef idx="0">
              <a:srgbClr val="FFFFFF"/>
            </a:fillRef>
            <a:effectRef idx="0">
              <a:srgbClr val="FFFFFF"/>
            </a:effectRef>
            <a:fontRef idx="minor"/>
          </p:style>
          <p:txBody>
            <a:bodyPr tIns="91440" bIns="91440" anchor="ctr">
              <a:noAutofit/>
            </a:bodyPr>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95" name="Google Shape;409;p39"/>
            <p:cNvSpPr/>
            <p:nvPr/>
          </p:nvSpPr>
          <p:spPr>
            <a:xfrm rot="10800000">
              <a:off x="2040840" y="96264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a:solidFill>
                <a:srgbClr val="FFFFFF"/>
              </a:solidFill>
              <a:round/>
            </a:ln>
          </p:spPr>
          <p:style>
            <a:lnRef idx="0">
              <a:srgbClr val="FFFFFF"/>
            </a:lnRef>
            <a:fillRef idx="0">
              <a:srgbClr val="FFFFFF"/>
            </a:fillRef>
            <a:effectRef idx="0">
              <a:srgbClr val="FFFFFF"/>
            </a:effectRef>
            <a:fontRef idx="minor"/>
          </p:style>
          <p:txBody>
            <a:bodyPr tIns="91440" bIns="91440" anchor="ctr">
              <a:noAutofit/>
            </a:bodyPr>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96" name="Google Shape;410;p39"/>
            <p:cNvSpPr/>
            <p:nvPr/>
          </p:nvSpPr>
          <p:spPr>
            <a:xfrm rot="10800000">
              <a:off x="-541800" y="96264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a:solidFill>
                <a:srgbClr val="FFFFFF"/>
              </a:solidFill>
              <a:round/>
            </a:ln>
          </p:spPr>
          <p:style>
            <a:lnRef idx="0">
              <a:srgbClr val="FFFFFF"/>
            </a:lnRef>
            <a:fillRef idx="0">
              <a:srgbClr val="FFFFFF"/>
            </a:fillRef>
            <a:effectRef idx="0">
              <a:srgbClr val="FFFFFF"/>
            </a:effectRef>
            <a:fontRef idx="minor"/>
          </p:style>
          <p:txBody>
            <a:bodyPr tIns="91440" bIns="91440" anchor="ctr">
              <a:noAutofit/>
            </a:bodyPr>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97" name="Google Shape;411;p39"/>
            <p:cNvSpPr/>
            <p:nvPr/>
          </p:nvSpPr>
          <p:spPr>
            <a:xfrm flipH="1">
              <a:off x="992880" y="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9FCBFD">
                <a:alpha val="41000"/>
              </a:srgbClr>
            </a:solidFill>
            <a:ln w="19050">
              <a:solidFill>
                <a:srgbClr val="FFFFFF"/>
              </a:solidFill>
              <a:round/>
            </a:ln>
          </p:spPr>
          <p:style>
            <a:lnRef idx="0">
              <a:srgbClr val="FFFFFF"/>
            </a:lnRef>
            <a:fillRef idx="0">
              <a:srgbClr val="FFFFFF"/>
            </a:fillRef>
            <a:effectRef idx="0">
              <a:srgbClr val="FFFFFF"/>
            </a:effectRef>
            <a:fontRef idx="minor"/>
          </p:style>
          <p:txBody>
            <a:bodyPr tIns="91440" bIns="91440" anchor="ctr">
              <a:noAutofit/>
            </a:bodyPr>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98" name="Google Shape;412;p39"/>
            <p:cNvSpPr/>
            <p:nvPr/>
          </p:nvSpPr>
          <p:spPr>
            <a:xfrm flipH="1">
              <a:off x="712440" y="227520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a:solidFill>
                <a:srgbClr val="FFFFFF"/>
              </a:solidFill>
              <a:round/>
            </a:ln>
          </p:spPr>
          <p:style>
            <a:lnRef idx="0">
              <a:srgbClr val="FFFFFF"/>
            </a:lnRef>
            <a:fillRef idx="0">
              <a:srgbClr val="FFFFFF"/>
            </a:fillRef>
            <a:effectRef idx="0">
              <a:srgbClr val="FFFFFF"/>
            </a:effectRef>
            <a:fontRef idx="minor"/>
          </p:style>
          <p:txBody>
            <a:bodyPr tIns="91440" bIns="91440" anchor="ctr">
              <a:noAutofit/>
            </a:bodyPr>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99" name="Google Shape;413;p39"/>
            <p:cNvSpPr/>
            <p:nvPr/>
          </p:nvSpPr>
          <p:spPr>
            <a:xfrm flipH="1">
              <a:off x="420840" y="177876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a:solidFill>
                <a:srgbClr val="FFFFFF"/>
              </a:solidFill>
              <a:round/>
            </a:ln>
          </p:spPr>
          <p:style>
            <a:lnRef idx="0">
              <a:srgbClr val="FFFFFF"/>
            </a:lnRef>
            <a:fillRef idx="0">
              <a:srgbClr val="FFFFFF"/>
            </a:fillRef>
            <a:effectRef idx="0">
              <a:srgbClr val="FFFFFF"/>
            </a:effectRef>
            <a:fontRef idx="minor"/>
          </p:style>
          <p:txBody>
            <a:bodyPr tIns="91440" bIns="91440" anchor="ctr">
              <a:noAutofit/>
            </a:bodyPr>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00" name="Google Shape;414;p39"/>
            <p:cNvSpPr/>
            <p:nvPr/>
          </p:nvSpPr>
          <p:spPr>
            <a:xfrm flipH="1">
              <a:off x="1611000" y="147492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a:solidFill>
                <a:srgbClr val="FFFFFF"/>
              </a:solidFill>
              <a:round/>
            </a:ln>
          </p:spPr>
          <p:style>
            <a:lnRef idx="0">
              <a:srgbClr val="FFFFFF"/>
            </a:lnRef>
            <a:fillRef idx="0">
              <a:srgbClr val="FFFFFF"/>
            </a:fillRef>
            <a:effectRef idx="0">
              <a:srgbClr val="FFFFFF"/>
            </a:effectRef>
            <a:fontRef idx="minor"/>
          </p:style>
          <p:txBody>
            <a:bodyPr tIns="91440" bIns="91440" anchor="ctr">
              <a:noAutofit/>
            </a:bodyPr>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01" name="Google Shape;415;p39"/>
            <p:cNvSpPr/>
            <p:nvPr/>
          </p:nvSpPr>
          <p:spPr>
            <a:xfrm flipH="1">
              <a:off x="2597040" y="-62244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a:solidFill>
                <a:srgbClr val="FFFFFF"/>
              </a:solidFill>
              <a:round/>
            </a:ln>
          </p:spPr>
          <p:style>
            <a:lnRef idx="0">
              <a:srgbClr val="FFFFFF"/>
            </a:lnRef>
            <a:fillRef idx="0">
              <a:srgbClr val="FFFFFF"/>
            </a:fillRef>
            <a:effectRef idx="0">
              <a:srgbClr val="FFFFFF"/>
            </a:effectRef>
            <a:fontRef idx="minor"/>
          </p:style>
          <p:txBody>
            <a:bodyPr tIns="91440" bIns="91440" anchor="ctr">
              <a:noAutofit/>
            </a:bodyPr>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02" name="Google Shape;416;p39"/>
            <p:cNvSpPr/>
            <p:nvPr/>
          </p:nvSpPr>
          <p:spPr>
            <a:xfrm flipH="1">
              <a:off x="1259280" y="265140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9FCBFD">
                <a:alpha val="41000"/>
              </a:srgbClr>
            </a:solidFill>
            <a:ln w="19050">
              <a:solidFill>
                <a:srgbClr val="FFFFFF"/>
              </a:solidFill>
              <a:round/>
            </a:ln>
          </p:spPr>
          <p:style>
            <a:lnRef idx="0">
              <a:srgbClr val="FFFFFF"/>
            </a:lnRef>
            <a:fillRef idx="0">
              <a:srgbClr val="FFFFFF"/>
            </a:fillRef>
            <a:effectRef idx="0">
              <a:srgbClr val="FFFFFF"/>
            </a:effectRef>
            <a:fontRef idx="minor"/>
          </p:style>
          <p:txBody>
            <a:bodyPr tIns="91440" bIns="91440" anchor="ctr">
              <a:noAutofit/>
            </a:bodyPr>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03" name="Google Shape;417;p39"/>
            <p:cNvSpPr/>
            <p:nvPr/>
          </p:nvSpPr>
          <p:spPr>
            <a:xfrm flipH="1">
              <a:off x="2180160" y="-13824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68DAF8">
                <a:alpha val="34000"/>
              </a:srgbClr>
            </a:solidFill>
            <a:ln w="19050">
              <a:solidFill>
                <a:srgbClr val="FFFFFF"/>
              </a:solidFill>
              <a:round/>
            </a:ln>
          </p:spPr>
          <p:style>
            <a:lnRef idx="0">
              <a:srgbClr val="FFFFFF"/>
            </a:lnRef>
            <a:fillRef idx="0">
              <a:srgbClr val="FFFFFF"/>
            </a:fillRef>
            <a:effectRef idx="0">
              <a:srgbClr val="FFFFFF"/>
            </a:effectRef>
            <a:fontRef idx="minor"/>
          </p:style>
          <p:txBody>
            <a:bodyPr tIns="91440" bIns="91440" anchor="ctr">
              <a:noAutofit/>
            </a:bodyPr>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04" name="Google Shape;418;p39"/>
            <p:cNvSpPr/>
            <p:nvPr/>
          </p:nvSpPr>
          <p:spPr>
            <a:xfrm rot="10800000">
              <a:off x="1759320" y="404568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a:solidFill>
                <a:srgbClr val="FFFFFF"/>
              </a:solidFill>
              <a:round/>
            </a:ln>
          </p:spPr>
          <p:style>
            <a:lnRef idx="0">
              <a:srgbClr val="FFFFFF"/>
            </a:lnRef>
            <a:fillRef idx="0">
              <a:srgbClr val="FFFFFF"/>
            </a:fillRef>
            <a:effectRef idx="0">
              <a:srgbClr val="FFFFFF"/>
            </a:effectRef>
            <a:fontRef idx="minor"/>
          </p:style>
          <p:txBody>
            <a:bodyPr tIns="91440" bIns="91440" anchor="ctr">
              <a:noAutofit/>
            </a:bodyPr>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05" name="Google Shape;419;p39"/>
            <p:cNvSpPr/>
            <p:nvPr/>
          </p:nvSpPr>
          <p:spPr>
            <a:xfrm rot="10800000">
              <a:off x="2368080" y="265176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a:solidFill>
                <a:srgbClr val="FFFFFF"/>
              </a:solidFill>
              <a:round/>
            </a:ln>
          </p:spPr>
          <p:style>
            <a:lnRef idx="0">
              <a:srgbClr val="FFFFFF"/>
            </a:lnRef>
            <a:fillRef idx="0">
              <a:srgbClr val="FFFFFF"/>
            </a:fillRef>
            <a:effectRef idx="0">
              <a:srgbClr val="FFFFFF"/>
            </a:effectRef>
            <a:fontRef idx="minor"/>
          </p:style>
          <p:txBody>
            <a:bodyPr tIns="91440" bIns="91440" anchor="ctr">
              <a:noAutofit/>
            </a:bodyPr>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06" name="Google Shape;420;p39"/>
            <p:cNvSpPr/>
            <p:nvPr/>
          </p:nvSpPr>
          <p:spPr>
            <a:xfrm rot="10800000">
              <a:off x="503640" y="355824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a:solidFill>
                <a:srgbClr val="FFFFFF"/>
              </a:solidFill>
              <a:round/>
            </a:ln>
          </p:spPr>
          <p:style>
            <a:lnRef idx="0">
              <a:srgbClr val="FFFFFF"/>
            </a:lnRef>
            <a:fillRef idx="0">
              <a:srgbClr val="FFFFFF"/>
            </a:fillRef>
            <a:effectRef idx="0">
              <a:srgbClr val="FFFFFF"/>
            </a:effectRef>
            <a:fontRef idx="minor"/>
          </p:style>
          <p:txBody>
            <a:bodyPr tIns="91440" bIns="91440" anchor="ctr">
              <a:noAutofit/>
            </a:bodyPr>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07" name="Google Shape;421;p39"/>
            <p:cNvSpPr/>
            <p:nvPr/>
          </p:nvSpPr>
          <p:spPr>
            <a:xfrm rot="10800000">
              <a:off x="1759320" y="450108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a:solidFill>
                <a:srgbClr val="FFFFFF"/>
              </a:solidFill>
              <a:round/>
            </a:ln>
          </p:spPr>
          <p:style>
            <a:lnRef idx="0">
              <a:srgbClr val="FFFFFF"/>
            </a:lnRef>
            <a:fillRef idx="0">
              <a:srgbClr val="FFFFFF"/>
            </a:fillRef>
            <a:effectRef idx="0">
              <a:srgbClr val="FFFFFF"/>
            </a:effectRef>
            <a:fontRef idx="minor"/>
          </p:style>
          <p:txBody>
            <a:bodyPr tIns="91440" bIns="91440" anchor="ctr">
              <a:noAutofit/>
            </a:bodyPr>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08" name="Google Shape;422;p39"/>
            <p:cNvSpPr/>
            <p:nvPr/>
          </p:nvSpPr>
          <p:spPr>
            <a:xfrm flipH="1">
              <a:off x="-126360" y="53964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9FCBFD">
                <a:alpha val="41000"/>
              </a:srgbClr>
            </a:solidFill>
            <a:ln w="19050">
              <a:solidFill>
                <a:srgbClr val="FFFFFF"/>
              </a:solidFill>
              <a:round/>
            </a:ln>
          </p:spPr>
          <p:style>
            <a:lnRef idx="0">
              <a:srgbClr val="FFFFFF"/>
            </a:lnRef>
            <a:fillRef idx="0">
              <a:srgbClr val="FFFFFF"/>
            </a:fillRef>
            <a:effectRef idx="0">
              <a:srgbClr val="FFFFFF"/>
            </a:effectRef>
            <a:fontRef idx="minor"/>
          </p:style>
          <p:txBody>
            <a:bodyPr tIns="91440" bIns="91440" anchor="ctr">
              <a:noAutofit/>
            </a:bodyPr>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09" name="Google Shape;423;p39"/>
            <p:cNvSpPr/>
            <p:nvPr/>
          </p:nvSpPr>
          <p:spPr>
            <a:xfrm flipH="1">
              <a:off x="2754720" y="319464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68DAF8">
                <a:alpha val="34000"/>
              </a:srgbClr>
            </a:solidFill>
            <a:ln w="19050">
              <a:solidFill>
                <a:srgbClr val="FFFFFF"/>
              </a:solidFill>
              <a:round/>
            </a:ln>
          </p:spPr>
          <p:style>
            <a:lnRef idx="0">
              <a:srgbClr val="FFFFFF"/>
            </a:lnRef>
            <a:fillRef idx="0">
              <a:srgbClr val="FFFFFF"/>
            </a:fillRef>
            <a:effectRef idx="0">
              <a:srgbClr val="FFFFFF"/>
            </a:effectRef>
            <a:fontRef idx="minor"/>
          </p:style>
          <p:txBody>
            <a:bodyPr tIns="91440" bIns="91440" anchor="ctr">
              <a:noAutofit/>
            </a:bodyPr>
            <a:p>
              <a:pPr defTabSz="914400">
                <a:lnSpc>
                  <a:spcPct val="100000"/>
                </a:lnSpc>
                <a:tabLst>
                  <a:tab pos="0" algn="l"/>
                </a:tabLst>
              </a:pPr>
              <a:endParaRPr lang="en-US" sz="1800" b="0" u="none" strike="noStrike">
                <a:solidFill>
                  <a:srgbClr val="000000"/>
                </a:solidFill>
                <a:effectLst/>
                <a:uFillTx/>
                <a:latin typeface="OpenSymbol"/>
              </a:endParaRPr>
            </a:p>
          </p:txBody>
        </p:sp>
      </p:grpSp>
      <p:cxnSp>
        <p:nvCxnSpPr>
          <p:cNvPr id="410" name="Google Shape;424;p39"/>
          <p:cNvCxnSpPr/>
          <p:nvPr/>
        </p:nvCxnSpPr>
        <p:spPr>
          <a:xfrm>
            <a:off x="3967200" y="1655280"/>
            <a:ext cx="374040" cy="360"/>
          </a:xfrm>
          <a:prstGeom prst="straightConnector1">
            <a:avLst/>
          </a:prstGeom>
          <a:ln w="19050">
            <a:solidFill>
              <a:srgbClr val="384655"/>
            </a:solidFill>
            <a:round/>
          </a:ln>
        </p:spPr>
      </p:cxn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2" name="PlaceHolder 1"/>
          <p:cNvSpPr>
            <a:spLocks noGrp="1"/>
          </p:cNvSpPr>
          <p:nvPr>
            <p:ph type="title"/>
          </p:nvPr>
        </p:nvSpPr>
        <p:spPr>
          <a:xfrm>
            <a:off x="723900" y="0"/>
            <a:ext cx="7206615" cy="2000250"/>
          </a:xfrm>
          <a:prstGeom prst="rect">
            <a:avLst/>
          </a:prstGeom>
          <a:noFill/>
          <a:ln w="0">
            <a:noFill/>
          </a:ln>
        </p:spPr>
        <p:txBody>
          <a:bodyPr lIns="91440" tIns="91440" rIns="91440" bIns="91440" anchor="b">
            <a:normAutofit lnSpcReduction="9999"/>
          </a:bodyPr>
          <a:p>
            <a:pPr indent="0">
              <a:lnSpc>
                <a:spcPct val="100000"/>
              </a:lnSpc>
              <a:buNone/>
              <a:tabLst>
                <a:tab pos="0" algn="l"/>
              </a:tabLst>
            </a:pPr>
            <a:r>
              <a:rPr lang="en-US" sz="3500" b="1" u="none" strike="noStrike">
                <a:solidFill>
                  <a:schemeClr val="dk1"/>
                </a:solidFill>
                <a:effectLst/>
                <a:uFillTx/>
                <a:latin typeface="Times New Roman" panose="02020603050405020304" charset="0"/>
                <a:ea typeface="Outfit"/>
                <a:cs typeface="Times New Roman" panose="02020603050405020304" charset="0"/>
              </a:rPr>
              <a:t>Practical Example: Loan Approval Criteria</a:t>
            </a:r>
            <a:endParaRPr lang="en-US" sz="3500" b="1" u="none" strike="noStrike">
              <a:solidFill>
                <a:schemeClr val="dk1"/>
              </a:solidFill>
              <a:effectLst/>
              <a:uFillTx/>
              <a:latin typeface="Times New Roman" panose="02020603050405020304" charset="0"/>
              <a:ea typeface="Outfit"/>
              <a:cs typeface="Times New Roman" panose="02020603050405020304" charset="0"/>
            </a:endParaRPr>
          </a:p>
        </p:txBody>
      </p:sp>
      <p:sp>
        <p:nvSpPr>
          <p:cNvPr id="413" name="PlaceHolder 2"/>
          <p:cNvSpPr>
            <a:spLocks noGrp="1"/>
          </p:cNvSpPr>
          <p:nvPr>
            <p:ph type="subTitle"/>
          </p:nvPr>
        </p:nvSpPr>
        <p:spPr>
          <a:xfrm>
            <a:off x="723900" y="2113915"/>
            <a:ext cx="7206615" cy="1338580"/>
          </a:xfrm>
          <a:prstGeom prst="rect">
            <a:avLst/>
          </a:prstGeom>
          <a:noFill/>
          <a:ln w="0">
            <a:noFill/>
          </a:ln>
        </p:spPr>
        <p:txBody>
          <a:bodyPr lIns="91440" tIns="91440" rIns="91440" bIns="91440" anchor="t">
            <a:noAutofit/>
          </a:bodyPr>
          <a:p>
            <a:pPr indent="0">
              <a:lnSpc>
                <a:spcPct val="150000"/>
              </a:lnSpc>
              <a:buNone/>
              <a:tabLst>
                <a:tab pos="0" algn="l"/>
              </a:tabLst>
            </a:pPr>
            <a:r>
              <a:rPr lang="en-US" sz="1900" b="0" u="none" strike="noStrike">
                <a:solidFill>
                  <a:schemeClr val="dk1"/>
                </a:solidFill>
                <a:effectLst/>
                <a:uFillTx/>
                <a:latin typeface="Times New Roman" panose="02020603050405020304" charset="0"/>
                <a:ea typeface="DM Sans"/>
                <a:cs typeface="Times New Roman" panose="02020603050405020304" charset="0"/>
              </a:rPr>
              <a:t>A typical application is loan approval, where probabilistic modelling considers variables like </a:t>
            </a:r>
            <a:r>
              <a:rPr lang="en-US" sz="1900" b="1" u="none" strike="noStrike">
                <a:solidFill>
                  <a:schemeClr val="dk1"/>
                </a:solidFill>
                <a:effectLst/>
                <a:uFillTx/>
                <a:latin typeface="Times New Roman" panose="02020603050405020304" charset="0"/>
                <a:ea typeface="DM Sans"/>
                <a:cs typeface="Times New Roman" panose="02020603050405020304" charset="0"/>
              </a:rPr>
              <a:t>income, credit score,</a:t>
            </a:r>
            <a:r>
              <a:rPr lang="en-US" sz="1900" b="0" u="none" strike="noStrike">
                <a:solidFill>
                  <a:schemeClr val="dk1"/>
                </a:solidFill>
                <a:effectLst/>
                <a:uFillTx/>
                <a:latin typeface="Times New Roman" panose="02020603050405020304" charset="0"/>
                <a:ea typeface="DM Sans"/>
                <a:cs typeface="Times New Roman" panose="02020603050405020304" charset="0"/>
              </a:rPr>
              <a:t> and </a:t>
            </a:r>
            <a:r>
              <a:rPr lang="en-US" sz="1900" b="1" u="none" strike="noStrike">
                <a:solidFill>
                  <a:schemeClr val="dk1"/>
                </a:solidFill>
                <a:effectLst/>
                <a:uFillTx/>
                <a:latin typeface="Times New Roman" panose="02020603050405020304" charset="0"/>
                <a:ea typeface="DM Sans"/>
                <a:cs typeface="Times New Roman" panose="02020603050405020304" charset="0"/>
              </a:rPr>
              <a:t>employment status</a:t>
            </a:r>
            <a:r>
              <a:rPr lang="en-US" sz="1900" b="0" u="none" strike="noStrike">
                <a:solidFill>
                  <a:schemeClr val="dk1"/>
                </a:solidFill>
                <a:effectLst/>
                <a:uFillTx/>
                <a:latin typeface="Times New Roman" panose="02020603050405020304" charset="0"/>
                <a:ea typeface="DM Sans"/>
                <a:cs typeface="Times New Roman" panose="02020603050405020304" charset="0"/>
              </a:rPr>
              <a:t>. By modeling these factors probabilistically, financial institutions can assess risks more accurately and make informed lending decisions under uncertainty.</a:t>
            </a:r>
            <a:endParaRPr lang="en-US" sz="1900" b="0" u="none" strike="noStrike">
              <a:solidFill>
                <a:schemeClr val="dk1"/>
              </a:solidFill>
              <a:effectLst/>
              <a:uFillTx/>
              <a:latin typeface="Times New Roman" panose="02020603050405020304" charset="0"/>
              <a:ea typeface="DM Sans"/>
              <a:cs typeface="Times New Roman" panose="02020603050405020304" charset="0"/>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5" name="PlaceHolder 1"/>
          <p:cNvSpPr>
            <a:spLocks noGrp="1"/>
          </p:cNvSpPr>
          <p:nvPr>
            <p:ph type="title"/>
          </p:nvPr>
        </p:nvSpPr>
        <p:spPr>
          <a:xfrm>
            <a:off x="723900" y="1266825"/>
            <a:ext cx="3780790" cy="694055"/>
          </a:xfrm>
          <a:prstGeom prst="rect">
            <a:avLst/>
          </a:prstGeom>
          <a:noFill/>
          <a:ln w="0">
            <a:noFill/>
          </a:ln>
        </p:spPr>
        <p:txBody>
          <a:bodyPr lIns="91440" tIns="91440" rIns="91440" bIns="91440" anchor="b">
            <a:normAutofit fontScale="90000"/>
          </a:bodyPr>
          <a:p>
            <a:pPr indent="0">
              <a:lnSpc>
                <a:spcPct val="100000"/>
              </a:lnSpc>
              <a:buNone/>
              <a:tabLst>
                <a:tab pos="0" algn="l"/>
              </a:tabLst>
            </a:pPr>
            <a:r>
              <a:rPr lang="en-US" sz="3500" b="1" u="none" strike="noStrike">
                <a:solidFill>
                  <a:schemeClr val="dk1"/>
                </a:solidFill>
                <a:effectLst/>
                <a:uFillTx/>
                <a:latin typeface="Times New Roman" panose="02020603050405020304" charset="0"/>
                <a:ea typeface="Outfit"/>
                <a:cs typeface="Times New Roman" panose="02020603050405020304" charset="0"/>
              </a:rPr>
              <a:t>Conclusions</a:t>
            </a:r>
            <a:endParaRPr lang="en-US" sz="3500" b="1" u="none" strike="noStrike">
              <a:solidFill>
                <a:schemeClr val="dk1"/>
              </a:solidFill>
              <a:effectLst/>
              <a:uFillTx/>
              <a:latin typeface="Times New Roman" panose="02020603050405020304" charset="0"/>
              <a:ea typeface="Outfit"/>
              <a:cs typeface="Times New Roman" panose="02020603050405020304" charset="0"/>
            </a:endParaRPr>
          </a:p>
        </p:txBody>
      </p:sp>
      <p:sp>
        <p:nvSpPr>
          <p:cNvPr id="416" name="PlaceHolder 2"/>
          <p:cNvSpPr>
            <a:spLocks noGrp="1"/>
          </p:cNvSpPr>
          <p:nvPr>
            <p:ph type="subTitle"/>
          </p:nvPr>
        </p:nvSpPr>
        <p:spPr>
          <a:xfrm>
            <a:off x="827405" y="2036445"/>
            <a:ext cx="7183755" cy="364490"/>
          </a:xfrm>
          <a:prstGeom prst="rect">
            <a:avLst/>
          </a:prstGeom>
          <a:noFill/>
          <a:ln w="0">
            <a:noFill/>
          </a:ln>
        </p:spPr>
        <p:txBody>
          <a:bodyPr lIns="91440" tIns="91440" rIns="91440" bIns="91440" anchor="t">
            <a:noAutofit/>
          </a:bodyPr>
          <a:p>
            <a:pPr indent="0">
              <a:lnSpc>
                <a:spcPct val="150000"/>
              </a:lnSpc>
              <a:buNone/>
              <a:tabLst>
                <a:tab pos="0" algn="l"/>
              </a:tabLst>
            </a:pPr>
            <a:r>
              <a:rPr lang="en-US" sz="1900" b="0" u="none" strike="noStrike">
                <a:solidFill>
                  <a:schemeClr val="dk1"/>
                </a:solidFill>
                <a:effectLst/>
                <a:uFillTx/>
                <a:latin typeface="Times New Roman" panose="02020603050405020304" charset="0"/>
                <a:ea typeface="DM Sans"/>
                <a:cs typeface="Times New Roman" panose="02020603050405020304" charset="0"/>
              </a:rPr>
              <a:t>Probabilistic modelling is crucial for addressing uncertainty in complex problems where deterministic methods fall short. By incorporating random variables and probability distributions, it facilitates better decision-making, improved predictions, and adaptable solutions across diverse applications, such as finance and risk assessment.</a:t>
            </a:r>
            <a:endParaRPr lang="en-US" sz="1900" b="0" u="none" strike="noStrike">
              <a:solidFill>
                <a:schemeClr val="dk1"/>
              </a:solidFill>
              <a:effectLst/>
              <a:uFillTx/>
              <a:latin typeface="Times New Roman" panose="02020603050405020304" charset="0"/>
              <a:ea typeface="DM Sans"/>
              <a:cs typeface="Times New Roman" panose="02020603050405020304" charset="0"/>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nvPr>
        </p:nvSpPr>
        <p:spPr>
          <a:xfrm>
            <a:off x="755650" y="1447800"/>
            <a:ext cx="7703820" cy="1336040"/>
          </a:xfrm>
        </p:spPr>
        <p:txBody>
          <a:bodyPr/>
          <a:p>
            <a:pPr algn="ctr"/>
            <a:r>
              <a:rPr lang="en-US" sz="4800" b="1">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latin typeface="Times New Roman" panose="02020603050405020304" charset="0"/>
                <a:cs typeface="Times New Roman" panose="02020603050405020304" charset="0"/>
              </a:rPr>
              <a:t>THANK YOU</a:t>
            </a:r>
            <a:endParaRPr lang="en-US" sz="4800" b="1">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latin typeface="Times New Roman" panose="02020603050405020304" charset="0"/>
              <a:cs typeface="Times New Roman" panose="02020603050405020304" charset="0"/>
            </a:endParaRPr>
          </a:p>
        </p:txBody>
      </p:sp>
    </p:spTree>
  </p:cSld>
  <p:clrMapOvr>
    <a:masterClrMapping/>
  </p:clrMapOvr>
</p:sld>
</file>

<file path=ppt/theme/theme1.xml><?xml version="1.0" encoding="utf-8"?>
<a:theme xmlns:a="http://schemas.openxmlformats.org/drawingml/2006/main" name="Data Collection and Analysis - Master of Science in Community Health and Prevention Research by Slidesgo">
  <a:themeElements>
    <a:clrScheme name="Simple Light">
      <a:dk1>
        <a:srgbClr val="384655"/>
      </a:dk1>
      <a:lt1>
        <a:srgbClr val="FFFFFF"/>
      </a:lt1>
      <a:dk2>
        <a:srgbClr val="AFC7FF"/>
      </a:dk2>
      <a:lt2>
        <a:srgbClr val="9FCBFD"/>
      </a:lt2>
      <a:accent1>
        <a:srgbClr val="68DAF8"/>
      </a:accent1>
      <a:accent2>
        <a:srgbClr val="FFFFFF"/>
      </a:accent2>
      <a:accent3>
        <a:srgbClr val="FFFFFF"/>
      </a:accent3>
      <a:accent4>
        <a:srgbClr val="FFFFFF"/>
      </a:accent4>
      <a:accent5>
        <a:srgbClr val="FFFFFF"/>
      </a:accent5>
      <a:accent6>
        <a:srgbClr val="FFFFFF"/>
      </a:accent6>
      <a:hlink>
        <a:srgbClr val="384655"/>
      </a:hlink>
      <a:folHlink>
        <a:srgbClr val="0097A7"/>
      </a:folHlink>
    </a:clrScheme>
    <a:fontScheme name="Office">
      <a:majorFont>
        <a:latin typeface="Arial"/>
        <a:ea typeface=""/>
        <a:cs typeface=""/>
      </a:majorFont>
      <a:minorFont>
        <a:latin typeface="Arial"/>
        <a:ea typeface=""/>
        <a:cs typeface=""/>
      </a:minorFont>
    </a:fontScheme>
    <a:fmtScheme na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Slidesgo Final Pages">
  <a:themeElements>
    <a:clrScheme name="Simple Light">
      <a:dk1>
        <a:srgbClr val="0E2A47"/>
      </a:dk1>
      <a:lt1>
        <a:srgbClr val="FFFFFF"/>
      </a:lt1>
      <a:dk2>
        <a:srgbClr val="869FB2"/>
      </a:dk2>
      <a:lt2>
        <a:srgbClr val="FFFFFF"/>
      </a:lt2>
      <a:accent1>
        <a:srgbClr val="FFFFFF"/>
      </a:accent1>
      <a:accent2>
        <a:srgbClr val="FFFFFF"/>
      </a:accent2>
      <a:accent3>
        <a:srgbClr val="FFFFFF"/>
      </a:accent3>
      <a:accent4>
        <a:srgbClr val="FFFFFF"/>
      </a:accent4>
      <a:accent5>
        <a:srgbClr val="FFFFFF"/>
      </a:accent5>
      <a:accent6>
        <a:srgbClr val="FFFFFF"/>
      </a:accent6>
      <a:hlink>
        <a:srgbClr val="869FB2"/>
      </a:hlink>
      <a:folHlink>
        <a:srgbClr val="0097A7"/>
      </a:folHlink>
    </a:clrScheme>
    <a:fontScheme name="Office">
      <a:majorFont>
        <a:latin typeface="Arial"/>
        <a:ea typeface=""/>
        <a:cs typeface=""/>
      </a:majorFont>
      <a:minorFont>
        <a:latin typeface="Arial"/>
        <a:ea typeface=""/>
        <a:cs typeface=""/>
      </a:minorFont>
    </a:fontScheme>
    <a:fmtScheme na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2962</Words>
  <Application>WPS Presentation</Application>
  <PresentationFormat/>
  <Paragraphs>40</Paragraphs>
  <Slides>10</Slides>
  <Notes>0</Notes>
  <HiddenSlides>0</HiddenSlides>
  <MMClips>0</MMClips>
  <ScaleCrop>false</ScaleCrop>
  <HeadingPairs>
    <vt:vector size="6" baseType="variant">
      <vt:variant>
        <vt:lpstr>已用的字体</vt:lpstr>
      </vt:variant>
      <vt:variant>
        <vt:i4>13</vt:i4>
      </vt:variant>
      <vt:variant>
        <vt:lpstr>主题</vt:lpstr>
      </vt:variant>
      <vt:variant>
        <vt:i4>2</vt:i4>
      </vt:variant>
      <vt:variant>
        <vt:lpstr>幻灯片标题</vt:lpstr>
      </vt:variant>
      <vt:variant>
        <vt:i4>10</vt:i4>
      </vt:variant>
    </vt:vector>
  </HeadingPairs>
  <TitlesOfParts>
    <vt:vector size="25" baseType="lpstr">
      <vt:lpstr>Arial</vt:lpstr>
      <vt:lpstr>SimSun</vt:lpstr>
      <vt:lpstr>Wingdings</vt:lpstr>
      <vt:lpstr>Arial</vt:lpstr>
      <vt:lpstr>Symbol</vt:lpstr>
      <vt:lpstr>Outfit</vt:lpstr>
      <vt:lpstr>Segoe Print</vt:lpstr>
      <vt:lpstr>OpenSymbol</vt:lpstr>
      <vt:lpstr>DM Sans</vt:lpstr>
      <vt:lpstr>Microsoft YaHei</vt:lpstr>
      <vt:lpstr>Arial Unicode MS</vt:lpstr>
      <vt:lpstr>Calibri</vt:lpstr>
      <vt:lpstr>Times New Roman</vt:lpstr>
      <vt:lpstr>Data Collection and Analysis - Master of Science in Community Health and Prevention Research by Slidesgo</vt:lpstr>
      <vt:lpstr>Slidesgo Final Pages</vt:lpstr>
      <vt:lpstr>Probabilistic Modelling</vt:lpstr>
      <vt:lpstr>Introduction</vt:lpstr>
      <vt:lpstr>Definition and Purpose</vt:lpstr>
      <vt:lpstr>Key Components: Random Variables and Probability Distributions</vt:lpstr>
      <vt:lpstr>Importance Over Deterministic Models</vt:lpstr>
      <vt:lpstr>Steps in Building Probabilistic Models</vt:lpstr>
      <vt:lpstr>Performing Inference and Analysis</vt:lpstr>
      <vt:lpstr>Practical Example: Loan Approval Criteria</vt:lpstr>
      <vt:lpstr>Conclusions</vt:lpstr>
      <vt:lpstr>PowerPoint 演示文稿</vt:lpstr>
    </vt:vector>
  </TitlesOfParts>
  <Company>Microsoft Corporation</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Probabilistic Modelling</dc:title>
  <dc:creator/>
  <cp:lastModifiedBy>Nikitha Babu</cp:lastModifiedBy>
  <cp:revision>1</cp:revision>
  <dcterms:created xsi:type="dcterms:W3CDTF">2026-01-15T14:05:14Z</dcterms:created>
  <dcterms:modified xsi:type="dcterms:W3CDTF">2026-01-15T14:05:14Z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Slides">
    <vt:r8>12</vt:r8>
  </property>
  <property fmtid="{D5CDD505-2E9C-101B-9397-08002B2CF9AE}" pid="3" name="ICV">
    <vt:lpwstr>919A47FA18E140848678A51E56582B06_13</vt:lpwstr>
  </property>
  <property fmtid="{D5CDD505-2E9C-101B-9397-08002B2CF9AE}" pid="4" name="KSOProductBuildVer">
    <vt:lpwstr>1033-12.2.0.23196</vt:lpwstr>
  </property>
</Properties>
</file>