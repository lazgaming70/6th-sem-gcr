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21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AA084-90CE-42DA-8E74-85B2BA5EA1B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A0B84-E0A5-4305-89B9-1E645F566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5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276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206355" cy="3522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mode/1/'" TargetMode="External"/><Relationship Id="rId2" Type="http://schemas.openxmlformats.org/officeDocument/2006/relationships/hyperlink" Target="http://127.0.0.1:8000/state/1/'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1"/>
            <a:ext cx="12000230" cy="986474"/>
          </a:xfrm>
          <a:custGeom>
            <a:avLst/>
            <a:gdLst/>
            <a:ahLst/>
            <a:cxnLst/>
            <a:rect l="l" t="t" r="r" b="b"/>
            <a:pathLst>
              <a:path w="12000230" h="1420495">
                <a:moveTo>
                  <a:pt x="0" y="1420368"/>
                </a:moveTo>
                <a:lnTo>
                  <a:pt x="11999976" y="1420368"/>
                </a:lnTo>
                <a:lnTo>
                  <a:pt x="11999976" y="0"/>
                </a:lnTo>
                <a:lnTo>
                  <a:pt x="0" y="0"/>
                </a:lnTo>
                <a:lnTo>
                  <a:pt x="0" y="1420368"/>
                </a:lnTo>
                <a:close/>
              </a:path>
            </a:pathLst>
          </a:custGeom>
          <a:solidFill>
            <a:srgbClr val="DAF3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010" y="231140"/>
            <a:ext cx="10147084" cy="755334"/>
          </a:xfrm>
          <a:prstGeom prst="rect">
            <a:avLst/>
          </a:prstGeom>
        </p:spPr>
        <p:txBody>
          <a:bodyPr vert="horz" wrap="square" lIns="0" tIns="77469" rIns="0" bIns="0" rtlCol="0">
            <a:spAutoFit/>
          </a:bodyPr>
          <a:lstStyle/>
          <a:p>
            <a:pPr marL="408940" algn="ctr">
              <a:lnSpc>
                <a:spcPct val="10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1.9 IoT</a:t>
            </a:r>
            <a:r>
              <a:rPr lang="en-US" b="1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US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1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1" y="1217613"/>
            <a:ext cx="6477000" cy="5216813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241300" algn="l"/>
              </a:tabLst>
            </a:pPr>
            <a:r>
              <a:rPr lang="en-US" sz="3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Outline:</a:t>
            </a: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sz="2600" spc="-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includes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sz="2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sz="26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  <a:r>
              <a:rPr sz="26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sz="2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sz="2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sz="26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sz="2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Specifications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sz="2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sz="2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sz="2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Operational</a:t>
            </a:r>
            <a:r>
              <a:rPr sz="26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sz="26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  <a:r>
              <a:rPr sz="2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sz="2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sz="2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865" algn="l"/>
              </a:tabLst>
            </a:pP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sz="26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92405" cy="6858000"/>
          </a:xfrm>
          <a:custGeom>
            <a:avLst/>
            <a:gdLst/>
            <a:ahLst/>
            <a:cxnLst/>
            <a:rect l="l" t="t" r="r" b="b"/>
            <a:pathLst>
              <a:path w="192405" h="6858000">
                <a:moveTo>
                  <a:pt x="192023" y="0"/>
                </a:moveTo>
                <a:lnTo>
                  <a:pt x="192023" y="6858000"/>
                </a:lnTo>
                <a:lnTo>
                  <a:pt x="0" y="6858000"/>
                </a:lnTo>
                <a:lnTo>
                  <a:pt x="0" y="0"/>
                </a:lnTo>
                <a:lnTo>
                  <a:pt x="192023" y="0"/>
                </a:lnTo>
                <a:close/>
              </a:path>
            </a:pathLst>
          </a:custGeom>
          <a:solidFill>
            <a:srgbClr val="FDBC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11353800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1155" algn="ctr">
              <a:lnSpc>
                <a:spcPct val="100000"/>
              </a:lnSpc>
              <a:spcBef>
                <a:spcPts val="9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1.9 IoT</a:t>
            </a:r>
            <a:r>
              <a:rPr lang="en-US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US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1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6000" y="688650"/>
            <a:ext cx="7467600" cy="6062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31140"/>
            <a:ext cx="11582400" cy="1033615"/>
          </a:xfrm>
          <a:prstGeom prst="rect">
            <a:avLst/>
          </a:prstGeom>
        </p:spPr>
        <p:txBody>
          <a:bodyPr vert="horz" wrap="square" lIns="0" tIns="414019" rIns="0" bIns="0" rtlCol="0">
            <a:spAutoFit/>
          </a:bodyPr>
          <a:lstStyle/>
          <a:p>
            <a:pPr marL="664210" algn="ctr">
              <a:lnSpc>
                <a:spcPct val="100000"/>
              </a:lnSpc>
              <a:spcBef>
                <a:spcPts val="11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1.9 IoT</a:t>
            </a:r>
            <a:r>
              <a:rPr lang="en-US" sz="40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US" sz="40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spc="-1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sz="40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10208895" cy="4453783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90"/>
              </a:spcBef>
              <a:tabLst>
                <a:tab pos="241300" algn="l"/>
              </a:tabLs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en-US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en-US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  <a:r>
              <a:rPr lang="en-US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10" dirty="0">
                <a:latin typeface="Arial" panose="020B0604020202020204" pitchFamily="34" charset="0"/>
                <a:cs typeface="Arial" panose="020B0604020202020204" pitchFamily="34" charset="0"/>
              </a:rPr>
              <a:t>Specification </a:t>
            </a:r>
            <a:endParaRPr lang="en-US" b="1" spc="-1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mtClean="0"/>
              <a:t>The</a:t>
            </a:r>
            <a:r>
              <a:rPr spc="-30" dirty="0" smtClean="0"/>
              <a:t> </a:t>
            </a:r>
            <a:r>
              <a:rPr dirty="0"/>
              <a:t>first</a:t>
            </a:r>
            <a:r>
              <a:rPr spc="-20" dirty="0"/>
              <a:t> </a:t>
            </a:r>
            <a:r>
              <a:rPr dirty="0"/>
              <a:t>step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IoT</a:t>
            </a:r>
            <a:r>
              <a:rPr spc="-30" dirty="0"/>
              <a:t> </a:t>
            </a:r>
            <a:r>
              <a:rPr dirty="0"/>
              <a:t>system</a:t>
            </a:r>
            <a:r>
              <a:rPr spc="-30" dirty="0"/>
              <a:t> </a:t>
            </a:r>
            <a:r>
              <a:rPr dirty="0"/>
              <a:t>design</a:t>
            </a:r>
            <a:r>
              <a:rPr spc="-30" dirty="0"/>
              <a:t> </a:t>
            </a:r>
            <a:r>
              <a:rPr dirty="0"/>
              <a:t>methodology</a:t>
            </a:r>
            <a:r>
              <a:rPr spc="-2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define</a:t>
            </a:r>
            <a:r>
              <a:rPr spc="-30" dirty="0"/>
              <a:t> </a:t>
            </a:r>
            <a:r>
              <a:rPr spc="-25" dirty="0"/>
              <a:t>the 	</a:t>
            </a:r>
            <a:r>
              <a:rPr dirty="0"/>
              <a:t>purpose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requirements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system.</a:t>
            </a:r>
            <a:r>
              <a:rPr spc="-40" dirty="0"/>
              <a:t> </a:t>
            </a:r>
            <a:endParaRPr lang="en-US" spc="-40" dirty="0" smtClean="0"/>
          </a:p>
          <a:p>
            <a:pPr marL="240029" marR="5080" indent="-227329" algn="just">
              <a:lnSpc>
                <a:spcPct val="15000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mtClean="0"/>
              <a:t>In</a:t>
            </a:r>
            <a:r>
              <a:rPr spc="-35" dirty="0" smtClean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step,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system 	</a:t>
            </a:r>
            <a:r>
              <a:rPr dirty="0"/>
              <a:t>purpose,</a:t>
            </a:r>
            <a:r>
              <a:rPr spc="-45" dirty="0"/>
              <a:t> </a:t>
            </a:r>
            <a:r>
              <a:rPr dirty="0"/>
              <a:t>behavior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requirements</a:t>
            </a:r>
            <a:r>
              <a:rPr spc="-45" dirty="0"/>
              <a:t> </a:t>
            </a:r>
            <a:r>
              <a:rPr dirty="0"/>
              <a:t>(such</a:t>
            </a:r>
            <a:r>
              <a:rPr spc="-45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spc="-10" dirty="0"/>
              <a:t>collection 	</a:t>
            </a:r>
            <a:r>
              <a:rPr dirty="0"/>
              <a:t>requirements,</a:t>
            </a:r>
            <a:r>
              <a:rPr spc="-60" dirty="0"/>
              <a:t> </a:t>
            </a: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analysis</a:t>
            </a:r>
            <a:r>
              <a:rPr spc="-60" dirty="0"/>
              <a:t> </a:t>
            </a:r>
            <a:r>
              <a:rPr dirty="0"/>
              <a:t>requirements,</a:t>
            </a:r>
            <a:r>
              <a:rPr spc="-60" dirty="0"/>
              <a:t> </a:t>
            </a:r>
            <a:r>
              <a:rPr dirty="0"/>
              <a:t>system</a:t>
            </a:r>
            <a:r>
              <a:rPr spc="-70" dirty="0"/>
              <a:t> </a:t>
            </a:r>
            <a:r>
              <a:rPr spc="-10" dirty="0"/>
              <a:t>management 	</a:t>
            </a:r>
            <a:r>
              <a:rPr dirty="0"/>
              <a:t>requirements,</a:t>
            </a:r>
            <a:r>
              <a:rPr spc="-4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privacy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security</a:t>
            </a:r>
            <a:r>
              <a:rPr spc="-50" dirty="0"/>
              <a:t> </a:t>
            </a:r>
            <a:r>
              <a:rPr dirty="0"/>
              <a:t>requirements,</a:t>
            </a:r>
            <a:r>
              <a:rPr spc="-45" dirty="0"/>
              <a:t> </a:t>
            </a:r>
            <a:r>
              <a:rPr dirty="0"/>
              <a:t>user</a:t>
            </a:r>
            <a:r>
              <a:rPr spc="-45" dirty="0"/>
              <a:t> </a:t>
            </a:r>
            <a:r>
              <a:rPr spc="-10" dirty="0"/>
              <a:t>interface 	</a:t>
            </a:r>
            <a:r>
              <a:rPr dirty="0"/>
              <a:t>requirements,</a:t>
            </a:r>
            <a:r>
              <a:rPr spc="-45" dirty="0"/>
              <a:t> </a:t>
            </a:r>
            <a:r>
              <a:rPr dirty="0"/>
              <a:t>...)</a:t>
            </a:r>
            <a:r>
              <a:rPr spc="-50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spc="-10" dirty="0"/>
              <a:t>captured.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70" dirty="0"/>
              <a:t> </a:t>
            </a:r>
            <a:r>
              <a:rPr dirty="0"/>
              <a:t>2:</a:t>
            </a:r>
            <a:r>
              <a:rPr spc="-70" dirty="0"/>
              <a:t> </a:t>
            </a:r>
            <a:r>
              <a:rPr dirty="0"/>
              <a:t>Process</a:t>
            </a:r>
            <a:r>
              <a:rPr spc="-65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2769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second</a:t>
            </a:r>
            <a:r>
              <a:rPr spc="-25" dirty="0"/>
              <a:t> </a:t>
            </a:r>
            <a:r>
              <a:rPr dirty="0"/>
              <a:t>step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IoT</a:t>
            </a:r>
            <a:r>
              <a:rPr spc="-25" dirty="0"/>
              <a:t> </a:t>
            </a: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methodology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define</a:t>
            </a:r>
            <a:r>
              <a:rPr spc="-30" dirty="0"/>
              <a:t> </a:t>
            </a:r>
            <a:r>
              <a:rPr spc="-25" dirty="0"/>
              <a:t>the 	</a:t>
            </a:r>
            <a:r>
              <a:rPr dirty="0"/>
              <a:t>process</a:t>
            </a:r>
            <a:r>
              <a:rPr spc="-35" dirty="0"/>
              <a:t> </a:t>
            </a:r>
            <a:r>
              <a:rPr dirty="0"/>
              <a:t>specification.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step,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dirty="0"/>
              <a:t>cases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IoT</a:t>
            </a:r>
            <a:r>
              <a:rPr spc="-35" dirty="0"/>
              <a:t> </a:t>
            </a:r>
            <a:r>
              <a:rPr dirty="0"/>
              <a:t>system</a:t>
            </a:r>
            <a:r>
              <a:rPr spc="-40" dirty="0"/>
              <a:t> </a:t>
            </a:r>
            <a:r>
              <a:rPr spc="-25" dirty="0"/>
              <a:t>are 	</a:t>
            </a:r>
            <a:r>
              <a:rPr dirty="0"/>
              <a:t>formally</a:t>
            </a:r>
            <a:r>
              <a:rPr spc="-35" dirty="0"/>
              <a:t> </a:t>
            </a:r>
            <a:r>
              <a:rPr dirty="0"/>
              <a:t>described</a:t>
            </a:r>
            <a:r>
              <a:rPr spc="-35" dirty="0"/>
              <a:t> 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derived</a:t>
            </a:r>
            <a:r>
              <a:rPr spc="-35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purpose</a:t>
            </a:r>
            <a:r>
              <a:rPr spc="-35" dirty="0"/>
              <a:t> </a:t>
            </a:r>
            <a:r>
              <a:rPr spc="-25" dirty="0"/>
              <a:t>and 	</a:t>
            </a:r>
            <a:r>
              <a:rPr dirty="0"/>
              <a:t>requirement</a:t>
            </a:r>
            <a:r>
              <a:rPr spc="-60" dirty="0"/>
              <a:t> </a:t>
            </a:r>
            <a:r>
              <a:rPr spc="-10" dirty="0"/>
              <a:t>specifications.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80" dirty="0"/>
              <a:t> </a:t>
            </a:r>
            <a:r>
              <a:rPr dirty="0"/>
              <a:t>3:</a:t>
            </a:r>
            <a:r>
              <a:rPr spc="-75" dirty="0"/>
              <a:t> </a:t>
            </a:r>
            <a:r>
              <a:rPr dirty="0"/>
              <a:t>Domain</a:t>
            </a:r>
            <a:r>
              <a:rPr spc="-80" dirty="0"/>
              <a:t> </a:t>
            </a:r>
            <a:r>
              <a:rPr dirty="0"/>
              <a:t>Model</a:t>
            </a:r>
            <a:r>
              <a:rPr spc="-75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third</a:t>
            </a:r>
            <a:r>
              <a:rPr spc="-25" dirty="0"/>
              <a:t> </a:t>
            </a:r>
            <a:r>
              <a:rPr dirty="0"/>
              <a:t>step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IoT</a:t>
            </a:r>
            <a:r>
              <a:rPr spc="-20" dirty="0"/>
              <a:t> </a:t>
            </a: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methodology</a:t>
            </a:r>
            <a:r>
              <a:rPr spc="-2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define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Domain 	</a:t>
            </a:r>
            <a:r>
              <a:rPr dirty="0"/>
              <a:t>Model.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domain</a:t>
            </a:r>
            <a:r>
              <a:rPr spc="-35" dirty="0"/>
              <a:t> </a:t>
            </a:r>
            <a:r>
              <a:rPr dirty="0"/>
              <a:t>model</a:t>
            </a:r>
            <a:r>
              <a:rPr spc="-35" dirty="0"/>
              <a:t> </a:t>
            </a:r>
            <a:r>
              <a:rPr dirty="0"/>
              <a:t>describes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main</a:t>
            </a:r>
            <a:r>
              <a:rPr spc="-40" dirty="0"/>
              <a:t> </a:t>
            </a:r>
            <a:r>
              <a:rPr dirty="0"/>
              <a:t>concepts,</a:t>
            </a:r>
            <a:r>
              <a:rPr spc="-30" dirty="0"/>
              <a:t> </a:t>
            </a:r>
            <a:r>
              <a:rPr dirty="0"/>
              <a:t>entities</a:t>
            </a:r>
            <a:r>
              <a:rPr spc="-40" dirty="0"/>
              <a:t> </a:t>
            </a:r>
            <a:r>
              <a:rPr spc="-25" dirty="0"/>
              <a:t>and 	</a:t>
            </a:r>
            <a:r>
              <a:rPr dirty="0"/>
              <a:t>objects</a:t>
            </a:r>
            <a:r>
              <a:rPr spc="-3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domain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IoT</a:t>
            </a:r>
            <a:r>
              <a:rPr spc="-30" dirty="0"/>
              <a:t> </a:t>
            </a:r>
            <a:r>
              <a:rPr dirty="0"/>
              <a:t>system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designed.</a:t>
            </a:r>
            <a:r>
              <a:rPr spc="-30" dirty="0"/>
              <a:t> </a:t>
            </a:r>
            <a:r>
              <a:rPr dirty="0"/>
              <a:t>Domain</a:t>
            </a:r>
            <a:r>
              <a:rPr spc="-30" dirty="0"/>
              <a:t> </a:t>
            </a:r>
            <a:r>
              <a:rPr spc="-10" dirty="0"/>
              <a:t>model 	</a:t>
            </a:r>
            <a:r>
              <a:rPr dirty="0"/>
              <a:t>defines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attributes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objects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relationships</a:t>
            </a:r>
            <a:r>
              <a:rPr spc="-40" dirty="0"/>
              <a:t> </a:t>
            </a:r>
            <a:r>
              <a:rPr spc="-10" dirty="0"/>
              <a:t>between 	</a:t>
            </a:r>
            <a:r>
              <a:rPr dirty="0"/>
              <a:t>objects.</a:t>
            </a:r>
            <a:r>
              <a:rPr spc="-50" dirty="0"/>
              <a:t> </a:t>
            </a:r>
            <a:r>
              <a:rPr dirty="0"/>
              <a:t>Domain</a:t>
            </a:r>
            <a:r>
              <a:rPr spc="-50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provides</a:t>
            </a:r>
            <a:r>
              <a:rPr spc="-50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dirty="0"/>
              <a:t>abstract</a:t>
            </a:r>
            <a:r>
              <a:rPr spc="-45" dirty="0"/>
              <a:t> </a:t>
            </a:r>
            <a:r>
              <a:rPr dirty="0"/>
              <a:t>representation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the 	</a:t>
            </a:r>
            <a:r>
              <a:rPr dirty="0"/>
              <a:t>concepts,</a:t>
            </a:r>
            <a:r>
              <a:rPr spc="-35" dirty="0"/>
              <a:t> </a:t>
            </a:r>
            <a:r>
              <a:rPr dirty="0"/>
              <a:t>objects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entities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IoT</a:t>
            </a:r>
            <a:r>
              <a:rPr spc="-35" dirty="0"/>
              <a:t> </a:t>
            </a:r>
            <a:r>
              <a:rPr dirty="0"/>
              <a:t>domain,</a:t>
            </a:r>
            <a:r>
              <a:rPr spc="-30" dirty="0"/>
              <a:t> </a:t>
            </a:r>
            <a:r>
              <a:rPr dirty="0"/>
              <a:t>independent</a:t>
            </a:r>
            <a:r>
              <a:rPr spc="-3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25" dirty="0"/>
              <a:t>any 	</a:t>
            </a:r>
            <a:r>
              <a:rPr dirty="0"/>
              <a:t>specific</a:t>
            </a:r>
            <a:r>
              <a:rPr spc="-35" dirty="0"/>
              <a:t> </a:t>
            </a:r>
            <a:r>
              <a:rPr dirty="0"/>
              <a:t>technology</a:t>
            </a:r>
            <a:r>
              <a:rPr spc="-35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dirty="0"/>
              <a:t>platform.</a:t>
            </a:r>
            <a:r>
              <a:rPr spc="-3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domain</a:t>
            </a:r>
            <a:r>
              <a:rPr spc="-30" dirty="0"/>
              <a:t> </a:t>
            </a:r>
            <a:r>
              <a:rPr dirty="0"/>
              <a:t>model,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5" dirty="0"/>
              <a:t>IoT 	</a:t>
            </a:r>
            <a:r>
              <a:rPr dirty="0"/>
              <a:t>system</a:t>
            </a:r>
            <a:r>
              <a:rPr spc="-45" dirty="0"/>
              <a:t> </a:t>
            </a:r>
            <a:r>
              <a:rPr dirty="0"/>
              <a:t>designers</a:t>
            </a:r>
            <a:r>
              <a:rPr spc="-35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get</a:t>
            </a:r>
            <a:r>
              <a:rPr spc="-30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IoT</a:t>
            </a:r>
            <a:r>
              <a:rPr spc="-35" dirty="0"/>
              <a:t> </a:t>
            </a:r>
            <a:r>
              <a:rPr dirty="0"/>
              <a:t>domain</a:t>
            </a:r>
            <a:r>
              <a:rPr spc="-35" dirty="0"/>
              <a:t> </a:t>
            </a:r>
            <a:r>
              <a:rPr spc="-25" dirty="0"/>
              <a:t>for 	</a:t>
            </a:r>
            <a:r>
              <a:rPr dirty="0"/>
              <a:t>which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system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10" dirty="0"/>
              <a:t>designed.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90" dirty="0"/>
              <a:t> </a:t>
            </a:r>
            <a:r>
              <a:rPr dirty="0"/>
              <a:t>4:</a:t>
            </a:r>
            <a:r>
              <a:rPr spc="-90" dirty="0"/>
              <a:t> </a:t>
            </a:r>
            <a:r>
              <a:rPr dirty="0"/>
              <a:t>Information</a:t>
            </a:r>
            <a:r>
              <a:rPr spc="-90" dirty="0"/>
              <a:t> </a:t>
            </a:r>
            <a:r>
              <a:rPr dirty="0"/>
              <a:t>Model</a:t>
            </a:r>
            <a:r>
              <a:rPr spc="-90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312034"/>
            <a:ext cx="10159365" cy="313880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fourth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methodology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25" dirty="0">
                <a:latin typeface="Calibri"/>
                <a:cs typeface="Calibri"/>
              </a:rPr>
              <a:t> the 	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structure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all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Virtual 	</a:t>
            </a:r>
            <a:r>
              <a:rPr sz="2800" dirty="0">
                <a:latin typeface="Calibri"/>
                <a:cs typeface="Calibri"/>
              </a:rPr>
              <a:t>Entities,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etc.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specifics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represented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stored.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Virtual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Entities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the 	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Virtual 	</a:t>
            </a:r>
            <a:r>
              <a:rPr sz="2800" dirty="0">
                <a:latin typeface="Calibri"/>
                <a:cs typeface="Calibri"/>
              </a:rPr>
              <a:t>Entities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70" dirty="0"/>
              <a:t> </a:t>
            </a:r>
            <a:r>
              <a:rPr dirty="0"/>
              <a:t>5:</a:t>
            </a:r>
            <a:r>
              <a:rPr spc="-70" dirty="0"/>
              <a:t> </a:t>
            </a:r>
            <a:r>
              <a:rPr dirty="0"/>
              <a:t>Service</a:t>
            </a:r>
            <a:r>
              <a:rPr spc="-60" dirty="0"/>
              <a:t> </a:t>
            </a:r>
            <a:r>
              <a:rPr spc="-10" dirty="0"/>
              <a:t>Specifications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1495"/>
            <a:ext cx="9993630" cy="160464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fifth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methodology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service 	</a:t>
            </a:r>
            <a:r>
              <a:rPr sz="2800" dirty="0">
                <a:latin typeface="Calibri"/>
                <a:cs typeface="Calibri"/>
              </a:rPr>
              <a:t>specifications.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specifications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IoT 	</a:t>
            </a:r>
            <a:r>
              <a:rPr sz="2800" dirty="0">
                <a:latin typeface="Calibri"/>
                <a:cs typeface="Calibri"/>
              </a:rPr>
              <a:t>system,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inputs/output,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endpoints, 	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schedules,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preconditions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effects.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55" dirty="0"/>
              <a:t> </a:t>
            </a:r>
            <a:r>
              <a:rPr dirty="0"/>
              <a:t>6:</a:t>
            </a:r>
            <a:r>
              <a:rPr spc="-55" dirty="0"/>
              <a:t> </a:t>
            </a:r>
            <a:r>
              <a:rPr dirty="0"/>
              <a:t>IoT</a:t>
            </a:r>
            <a:r>
              <a:rPr spc="-50" dirty="0"/>
              <a:t> </a:t>
            </a:r>
            <a:r>
              <a:rPr dirty="0"/>
              <a:t>Level</a:t>
            </a:r>
            <a:r>
              <a:rPr spc="-50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312034"/>
            <a:ext cx="10268585" cy="83756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sixth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methodology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 	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Chapter-</a:t>
            </a:r>
            <a:r>
              <a:rPr sz="2800" dirty="0">
                <a:latin typeface="Calibri"/>
                <a:cs typeface="Calibri"/>
              </a:rPr>
              <a:t>1,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five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deployment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90" dirty="0"/>
              <a:t> </a:t>
            </a:r>
            <a:r>
              <a:rPr dirty="0"/>
              <a:t>7:</a:t>
            </a:r>
            <a:r>
              <a:rPr spc="-85" dirty="0"/>
              <a:t> </a:t>
            </a:r>
            <a:r>
              <a:rPr dirty="0"/>
              <a:t>Functional</a:t>
            </a:r>
            <a:r>
              <a:rPr spc="-85" dirty="0"/>
              <a:t> </a:t>
            </a:r>
            <a:r>
              <a:rPr dirty="0"/>
              <a:t>View</a:t>
            </a:r>
            <a:r>
              <a:rPr spc="-80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570"/>
            <a:ext cx="10038715" cy="21590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0029" marR="5080" indent="-227329">
              <a:lnSpc>
                <a:spcPct val="79900"/>
              </a:lnSpc>
              <a:spcBef>
                <a:spcPts val="7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seventh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methodology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(FV)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(FGs).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Each 	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functionalities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interacting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	</a:t>
            </a:r>
            <a:r>
              <a:rPr sz="2800" dirty="0">
                <a:latin typeface="Calibri"/>
                <a:cs typeface="Calibri"/>
              </a:rPr>
              <a:t>instances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provides 	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concepts.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90" dirty="0"/>
              <a:t> </a:t>
            </a:r>
            <a:r>
              <a:rPr dirty="0"/>
              <a:t>8:</a:t>
            </a:r>
            <a:r>
              <a:rPr spc="-90" dirty="0"/>
              <a:t> </a:t>
            </a:r>
            <a:r>
              <a:rPr dirty="0"/>
              <a:t>Operational</a:t>
            </a:r>
            <a:r>
              <a:rPr spc="-85" dirty="0"/>
              <a:t> </a:t>
            </a:r>
            <a:r>
              <a:rPr dirty="0"/>
              <a:t>View</a:t>
            </a:r>
            <a:r>
              <a:rPr spc="-85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570"/>
            <a:ext cx="10098405" cy="181800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0029" marR="5080" indent="-227329">
              <a:lnSpc>
                <a:spcPct val="79900"/>
              </a:lnSpc>
              <a:spcBef>
                <a:spcPts val="7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eighth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methodology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25" dirty="0">
                <a:latin typeface="Calibri"/>
                <a:cs typeface="Calibri"/>
              </a:rPr>
              <a:t> the 	</a:t>
            </a:r>
            <a:r>
              <a:rPr sz="2800" dirty="0">
                <a:latin typeface="Calibri"/>
                <a:cs typeface="Calibri"/>
              </a:rPr>
              <a:t>Operational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Specifications.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options 	</a:t>
            </a:r>
            <a:r>
              <a:rPr sz="2800" dirty="0">
                <a:latin typeface="Calibri"/>
                <a:cs typeface="Calibri"/>
              </a:rPr>
              <a:t>pertaining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deployment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defined, 	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hosting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options,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storage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options,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options, 	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hosting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options,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etc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85" dirty="0"/>
              <a:t> </a:t>
            </a:r>
            <a:r>
              <a:rPr dirty="0"/>
              <a:t>9:</a:t>
            </a:r>
            <a:r>
              <a:rPr spc="-85" dirty="0"/>
              <a:t> </a:t>
            </a:r>
            <a:r>
              <a:rPr dirty="0"/>
              <a:t>Device</a:t>
            </a:r>
            <a:r>
              <a:rPr spc="-80" dirty="0"/>
              <a:t> </a:t>
            </a:r>
            <a:r>
              <a:rPr dirty="0"/>
              <a:t>&amp;</a:t>
            </a:r>
            <a:r>
              <a:rPr spc="-75" dirty="0"/>
              <a:t> </a:t>
            </a:r>
            <a:r>
              <a:rPr dirty="0"/>
              <a:t>Component</a:t>
            </a:r>
            <a:r>
              <a:rPr spc="-85" dirty="0"/>
              <a:t> </a:t>
            </a:r>
            <a:r>
              <a:rPr spc="-10" dirty="0"/>
              <a:t>Integration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570"/>
            <a:ext cx="10295890" cy="7950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0029" marR="5080" indent="-227329">
              <a:lnSpc>
                <a:spcPct val="79900"/>
              </a:lnSpc>
              <a:spcBef>
                <a:spcPts val="7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ninth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methodology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integration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the 	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7664" rIns="0" bIns="0" rtlCol="0">
            <a:spAutoFit/>
          </a:bodyPr>
          <a:lstStyle/>
          <a:p>
            <a:pPr marL="655955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90" dirty="0"/>
              <a:t> </a:t>
            </a:r>
            <a:r>
              <a:rPr dirty="0"/>
              <a:t>10:</a:t>
            </a:r>
            <a:r>
              <a:rPr spc="-90" dirty="0"/>
              <a:t> </a:t>
            </a:r>
            <a:r>
              <a:rPr dirty="0"/>
              <a:t>Application</a:t>
            </a:r>
            <a:r>
              <a:rPr spc="-9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570"/>
            <a:ext cx="9697085" cy="7950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0029" marR="5080" indent="-227329">
              <a:lnSpc>
                <a:spcPct val="79900"/>
              </a:lnSpc>
              <a:spcBef>
                <a:spcPts val="7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methodology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IoT 	</a:t>
            </a:r>
            <a:r>
              <a:rPr sz="2800" spc="-10" dirty="0">
                <a:latin typeface="Calibri"/>
                <a:cs typeface="Calibri"/>
              </a:rPr>
              <a:t>application.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5194" y="2704465"/>
            <a:ext cx="6833870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Home</a:t>
            </a:r>
            <a:r>
              <a:rPr spc="-120" dirty="0"/>
              <a:t> </a:t>
            </a:r>
            <a:r>
              <a:rPr dirty="0"/>
              <a:t>Automation</a:t>
            </a:r>
            <a:r>
              <a:rPr spc="-125" dirty="0"/>
              <a:t> </a:t>
            </a:r>
            <a:r>
              <a:rPr dirty="0"/>
              <a:t>Case</a:t>
            </a:r>
            <a:r>
              <a:rPr spc="-120" dirty="0"/>
              <a:t> </a:t>
            </a:r>
            <a:r>
              <a:rPr spc="-10" dirty="0"/>
              <a:t>Study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96265"/>
            <a:ext cx="7712075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09775" algn="l"/>
              </a:tabLst>
            </a:pPr>
            <a:r>
              <a:rPr dirty="0"/>
              <a:t>Step:1</a:t>
            </a:r>
            <a:r>
              <a:rPr spc="-85" dirty="0"/>
              <a:t> </a:t>
            </a:r>
            <a:r>
              <a:rPr spc="-50" dirty="0"/>
              <a:t>-</a:t>
            </a:r>
            <a:r>
              <a:rPr dirty="0"/>
              <a:t>	Purpose</a:t>
            </a:r>
            <a:r>
              <a:rPr spc="-80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10273665" cy="3865879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241300" marR="863600" indent="-228600">
              <a:lnSpc>
                <a:spcPct val="700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500" dirty="0">
                <a:latin typeface="Calibri"/>
                <a:cs typeface="Calibri"/>
              </a:rPr>
              <a:t>Applying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this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our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example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smart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home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automation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system,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the </a:t>
            </a:r>
            <a:r>
              <a:rPr sz="2500" dirty="0">
                <a:latin typeface="Calibri"/>
                <a:cs typeface="Calibri"/>
              </a:rPr>
              <a:t>purpose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requirements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system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may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described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follows:</a:t>
            </a:r>
            <a:endParaRPr sz="2500">
              <a:latin typeface="Calibri"/>
              <a:cs typeface="Calibri"/>
            </a:endParaRPr>
          </a:p>
          <a:p>
            <a:pPr marL="698500" marR="105410" lvl="1" indent="-228600">
              <a:lnSpc>
                <a:spcPct val="6990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Purpose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home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automation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controlling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lights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home </a:t>
            </a:r>
            <a:r>
              <a:rPr sz="2200" dirty="0">
                <a:latin typeface="Calibri"/>
                <a:cs typeface="Calibri"/>
              </a:rPr>
              <a:t>remotely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application.</a:t>
            </a:r>
            <a:endParaRPr sz="2200">
              <a:latin typeface="Calibri"/>
              <a:cs typeface="Calibri"/>
            </a:endParaRPr>
          </a:p>
          <a:p>
            <a:pPr marL="698500" marR="5080" lvl="1" indent="-228600">
              <a:lnSpc>
                <a:spcPct val="6990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Behavior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home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automation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manual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modes.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In </a:t>
            </a:r>
            <a:r>
              <a:rPr sz="2200" dirty="0">
                <a:latin typeface="Calibri"/>
                <a:cs typeface="Calibri"/>
              </a:rPr>
              <a:t>auto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measures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light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level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room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switches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light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dark.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manual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manually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remotely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switching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on/off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light.</a:t>
            </a:r>
            <a:endParaRPr sz="2200">
              <a:latin typeface="Calibri"/>
              <a:cs typeface="Calibri"/>
            </a:endParaRPr>
          </a:p>
          <a:p>
            <a:pPr marL="698500" marR="144145" lvl="1" indent="-228600">
              <a:lnSpc>
                <a:spcPct val="6990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Management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Requirement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remote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monitoring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control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functions.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20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Analysis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Requirement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perform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analysis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698500" marR="252729" lvl="1" indent="-228600">
              <a:lnSpc>
                <a:spcPct val="69900"/>
              </a:lnSpc>
              <a:spcBef>
                <a:spcPts val="65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Application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Deployment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Requirement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application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deployed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locally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device,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accessible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remotely.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34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Security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Requirement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basic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authentication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capability.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96265"/>
            <a:ext cx="6778625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09775" algn="l"/>
              </a:tabLst>
            </a:pPr>
            <a:r>
              <a:rPr dirty="0"/>
              <a:t>Step:2</a:t>
            </a:r>
            <a:r>
              <a:rPr spc="-85" dirty="0"/>
              <a:t> </a:t>
            </a:r>
            <a:r>
              <a:rPr spc="-50" dirty="0"/>
              <a:t>-</a:t>
            </a:r>
            <a:r>
              <a:rPr dirty="0"/>
              <a:t>	Process</a:t>
            </a:r>
            <a:r>
              <a:rPr spc="-125" dirty="0"/>
              <a:t> </a:t>
            </a:r>
            <a:r>
              <a:rPr spc="-10" dirty="0"/>
              <a:t>Specification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6758" y="1561456"/>
            <a:ext cx="5967251" cy="46050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80" dirty="0"/>
              <a:t> </a:t>
            </a:r>
            <a:r>
              <a:rPr dirty="0"/>
              <a:t>3:</a:t>
            </a:r>
            <a:r>
              <a:rPr spc="-75" dirty="0"/>
              <a:t> </a:t>
            </a:r>
            <a:r>
              <a:rPr dirty="0"/>
              <a:t>Domain</a:t>
            </a:r>
            <a:r>
              <a:rPr spc="-80" dirty="0"/>
              <a:t> </a:t>
            </a:r>
            <a:r>
              <a:rPr dirty="0"/>
              <a:t>Model</a:t>
            </a:r>
            <a:r>
              <a:rPr spc="-75" dirty="0"/>
              <a:t> </a:t>
            </a:r>
            <a:r>
              <a:rPr spc="-10" dirty="0"/>
              <a:t>Specification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4495" y="1240536"/>
            <a:ext cx="6156959" cy="5471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1475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10" dirty="0"/>
              <a:t> </a:t>
            </a:r>
            <a:r>
              <a:rPr dirty="0">
                <a:latin typeface="Trebuchet MS"/>
                <a:cs typeface="Trebuchet MS"/>
              </a:rPr>
              <a:t>4</a:t>
            </a:r>
            <a:r>
              <a:rPr dirty="0"/>
              <a:t>:</a:t>
            </a:r>
            <a:r>
              <a:rPr spc="-10" dirty="0"/>
              <a:t> </a:t>
            </a:r>
            <a:r>
              <a:rPr spc="55" dirty="0">
                <a:latin typeface="Trebuchet MS"/>
                <a:cs typeface="Trebuchet MS"/>
              </a:rPr>
              <a:t>Information</a:t>
            </a:r>
            <a:r>
              <a:rPr spc="-190" dirty="0">
                <a:latin typeface="Trebuchet MS"/>
                <a:cs typeface="Trebuchet MS"/>
              </a:rPr>
              <a:t> </a:t>
            </a:r>
            <a:r>
              <a:rPr dirty="0"/>
              <a:t>Model</a:t>
            </a:r>
            <a:r>
              <a:rPr spc="-10" dirty="0"/>
              <a:t> Specification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1506" y="2351185"/>
            <a:ext cx="8631275" cy="30513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70" dirty="0"/>
              <a:t> </a:t>
            </a:r>
            <a:r>
              <a:rPr dirty="0"/>
              <a:t>5:</a:t>
            </a:r>
            <a:r>
              <a:rPr spc="-70" dirty="0"/>
              <a:t> </a:t>
            </a:r>
            <a:r>
              <a:rPr dirty="0"/>
              <a:t>Service</a:t>
            </a:r>
            <a:r>
              <a:rPr spc="-60" dirty="0"/>
              <a:t> </a:t>
            </a:r>
            <a:r>
              <a:rPr spc="-10" dirty="0"/>
              <a:t>Specifications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5284" y="1485999"/>
            <a:ext cx="5958296" cy="51184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70" dirty="0"/>
              <a:t> </a:t>
            </a:r>
            <a:r>
              <a:rPr dirty="0"/>
              <a:t>5:</a:t>
            </a:r>
            <a:r>
              <a:rPr spc="-70" dirty="0"/>
              <a:t> </a:t>
            </a:r>
            <a:r>
              <a:rPr dirty="0"/>
              <a:t>Service</a:t>
            </a:r>
            <a:r>
              <a:rPr spc="-60" dirty="0"/>
              <a:t> </a:t>
            </a:r>
            <a:r>
              <a:rPr spc="-10" dirty="0"/>
              <a:t>Specifications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659" y="1542100"/>
            <a:ext cx="4988983" cy="27337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5265" y="1663650"/>
            <a:ext cx="4966458" cy="25650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9615" y="4429478"/>
            <a:ext cx="4293592" cy="23213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55" dirty="0"/>
              <a:t> </a:t>
            </a:r>
            <a:r>
              <a:rPr dirty="0"/>
              <a:t>6:</a:t>
            </a:r>
            <a:r>
              <a:rPr spc="-55" dirty="0"/>
              <a:t> </a:t>
            </a:r>
            <a:r>
              <a:rPr dirty="0"/>
              <a:t>IoT</a:t>
            </a:r>
            <a:r>
              <a:rPr spc="-50" dirty="0"/>
              <a:t> </a:t>
            </a:r>
            <a:r>
              <a:rPr dirty="0"/>
              <a:t>Level</a:t>
            </a:r>
            <a:r>
              <a:rPr spc="-50" dirty="0"/>
              <a:t> </a:t>
            </a:r>
            <a:r>
              <a:rPr spc="-10" dirty="0"/>
              <a:t>Specification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8144" y="1237488"/>
            <a:ext cx="4242815" cy="54345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90" dirty="0"/>
              <a:t> </a:t>
            </a:r>
            <a:r>
              <a:rPr dirty="0"/>
              <a:t>7:</a:t>
            </a:r>
            <a:r>
              <a:rPr spc="-85" dirty="0"/>
              <a:t> </a:t>
            </a:r>
            <a:r>
              <a:rPr dirty="0"/>
              <a:t>Functional</a:t>
            </a:r>
            <a:r>
              <a:rPr spc="-85" dirty="0"/>
              <a:t> </a:t>
            </a:r>
            <a:r>
              <a:rPr dirty="0"/>
              <a:t>View</a:t>
            </a:r>
            <a:r>
              <a:rPr spc="-80" dirty="0"/>
              <a:t> </a:t>
            </a:r>
            <a:r>
              <a:rPr spc="-10" dirty="0"/>
              <a:t>Specification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173" y="1729458"/>
            <a:ext cx="10254900" cy="44353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90" dirty="0"/>
              <a:t> </a:t>
            </a:r>
            <a:r>
              <a:rPr dirty="0"/>
              <a:t>8:</a:t>
            </a:r>
            <a:r>
              <a:rPr spc="-90" dirty="0"/>
              <a:t> </a:t>
            </a:r>
            <a:r>
              <a:rPr dirty="0"/>
              <a:t>Operational</a:t>
            </a:r>
            <a:r>
              <a:rPr spc="-85" dirty="0"/>
              <a:t> </a:t>
            </a:r>
            <a:r>
              <a:rPr dirty="0"/>
              <a:t>View</a:t>
            </a:r>
            <a:r>
              <a:rPr spc="-85" dirty="0"/>
              <a:t> </a:t>
            </a:r>
            <a:r>
              <a:rPr spc="-10" dirty="0"/>
              <a:t>Specification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77" y="2315897"/>
            <a:ext cx="11158728" cy="290227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85" dirty="0"/>
              <a:t> </a:t>
            </a:r>
            <a:r>
              <a:rPr dirty="0"/>
              <a:t>9:</a:t>
            </a:r>
            <a:r>
              <a:rPr spc="-85" dirty="0"/>
              <a:t> </a:t>
            </a:r>
            <a:r>
              <a:rPr dirty="0"/>
              <a:t>Device</a:t>
            </a:r>
            <a:r>
              <a:rPr spc="-80" dirty="0"/>
              <a:t> </a:t>
            </a:r>
            <a:r>
              <a:rPr dirty="0"/>
              <a:t>&amp;</a:t>
            </a:r>
            <a:r>
              <a:rPr spc="-75" dirty="0"/>
              <a:t> </a:t>
            </a:r>
            <a:r>
              <a:rPr dirty="0"/>
              <a:t>Component</a:t>
            </a:r>
            <a:r>
              <a:rPr spc="-85" dirty="0"/>
              <a:t> </a:t>
            </a:r>
            <a:r>
              <a:rPr spc="-10" dirty="0"/>
              <a:t>Integration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0607" y="1435340"/>
            <a:ext cx="5542214" cy="49719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554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90"/>
              </a:spcBef>
            </a:pPr>
            <a:r>
              <a:rPr dirty="0"/>
              <a:t>Step</a:t>
            </a:r>
            <a:r>
              <a:rPr spc="-90" dirty="0"/>
              <a:t> </a:t>
            </a:r>
            <a:r>
              <a:rPr dirty="0"/>
              <a:t>10:</a:t>
            </a:r>
            <a:r>
              <a:rPr spc="-90" dirty="0"/>
              <a:t> </a:t>
            </a:r>
            <a:r>
              <a:rPr dirty="0"/>
              <a:t>Application</a:t>
            </a:r>
            <a:r>
              <a:rPr spc="-9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1568"/>
            <a:ext cx="5918200" cy="22866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20" dirty="0">
                <a:latin typeface="Calibri"/>
                <a:cs typeface="Calibri"/>
              </a:rPr>
              <a:t>Auto</a:t>
            </a:r>
            <a:endParaRPr sz="2000">
              <a:latin typeface="Calibri"/>
              <a:cs typeface="Calibri"/>
            </a:endParaRPr>
          </a:p>
          <a:p>
            <a:pPr marL="698500" marR="5080" lvl="1" indent="-228600">
              <a:lnSpc>
                <a:spcPts val="173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1600" dirty="0">
                <a:latin typeface="Calibri"/>
                <a:cs typeface="Calibri"/>
              </a:rPr>
              <a:t>Controls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appliance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automatically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lighting </a:t>
            </a:r>
            <a:r>
              <a:rPr sz="1600" dirty="0">
                <a:latin typeface="Calibri"/>
                <a:cs typeface="Calibri"/>
              </a:rPr>
              <a:t>conditions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room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Light</a:t>
            </a:r>
            <a:endParaRPr sz="2000">
              <a:latin typeface="Calibri"/>
              <a:cs typeface="Calibri"/>
            </a:endParaRPr>
          </a:p>
          <a:p>
            <a:pPr marL="698500" marR="134620" lvl="1" indent="-228600">
              <a:lnSpc>
                <a:spcPts val="173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manually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controlling</a:t>
            </a:r>
            <a:r>
              <a:rPr sz="1600" spc="-25" dirty="0">
                <a:latin typeface="Calibri"/>
                <a:cs typeface="Calibri"/>
              </a:rPr>
              <a:t> the </a:t>
            </a:r>
            <a:r>
              <a:rPr sz="1600" dirty="0">
                <a:latin typeface="Calibri"/>
                <a:cs typeface="Calibri"/>
              </a:rPr>
              <a:t>light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appliance.</a:t>
            </a:r>
            <a:endParaRPr sz="1600">
              <a:latin typeface="Calibri"/>
              <a:cs typeface="Calibri"/>
            </a:endParaRPr>
          </a:p>
          <a:p>
            <a:pPr marL="698500" marR="62865" lvl="1" indent="-228600">
              <a:lnSpc>
                <a:spcPts val="1730"/>
              </a:lnSpc>
              <a:spcBef>
                <a:spcPts val="490"/>
              </a:spcBef>
              <a:buFont typeface="Arial MT"/>
              <a:buChar char="•"/>
              <a:tabLst>
                <a:tab pos="698500" algn="l"/>
              </a:tabLst>
            </a:pPr>
            <a:r>
              <a:rPr sz="1600" dirty="0">
                <a:latin typeface="Calibri"/>
                <a:cs typeface="Calibri"/>
              </a:rPr>
              <a:t>When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reflects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light appliance.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3656" y="1691639"/>
            <a:ext cx="4520184" cy="288340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10" y="231140"/>
            <a:ext cx="8821420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Implementation:</a:t>
            </a:r>
            <a:r>
              <a:rPr spc="-114" dirty="0"/>
              <a:t> </a:t>
            </a:r>
            <a:r>
              <a:rPr dirty="0"/>
              <a:t>RESTful</a:t>
            </a:r>
            <a:r>
              <a:rPr spc="-114" dirty="0"/>
              <a:t> </a:t>
            </a:r>
            <a:r>
              <a:rPr dirty="0"/>
              <a:t>Web</a:t>
            </a:r>
            <a:r>
              <a:rPr spc="-110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89976" y="1862327"/>
            <a:ext cx="3639820" cy="144526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0"/>
              </a:spcBef>
            </a:pPr>
            <a:r>
              <a:rPr sz="1100" b="1" dirty="0">
                <a:latin typeface="Calibri"/>
                <a:cs typeface="Calibri"/>
              </a:rPr>
              <a:t>#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Models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–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models.py</a:t>
            </a:r>
            <a:endParaRPr sz="11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from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django.db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models</a:t>
            </a:r>
            <a:endParaRPr sz="11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10" dirty="0">
                <a:latin typeface="Calibri"/>
                <a:cs typeface="Calibri"/>
              </a:rPr>
              <a:t> Mode(models.Model):</a:t>
            </a:r>
            <a:endParaRPr sz="1100">
              <a:latin typeface="Calibri"/>
              <a:cs typeface="Calibri"/>
            </a:endParaRPr>
          </a:p>
          <a:p>
            <a:pPr marL="54737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name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 models.CharField(max_length=50)</a:t>
            </a:r>
            <a:endParaRPr sz="11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10" dirty="0">
                <a:latin typeface="Calibri"/>
                <a:cs typeface="Calibri"/>
              </a:rPr>
              <a:t> State(models.Model):</a:t>
            </a:r>
            <a:endParaRPr sz="1100">
              <a:latin typeface="Calibri"/>
              <a:cs typeface="Calibri"/>
            </a:endParaRPr>
          </a:p>
          <a:p>
            <a:pPr marL="54737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name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 models.CharField(max_length=50)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6797" y="1903842"/>
            <a:ext cx="11335385" cy="4822190"/>
            <a:chOff x="576797" y="1903842"/>
            <a:chExt cx="11335385" cy="4822190"/>
          </a:xfrm>
        </p:grpSpPr>
        <p:sp>
          <p:nvSpPr>
            <p:cNvPr id="5" name="object 5"/>
            <p:cNvSpPr/>
            <p:nvPr/>
          </p:nvSpPr>
          <p:spPr>
            <a:xfrm>
              <a:off x="7949184" y="4599431"/>
              <a:ext cx="3962400" cy="2091055"/>
            </a:xfrm>
            <a:custGeom>
              <a:avLst/>
              <a:gdLst/>
              <a:ahLst/>
              <a:cxnLst/>
              <a:rect l="l" t="t" r="r" b="b"/>
              <a:pathLst>
                <a:path w="3962400" h="2091054">
                  <a:moveTo>
                    <a:pt x="3962400" y="2090927"/>
                  </a:moveTo>
                  <a:lnTo>
                    <a:pt x="0" y="2090927"/>
                  </a:lnTo>
                  <a:lnTo>
                    <a:pt x="0" y="0"/>
                  </a:lnTo>
                  <a:lnTo>
                    <a:pt x="3962400" y="0"/>
                  </a:lnTo>
                  <a:lnTo>
                    <a:pt x="3962400" y="2090927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97" y="1903842"/>
              <a:ext cx="4192596" cy="21587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708" y="4308107"/>
              <a:ext cx="4440606" cy="24175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05658" y="2425814"/>
              <a:ext cx="5097145" cy="3059430"/>
            </a:xfrm>
            <a:custGeom>
              <a:avLst/>
              <a:gdLst/>
              <a:ahLst/>
              <a:cxnLst/>
              <a:rect l="l" t="t" r="r" b="b"/>
              <a:pathLst>
                <a:path w="5097145" h="3059429">
                  <a:moveTo>
                    <a:pt x="328460" y="3046641"/>
                  </a:moveTo>
                  <a:lnTo>
                    <a:pt x="86474" y="3046641"/>
                  </a:lnTo>
                  <a:lnTo>
                    <a:pt x="86512" y="3059341"/>
                  </a:lnTo>
                  <a:lnTo>
                    <a:pt x="298284" y="3059341"/>
                  </a:lnTo>
                  <a:lnTo>
                    <a:pt x="328460" y="3046641"/>
                  </a:lnTo>
                  <a:close/>
                </a:path>
                <a:path w="5097145" h="3059429">
                  <a:moveTo>
                    <a:pt x="4700524" y="582841"/>
                  </a:moveTo>
                  <a:lnTo>
                    <a:pt x="4643323" y="582841"/>
                  </a:lnTo>
                  <a:lnTo>
                    <a:pt x="4615294" y="595541"/>
                  </a:lnTo>
                  <a:lnTo>
                    <a:pt x="4531588" y="595541"/>
                  </a:lnTo>
                  <a:lnTo>
                    <a:pt x="4503826" y="608241"/>
                  </a:lnTo>
                  <a:lnTo>
                    <a:pt x="4476127" y="608241"/>
                  </a:lnTo>
                  <a:lnTo>
                    <a:pt x="4448518" y="620941"/>
                  </a:lnTo>
                  <a:lnTo>
                    <a:pt x="4393527" y="620941"/>
                  </a:lnTo>
                  <a:lnTo>
                    <a:pt x="4366158" y="633641"/>
                  </a:lnTo>
                  <a:lnTo>
                    <a:pt x="4338879" y="633641"/>
                  </a:lnTo>
                  <a:lnTo>
                    <a:pt x="4311701" y="646341"/>
                  </a:lnTo>
                  <a:lnTo>
                    <a:pt x="4284611" y="646341"/>
                  </a:lnTo>
                  <a:lnTo>
                    <a:pt x="4257624" y="659041"/>
                  </a:lnTo>
                  <a:lnTo>
                    <a:pt x="4230751" y="659041"/>
                  </a:lnTo>
                  <a:lnTo>
                    <a:pt x="4203979" y="671741"/>
                  </a:lnTo>
                  <a:lnTo>
                    <a:pt x="4177309" y="671741"/>
                  </a:lnTo>
                  <a:lnTo>
                    <a:pt x="4150766" y="684441"/>
                  </a:lnTo>
                  <a:lnTo>
                    <a:pt x="4124337" y="684441"/>
                  </a:lnTo>
                  <a:lnTo>
                    <a:pt x="4098036" y="697141"/>
                  </a:lnTo>
                  <a:lnTo>
                    <a:pt x="4071848" y="697141"/>
                  </a:lnTo>
                  <a:lnTo>
                    <a:pt x="4045801" y="709841"/>
                  </a:lnTo>
                  <a:lnTo>
                    <a:pt x="4019880" y="709841"/>
                  </a:lnTo>
                  <a:lnTo>
                    <a:pt x="3968445" y="735241"/>
                  </a:lnTo>
                  <a:lnTo>
                    <a:pt x="3942943" y="735241"/>
                  </a:lnTo>
                  <a:lnTo>
                    <a:pt x="3917581" y="747941"/>
                  </a:lnTo>
                  <a:lnTo>
                    <a:pt x="3892372" y="747941"/>
                  </a:lnTo>
                  <a:lnTo>
                    <a:pt x="3817683" y="786041"/>
                  </a:lnTo>
                  <a:lnTo>
                    <a:pt x="3793109" y="786041"/>
                  </a:lnTo>
                  <a:lnTo>
                    <a:pt x="3744455" y="811441"/>
                  </a:lnTo>
                  <a:lnTo>
                    <a:pt x="3720388" y="811441"/>
                  </a:lnTo>
                  <a:lnTo>
                    <a:pt x="3649268" y="849541"/>
                  </a:lnTo>
                  <a:lnTo>
                    <a:pt x="3625926" y="849541"/>
                  </a:lnTo>
                  <a:lnTo>
                    <a:pt x="3534524" y="900341"/>
                  </a:lnTo>
                  <a:lnTo>
                    <a:pt x="3512185" y="900341"/>
                  </a:lnTo>
                  <a:lnTo>
                    <a:pt x="3446399" y="938441"/>
                  </a:lnTo>
                  <a:lnTo>
                    <a:pt x="3382594" y="976541"/>
                  </a:lnTo>
                  <a:lnTo>
                    <a:pt x="3361779" y="976541"/>
                  </a:lnTo>
                  <a:lnTo>
                    <a:pt x="3320846" y="1001941"/>
                  </a:lnTo>
                  <a:lnTo>
                    <a:pt x="3280867" y="1027341"/>
                  </a:lnTo>
                  <a:lnTo>
                    <a:pt x="3241878" y="1052741"/>
                  </a:lnTo>
                  <a:lnTo>
                    <a:pt x="3203905" y="1078141"/>
                  </a:lnTo>
                  <a:lnTo>
                    <a:pt x="3166961" y="1103541"/>
                  </a:lnTo>
                  <a:lnTo>
                    <a:pt x="3131096" y="1128941"/>
                  </a:lnTo>
                  <a:lnTo>
                    <a:pt x="3096323" y="1154341"/>
                  </a:lnTo>
                  <a:lnTo>
                    <a:pt x="3062681" y="1179741"/>
                  </a:lnTo>
                  <a:lnTo>
                    <a:pt x="3030182" y="1205141"/>
                  </a:lnTo>
                  <a:lnTo>
                    <a:pt x="2998863" y="1230541"/>
                  </a:lnTo>
                  <a:lnTo>
                    <a:pt x="2968764" y="1255941"/>
                  </a:lnTo>
                  <a:lnTo>
                    <a:pt x="2939885" y="1281341"/>
                  </a:lnTo>
                  <a:lnTo>
                    <a:pt x="2898952" y="1319441"/>
                  </a:lnTo>
                  <a:lnTo>
                    <a:pt x="2860954" y="1357541"/>
                  </a:lnTo>
                  <a:lnTo>
                    <a:pt x="2837307" y="1395641"/>
                  </a:lnTo>
                  <a:lnTo>
                    <a:pt x="2825991" y="1408341"/>
                  </a:lnTo>
                  <a:lnTo>
                    <a:pt x="2794152" y="1446441"/>
                  </a:lnTo>
                  <a:lnTo>
                    <a:pt x="2765526" y="1484541"/>
                  </a:lnTo>
                  <a:lnTo>
                    <a:pt x="2748280" y="1522641"/>
                  </a:lnTo>
                  <a:lnTo>
                    <a:pt x="2740228" y="1535341"/>
                  </a:lnTo>
                  <a:lnTo>
                    <a:pt x="2718333" y="1573441"/>
                  </a:lnTo>
                  <a:lnTo>
                    <a:pt x="2699969" y="1624241"/>
                  </a:lnTo>
                  <a:lnTo>
                    <a:pt x="2694635" y="1636941"/>
                  </a:lnTo>
                  <a:lnTo>
                    <a:pt x="2681097" y="1675041"/>
                  </a:lnTo>
                  <a:lnTo>
                    <a:pt x="2671305" y="1725841"/>
                  </a:lnTo>
                  <a:lnTo>
                    <a:pt x="2668892" y="1738541"/>
                  </a:lnTo>
                  <a:lnTo>
                    <a:pt x="2664244" y="1776641"/>
                  </a:lnTo>
                  <a:lnTo>
                    <a:pt x="2663126" y="1827441"/>
                  </a:lnTo>
                  <a:lnTo>
                    <a:pt x="2662428" y="1840141"/>
                  </a:lnTo>
                  <a:lnTo>
                    <a:pt x="2657589" y="1878241"/>
                  </a:lnTo>
                  <a:lnTo>
                    <a:pt x="2652077" y="1903641"/>
                  </a:lnTo>
                  <a:lnTo>
                    <a:pt x="2648699" y="1929041"/>
                  </a:lnTo>
                  <a:lnTo>
                    <a:pt x="2635808" y="1967141"/>
                  </a:lnTo>
                  <a:lnTo>
                    <a:pt x="2619083" y="2005241"/>
                  </a:lnTo>
                  <a:lnTo>
                    <a:pt x="2612656" y="2030641"/>
                  </a:lnTo>
                  <a:lnTo>
                    <a:pt x="2590914" y="2068741"/>
                  </a:lnTo>
                  <a:lnTo>
                    <a:pt x="2565527" y="2106841"/>
                  </a:lnTo>
                  <a:lnTo>
                    <a:pt x="2546629" y="2132241"/>
                  </a:lnTo>
                  <a:lnTo>
                    <a:pt x="2536583" y="2157641"/>
                  </a:lnTo>
                  <a:lnTo>
                    <a:pt x="2504186" y="2195741"/>
                  </a:lnTo>
                  <a:lnTo>
                    <a:pt x="2468435" y="2233841"/>
                  </a:lnTo>
                  <a:lnTo>
                    <a:pt x="2429408" y="2271941"/>
                  </a:lnTo>
                  <a:lnTo>
                    <a:pt x="2401633" y="2297341"/>
                  </a:lnTo>
                  <a:lnTo>
                    <a:pt x="2387231" y="2322741"/>
                  </a:lnTo>
                  <a:lnTo>
                    <a:pt x="2357399" y="2348141"/>
                  </a:lnTo>
                  <a:lnTo>
                    <a:pt x="2326246" y="2373541"/>
                  </a:lnTo>
                  <a:lnTo>
                    <a:pt x="2293785" y="2398941"/>
                  </a:lnTo>
                  <a:lnTo>
                    <a:pt x="2260054" y="2424341"/>
                  </a:lnTo>
                  <a:lnTo>
                    <a:pt x="2225065" y="2449741"/>
                  </a:lnTo>
                  <a:lnTo>
                    <a:pt x="2188883" y="2475141"/>
                  </a:lnTo>
                  <a:lnTo>
                    <a:pt x="2151507" y="2500541"/>
                  </a:lnTo>
                  <a:lnTo>
                    <a:pt x="2112975" y="2525941"/>
                  </a:lnTo>
                  <a:lnTo>
                    <a:pt x="2073325" y="2551341"/>
                  </a:lnTo>
                  <a:lnTo>
                    <a:pt x="2053082" y="2564041"/>
                  </a:lnTo>
                  <a:lnTo>
                    <a:pt x="2032571" y="2564041"/>
                  </a:lnTo>
                  <a:lnTo>
                    <a:pt x="1990763" y="2589441"/>
                  </a:lnTo>
                  <a:lnTo>
                    <a:pt x="1947913" y="2614841"/>
                  </a:lnTo>
                  <a:lnTo>
                    <a:pt x="1881759" y="2652941"/>
                  </a:lnTo>
                  <a:lnTo>
                    <a:pt x="1859229" y="2665641"/>
                  </a:lnTo>
                  <a:lnTo>
                    <a:pt x="1836458" y="2665641"/>
                  </a:lnTo>
                  <a:lnTo>
                    <a:pt x="1766760" y="2703741"/>
                  </a:lnTo>
                  <a:lnTo>
                    <a:pt x="1719173" y="2729141"/>
                  </a:lnTo>
                  <a:lnTo>
                    <a:pt x="1695056" y="2729141"/>
                  </a:lnTo>
                  <a:lnTo>
                    <a:pt x="1596529" y="2779941"/>
                  </a:lnTo>
                  <a:lnTo>
                    <a:pt x="1571396" y="2779941"/>
                  </a:lnTo>
                  <a:lnTo>
                    <a:pt x="1520571" y="2805341"/>
                  </a:lnTo>
                  <a:lnTo>
                    <a:pt x="1494866" y="2805341"/>
                  </a:lnTo>
                  <a:lnTo>
                    <a:pt x="1416710" y="2843441"/>
                  </a:lnTo>
                  <a:lnTo>
                    <a:pt x="1390307" y="2843441"/>
                  </a:lnTo>
                  <a:lnTo>
                    <a:pt x="1337017" y="2868841"/>
                  </a:lnTo>
                  <a:lnTo>
                    <a:pt x="1310132" y="2868841"/>
                  </a:lnTo>
                  <a:lnTo>
                    <a:pt x="1283093" y="2881541"/>
                  </a:lnTo>
                  <a:lnTo>
                    <a:pt x="1255903" y="2881541"/>
                  </a:lnTo>
                  <a:lnTo>
                    <a:pt x="1201077" y="2906941"/>
                  </a:lnTo>
                  <a:lnTo>
                    <a:pt x="1173441" y="2906941"/>
                  </a:lnTo>
                  <a:lnTo>
                    <a:pt x="1145679" y="2919641"/>
                  </a:lnTo>
                  <a:lnTo>
                    <a:pt x="1117790" y="2919641"/>
                  </a:lnTo>
                  <a:lnTo>
                    <a:pt x="1089761" y="2932341"/>
                  </a:lnTo>
                  <a:lnTo>
                    <a:pt x="1061618" y="2932341"/>
                  </a:lnTo>
                  <a:lnTo>
                    <a:pt x="1033348" y="2945041"/>
                  </a:lnTo>
                  <a:lnTo>
                    <a:pt x="1004963" y="2945041"/>
                  </a:lnTo>
                  <a:lnTo>
                    <a:pt x="976452" y="2957741"/>
                  </a:lnTo>
                  <a:lnTo>
                    <a:pt x="947839" y="2957741"/>
                  </a:lnTo>
                  <a:lnTo>
                    <a:pt x="919111" y="2970441"/>
                  </a:lnTo>
                  <a:lnTo>
                    <a:pt x="890295" y="2970441"/>
                  </a:lnTo>
                  <a:lnTo>
                    <a:pt x="861364" y="2983141"/>
                  </a:lnTo>
                  <a:lnTo>
                    <a:pt x="803236" y="2983141"/>
                  </a:lnTo>
                  <a:lnTo>
                    <a:pt x="774039" y="2995841"/>
                  </a:lnTo>
                  <a:lnTo>
                    <a:pt x="744753" y="2995841"/>
                  </a:lnTo>
                  <a:lnTo>
                    <a:pt x="715378" y="3008541"/>
                  </a:lnTo>
                  <a:lnTo>
                    <a:pt x="626833" y="3008541"/>
                  </a:lnTo>
                  <a:lnTo>
                    <a:pt x="597179" y="3021241"/>
                  </a:lnTo>
                  <a:lnTo>
                    <a:pt x="537679" y="3021241"/>
                  </a:lnTo>
                  <a:lnTo>
                    <a:pt x="507847" y="3033941"/>
                  </a:lnTo>
                  <a:lnTo>
                    <a:pt x="388048" y="3033941"/>
                  </a:lnTo>
                  <a:lnTo>
                    <a:pt x="357987" y="3046641"/>
                  </a:lnTo>
                  <a:lnTo>
                    <a:pt x="478840" y="3046641"/>
                  </a:lnTo>
                  <a:lnTo>
                    <a:pt x="508787" y="3033941"/>
                  </a:lnTo>
                  <a:lnTo>
                    <a:pt x="568515" y="3033941"/>
                  </a:lnTo>
                  <a:lnTo>
                    <a:pt x="598297" y="3021241"/>
                  </a:lnTo>
                  <a:lnTo>
                    <a:pt x="687235" y="3021241"/>
                  </a:lnTo>
                  <a:lnTo>
                    <a:pt x="716749" y="3008541"/>
                  </a:lnTo>
                  <a:lnTo>
                    <a:pt x="775525" y="3008541"/>
                  </a:lnTo>
                  <a:lnTo>
                    <a:pt x="804786" y="2995841"/>
                  </a:lnTo>
                  <a:lnTo>
                    <a:pt x="833958" y="2995841"/>
                  </a:lnTo>
                  <a:lnTo>
                    <a:pt x="863041" y="2983141"/>
                  </a:lnTo>
                  <a:lnTo>
                    <a:pt x="892022" y="2983141"/>
                  </a:lnTo>
                  <a:lnTo>
                    <a:pt x="920902" y="2970441"/>
                  </a:lnTo>
                  <a:lnTo>
                    <a:pt x="978357" y="2970441"/>
                  </a:lnTo>
                  <a:lnTo>
                    <a:pt x="1006919" y="2957741"/>
                  </a:lnTo>
                  <a:lnTo>
                    <a:pt x="1035367" y="2957741"/>
                  </a:lnTo>
                  <a:lnTo>
                    <a:pt x="1063701" y="2945041"/>
                  </a:lnTo>
                  <a:lnTo>
                    <a:pt x="1091907" y="2945041"/>
                  </a:lnTo>
                  <a:lnTo>
                    <a:pt x="1147940" y="2919641"/>
                  </a:lnTo>
                  <a:lnTo>
                    <a:pt x="1175766" y="2919641"/>
                  </a:lnTo>
                  <a:lnTo>
                    <a:pt x="1203452" y="2906941"/>
                  </a:lnTo>
                  <a:lnTo>
                    <a:pt x="1230998" y="2906941"/>
                  </a:lnTo>
                  <a:lnTo>
                    <a:pt x="1285646" y="2881541"/>
                  </a:lnTo>
                  <a:lnTo>
                    <a:pt x="1312748" y="2881541"/>
                  </a:lnTo>
                  <a:lnTo>
                    <a:pt x="1339697" y="2868841"/>
                  </a:lnTo>
                  <a:lnTo>
                    <a:pt x="1366481" y="2868841"/>
                  </a:lnTo>
                  <a:lnTo>
                    <a:pt x="1419567" y="2843441"/>
                  </a:lnTo>
                  <a:lnTo>
                    <a:pt x="1445856" y="2843441"/>
                  </a:lnTo>
                  <a:lnTo>
                    <a:pt x="1523657" y="2805341"/>
                  </a:lnTo>
                  <a:lnTo>
                    <a:pt x="1549234" y="2805341"/>
                  </a:lnTo>
                  <a:lnTo>
                    <a:pt x="1624812" y="2767241"/>
                  </a:lnTo>
                  <a:lnTo>
                    <a:pt x="1649603" y="2767241"/>
                  </a:lnTo>
                  <a:lnTo>
                    <a:pt x="1746732" y="2716441"/>
                  </a:lnTo>
                  <a:lnTo>
                    <a:pt x="1770481" y="2716441"/>
                  </a:lnTo>
                  <a:lnTo>
                    <a:pt x="1817306" y="2691041"/>
                  </a:lnTo>
                  <a:lnTo>
                    <a:pt x="1885823" y="2652941"/>
                  </a:lnTo>
                  <a:lnTo>
                    <a:pt x="1908187" y="2652941"/>
                  </a:lnTo>
                  <a:lnTo>
                    <a:pt x="1952180" y="2627541"/>
                  </a:lnTo>
                  <a:lnTo>
                    <a:pt x="1995170" y="2602141"/>
                  </a:lnTo>
                  <a:lnTo>
                    <a:pt x="2037130" y="2576741"/>
                  </a:lnTo>
                  <a:lnTo>
                    <a:pt x="2078024" y="2551341"/>
                  </a:lnTo>
                  <a:lnTo>
                    <a:pt x="2117826" y="2525941"/>
                  </a:lnTo>
                  <a:lnTo>
                    <a:pt x="2156510" y="2500541"/>
                  </a:lnTo>
                  <a:lnTo>
                    <a:pt x="2194039" y="2475141"/>
                  </a:lnTo>
                  <a:lnTo>
                    <a:pt x="2230399" y="2449741"/>
                  </a:lnTo>
                  <a:lnTo>
                    <a:pt x="2265540" y="2424341"/>
                  </a:lnTo>
                  <a:lnTo>
                    <a:pt x="2299449" y="2398941"/>
                  </a:lnTo>
                  <a:lnTo>
                    <a:pt x="2332088" y="2373541"/>
                  </a:lnTo>
                  <a:lnTo>
                    <a:pt x="2363432" y="2348141"/>
                  </a:lnTo>
                  <a:lnTo>
                    <a:pt x="2393442" y="2322741"/>
                  </a:lnTo>
                  <a:lnTo>
                    <a:pt x="2422106" y="2297341"/>
                  </a:lnTo>
                  <a:lnTo>
                    <a:pt x="2462479" y="2259241"/>
                  </a:lnTo>
                  <a:lnTo>
                    <a:pt x="2499639" y="2208441"/>
                  </a:lnTo>
                  <a:lnTo>
                    <a:pt x="2511285" y="2195741"/>
                  </a:lnTo>
                  <a:lnTo>
                    <a:pt x="2544000" y="2157641"/>
                  </a:lnTo>
                  <a:lnTo>
                    <a:pt x="2573248" y="2119541"/>
                  </a:lnTo>
                  <a:lnTo>
                    <a:pt x="2590787" y="2081441"/>
                  </a:lnTo>
                  <a:lnTo>
                    <a:pt x="2598940" y="2068741"/>
                  </a:lnTo>
                  <a:lnTo>
                    <a:pt x="2620975" y="2030641"/>
                  </a:lnTo>
                  <a:lnTo>
                    <a:pt x="2639237" y="1979841"/>
                  </a:lnTo>
                  <a:lnTo>
                    <a:pt x="2644470" y="1967141"/>
                  </a:lnTo>
                  <a:lnTo>
                    <a:pt x="2657551" y="1929041"/>
                  </a:lnTo>
                  <a:lnTo>
                    <a:pt x="2664041" y="1890941"/>
                  </a:lnTo>
                  <a:lnTo>
                    <a:pt x="2666606" y="1878241"/>
                  </a:lnTo>
                  <a:lnTo>
                    <a:pt x="2671546" y="1840141"/>
                  </a:lnTo>
                  <a:lnTo>
                    <a:pt x="2672715" y="1789341"/>
                  </a:lnTo>
                  <a:lnTo>
                    <a:pt x="2673375" y="1776641"/>
                  </a:lnTo>
                  <a:lnTo>
                    <a:pt x="2677947" y="1738541"/>
                  </a:lnTo>
                  <a:lnTo>
                    <a:pt x="2683116" y="1713141"/>
                  </a:lnTo>
                  <a:lnTo>
                    <a:pt x="2686329" y="1687741"/>
                  </a:lnTo>
                  <a:lnTo>
                    <a:pt x="2698432" y="1649641"/>
                  </a:lnTo>
                  <a:lnTo>
                    <a:pt x="2714180" y="1611541"/>
                  </a:lnTo>
                  <a:lnTo>
                    <a:pt x="2720225" y="1598841"/>
                  </a:lnTo>
                  <a:lnTo>
                    <a:pt x="2726652" y="1573441"/>
                  </a:lnTo>
                  <a:lnTo>
                    <a:pt x="2748267" y="1535341"/>
                  </a:lnTo>
                  <a:lnTo>
                    <a:pt x="2773286" y="1497241"/>
                  </a:lnTo>
                  <a:lnTo>
                    <a:pt x="2782366" y="1484541"/>
                  </a:lnTo>
                  <a:lnTo>
                    <a:pt x="2791803" y="1459141"/>
                  </a:lnTo>
                  <a:lnTo>
                    <a:pt x="2822295" y="1421041"/>
                  </a:lnTo>
                  <a:lnTo>
                    <a:pt x="2855938" y="1382941"/>
                  </a:lnTo>
                  <a:lnTo>
                    <a:pt x="2892653" y="1344841"/>
                  </a:lnTo>
                  <a:lnTo>
                    <a:pt x="2918777" y="1319441"/>
                  </a:lnTo>
                  <a:lnTo>
                    <a:pt x="2932341" y="1294041"/>
                  </a:lnTo>
                  <a:lnTo>
                    <a:pt x="2974898" y="1255941"/>
                  </a:lnTo>
                  <a:lnTo>
                    <a:pt x="3004832" y="1230541"/>
                  </a:lnTo>
                  <a:lnTo>
                    <a:pt x="3035973" y="1205141"/>
                  </a:lnTo>
                  <a:lnTo>
                    <a:pt x="3068307" y="1179741"/>
                  </a:lnTo>
                  <a:lnTo>
                    <a:pt x="3101784" y="1154341"/>
                  </a:lnTo>
                  <a:lnTo>
                    <a:pt x="3136392" y="1128941"/>
                  </a:lnTo>
                  <a:lnTo>
                    <a:pt x="3172104" y="1103541"/>
                  </a:lnTo>
                  <a:lnTo>
                    <a:pt x="3208883" y="1078141"/>
                  </a:lnTo>
                  <a:lnTo>
                    <a:pt x="3246717" y="1052741"/>
                  </a:lnTo>
                  <a:lnTo>
                    <a:pt x="3266008" y="1052741"/>
                  </a:lnTo>
                  <a:lnTo>
                    <a:pt x="3285553" y="1040041"/>
                  </a:lnTo>
                  <a:lnTo>
                    <a:pt x="3325380" y="1014641"/>
                  </a:lnTo>
                  <a:lnTo>
                    <a:pt x="3366173" y="989241"/>
                  </a:lnTo>
                  <a:lnTo>
                    <a:pt x="3429101" y="951141"/>
                  </a:lnTo>
                  <a:lnTo>
                    <a:pt x="3450526" y="951141"/>
                  </a:lnTo>
                  <a:lnTo>
                    <a:pt x="3494024" y="925741"/>
                  </a:lnTo>
                  <a:lnTo>
                    <a:pt x="3560864" y="887641"/>
                  </a:lnTo>
                  <a:lnTo>
                    <a:pt x="3583559" y="887641"/>
                  </a:lnTo>
                  <a:lnTo>
                    <a:pt x="3652786" y="849541"/>
                  </a:lnTo>
                  <a:lnTo>
                    <a:pt x="3676256" y="849541"/>
                  </a:lnTo>
                  <a:lnTo>
                    <a:pt x="3747719" y="811441"/>
                  </a:lnTo>
                  <a:lnTo>
                    <a:pt x="3771900" y="811441"/>
                  </a:lnTo>
                  <a:lnTo>
                    <a:pt x="3820757" y="786041"/>
                  </a:lnTo>
                  <a:lnTo>
                    <a:pt x="3845433" y="786041"/>
                  </a:lnTo>
                  <a:lnTo>
                    <a:pt x="3895267" y="760641"/>
                  </a:lnTo>
                  <a:lnTo>
                    <a:pt x="3920413" y="760641"/>
                  </a:lnTo>
                  <a:lnTo>
                    <a:pt x="3971150" y="735241"/>
                  </a:lnTo>
                  <a:lnTo>
                    <a:pt x="3996728" y="735241"/>
                  </a:lnTo>
                  <a:lnTo>
                    <a:pt x="4048315" y="709841"/>
                  </a:lnTo>
                  <a:lnTo>
                    <a:pt x="4074299" y="709841"/>
                  </a:lnTo>
                  <a:lnTo>
                    <a:pt x="4100423" y="697141"/>
                  </a:lnTo>
                  <a:lnTo>
                    <a:pt x="4126674" y="697141"/>
                  </a:lnTo>
                  <a:lnTo>
                    <a:pt x="4153039" y="684441"/>
                  </a:lnTo>
                  <a:lnTo>
                    <a:pt x="4179519" y="684441"/>
                  </a:lnTo>
                  <a:lnTo>
                    <a:pt x="4206113" y="671741"/>
                  </a:lnTo>
                  <a:lnTo>
                    <a:pt x="4232834" y="671741"/>
                  </a:lnTo>
                  <a:lnTo>
                    <a:pt x="4259643" y="659041"/>
                  </a:lnTo>
                  <a:lnTo>
                    <a:pt x="4286567" y="659041"/>
                  </a:lnTo>
                  <a:lnTo>
                    <a:pt x="4313593" y="646341"/>
                  </a:lnTo>
                  <a:lnTo>
                    <a:pt x="4340707" y="646341"/>
                  </a:lnTo>
                  <a:lnTo>
                    <a:pt x="4367923" y="633641"/>
                  </a:lnTo>
                  <a:lnTo>
                    <a:pt x="4422610" y="633641"/>
                  </a:lnTo>
                  <a:lnTo>
                    <a:pt x="4450092" y="620941"/>
                  </a:lnTo>
                  <a:lnTo>
                    <a:pt x="4505274" y="620941"/>
                  </a:lnTo>
                  <a:lnTo>
                    <a:pt x="4532973" y="608241"/>
                  </a:lnTo>
                  <a:lnTo>
                    <a:pt x="4588586" y="608241"/>
                  </a:lnTo>
                  <a:lnTo>
                    <a:pt x="4616488" y="595541"/>
                  </a:lnTo>
                  <a:lnTo>
                    <a:pt x="4672457" y="595541"/>
                  </a:lnTo>
                  <a:lnTo>
                    <a:pt x="4700524" y="582841"/>
                  </a:lnTo>
                  <a:close/>
                </a:path>
                <a:path w="5097145" h="3059429">
                  <a:moveTo>
                    <a:pt x="4869815" y="570141"/>
                  </a:moveTo>
                  <a:lnTo>
                    <a:pt x="4755947" y="570141"/>
                  </a:lnTo>
                  <a:lnTo>
                    <a:pt x="4727714" y="582841"/>
                  </a:lnTo>
                  <a:lnTo>
                    <a:pt x="4841519" y="582841"/>
                  </a:lnTo>
                  <a:lnTo>
                    <a:pt x="4869815" y="570141"/>
                  </a:lnTo>
                  <a:close/>
                </a:path>
                <a:path w="5097145" h="3059429">
                  <a:moveTo>
                    <a:pt x="5096942" y="557441"/>
                  </a:moveTo>
                  <a:lnTo>
                    <a:pt x="5020322" y="532041"/>
                  </a:lnTo>
                  <a:lnTo>
                    <a:pt x="5020653" y="557441"/>
                  </a:lnTo>
                  <a:lnTo>
                    <a:pt x="4926063" y="557441"/>
                  </a:lnTo>
                  <a:lnTo>
                    <a:pt x="4897640" y="570141"/>
                  </a:lnTo>
                  <a:lnTo>
                    <a:pt x="5020818" y="570141"/>
                  </a:lnTo>
                  <a:lnTo>
                    <a:pt x="5021161" y="595541"/>
                  </a:lnTo>
                  <a:lnTo>
                    <a:pt x="5071681" y="570141"/>
                  </a:lnTo>
                  <a:lnTo>
                    <a:pt x="5096942" y="557441"/>
                  </a:lnTo>
                  <a:close/>
                </a:path>
                <a:path w="5097145" h="3059429">
                  <a:moveTo>
                    <a:pt x="5096942" y="36830"/>
                  </a:moveTo>
                  <a:lnTo>
                    <a:pt x="5089042" y="33020"/>
                  </a:lnTo>
                  <a:lnTo>
                    <a:pt x="5020678" y="0"/>
                  </a:lnTo>
                  <a:lnTo>
                    <a:pt x="5020729" y="33020"/>
                  </a:lnTo>
                  <a:lnTo>
                    <a:pt x="4911903" y="33020"/>
                  </a:lnTo>
                  <a:lnTo>
                    <a:pt x="4850371" y="34290"/>
                  </a:lnTo>
                  <a:lnTo>
                    <a:pt x="4788954" y="34290"/>
                  </a:lnTo>
                  <a:lnTo>
                    <a:pt x="4727689" y="35560"/>
                  </a:lnTo>
                  <a:lnTo>
                    <a:pt x="4666602" y="35560"/>
                  </a:lnTo>
                  <a:lnTo>
                    <a:pt x="4364939" y="41910"/>
                  </a:lnTo>
                  <a:lnTo>
                    <a:pt x="4246600" y="45720"/>
                  </a:lnTo>
                  <a:lnTo>
                    <a:pt x="4129938" y="48260"/>
                  </a:lnTo>
                  <a:lnTo>
                    <a:pt x="4015206" y="53340"/>
                  </a:lnTo>
                  <a:lnTo>
                    <a:pt x="3902646" y="57150"/>
                  </a:lnTo>
                  <a:lnTo>
                    <a:pt x="3580396" y="72390"/>
                  </a:lnTo>
                  <a:lnTo>
                    <a:pt x="3478936" y="78740"/>
                  </a:lnTo>
                  <a:lnTo>
                    <a:pt x="3429444" y="81280"/>
                  </a:lnTo>
                  <a:lnTo>
                    <a:pt x="3380829" y="85090"/>
                  </a:lnTo>
                  <a:lnTo>
                    <a:pt x="3333115" y="87630"/>
                  </a:lnTo>
                  <a:lnTo>
                    <a:pt x="3286341" y="91440"/>
                  </a:lnTo>
                  <a:lnTo>
                    <a:pt x="3240532" y="93980"/>
                  </a:lnTo>
                  <a:lnTo>
                    <a:pt x="3151924" y="101600"/>
                  </a:lnTo>
                  <a:lnTo>
                    <a:pt x="3109176" y="104140"/>
                  </a:lnTo>
                  <a:lnTo>
                    <a:pt x="2876550" y="127000"/>
                  </a:lnTo>
                  <a:lnTo>
                    <a:pt x="2746337" y="142240"/>
                  </a:lnTo>
                  <a:lnTo>
                    <a:pt x="2717165" y="146050"/>
                  </a:lnTo>
                  <a:lnTo>
                    <a:pt x="2689415" y="151130"/>
                  </a:lnTo>
                  <a:lnTo>
                    <a:pt x="2638247" y="158750"/>
                  </a:lnTo>
                  <a:lnTo>
                    <a:pt x="2614904" y="162560"/>
                  </a:lnTo>
                  <a:lnTo>
                    <a:pt x="2593086" y="167640"/>
                  </a:lnTo>
                  <a:lnTo>
                    <a:pt x="2572829" y="171450"/>
                  </a:lnTo>
                  <a:lnTo>
                    <a:pt x="2554147" y="175260"/>
                  </a:lnTo>
                  <a:lnTo>
                    <a:pt x="2537079" y="180340"/>
                  </a:lnTo>
                  <a:lnTo>
                    <a:pt x="2521648" y="184150"/>
                  </a:lnTo>
                  <a:lnTo>
                    <a:pt x="2507869" y="189230"/>
                  </a:lnTo>
                  <a:lnTo>
                    <a:pt x="2496159" y="192938"/>
                  </a:lnTo>
                  <a:lnTo>
                    <a:pt x="2490355" y="195580"/>
                  </a:lnTo>
                  <a:lnTo>
                    <a:pt x="2485352" y="198120"/>
                  </a:lnTo>
                  <a:lnTo>
                    <a:pt x="2480780" y="199390"/>
                  </a:lnTo>
                  <a:lnTo>
                    <a:pt x="2476703" y="201879"/>
                  </a:lnTo>
                  <a:lnTo>
                    <a:pt x="2459037" y="224790"/>
                  </a:lnTo>
                  <a:lnTo>
                    <a:pt x="2459215" y="224790"/>
                  </a:lnTo>
                  <a:lnTo>
                    <a:pt x="2458542" y="226060"/>
                  </a:lnTo>
                  <a:lnTo>
                    <a:pt x="2458847" y="226060"/>
                  </a:lnTo>
                  <a:lnTo>
                    <a:pt x="2457729" y="228600"/>
                  </a:lnTo>
                  <a:lnTo>
                    <a:pt x="2458085" y="227330"/>
                  </a:lnTo>
                  <a:lnTo>
                    <a:pt x="2456523" y="229870"/>
                  </a:lnTo>
                  <a:lnTo>
                    <a:pt x="2456865" y="229870"/>
                  </a:lnTo>
                  <a:lnTo>
                    <a:pt x="2454872" y="231140"/>
                  </a:lnTo>
                  <a:lnTo>
                    <a:pt x="2455189" y="231140"/>
                  </a:lnTo>
                  <a:lnTo>
                    <a:pt x="2452763" y="233680"/>
                  </a:lnTo>
                  <a:lnTo>
                    <a:pt x="2453055" y="233680"/>
                  </a:lnTo>
                  <a:lnTo>
                    <a:pt x="2450757" y="234708"/>
                  </a:lnTo>
                  <a:lnTo>
                    <a:pt x="2450388" y="234861"/>
                  </a:lnTo>
                  <a:lnTo>
                    <a:pt x="2450554" y="234861"/>
                  </a:lnTo>
                  <a:lnTo>
                    <a:pt x="2447290" y="237388"/>
                  </a:lnTo>
                  <a:lnTo>
                    <a:pt x="2447683" y="237388"/>
                  </a:lnTo>
                  <a:lnTo>
                    <a:pt x="2444153" y="238582"/>
                  </a:lnTo>
                  <a:lnTo>
                    <a:pt x="2443924" y="238582"/>
                  </a:lnTo>
                  <a:lnTo>
                    <a:pt x="2443708" y="238848"/>
                  </a:lnTo>
                  <a:lnTo>
                    <a:pt x="2439720" y="241300"/>
                  </a:lnTo>
                  <a:lnTo>
                    <a:pt x="2439873" y="241300"/>
                  </a:lnTo>
                  <a:lnTo>
                    <a:pt x="2435339" y="243840"/>
                  </a:lnTo>
                  <a:lnTo>
                    <a:pt x="2430932" y="245008"/>
                  </a:lnTo>
                  <a:lnTo>
                    <a:pt x="2419718" y="250126"/>
                  </a:lnTo>
                  <a:lnTo>
                    <a:pt x="2419985" y="250126"/>
                  </a:lnTo>
                  <a:lnTo>
                    <a:pt x="2405964" y="254317"/>
                  </a:lnTo>
                  <a:lnTo>
                    <a:pt x="2392845" y="257810"/>
                  </a:lnTo>
                  <a:lnTo>
                    <a:pt x="2377097" y="262890"/>
                  </a:lnTo>
                  <a:lnTo>
                    <a:pt x="2359812" y="266700"/>
                  </a:lnTo>
                  <a:lnTo>
                    <a:pt x="2341003" y="270510"/>
                  </a:lnTo>
                  <a:lnTo>
                    <a:pt x="2320734" y="275590"/>
                  </a:lnTo>
                  <a:lnTo>
                    <a:pt x="2299004" y="279400"/>
                  </a:lnTo>
                  <a:lnTo>
                    <a:pt x="2251329" y="287020"/>
                  </a:lnTo>
                  <a:lnTo>
                    <a:pt x="2225433" y="292100"/>
                  </a:lnTo>
                  <a:lnTo>
                    <a:pt x="2139899" y="303530"/>
                  </a:lnTo>
                  <a:lnTo>
                    <a:pt x="1972843" y="322580"/>
                  </a:lnTo>
                  <a:lnTo>
                    <a:pt x="1859178" y="334010"/>
                  </a:lnTo>
                  <a:lnTo>
                    <a:pt x="1819211" y="336550"/>
                  </a:lnTo>
                  <a:lnTo>
                    <a:pt x="1736356" y="344170"/>
                  </a:lnTo>
                  <a:lnTo>
                    <a:pt x="1693519" y="346710"/>
                  </a:lnTo>
                  <a:lnTo>
                    <a:pt x="1649780" y="350520"/>
                  </a:lnTo>
                  <a:lnTo>
                    <a:pt x="1605165" y="353060"/>
                  </a:lnTo>
                  <a:lnTo>
                    <a:pt x="1559699" y="356870"/>
                  </a:lnTo>
                  <a:lnTo>
                    <a:pt x="1513420" y="359410"/>
                  </a:lnTo>
                  <a:lnTo>
                    <a:pt x="1418513" y="365760"/>
                  </a:lnTo>
                  <a:lnTo>
                    <a:pt x="1117117" y="381000"/>
                  </a:lnTo>
                  <a:lnTo>
                    <a:pt x="1011834" y="384810"/>
                  </a:lnTo>
                  <a:lnTo>
                    <a:pt x="904519" y="389890"/>
                  </a:lnTo>
                  <a:lnTo>
                    <a:pt x="795401" y="392430"/>
                  </a:lnTo>
                  <a:lnTo>
                    <a:pt x="684707" y="396240"/>
                  </a:lnTo>
                  <a:lnTo>
                    <a:pt x="402539" y="402590"/>
                  </a:lnTo>
                  <a:lnTo>
                    <a:pt x="345401" y="402590"/>
                  </a:lnTo>
                  <a:lnTo>
                    <a:pt x="288086" y="403860"/>
                  </a:lnTo>
                  <a:lnTo>
                    <a:pt x="230644" y="403860"/>
                  </a:lnTo>
                  <a:lnTo>
                    <a:pt x="173075" y="405130"/>
                  </a:lnTo>
                  <a:lnTo>
                    <a:pt x="0" y="405130"/>
                  </a:lnTo>
                  <a:lnTo>
                    <a:pt x="12" y="414020"/>
                  </a:lnTo>
                  <a:lnTo>
                    <a:pt x="230733" y="414020"/>
                  </a:lnTo>
                  <a:lnTo>
                    <a:pt x="345528" y="411480"/>
                  </a:lnTo>
                  <a:lnTo>
                    <a:pt x="402691" y="411480"/>
                  </a:lnTo>
                  <a:lnTo>
                    <a:pt x="795693" y="402590"/>
                  </a:lnTo>
                  <a:lnTo>
                    <a:pt x="1012202" y="394970"/>
                  </a:lnTo>
                  <a:lnTo>
                    <a:pt x="1419059" y="374650"/>
                  </a:lnTo>
                  <a:lnTo>
                    <a:pt x="1514005" y="368300"/>
                  </a:lnTo>
                  <a:lnTo>
                    <a:pt x="1605813" y="363220"/>
                  </a:lnTo>
                  <a:lnTo>
                    <a:pt x="1650453" y="359410"/>
                  </a:lnTo>
                  <a:lnTo>
                    <a:pt x="1694218" y="356870"/>
                  </a:lnTo>
                  <a:lnTo>
                    <a:pt x="1779028" y="349250"/>
                  </a:lnTo>
                  <a:lnTo>
                    <a:pt x="1820011" y="346710"/>
                  </a:lnTo>
                  <a:lnTo>
                    <a:pt x="1973783" y="331470"/>
                  </a:lnTo>
                  <a:lnTo>
                    <a:pt x="2141093" y="312420"/>
                  </a:lnTo>
                  <a:lnTo>
                    <a:pt x="2226830" y="300990"/>
                  </a:lnTo>
                  <a:lnTo>
                    <a:pt x="2252815" y="295910"/>
                  </a:lnTo>
                  <a:lnTo>
                    <a:pt x="2300694" y="288290"/>
                  </a:lnTo>
                  <a:lnTo>
                    <a:pt x="2322550" y="284480"/>
                  </a:lnTo>
                  <a:lnTo>
                    <a:pt x="2342972" y="279400"/>
                  </a:lnTo>
                  <a:lnTo>
                    <a:pt x="2361933" y="275590"/>
                  </a:lnTo>
                  <a:lnTo>
                    <a:pt x="2379421" y="271780"/>
                  </a:lnTo>
                  <a:lnTo>
                    <a:pt x="2395410" y="266700"/>
                  </a:lnTo>
                  <a:lnTo>
                    <a:pt x="2409863" y="262890"/>
                  </a:lnTo>
                  <a:lnTo>
                    <a:pt x="2422779" y="257810"/>
                  </a:lnTo>
                  <a:lnTo>
                    <a:pt x="2434209" y="253961"/>
                  </a:lnTo>
                  <a:lnTo>
                    <a:pt x="2439200" y="251460"/>
                  </a:lnTo>
                  <a:lnTo>
                    <a:pt x="2443899" y="248920"/>
                  </a:lnTo>
                  <a:lnTo>
                    <a:pt x="2448191" y="247650"/>
                  </a:lnTo>
                  <a:lnTo>
                    <a:pt x="2467622" y="228600"/>
                  </a:lnTo>
                  <a:lnTo>
                    <a:pt x="2468092" y="227330"/>
                  </a:lnTo>
                  <a:lnTo>
                    <a:pt x="2468219" y="226060"/>
                  </a:lnTo>
                  <a:lnTo>
                    <a:pt x="2468346" y="224790"/>
                  </a:lnTo>
                  <a:lnTo>
                    <a:pt x="2468600" y="222250"/>
                  </a:lnTo>
                  <a:lnTo>
                    <a:pt x="2468397" y="222250"/>
                  </a:lnTo>
                  <a:lnTo>
                    <a:pt x="2469121" y="220980"/>
                  </a:lnTo>
                  <a:lnTo>
                    <a:pt x="2468791" y="220980"/>
                  </a:lnTo>
                  <a:lnTo>
                    <a:pt x="2469985" y="219710"/>
                  </a:lnTo>
                  <a:lnTo>
                    <a:pt x="2469604" y="219710"/>
                  </a:lnTo>
                  <a:lnTo>
                    <a:pt x="2471267" y="217170"/>
                  </a:lnTo>
                  <a:lnTo>
                    <a:pt x="2470899" y="218440"/>
                  </a:lnTo>
                  <a:lnTo>
                    <a:pt x="2471953" y="217170"/>
                  </a:lnTo>
                  <a:lnTo>
                    <a:pt x="2473033" y="215900"/>
                  </a:lnTo>
                  <a:lnTo>
                    <a:pt x="2472702" y="215900"/>
                  </a:lnTo>
                  <a:lnTo>
                    <a:pt x="2474607" y="214972"/>
                  </a:lnTo>
                  <a:lnTo>
                    <a:pt x="2478138" y="211975"/>
                  </a:lnTo>
                  <a:lnTo>
                    <a:pt x="2479141" y="211137"/>
                  </a:lnTo>
                  <a:lnTo>
                    <a:pt x="2481326" y="209550"/>
                  </a:lnTo>
                  <a:lnTo>
                    <a:pt x="2481122" y="210820"/>
                  </a:lnTo>
                  <a:lnTo>
                    <a:pt x="2483104" y="209550"/>
                  </a:lnTo>
                  <a:lnTo>
                    <a:pt x="2485085" y="208280"/>
                  </a:lnTo>
                  <a:lnTo>
                    <a:pt x="2484907" y="208280"/>
                  </a:lnTo>
                  <a:lnTo>
                    <a:pt x="2489428" y="205676"/>
                  </a:lnTo>
                  <a:lnTo>
                    <a:pt x="2494242" y="204419"/>
                  </a:lnTo>
                  <a:lnTo>
                    <a:pt x="2493975" y="204419"/>
                  </a:lnTo>
                  <a:lnTo>
                    <a:pt x="2499271" y="201879"/>
                  </a:lnTo>
                  <a:lnTo>
                    <a:pt x="2500503" y="201295"/>
                  </a:lnTo>
                  <a:lnTo>
                    <a:pt x="2510904" y="196850"/>
                  </a:lnTo>
                  <a:lnTo>
                    <a:pt x="2510726" y="198120"/>
                  </a:lnTo>
                  <a:lnTo>
                    <a:pt x="2514117" y="196850"/>
                  </a:lnTo>
                  <a:lnTo>
                    <a:pt x="2524645" y="192938"/>
                  </a:lnTo>
                  <a:lnTo>
                    <a:pt x="2539492" y="189230"/>
                  </a:lnTo>
                  <a:lnTo>
                    <a:pt x="2556332" y="184150"/>
                  </a:lnTo>
                  <a:lnTo>
                    <a:pt x="2574823" y="180340"/>
                  </a:lnTo>
                  <a:lnTo>
                    <a:pt x="2594927" y="176530"/>
                  </a:lnTo>
                  <a:lnTo>
                    <a:pt x="2616606" y="172720"/>
                  </a:lnTo>
                  <a:lnTo>
                    <a:pt x="2639834" y="167640"/>
                  </a:lnTo>
                  <a:lnTo>
                    <a:pt x="2664587" y="163830"/>
                  </a:lnTo>
                  <a:lnTo>
                    <a:pt x="2718485" y="156210"/>
                  </a:lnTo>
                  <a:lnTo>
                    <a:pt x="2747581" y="151130"/>
                  </a:lnTo>
                  <a:lnTo>
                    <a:pt x="2778061" y="147320"/>
                  </a:lnTo>
                  <a:lnTo>
                    <a:pt x="2877553" y="135890"/>
                  </a:lnTo>
                  <a:lnTo>
                    <a:pt x="3068332" y="116840"/>
                  </a:lnTo>
                  <a:lnTo>
                    <a:pt x="3109950" y="114300"/>
                  </a:lnTo>
                  <a:lnTo>
                    <a:pt x="3241217" y="102870"/>
                  </a:lnTo>
                  <a:lnTo>
                    <a:pt x="3287001" y="100330"/>
                  </a:lnTo>
                  <a:lnTo>
                    <a:pt x="3333750" y="96520"/>
                  </a:lnTo>
                  <a:lnTo>
                    <a:pt x="3381425" y="93980"/>
                  </a:lnTo>
                  <a:lnTo>
                    <a:pt x="3430016" y="90170"/>
                  </a:lnTo>
                  <a:lnTo>
                    <a:pt x="3479482" y="87630"/>
                  </a:lnTo>
                  <a:lnTo>
                    <a:pt x="3580917" y="81280"/>
                  </a:lnTo>
                  <a:lnTo>
                    <a:pt x="3903040" y="66040"/>
                  </a:lnTo>
                  <a:lnTo>
                    <a:pt x="4365180" y="50800"/>
                  </a:lnTo>
                  <a:lnTo>
                    <a:pt x="4605883" y="45720"/>
                  </a:lnTo>
                  <a:lnTo>
                    <a:pt x="4666742" y="45720"/>
                  </a:lnTo>
                  <a:lnTo>
                    <a:pt x="4789055" y="43180"/>
                  </a:lnTo>
                  <a:lnTo>
                    <a:pt x="4850447" y="43180"/>
                  </a:lnTo>
                  <a:lnTo>
                    <a:pt x="4911966" y="41910"/>
                  </a:lnTo>
                  <a:lnTo>
                    <a:pt x="5020742" y="41910"/>
                  </a:lnTo>
                  <a:lnTo>
                    <a:pt x="5020805" y="76200"/>
                  </a:lnTo>
                  <a:lnTo>
                    <a:pt x="5087112" y="41910"/>
                  </a:lnTo>
                  <a:lnTo>
                    <a:pt x="5096942" y="3683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01732" y="1357160"/>
            <a:ext cx="4161790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REST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Django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Framework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32133" y="2804426"/>
            <a:ext cx="2112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models.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Model </a:t>
            </a:r>
            <a:r>
              <a:rPr sz="1200" dirty="0">
                <a:latin typeface="Calibri"/>
                <a:cs typeface="Calibri"/>
              </a:rPr>
              <a:t>fields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store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(on/off, auto/manual)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960470" y="3393008"/>
            <a:ext cx="98425" cy="871855"/>
          </a:xfrm>
          <a:custGeom>
            <a:avLst/>
            <a:gdLst/>
            <a:ahLst/>
            <a:cxnLst/>
            <a:rect l="l" t="t" r="r" b="b"/>
            <a:pathLst>
              <a:path w="98425" h="871854">
                <a:moveTo>
                  <a:pt x="48945" y="853146"/>
                </a:moveTo>
                <a:lnTo>
                  <a:pt x="44373" y="845308"/>
                </a:lnTo>
                <a:lnTo>
                  <a:pt x="44373" y="0"/>
                </a:lnTo>
                <a:lnTo>
                  <a:pt x="53517" y="0"/>
                </a:lnTo>
                <a:lnTo>
                  <a:pt x="53517" y="845308"/>
                </a:lnTo>
                <a:lnTo>
                  <a:pt x="48945" y="853146"/>
                </a:lnTo>
                <a:close/>
              </a:path>
              <a:path w="98425" h="871854">
                <a:moveTo>
                  <a:pt x="48945" y="871296"/>
                </a:moveTo>
                <a:lnTo>
                  <a:pt x="546" y="788327"/>
                </a:lnTo>
                <a:lnTo>
                  <a:pt x="0" y="786841"/>
                </a:lnTo>
                <a:lnTo>
                  <a:pt x="0" y="785253"/>
                </a:lnTo>
                <a:lnTo>
                  <a:pt x="565" y="783716"/>
                </a:lnTo>
                <a:lnTo>
                  <a:pt x="1592" y="782510"/>
                </a:lnTo>
                <a:lnTo>
                  <a:pt x="2988" y="781723"/>
                </a:lnTo>
                <a:lnTo>
                  <a:pt x="4483" y="781443"/>
                </a:lnTo>
                <a:lnTo>
                  <a:pt x="6045" y="781723"/>
                </a:lnTo>
                <a:lnTo>
                  <a:pt x="7429" y="782510"/>
                </a:lnTo>
                <a:lnTo>
                  <a:pt x="8445" y="783716"/>
                </a:lnTo>
                <a:lnTo>
                  <a:pt x="44373" y="845308"/>
                </a:lnTo>
                <a:lnTo>
                  <a:pt x="44373" y="862215"/>
                </a:lnTo>
                <a:lnTo>
                  <a:pt x="54242" y="862215"/>
                </a:lnTo>
                <a:lnTo>
                  <a:pt x="48945" y="871296"/>
                </a:lnTo>
                <a:close/>
              </a:path>
              <a:path w="98425" h="871854">
                <a:moveTo>
                  <a:pt x="54242" y="862215"/>
                </a:moveTo>
                <a:lnTo>
                  <a:pt x="53517" y="862215"/>
                </a:lnTo>
                <a:lnTo>
                  <a:pt x="53517" y="845308"/>
                </a:lnTo>
                <a:lnTo>
                  <a:pt x="89446" y="783716"/>
                </a:lnTo>
                <a:lnTo>
                  <a:pt x="90474" y="782510"/>
                </a:lnTo>
                <a:lnTo>
                  <a:pt x="91859" y="781723"/>
                </a:lnTo>
                <a:lnTo>
                  <a:pt x="93421" y="781443"/>
                </a:lnTo>
                <a:lnTo>
                  <a:pt x="94915" y="781723"/>
                </a:lnTo>
                <a:lnTo>
                  <a:pt x="96311" y="782510"/>
                </a:lnTo>
                <a:lnTo>
                  <a:pt x="97339" y="783716"/>
                </a:lnTo>
                <a:lnTo>
                  <a:pt x="97904" y="785253"/>
                </a:lnTo>
                <a:lnTo>
                  <a:pt x="97904" y="786841"/>
                </a:lnTo>
                <a:lnTo>
                  <a:pt x="97345" y="788327"/>
                </a:lnTo>
                <a:lnTo>
                  <a:pt x="54242" y="862215"/>
                </a:lnTo>
                <a:close/>
              </a:path>
              <a:path w="98425" h="871854">
                <a:moveTo>
                  <a:pt x="53517" y="862215"/>
                </a:moveTo>
                <a:lnTo>
                  <a:pt x="44373" y="862215"/>
                </a:lnTo>
                <a:lnTo>
                  <a:pt x="44373" y="845308"/>
                </a:lnTo>
                <a:lnTo>
                  <a:pt x="48945" y="853146"/>
                </a:lnTo>
                <a:lnTo>
                  <a:pt x="44996" y="859916"/>
                </a:lnTo>
                <a:lnTo>
                  <a:pt x="53517" y="859916"/>
                </a:lnTo>
                <a:lnTo>
                  <a:pt x="53517" y="862215"/>
                </a:lnTo>
                <a:close/>
              </a:path>
              <a:path w="98425" h="871854">
                <a:moveTo>
                  <a:pt x="53517" y="859916"/>
                </a:moveTo>
                <a:lnTo>
                  <a:pt x="52895" y="859916"/>
                </a:lnTo>
                <a:lnTo>
                  <a:pt x="48945" y="853146"/>
                </a:lnTo>
                <a:lnTo>
                  <a:pt x="53517" y="845308"/>
                </a:lnTo>
                <a:lnTo>
                  <a:pt x="53517" y="859916"/>
                </a:lnTo>
                <a:close/>
              </a:path>
              <a:path w="98425" h="871854">
                <a:moveTo>
                  <a:pt x="52895" y="859916"/>
                </a:moveTo>
                <a:lnTo>
                  <a:pt x="44996" y="859916"/>
                </a:lnTo>
                <a:lnTo>
                  <a:pt x="48945" y="853146"/>
                </a:lnTo>
                <a:lnTo>
                  <a:pt x="52895" y="85991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81011" y="3528695"/>
            <a:ext cx="4211955" cy="3103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889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Write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serializers.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Serializers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allow </a:t>
            </a:r>
            <a:r>
              <a:rPr sz="1200" dirty="0">
                <a:latin typeface="Calibri"/>
                <a:cs typeface="Calibri"/>
              </a:rPr>
              <a:t>complex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(such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instances)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be </a:t>
            </a:r>
            <a:r>
              <a:rPr sz="1200" dirty="0">
                <a:latin typeface="Calibri"/>
                <a:cs typeface="Calibri"/>
              </a:rPr>
              <a:t>converted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native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Python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datatypes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can </a:t>
            </a:r>
            <a:r>
              <a:rPr sz="1200" dirty="0">
                <a:latin typeface="Calibri"/>
                <a:cs typeface="Calibri"/>
              </a:rPr>
              <a:t>then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easily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rendered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JSON,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XML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or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content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types.</a:t>
            </a:r>
            <a:endParaRPr sz="1200">
              <a:latin typeface="Calibri"/>
              <a:cs typeface="Calibri"/>
            </a:endParaRPr>
          </a:p>
          <a:p>
            <a:pPr marL="1058545">
              <a:lnSpc>
                <a:spcPct val="100000"/>
              </a:lnSpc>
              <a:spcBef>
                <a:spcPts val="1430"/>
              </a:spcBef>
            </a:pPr>
            <a:r>
              <a:rPr sz="1000" b="1" dirty="0">
                <a:latin typeface="Calibri"/>
                <a:cs typeface="Calibri"/>
              </a:rPr>
              <a:t>#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Serializers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–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serializers.py</a:t>
            </a:r>
            <a:endParaRPr sz="1000">
              <a:latin typeface="Calibri"/>
              <a:cs typeface="Calibri"/>
            </a:endParaRPr>
          </a:p>
          <a:p>
            <a:pPr marL="1058545" marR="105981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from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myapp.models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import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State </a:t>
            </a:r>
            <a:r>
              <a:rPr sz="1000" dirty="0">
                <a:latin typeface="Calibri"/>
                <a:cs typeface="Calibri"/>
              </a:rPr>
              <a:t>from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rest_framework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import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serializers</a:t>
            </a:r>
            <a:endParaRPr sz="1000">
              <a:latin typeface="Calibri"/>
              <a:cs typeface="Calibri"/>
            </a:endParaRPr>
          </a:p>
          <a:p>
            <a:pPr marL="1515745" marR="5080" indent="-457200">
              <a:lnSpc>
                <a:spcPct val="100000"/>
              </a:lnSpc>
              <a:spcBef>
                <a:spcPts val="1200"/>
              </a:spcBef>
            </a:pPr>
            <a:r>
              <a:rPr sz="1000" dirty="0">
                <a:latin typeface="Calibri"/>
                <a:cs typeface="Calibri"/>
              </a:rPr>
              <a:t>class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ModeSerializer(serializers.HyperlinkedModelSerializer): </a:t>
            </a:r>
            <a:r>
              <a:rPr sz="1000" dirty="0">
                <a:latin typeface="Calibri"/>
                <a:cs typeface="Calibri"/>
              </a:rPr>
              <a:t>class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Meta:</a:t>
            </a:r>
            <a:endParaRPr sz="1000">
              <a:latin typeface="Calibri"/>
              <a:cs typeface="Calibri"/>
            </a:endParaRPr>
          </a:p>
          <a:p>
            <a:pPr marL="197294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model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=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Mode</a:t>
            </a:r>
            <a:endParaRPr sz="1000">
              <a:latin typeface="Calibri"/>
              <a:cs typeface="Calibri"/>
            </a:endParaRPr>
          </a:p>
          <a:p>
            <a:pPr marL="197294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fields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=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('url',</a:t>
            </a:r>
            <a:r>
              <a:rPr sz="1000" spc="-10" dirty="0">
                <a:latin typeface="Calibri"/>
                <a:cs typeface="Calibri"/>
              </a:rPr>
              <a:t> 'name')</a:t>
            </a:r>
            <a:endParaRPr sz="1000">
              <a:latin typeface="Calibri"/>
              <a:cs typeface="Calibri"/>
            </a:endParaRPr>
          </a:p>
          <a:p>
            <a:pPr marL="1515745" marR="42545" indent="-457200">
              <a:lnSpc>
                <a:spcPct val="100000"/>
              </a:lnSpc>
              <a:spcBef>
                <a:spcPts val="1200"/>
              </a:spcBef>
            </a:pPr>
            <a:r>
              <a:rPr sz="1000" dirty="0">
                <a:latin typeface="Calibri"/>
                <a:cs typeface="Calibri"/>
              </a:rPr>
              <a:t>class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StateSerializer(serializers.HyperlinkedModelSerializer): </a:t>
            </a:r>
            <a:r>
              <a:rPr sz="1000" dirty="0">
                <a:latin typeface="Calibri"/>
                <a:cs typeface="Calibri"/>
              </a:rPr>
              <a:t>class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Meta:</a:t>
            </a:r>
            <a:endParaRPr sz="1000">
              <a:latin typeface="Calibri"/>
              <a:cs typeface="Calibri"/>
            </a:endParaRPr>
          </a:p>
          <a:p>
            <a:pPr marL="197294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model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=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State</a:t>
            </a:r>
            <a:endParaRPr sz="1000">
              <a:latin typeface="Calibri"/>
              <a:cs typeface="Calibri"/>
            </a:endParaRPr>
          </a:p>
          <a:p>
            <a:pPr marL="197294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fields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=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('url',</a:t>
            </a:r>
            <a:r>
              <a:rPr sz="1000" spc="-10" dirty="0">
                <a:latin typeface="Calibri"/>
                <a:cs typeface="Calibri"/>
              </a:rPr>
              <a:t> 'name')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Implementation:</a:t>
            </a:r>
            <a:r>
              <a:rPr spc="-114" dirty="0"/>
              <a:t> </a:t>
            </a:r>
            <a:r>
              <a:rPr dirty="0"/>
              <a:t>RESTful</a:t>
            </a:r>
            <a:r>
              <a:rPr spc="-114" dirty="0"/>
              <a:t> </a:t>
            </a:r>
            <a:r>
              <a:rPr dirty="0"/>
              <a:t>Web</a:t>
            </a:r>
            <a:r>
              <a:rPr spc="-110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73568" y="1697735"/>
            <a:ext cx="3801110" cy="229235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1100" b="1" dirty="0">
                <a:latin typeface="Calibri"/>
                <a:cs typeface="Calibri"/>
              </a:rPr>
              <a:t>#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Views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–</a:t>
            </a:r>
            <a:r>
              <a:rPr sz="1100" b="1" spc="-10" dirty="0">
                <a:latin typeface="Calibri"/>
                <a:cs typeface="Calibri"/>
              </a:rPr>
              <a:t> views.py</a:t>
            </a:r>
            <a:endParaRPr sz="1100">
              <a:latin typeface="Calibri"/>
              <a:cs typeface="Calibri"/>
            </a:endParaRPr>
          </a:p>
          <a:p>
            <a:pPr marL="90805" marR="140652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from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myapp.models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Mode,</a:t>
            </a:r>
            <a:r>
              <a:rPr sz="1100" spc="-20" dirty="0">
                <a:latin typeface="Calibri"/>
                <a:cs typeface="Calibri"/>
              </a:rPr>
              <a:t> State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rest_framework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viewsets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from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myapp.serializers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ModeSerializer,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StateSerializer</a:t>
            </a:r>
            <a:endParaRPr sz="1100">
              <a:latin typeface="Calibri"/>
              <a:cs typeface="Calibri"/>
            </a:endParaRPr>
          </a:p>
          <a:p>
            <a:pPr marL="548005" marR="1132205" indent="-457200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10" dirty="0">
                <a:latin typeface="Calibri"/>
                <a:cs typeface="Calibri"/>
              </a:rPr>
              <a:t> ModeViewSet(viewsets.ModelViewSet): </a:t>
            </a:r>
            <a:r>
              <a:rPr sz="1100" dirty="0">
                <a:latin typeface="Calibri"/>
                <a:cs typeface="Calibri"/>
              </a:rPr>
              <a:t>queryset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Mode.objects.all() serializer_class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ModeSerializer</a:t>
            </a:r>
            <a:endParaRPr sz="1100">
              <a:latin typeface="Calibri"/>
              <a:cs typeface="Calibri"/>
            </a:endParaRPr>
          </a:p>
          <a:p>
            <a:pPr marL="548005" marR="1174115" indent="-457200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10" dirty="0">
                <a:latin typeface="Calibri"/>
                <a:cs typeface="Calibri"/>
              </a:rPr>
              <a:t> StateViewSet(viewsets.ModelViewSet): </a:t>
            </a:r>
            <a:r>
              <a:rPr sz="1100" dirty="0">
                <a:latin typeface="Calibri"/>
                <a:cs typeface="Calibri"/>
              </a:rPr>
              <a:t>queryset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State.objects.all() serializer_class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StateSerializer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0740" y="1973453"/>
            <a:ext cx="2837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Write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ViewSets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Models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which </a:t>
            </a:r>
            <a:r>
              <a:rPr sz="1200" dirty="0">
                <a:latin typeface="Calibri"/>
                <a:cs typeface="Calibri"/>
              </a:rPr>
              <a:t>combine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logic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related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views</a:t>
            </a:r>
            <a:r>
              <a:rPr sz="1200" spc="-25" dirty="0">
                <a:latin typeface="Calibri"/>
                <a:cs typeface="Calibri"/>
              </a:rPr>
              <a:t> in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single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class.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823" y="1865376"/>
            <a:ext cx="3639820" cy="144526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1100" b="1" dirty="0">
                <a:latin typeface="Calibri"/>
                <a:cs typeface="Calibri"/>
              </a:rPr>
              <a:t>#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Models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–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models.py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from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django.db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models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10" dirty="0">
                <a:latin typeface="Calibri"/>
                <a:cs typeface="Calibri"/>
              </a:rPr>
              <a:t> Mode(models.Model):</a:t>
            </a:r>
            <a:endParaRPr sz="11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name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 models.CharField(max_length=50)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10" dirty="0">
                <a:latin typeface="Calibri"/>
                <a:cs typeface="Calibri"/>
              </a:rPr>
              <a:t> State(models.Model):</a:t>
            </a:r>
            <a:endParaRPr sz="11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name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 models.CharField(max_length=50)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32870" y="2803156"/>
            <a:ext cx="2269490" cy="98425"/>
          </a:xfrm>
          <a:custGeom>
            <a:avLst/>
            <a:gdLst/>
            <a:ahLst/>
            <a:cxnLst/>
            <a:rect l="l" t="t" r="r" b="b"/>
            <a:pathLst>
              <a:path w="2269490" h="98425">
                <a:moveTo>
                  <a:pt x="2250920" y="48958"/>
                </a:moveTo>
                <a:lnTo>
                  <a:pt x="2181491" y="8458"/>
                </a:lnTo>
                <a:lnTo>
                  <a:pt x="2180272" y="7429"/>
                </a:lnTo>
                <a:lnTo>
                  <a:pt x="2179485" y="6045"/>
                </a:lnTo>
                <a:lnTo>
                  <a:pt x="2179218" y="4483"/>
                </a:lnTo>
                <a:lnTo>
                  <a:pt x="2179497" y="2920"/>
                </a:lnTo>
                <a:lnTo>
                  <a:pt x="2180297" y="1549"/>
                </a:lnTo>
                <a:lnTo>
                  <a:pt x="2181517" y="533"/>
                </a:lnTo>
                <a:lnTo>
                  <a:pt x="2183015" y="0"/>
                </a:lnTo>
                <a:lnTo>
                  <a:pt x="2184603" y="0"/>
                </a:lnTo>
                <a:lnTo>
                  <a:pt x="2186021" y="533"/>
                </a:lnTo>
                <a:lnTo>
                  <a:pt x="2261220" y="44386"/>
                </a:lnTo>
                <a:lnTo>
                  <a:pt x="2259990" y="44386"/>
                </a:lnTo>
                <a:lnTo>
                  <a:pt x="2259990" y="45008"/>
                </a:lnTo>
                <a:lnTo>
                  <a:pt x="2257691" y="45008"/>
                </a:lnTo>
                <a:lnTo>
                  <a:pt x="2250920" y="48958"/>
                </a:lnTo>
                <a:close/>
              </a:path>
              <a:path w="2269490" h="98425">
                <a:moveTo>
                  <a:pt x="2243083" y="53530"/>
                </a:moveTo>
                <a:lnTo>
                  <a:pt x="0" y="53530"/>
                </a:lnTo>
                <a:lnTo>
                  <a:pt x="0" y="44386"/>
                </a:lnTo>
                <a:lnTo>
                  <a:pt x="2243083" y="44386"/>
                </a:lnTo>
                <a:lnTo>
                  <a:pt x="2250920" y="48958"/>
                </a:lnTo>
                <a:lnTo>
                  <a:pt x="2243083" y="53530"/>
                </a:lnTo>
                <a:close/>
              </a:path>
              <a:path w="2269490" h="98425">
                <a:moveTo>
                  <a:pt x="2261220" y="53530"/>
                </a:moveTo>
                <a:lnTo>
                  <a:pt x="2259990" y="53530"/>
                </a:lnTo>
                <a:lnTo>
                  <a:pt x="2259990" y="44386"/>
                </a:lnTo>
                <a:lnTo>
                  <a:pt x="2261220" y="44386"/>
                </a:lnTo>
                <a:lnTo>
                  <a:pt x="2269058" y="48958"/>
                </a:lnTo>
                <a:lnTo>
                  <a:pt x="2261220" y="53530"/>
                </a:lnTo>
                <a:close/>
              </a:path>
              <a:path w="2269490" h="98425">
                <a:moveTo>
                  <a:pt x="2257691" y="52908"/>
                </a:moveTo>
                <a:lnTo>
                  <a:pt x="2250920" y="48958"/>
                </a:lnTo>
                <a:lnTo>
                  <a:pt x="2257691" y="45008"/>
                </a:lnTo>
                <a:lnTo>
                  <a:pt x="2257691" y="52908"/>
                </a:lnTo>
                <a:close/>
              </a:path>
              <a:path w="2269490" h="98425">
                <a:moveTo>
                  <a:pt x="2259990" y="52908"/>
                </a:moveTo>
                <a:lnTo>
                  <a:pt x="2257691" y="52908"/>
                </a:lnTo>
                <a:lnTo>
                  <a:pt x="2257691" y="45008"/>
                </a:lnTo>
                <a:lnTo>
                  <a:pt x="2259990" y="45008"/>
                </a:lnTo>
                <a:lnTo>
                  <a:pt x="2259990" y="52908"/>
                </a:lnTo>
                <a:close/>
              </a:path>
              <a:path w="2269490" h="98425">
                <a:moveTo>
                  <a:pt x="2184603" y="97904"/>
                </a:moveTo>
                <a:lnTo>
                  <a:pt x="2182980" y="97904"/>
                </a:lnTo>
                <a:lnTo>
                  <a:pt x="2181501" y="97358"/>
                </a:lnTo>
                <a:lnTo>
                  <a:pt x="2180297" y="96354"/>
                </a:lnTo>
                <a:lnTo>
                  <a:pt x="2179497" y="94983"/>
                </a:lnTo>
                <a:lnTo>
                  <a:pt x="2179218" y="93421"/>
                </a:lnTo>
                <a:lnTo>
                  <a:pt x="2179485" y="91859"/>
                </a:lnTo>
                <a:lnTo>
                  <a:pt x="2180272" y="90487"/>
                </a:lnTo>
                <a:lnTo>
                  <a:pt x="2181491" y="89458"/>
                </a:lnTo>
                <a:lnTo>
                  <a:pt x="2250920" y="48958"/>
                </a:lnTo>
                <a:lnTo>
                  <a:pt x="2257691" y="52908"/>
                </a:lnTo>
                <a:lnTo>
                  <a:pt x="2259990" y="52908"/>
                </a:lnTo>
                <a:lnTo>
                  <a:pt x="2259990" y="53530"/>
                </a:lnTo>
                <a:lnTo>
                  <a:pt x="2261220" y="53530"/>
                </a:lnTo>
                <a:lnTo>
                  <a:pt x="2186089" y="97358"/>
                </a:lnTo>
                <a:lnTo>
                  <a:pt x="2184603" y="9790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45042" y="4691519"/>
            <a:ext cx="280225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Write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URL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patterns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services.</a:t>
            </a:r>
            <a:endParaRPr sz="1200">
              <a:latin typeface="Calibri"/>
              <a:cs typeface="Calibri"/>
            </a:endParaRPr>
          </a:p>
          <a:p>
            <a:pPr marL="12700" marR="571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Since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ViewSets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instead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views,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we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automatically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generate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URL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by </a:t>
            </a:r>
            <a:r>
              <a:rPr sz="1200" dirty="0">
                <a:latin typeface="Calibri"/>
                <a:cs typeface="Calibri"/>
              </a:rPr>
              <a:t>simply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registering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viewsets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router class.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Routers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automatically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determining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how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URLs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application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should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mapped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logic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deals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handling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incoming requests.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8280" y="4163567"/>
            <a:ext cx="5318760" cy="240220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0"/>
              </a:spcBef>
            </a:pPr>
            <a:r>
              <a:rPr sz="1000" b="1" dirty="0">
                <a:latin typeface="Calibri"/>
                <a:cs typeface="Calibri"/>
              </a:rPr>
              <a:t>#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URL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Patterns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–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urls.py</a:t>
            </a:r>
            <a:endParaRPr sz="1000">
              <a:latin typeface="Calibri"/>
              <a:cs typeface="Calibri"/>
            </a:endParaRPr>
          </a:p>
          <a:p>
            <a:pPr marL="90170" marR="262763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from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django.conf.urls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import patterns, include, </a:t>
            </a:r>
            <a:r>
              <a:rPr sz="1000" spc="-25" dirty="0">
                <a:latin typeface="Calibri"/>
                <a:cs typeface="Calibri"/>
              </a:rPr>
              <a:t>url</a:t>
            </a:r>
            <a:r>
              <a:rPr sz="1000" dirty="0">
                <a:latin typeface="Calibri"/>
                <a:cs typeface="Calibri"/>
              </a:rPr>
              <a:t> from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django.contrib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import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admin</a:t>
            </a:r>
            <a:endParaRPr sz="1000">
              <a:latin typeface="Calibri"/>
              <a:cs typeface="Calibri"/>
            </a:endParaRPr>
          </a:p>
          <a:p>
            <a:pPr marL="90170" marR="332105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from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rest_framework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import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routers </a:t>
            </a:r>
            <a:r>
              <a:rPr sz="1000" dirty="0">
                <a:latin typeface="Calibri"/>
                <a:cs typeface="Calibri"/>
              </a:rPr>
              <a:t>from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myapp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import</a:t>
            </a:r>
            <a:r>
              <a:rPr sz="1000" spc="-20" dirty="0">
                <a:latin typeface="Calibri"/>
                <a:cs typeface="Calibri"/>
              </a:rPr>
              <a:t> views </a:t>
            </a:r>
            <a:r>
              <a:rPr sz="1000" spc="-10" dirty="0">
                <a:latin typeface="Calibri"/>
                <a:cs typeface="Calibri"/>
              </a:rPr>
              <a:t>admin.autodiscover()</a:t>
            </a:r>
            <a:endParaRPr sz="1000">
              <a:latin typeface="Calibri"/>
              <a:cs typeface="Calibri"/>
            </a:endParaRPr>
          </a:p>
          <a:p>
            <a:pPr marL="90170" marR="287972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router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=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routers.DefaultRouter() router.register(r'mode',</a:t>
            </a:r>
            <a:r>
              <a:rPr sz="1000" spc="1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views.ModeViewSet) router.register(r'state',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views.StateViewSet) </a:t>
            </a:r>
            <a:r>
              <a:rPr sz="1000" dirty="0">
                <a:latin typeface="Calibri"/>
                <a:cs typeface="Calibri"/>
              </a:rPr>
              <a:t>urlpatterns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=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patterns('',</a:t>
            </a:r>
            <a:endParaRPr sz="1000">
              <a:latin typeface="Calibri"/>
              <a:cs typeface="Calibri"/>
            </a:endParaRPr>
          </a:p>
          <a:p>
            <a:pPr marL="20447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url(r'^',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include(router.urls)),</a:t>
            </a:r>
            <a:endParaRPr sz="1000">
              <a:latin typeface="Calibri"/>
              <a:cs typeface="Calibri"/>
            </a:endParaRPr>
          </a:p>
          <a:p>
            <a:pPr marL="204470" marR="98806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url(r'^api-</a:t>
            </a:r>
            <a:r>
              <a:rPr sz="1000" dirty="0">
                <a:latin typeface="Calibri"/>
                <a:cs typeface="Calibri"/>
              </a:rPr>
              <a:t>auth/',</a:t>
            </a:r>
            <a:r>
              <a:rPr sz="1000" spc="1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include('rest_framework.urls',</a:t>
            </a:r>
            <a:r>
              <a:rPr sz="1000" spc="1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namespace='rest_framework')), url(r'^admin/',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include(admin.site.urls)),</a:t>
            </a:r>
            <a:endParaRPr sz="1000">
              <a:latin typeface="Calibri"/>
              <a:cs typeface="Calibri"/>
            </a:endParaRPr>
          </a:p>
          <a:p>
            <a:pPr marL="20447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url(r'^home/',</a:t>
            </a:r>
            <a:r>
              <a:rPr sz="1000" spc="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'myapp.views.home'),</a:t>
            </a:r>
            <a:endParaRPr sz="10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1000" spc="-50" dirty="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39000" y="4159427"/>
            <a:ext cx="2195830" cy="1318895"/>
          </a:xfrm>
          <a:custGeom>
            <a:avLst/>
            <a:gdLst/>
            <a:ahLst/>
            <a:cxnLst/>
            <a:rect l="l" t="t" r="r" b="b"/>
            <a:pathLst>
              <a:path w="2195829" h="1318895">
                <a:moveTo>
                  <a:pt x="13015" y="1316037"/>
                </a:moveTo>
                <a:lnTo>
                  <a:pt x="11785" y="1316037"/>
                </a:lnTo>
                <a:lnTo>
                  <a:pt x="19928" y="1301227"/>
                </a:lnTo>
                <a:lnTo>
                  <a:pt x="2190521" y="0"/>
                </a:lnTo>
                <a:lnTo>
                  <a:pt x="2195220" y="7835"/>
                </a:lnTo>
                <a:lnTo>
                  <a:pt x="13015" y="1316037"/>
                </a:lnTo>
                <a:close/>
              </a:path>
              <a:path w="2195829" h="1318895">
                <a:moveTo>
                  <a:pt x="0" y="1318501"/>
                </a:moveTo>
                <a:lnTo>
                  <a:pt x="46278" y="1234338"/>
                </a:lnTo>
                <a:lnTo>
                  <a:pt x="47478" y="1232966"/>
                </a:lnTo>
                <a:lnTo>
                  <a:pt x="48732" y="1232204"/>
                </a:lnTo>
                <a:lnTo>
                  <a:pt x="48953" y="1232204"/>
                </a:lnTo>
                <a:lnTo>
                  <a:pt x="50190" y="1231963"/>
                </a:lnTo>
                <a:lnTo>
                  <a:pt x="54800" y="1237234"/>
                </a:lnTo>
                <a:lnTo>
                  <a:pt x="54292" y="1238732"/>
                </a:lnTo>
                <a:lnTo>
                  <a:pt x="19928" y="1301227"/>
                </a:lnTo>
                <a:lnTo>
                  <a:pt x="5435" y="1309916"/>
                </a:lnTo>
                <a:lnTo>
                  <a:pt x="10134" y="1317764"/>
                </a:lnTo>
                <a:lnTo>
                  <a:pt x="61898" y="1317764"/>
                </a:lnTo>
                <a:lnTo>
                  <a:pt x="0" y="1318501"/>
                </a:lnTo>
                <a:close/>
              </a:path>
              <a:path w="2195829" h="1318895">
                <a:moveTo>
                  <a:pt x="10134" y="1317764"/>
                </a:moveTo>
                <a:lnTo>
                  <a:pt x="5435" y="1309916"/>
                </a:lnTo>
                <a:lnTo>
                  <a:pt x="19928" y="1301227"/>
                </a:lnTo>
                <a:lnTo>
                  <a:pt x="15618" y="1309066"/>
                </a:lnTo>
                <a:lnTo>
                  <a:pt x="7613" y="1309066"/>
                </a:lnTo>
                <a:lnTo>
                  <a:pt x="11785" y="1316037"/>
                </a:lnTo>
                <a:lnTo>
                  <a:pt x="13015" y="1316037"/>
                </a:lnTo>
                <a:lnTo>
                  <a:pt x="10134" y="1317764"/>
                </a:lnTo>
                <a:close/>
              </a:path>
              <a:path w="2195829" h="1318895">
                <a:moveTo>
                  <a:pt x="61898" y="1317764"/>
                </a:moveTo>
                <a:lnTo>
                  <a:pt x="10134" y="1317764"/>
                </a:lnTo>
                <a:lnTo>
                  <a:pt x="24644" y="1309066"/>
                </a:lnTo>
                <a:lnTo>
                  <a:pt x="95935" y="1308214"/>
                </a:lnTo>
                <a:lnTo>
                  <a:pt x="97510" y="1308468"/>
                </a:lnTo>
                <a:lnTo>
                  <a:pt x="98579" y="1309066"/>
                </a:lnTo>
                <a:lnTo>
                  <a:pt x="98744" y="1309066"/>
                </a:lnTo>
                <a:lnTo>
                  <a:pt x="99923" y="1310449"/>
                </a:lnTo>
                <a:lnTo>
                  <a:pt x="100482" y="1311935"/>
                </a:lnTo>
                <a:lnTo>
                  <a:pt x="100507" y="1313522"/>
                </a:lnTo>
                <a:lnTo>
                  <a:pt x="99974" y="1315021"/>
                </a:lnTo>
                <a:lnTo>
                  <a:pt x="98971" y="1316253"/>
                </a:lnTo>
                <a:lnTo>
                  <a:pt x="97612" y="1317066"/>
                </a:lnTo>
                <a:lnTo>
                  <a:pt x="96050" y="1317358"/>
                </a:lnTo>
                <a:lnTo>
                  <a:pt x="61898" y="1317764"/>
                </a:lnTo>
                <a:close/>
              </a:path>
              <a:path w="2195829" h="1318895">
                <a:moveTo>
                  <a:pt x="11785" y="1316037"/>
                </a:moveTo>
                <a:lnTo>
                  <a:pt x="7613" y="1309066"/>
                </a:lnTo>
                <a:lnTo>
                  <a:pt x="15618" y="1309066"/>
                </a:lnTo>
                <a:lnTo>
                  <a:pt x="11785" y="131603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556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Implementation:</a:t>
            </a:r>
            <a:r>
              <a:rPr spc="-114" dirty="0"/>
              <a:t> </a:t>
            </a:r>
            <a:r>
              <a:rPr dirty="0"/>
              <a:t>RESTful</a:t>
            </a:r>
            <a:r>
              <a:rPr spc="-114" dirty="0"/>
              <a:t> </a:t>
            </a:r>
            <a:r>
              <a:rPr dirty="0"/>
              <a:t>Web</a:t>
            </a:r>
            <a:r>
              <a:rPr spc="-110" dirty="0"/>
              <a:t> </a:t>
            </a:r>
            <a:r>
              <a:rPr spc="-10" dirty="0"/>
              <a:t>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3072" y="1527047"/>
            <a:ext cx="6382512" cy="28536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74848" y="4431791"/>
            <a:ext cx="6925056" cy="22414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5726" y="2112721"/>
            <a:ext cx="2324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Screenshot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browsable </a:t>
            </a:r>
            <a:r>
              <a:rPr sz="1800" dirty="0">
                <a:latin typeface="Calibri"/>
                <a:cs typeface="Calibri"/>
              </a:rPr>
              <a:t>State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887" y="5404103"/>
            <a:ext cx="2324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Screenshot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browsable </a:t>
            </a:r>
            <a:r>
              <a:rPr sz="1800" dirty="0">
                <a:latin typeface="Calibri"/>
                <a:cs typeface="Calibri"/>
              </a:rPr>
              <a:t>Mode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10" y="231140"/>
            <a:ext cx="9608185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Implementation:</a:t>
            </a:r>
            <a:r>
              <a:rPr spc="-135" dirty="0"/>
              <a:t> </a:t>
            </a:r>
            <a:r>
              <a:rPr dirty="0"/>
              <a:t>Controller</a:t>
            </a:r>
            <a:r>
              <a:rPr spc="-130" dirty="0"/>
              <a:t> </a:t>
            </a:r>
            <a:r>
              <a:rPr dirty="0"/>
              <a:t>Native</a:t>
            </a:r>
            <a:r>
              <a:rPr spc="-125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6800" y="1243583"/>
            <a:ext cx="3411220" cy="534035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 marR="1915795">
              <a:lnSpc>
                <a:spcPct val="100000"/>
              </a:lnSpc>
              <a:spcBef>
                <a:spcPts val="290"/>
              </a:spcBef>
            </a:pPr>
            <a:r>
              <a:rPr sz="1100" b="1" dirty="0">
                <a:latin typeface="Calibri"/>
                <a:cs typeface="Calibri"/>
              </a:rPr>
              <a:t>#Controller</a:t>
            </a:r>
            <a:r>
              <a:rPr sz="1100" b="1" spc="-5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service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RPi.GPIO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GPIO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time</a:t>
            </a:r>
            <a:endParaRPr sz="1100">
              <a:latin typeface="Calibri"/>
              <a:cs typeface="Calibri"/>
            </a:endParaRPr>
          </a:p>
          <a:p>
            <a:pPr marL="90805" marR="214884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sqlite3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lite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sys</a:t>
            </a:r>
            <a:endParaRPr sz="1100">
              <a:latin typeface="Calibri"/>
              <a:cs typeface="Calibri"/>
            </a:endParaRPr>
          </a:p>
          <a:p>
            <a:pPr marL="90805" marR="1292225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con = </a:t>
            </a:r>
            <a:r>
              <a:rPr sz="1100" spc="-10" dirty="0">
                <a:latin typeface="Calibri"/>
                <a:cs typeface="Calibri"/>
              </a:rPr>
              <a:t>lite.connect('database.sqlite') </a:t>
            </a:r>
            <a:r>
              <a:rPr sz="1100" dirty="0">
                <a:latin typeface="Calibri"/>
                <a:cs typeface="Calibri"/>
              </a:rPr>
              <a:t>cur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con.cursor()</a:t>
            </a:r>
            <a:endParaRPr sz="1100">
              <a:latin typeface="Calibri"/>
              <a:cs typeface="Calibri"/>
            </a:endParaRPr>
          </a:p>
          <a:p>
            <a:pPr marL="90805" marR="1809750">
              <a:lnSpc>
                <a:spcPct val="100000"/>
              </a:lnSpc>
              <a:spcBef>
                <a:spcPts val="1320"/>
              </a:spcBef>
            </a:pPr>
            <a:r>
              <a:rPr sz="1100" spc="-10" dirty="0">
                <a:latin typeface="Calibri"/>
                <a:cs typeface="Calibri"/>
              </a:rPr>
              <a:t>GPIO.setmode(GPIO.BCM) </a:t>
            </a:r>
            <a:r>
              <a:rPr sz="1100" dirty="0">
                <a:latin typeface="Calibri"/>
                <a:cs typeface="Calibri"/>
              </a:rPr>
              <a:t>threshold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1000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LDR_PIN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18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LIGHT_PIN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25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def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readldr(PIN):</a:t>
            </a:r>
            <a:endParaRPr sz="11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reading=0</a:t>
            </a:r>
            <a:endParaRPr sz="1100">
              <a:latin typeface="Calibri"/>
              <a:cs typeface="Calibri"/>
            </a:endParaRPr>
          </a:p>
          <a:p>
            <a:pPr marL="548005" marR="119316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GPIO.setup(PIN,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GPIO.OUT) </a:t>
            </a:r>
            <a:r>
              <a:rPr sz="1100" dirty="0">
                <a:latin typeface="Calibri"/>
                <a:cs typeface="Calibri"/>
              </a:rPr>
              <a:t>GPIO.output(PIN,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GPIO.LOW)</a:t>
            </a:r>
            <a:endParaRPr sz="1100">
              <a:latin typeface="Calibri"/>
              <a:cs typeface="Calibri"/>
            </a:endParaRPr>
          </a:p>
          <a:p>
            <a:pPr marL="548005" marR="1414145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time.sleep(0.1) </a:t>
            </a:r>
            <a:r>
              <a:rPr sz="1100" dirty="0">
                <a:latin typeface="Calibri"/>
                <a:cs typeface="Calibri"/>
              </a:rPr>
              <a:t>GPIO.setup(PIN,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GPIO.IN)</a:t>
            </a:r>
            <a:endParaRPr sz="1100">
              <a:latin typeface="Calibri"/>
              <a:cs typeface="Calibri"/>
            </a:endParaRPr>
          </a:p>
          <a:p>
            <a:pPr marL="1005205" marR="748665" indent="-4572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while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(GPIO.input(PIN)==GPIO.LOW): reading=reading+1</a:t>
            </a:r>
            <a:endParaRPr sz="11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return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reading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def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switchOnLight(PIN):</a:t>
            </a:r>
            <a:endParaRPr sz="1100">
              <a:latin typeface="Calibri"/>
              <a:cs typeface="Calibri"/>
            </a:endParaRPr>
          </a:p>
          <a:p>
            <a:pPr marL="548005" marR="117157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GPIO.setup(PIN,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GPIO.OUT) </a:t>
            </a:r>
            <a:r>
              <a:rPr sz="1100" dirty="0">
                <a:latin typeface="Calibri"/>
                <a:cs typeface="Calibri"/>
              </a:rPr>
              <a:t>GPIO.output(PIN,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GPIO.HIGH)</a:t>
            </a:r>
            <a:endParaRPr sz="11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1320"/>
              </a:spcBef>
            </a:pPr>
            <a:r>
              <a:rPr sz="1100" dirty="0">
                <a:latin typeface="Calibri"/>
                <a:cs typeface="Calibri"/>
              </a:rPr>
              <a:t>def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switchOffLight(PIN):</a:t>
            </a:r>
            <a:endParaRPr sz="1100">
              <a:latin typeface="Calibri"/>
              <a:cs typeface="Calibri"/>
            </a:endParaRPr>
          </a:p>
          <a:p>
            <a:pPr marL="548005" marR="119316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GPIO.setup(PIN,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GPIO.OUT) </a:t>
            </a:r>
            <a:r>
              <a:rPr sz="1100" dirty="0">
                <a:latin typeface="Calibri"/>
                <a:cs typeface="Calibri"/>
              </a:rPr>
              <a:t>GPIO.output(PIN,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GPIO.LOW)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1623" y="1243583"/>
            <a:ext cx="3563620" cy="549275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81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latin typeface="Calibri"/>
                <a:cs typeface="Calibri"/>
              </a:rPr>
              <a:t>def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runAutoMode():</a:t>
            </a:r>
            <a:endParaRPr sz="900">
              <a:latin typeface="Calibri"/>
              <a:cs typeface="Calibri"/>
            </a:endParaRPr>
          </a:p>
          <a:p>
            <a:pPr marL="546735" marR="1555115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ldr_reading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readldr(LDR_PIN)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if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ldr_reading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&lt;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threshold:</a:t>
            </a:r>
            <a:endParaRPr sz="900">
              <a:latin typeface="Calibri"/>
              <a:cs typeface="Calibri"/>
            </a:endParaRPr>
          </a:p>
          <a:p>
            <a:pPr marL="1003935" marR="132461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switchOnLight(LIGHT_PIN)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setCurrentState('on')</a:t>
            </a:r>
            <a:endParaRPr sz="90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else:</a:t>
            </a:r>
            <a:endParaRPr sz="900">
              <a:latin typeface="Calibri"/>
              <a:cs typeface="Calibri"/>
            </a:endParaRPr>
          </a:p>
          <a:p>
            <a:pPr marL="1003935" marR="1315085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switchOffLight(LIGHT_PIN)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setCurrentState('off')</a:t>
            </a:r>
            <a:endParaRPr sz="9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1080"/>
              </a:spcBef>
            </a:pPr>
            <a:r>
              <a:rPr sz="900" dirty="0">
                <a:latin typeface="Calibri"/>
                <a:cs typeface="Calibri"/>
              </a:rPr>
              <a:t>def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runManualMode():</a:t>
            </a:r>
            <a:endParaRPr sz="900">
              <a:latin typeface="Calibri"/>
              <a:cs typeface="Calibri"/>
            </a:endParaRPr>
          </a:p>
          <a:p>
            <a:pPr marL="546735" marR="1849755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state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10" dirty="0">
                <a:latin typeface="Calibri"/>
                <a:cs typeface="Calibri"/>
              </a:rPr>
              <a:t> getCurrentState()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state=='on':</a:t>
            </a:r>
            <a:endParaRPr sz="900">
              <a:latin typeface="Calibri"/>
              <a:cs typeface="Calibri"/>
            </a:endParaRPr>
          </a:p>
          <a:p>
            <a:pPr marL="1003935" marR="132461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switchOnLight(LIGHT_PIN)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setCurrentState('on')</a:t>
            </a:r>
            <a:endParaRPr sz="900">
              <a:latin typeface="Calibri"/>
              <a:cs typeface="Calibri"/>
            </a:endParaRPr>
          </a:p>
          <a:p>
            <a:pPr marL="546735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elif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state=='off':</a:t>
            </a:r>
            <a:endParaRPr sz="900">
              <a:latin typeface="Calibri"/>
              <a:cs typeface="Calibri"/>
            </a:endParaRPr>
          </a:p>
          <a:p>
            <a:pPr marL="1003935" marR="1315085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switchOffLight(LIGHT_PIN)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setCurrentState('off')</a:t>
            </a:r>
            <a:endParaRPr sz="9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1080"/>
              </a:spcBef>
            </a:pPr>
            <a:r>
              <a:rPr sz="900" dirty="0">
                <a:latin typeface="Calibri"/>
                <a:cs typeface="Calibri"/>
              </a:rPr>
              <a:t>def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getCurrentMode():</a:t>
            </a:r>
            <a:endParaRPr sz="900">
              <a:latin typeface="Calibri"/>
              <a:cs typeface="Calibri"/>
            </a:endParaRPr>
          </a:p>
          <a:p>
            <a:pPr marL="546735" marR="944880">
              <a:lnSpc>
                <a:spcPct val="100000"/>
              </a:lnSpc>
              <a:tabLst>
                <a:tab pos="1918335" algn="l"/>
              </a:tabLst>
            </a:pPr>
            <a:r>
              <a:rPr sz="900" dirty="0">
                <a:latin typeface="Calibri"/>
                <a:cs typeface="Calibri"/>
              </a:rPr>
              <a:t>cur.execute('SELECT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*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FROM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myapp_mode')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data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cur.fetchone()</a:t>
            </a:r>
            <a:r>
              <a:rPr sz="900" dirty="0">
                <a:latin typeface="Calibri"/>
                <a:cs typeface="Calibri"/>
              </a:rPr>
              <a:t>	#(1,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u'auto')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return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data[1]</a:t>
            </a:r>
            <a:endParaRPr sz="9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1080"/>
              </a:spcBef>
            </a:pPr>
            <a:r>
              <a:rPr sz="900" dirty="0">
                <a:latin typeface="Calibri"/>
                <a:cs typeface="Calibri"/>
              </a:rPr>
              <a:t>def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getCurrentState():</a:t>
            </a:r>
            <a:endParaRPr sz="900">
              <a:latin typeface="Calibri"/>
              <a:cs typeface="Calibri"/>
            </a:endParaRPr>
          </a:p>
          <a:p>
            <a:pPr marL="546735" marR="981710">
              <a:lnSpc>
                <a:spcPct val="100000"/>
              </a:lnSpc>
              <a:tabLst>
                <a:tab pos="1918335" algn="l"/>
              </a:tabLst>
            </a:pPr>
            <a:r>
              <a:rPr sz="900" dirty="0">
                <a:latin typeface="Calibri"/>
                <a:cs typeface="Calibri"/>
              </a:rPr>
              <a:t>cur.execute('SELECT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*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FROM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myapp_state')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data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cur.fetchone()</a:t>
            </a:r>
            <a:r>
              <a:rPr sz="900" dirty="0">
                <a:latin typeface="Calibri"/>
                <a:cs typeface="Calibri"/>
              </a:rPr>
              <a:t>	#(1,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u'on')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return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data[1]</a:t>
            </a:r>
            <a:endParaRPr sz="9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1080"/>
              </a:spcBef>
            </a:pPr>
            <a:r>
              <a:rPr sz="900" dirty="0">
                <a:latin typeface="Calibri"/>
                <a:cs typeface="Calibri"/>
              </a:rPr>
              <a:t>def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setCurrentState(val):</a:t>
            </a:r>
            <a:endParaRPr sz="900">
              <a:latin typeface="Calibri"/>
              <a:cs typeface="Calibri"/>
            </a:endParaRPr>
          </a:p>
          <a:p>
            <a:pPr marL="546735" marR="715645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query='UPDATE</a:t>
            </a:r>
            <a:r>
              <a:rPr sz="900" spc="3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myapp_state</a:t>
            </a:r>
            <a:r>
              <a:rPr sz="900" spc="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set</a:t>
            </a:r>
            <a:r>
              <a:rPr sz="900" spc="3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name="'+val+'"'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cur.execute(query)</a:t>
            </a:r>
            <a:endParaRPr sz="90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1080"/>
              </a:spcBef>
            </a:pPr>
            <a:r>
              <a:rPr sz="900" dirty="0">
                <a:latin typeface="Calibri"/>
                <a:cs typeface="Calibri"/>
              </a:rPr>
              <a:t>while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True:</a:t>
            </a:r>
            <a:endParaRPr sz="900">
              <a:latin typeface="Calibri"/>
              <a:cs typeface="Calibri"/>
            </a:endParaRPr>
          </a:p>
          <a:p>
            <a:pPr marL="546735" marR="147955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currentMode=getCurrentMode()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currentMode=='auto':</a:t>
            </a:r>
            <a:endParaRPr sz="900">
              <a:latin typeface="Calibri"/>
              <a:cs typeface="Calibri"/>
            </a:endParaRPr>
          </a:p>
          <a:p>
            <a:pPr marL="546735" marR="1674495" indent="45720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runAutoMode()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elif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currentMode=='manual':</a:t>
            </a:r>
            <a:endParaRPr sz="900">
              <a:latin typeface="Calibri"/>
              <a:cs typeface="Calibri"/>
            </a:endParaRPr>
          </a:p>
          <a:p>
            <a:pPr marL="546735" marR="1691005" indent="45720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runManualMode()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time.sleep(5)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635" y="1722005"/>
            <a:ext cx="224599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Native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deployed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locally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0370" y="2377439"/>
            <a:ext cx="4622800" cy="2066289"/>
            <a:chOff x="110370" y="2377439"/>
            <a:chExt cx="4622800" cy="206628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70" y="2377439"/>
              <a:ext cx="3800412" cy="206598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37929" y="3683749"/>
              <a:ext cx="1795145" cy="98425"/>
            </a:xfrm>
            <a:custGeom>
              <a:avLst/>
              <a:gdLst/>
              <a:ahLst/>
              <a:cxnLst/>
              <a:rect l="l" t="t" r="r" b="b"/>
              <a:pathLst>
                <a:path w="1795145" h="98425">
                  <a:moveTo>
                    <a:pt x="1776823" y="48894"/>
                  </a:moveTo>
                  <a:lnTo>
                    <a:pt x="1707337" y="8445"/>
                  </a:lnTo>
                  <a:lnTo>
                    <a:pt x="1706118" y="7429"/>
                  </a:lnTo>
                  <a:lnTo>
                    <a:pt x="1705330" y="6045"/>
                  </a:lnTo>
                  <a:lnTo>
                    <a:pt x="1705063" y="4483"/>
                  </a:lnTo>
                  <a:lnTo>
                    <a:pt x="1705343" y="2920"/>
                  </a:lnTo>
                  <a:lnTo>
                    <a:pt x="1706143" y="1549"/>
                  </a:lnTo>
                  <a:lnTo>
                    <a:pt x="1707362" y="533"/>
                  </a:lnTo>
                  <a:lnTo>
                    <a:pt x="1708861" y="0"/>
                  </a:lnTo>
                  <a:lnTo>
                    <a:pt x="1710448" y="0"/>
                  </a:lnTo>
                  <a:lnTo>
                    <a:pt x="1711900" y="533"/>
                  </a:lnTo>
                  <a:lnTo>
                    <a:pt x="1787114" y="44335"/>
                  </a:lnTo>
                  <a:lnTo>
                    <a:pt x="1785861" y="44335"/>
                  </a:lnTo>
                  <a:lnTo>
                    <a:pt x="1785862" y="44957"/>
                  </a:lnTo>
                  <a:lnTo>
                    <a:pt x="1783562" y="44957"/>
                  </a:lnTo>
                  <a:lnTo>
                    <a:pt x="1776823" y="48894"/>
                  </a:lnTo>
                  <a:close/>
                </a:path>
                <a:path w="1795145" h="98425">
                  <a:moveTo>
                    <a:pt x="12" y="54622"/>
                  </a:moveTo>
                  <a:lnTo>
                    <a:pt x="0" y="45478"/>
                  </a:lnTo>
                  <a:lnTo>
                    <a:pt x="1785861" y="44335"/>
                  </a:lnTo>
                  <a:lnTo>
                    <a:pt x="1768936" y="44335"/>
                  </a:lnTo>
                  <a:lnTo>
                    <a:pt x="1776761" y="48894"/>
                  </a:lnTo>
                  <a:lnTo>
                    <a:pt x="1768975" y="53479"/>
                  </a:lnTo>
                  <a:lnTo>
                    <a:pt x="1785873" y="53479"/>
                  </a:lnTo>
                  <a:lnTo>
                    <a:pt x="12" y="54622"/>
                  </a:lnTo>
                  <a:close/>
                </a:path>
                <a:path w="1795145" h="98425">
                  <a:moveTo>
                    <a:pt x="1787093" y="53479"/>
                  </a:moveTo>
                  <a:lnTo>
                    <a:pt x="1785873" y="53479"/>
                  </a:lnTo>
                  <a:lnTo>
                    <a:pt x="1785861" y="44335"/>
                  </a:lnTo>
                  <a:lnTo>
                    <a:pt x="1787114" y="44335"/>
                  </a:lnTo>
                  <a:lnTo>
                    <a:pt x="1794941" y="48894"/>
                  </a:lnTo>
                  <a:lnTo>
                    <a:pt x="1787093" y="53479"/>
                  </a:lnTo>
                  <a:close/>
                </a:path>
                <a:path w="1795145" h="98425">
                  <a:moveTo>
                    <a:pt x="1783562" y="52857"/>
                  </a:moveTo>
                  <a:lnTo>
                    <a:pt x="1776823" y="48894"/>
                  </a:lnTo>
                  <a:lnTo>
                    <a:pt x="1783562" y="44957"/>
                  </a:lnTo>
                  <a:lnTo>
                    <a:pt x="1783562" y="52857"/>
                  </a:lnTo>
                  <a:close/>
                </a:path>
                <a:path w="1795145" h="98425">
                  <a:moveTo>
                    <a:pt x="1785873" y="52857"/>
                  </a:moveTo>
                  <a:lnTo>
                    <a:pt x="1783562" y="52857"/>
                  </a:lnTo>
                  <a:lnTo>
                    <a:pt x="1783562" y="44957"/>
                  </a:lnTo>
                  <a:lnTo>
                    <a:pt x="1785862" y="44957"/>
                  </a:lnTo>
                  <a:lnTo>
                    <a:pt x="1785873" y="52857"/>
                  </a:lnTo>
                  <a:close/>
                </a:path>
                <a:path w="1795145" h="98425">
                  <a:moveTo>
                    <a:pt x="1710512" y="97904"/>
                  </a:moveTo>
                  <a:lnTo>
                    <a:pt x="1708924" y="97904"/>
                  </a:lnTo>
                  <a:lnTo>
                    <a:pt x="1707395" y="97345"/>
                  </a:lnTo>
                  <a:lnTo>
                    <a:pt x="1706206" y="96354"/>
                  </a:lnTo>
                  <a:lnTo>
                    <a:pt x="1705406" y="94983"/>
                  </a:lnTo>
                  <a:lnTo>
                    <a:pt x="1705127" y="93421"/>
                  </a:lnTo>
                  <a:lnTo>
                    <a:pt x="1705394" y="91859"/>
                  </a:lnTo>
                  <a:lnTo>
                    <a:pt x="1706181" y="90474"/>
                  </a:lnTo>
                  <a:lnTo>
                    <a:pt x="1707388" y="89458"/>
                  </a:lnTo>
                  <a:lnTo>
                    <a:pt x="1776823" y="48894"/>
                  </a:lnTo>
                  <a:lnTo>
                    <a:pt x="1783562" y="52857"/>
                  </a:lnTo>
                  <a:lnTo>
                    <a:pt x="1785873" y="52857"/>
                  </a:lnTo>
                  <a:lnTo>
                    <a:pt x="1785873" y="53479"/>
                  </a:lnTo>
                  <a:lnTo>
                    <a:pt x="1787093" y="53479"/>
                  </a:lnTo>
                  <a:lnTo>
                    <a:pt x="1711998" y="97345"/>
                  </a:lnTo>
                  <a:lnTo>
                    <a:pt x="1710512" y="9790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15488" y="3885869"/>
            <a:ext cx="2128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Implement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native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Python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run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device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10" y="231140"/>
            <a:ext cx="6539230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Implementation:</a:t>
            </a:r>
            <a:r>
              <a:rPr spc="-125" dirty="0"/>
              <a:t> </a:t>
            </a:r>
            <a:r>
              <a:rPr spc="-10" dirty="0"/>
              <a:t>Application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9015" y="1240536"/>
            <a:ext cx="6532245" cy="549592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5"/>
              </a:spcBef>
            </a:pPr>
            <a:r>
              <a:rPr sz="1000" b="1" dirty="0">
                <a:latin typeface="Calibri"/>
                <a:cs typeface="Calibri"/>
              </a:rPr>
              <a:t>#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Views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–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views.py</a:t>
            </a:r>
            <a:endParaRPr sz="1000">
              <a:latin typeface="Calibri"/>
              <a:cs typeface="Calibri"/>
            </a:endParaRPr>
          </a:p>
          <a:p>
            <a:pPr marL="298450" marR="5527675" indent="-208279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Calibri"/>
                <a:cs typeface="Calibri"/>
              </a:rPr>
              <a:t>def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home(request):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out=‘’</a:t>
            </a:r>
            <a:endParaRPr sz="900">
              <a:latin typeface="Calibri"/>
              <a:cs typeface="Calibri"/>
            </a:endParaRPr>
          </a:p>
          <a:p>
            <a:pPr marL="54737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if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'on'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request.POST:</a:t>
            </a:r>
            <a:endParaRPr sz="900">
              <a:latin typeface="Calibri"/>
              <a:cs typeface="Calibri"/>
            </a:endParaRPr>
          </a:p>
          <a:p>
            <a:pPr marL="1004569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values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{"name":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"on"}</a:t>
            </a:r>
            <a:endParaRPr sz="900">
              <a:latin typeface="Calibri"/>
              <a:cs typeface="Calibri"/>
            </a:endParaRPr>
          </a:p>
          <a:p>
            <a:pPr marL="1004569" marR="119507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r=requests.put('</a:t>
            </a:r>
            <a:r>
              <a:rPr sz="900" spc="-10" dirty="0">
                <a:latin typeface="Calibri"/>
                <a:cs typeface="Calibri"/>
                <a:hlinkClick r:id="rId2"/>
              </a:rPr>
              <a:t>http://127.0.0.1:8000/state/1/',</a:t>
            </a:r>
            <a:r>
              <a:rPr sz="900" spc="15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data=values,</a:t>
            </a:r>
            <a:r>
              <a:rPr sz="900" spc="16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auth=(‘username',</a:t>
            </a:r>
            <a:r>
              <a:rPr sz="900" spc="16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‘password'))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result=r.text</a:t>
            </a:r>
            <a:endParaRPr sz="900">
              <a:latin typeface="Calibri"/>
              <a:cs typeface="Calibri"/>
            </a:endParaRPr>
          </a:p>
          <a:p>
            <a:pPr marL="1004569" marR="4289425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output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10" dirty="0">
                <a:latin typeface="Calibri"/>
                <a:cs typeface="Calibri"/>
              </a:rPr>
              <a:t> json.loads(result)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out=output['name']</a:t>
            </a:r>
            <a:endParaRPr sz="900">
              <a:latin typeface="Calibri"/>
              <a:cs typeface="Calibri"/>
            </a:endParaRPr>
          </a:p>
          <a:p>
            <a:pPr marL="54737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if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'off'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request.POST:</a:t>
            </a:r>
            <a:endParaRPr sz="900">
              <a:latin typeface="Calibri"/>
              <a:cs typeface="Calibri"/>
            </a:endParaRPr>
          </a:p>
          <a:p>
            <a:pPr marL="1004569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values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{"name":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"off"}</a:t>
            </a:r>
            <a:endParaRPr sz="900">
              <a:latin typeface="Calibri"/>
              <a:cs typeface="Calibri"/>
            </a:endParaRPr>
          </a:p>
          <a:p>
            <a:pPr marL="1004569" marR="119507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r=requests.put('</a:t>
            </a:r>
            <a:r>
              <a:rPr sz="900" spc="-10" dirty="0">
                <a:latin typeface="Calibri"/>
                <a:cs typeface="Calibri"/>
                <a:hlinkClick r:id="rId2"/>
              </a:rPr>
              <a:t>http://127.0.0.1:8000/state/1/',</a:t>
            </a:r>
            <a:r>
              <a:rPr sz="900" spc="15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data=values,</a:t>
            </a:r>
            <a:r>
              <a:rPr sz="900" spc="16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auth=(‘username',</a:t>
            </a:r>
            <a:r>
              <a:rPr sz="900" spc="16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‘password'))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result=r.text</a:t>
            </a:r>
            <a:endParaRPr sz="900">
              <a:latin typeface="Calibri"/>
              <a:cs typeface="Calibri"/>
            </a:endParaRPr>
          </a:p>
          <a:p>
            <a:pPr marL="1004569" marR="4289425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output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10" dirty="0">
                <a:latin typeface="Calibri"/>
                <a:cs typeface="Calibri"/>
              </a:rPr>
              <a:t> json.loads(result)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out=output['name']</a:t>
            </a:r>
            <a:endParaRPr sz="900">
              <a:latin typeface="Calibri"/>
              <a:cs typeface="Calibri"/>
            </a:endParaRPr>
          </a:p>
          <a:p>
            <a:pPr marL="54737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if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'auto'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request.POST:</a:t>
            </a:r>
            <a:endParaRPr sz="900">
              <a:latin typeface="Calibri"/>
              <a:cs typeface="Calibri"/>
            </a:endParaRPr>
          </a:p>
          <a:p>
            <a:pPr marL="1004569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values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{"name":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"auto"}</a:t>
            </a:r>
            <a:endParaRPr sz="900">
              <a:latin typeface="Calibri"/>
              <a:cs typeface="Calibri"/>
            </a:endParaRPr>
          </a:p>
          <a:p>
            <a:pPr marL="1004569" marR="115824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r=requests.put('</a:t>
            </a:r>
            <a:r>
              <a:rPr sz="900" spc="-10" dirty="0">
                <a:latin typeface="Calibri"/>
                <a:cs typeface="Calibri"/>
                <a:hlinkClick r:id="rId3"/>
              </a:rPr>
              <a:t>http://127.0.0.1:8000/mode/1/',</a:t>
            </a:r>
            <a:r>
              <a:rPr sz="900" spc="15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data=values,</a:t>
            </a:r>
            <a:r>
              <a:rPr sz="900" spc="15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auth=(‘username',</a:t>
            </a:r>
            <a:r>
              <a:rPr sz="900" spc="16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‘password'))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result=r.text</a:t>
            </a:r>
            <a:endParaRPr sz="900">
              <a:latin typeface="Calibri"/>
              <a:cs typeface="Calibri"/>
            </a:endParaRPr>
          </a:p>
          <a:p>
            <a:pPr marL="1004569" marR="4289425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output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10" dirty="0">
                <a:latin typeface="Calibri"/>
                <a:cs typeface="Calibri"/>
              </a:rPr>
              <a:t> json.loads(result)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out=output['name']</a:t>
            </a:r>
            <a:endParaRPr sz="900">
              <a:latin typeface="Calibri"/>
              <a:cs typeface="Calibri"/>
            </a:endParaRPr>
          </a:p>
          <a:p>
            <a:pPr marL="54737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if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'manual'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request.POST:</a:t>
            </a:r>
            <a:endParaRPr sz="900">
              <a:latin typeface="Calibri"/>
              <a:cs typeface="Calibri"/>
            </a:endParaRPr>
          </a:p>
          <a:p>
            <a:pPr marL="1004569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values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{"name":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"manual"}</a:t>
            </a:r>
            <a:endParaRPr sz="900">
              <a:latin typeface="Calibri"/>
              <a:cs typeface="Calibri"/>
            </a:endParaRPr>
          </a:p>
          <a:p>
            <a:pPr marL="1004569" marR="1158240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r=requests.put('</a:t>
            </a:r>
            <a:r>
              <a:rPr sz="900" spc="-10" dirty="0">
                <a:latin typeface="Calibri"/>
                <a:cs typeface="Calibri"/>
                <a:hlinkClick r:id="rId3"/>
              </a:rPr>
              <a:t>http://127.0.0.1:8000/mode/1/',</a:t>
            </a:r>
            <a:r>
              <a:rPr sz="900" spc="15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data=values,</a:t>
            </a:r>
            <a:r>
              <a:rPr sz="900" spc="15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auth=(‘username',</a:t>
            </a:r>
            <a:r>
              <a:rPr sz="900" spc="16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‘password'))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result=r.text</a:t>
            </a:r>
            <a:endParaRPr sz="900">
              <a:latin typeface="Calibri"/>
              <a:cs typeface="Calibri"/>
            </a:endParaRPr>
          </a:p>
          <a:p>
            <a:pPr marL="1004569" marR="4289425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output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10" dirty="0">
                <a:latin typeface="Calibri"/>
                <a:cs typeface="Calibri"/>
              </a:rPr>
              <a:t> json.loads(result)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out=output['name']</a:t>
            </a:r>
            <a:endParaRPr sz="900">
              <a:latin typeface="Calibri"/>
              <a:cs typeface="Calibri"/>
            </a:endParaRPr>
          </a:p>
          <a:p>
            <a:pPr marL="547370" marR="2238375">
              <a:lnSpc>
                <a:spcPct val="100000"/>
              </a:lnSpc>
              <a:spcBef>
                <a:spcPts val="1080"/>
              </a:spcBef>
            </a:pPr>
            <a:r>
              <a:rPr sz="900" spc="-10" dirty="0">
                <a:latin typeface="Calibri"/>
                <a:cs typeface="Calibri"/>
              </a:rPr>
              <a:t>r=requests.get('</a:t>
            </a:r>
            <a:r>
              <a:rPr sz="900" spc="-10" dirty="0">
                <a:latin typeface="Calibri"/>
                <a:cs typeface="Calibri"/>
                <a:hlinkClick r:id="rId3"/>
              </a:rPr>
              <a:t>http://127.0.0.1:8000/mode/1/',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auth=(‘username',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‘password'))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result=r.text</a:t>
            </a:r>
            <a:endParaRPr sz="900">
              <a:latin typeface="Calibri"/>
              <a:cs typeface="Calibri"/>
            </a:endParaRPr>
          </a:p>
          <a:p>
            <a:pPr marL="547370" marR="460375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output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10" dirty="0">
                <a:latin typeface="Calibri"/>
                <a:cs typeface="Calibri"/>
              </a:rPr>
              <a:t> json.loads(result)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currentmode=output['name']</a:t>
            </a:r>
            <a:endParaRPr sz="900">
              <a:latin typeface="Calibri"/>
              <a:cs typeface="Calibri"/>
            </a:endParaRPr>
          </a:p>
          <a:p>
            <a:pPr marL="547370" marR="2275205">
              <a:lnSpc>
                <a:spcPct val="100000"/>
              </a:lnSpc>
            </a:pPr>
            <a:r>
              <a:rPr sz="900" spc="-10" dirty="0">
                <a:latin typeface="Calibri"/>
                <a:cs typeface="Calibri"/>
              </a:rPr>
              <a:t>r=requests.get('</a:t>
            </a:r>
            <a:r>
              <a:rPr sz="900" spc="-10" dirty="0">
                <a:latin typeface="Calibri"/>
                <a:cs typeface="Calibri"/>
                <a:hlinkClick r:id="rId2"/>
              </a:rPr>
              <a:t>http://127.0.0.1:8000/state/1/',</a:t>
            </a:r>
            <a:r>
              <a:rPr sz="900" spc="21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auth=(‘username',</a:t>
            </a:r>
            <a:r>
              <a:rPr sz="900" spc="2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‘password'))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result=r.text</a:t>
            </a:r>
            <a:endParaRPr sz="900">
              <a:latin typeface="Calibri"/>
              <a:cs typeface="Calibri"/>
            </a:endParaRPr>
          </a:p>
          <a:p>
            <a:pPr marL="547370" marR="464058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output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=</a:t>
            </a:r>
            <a:r>
              <a:rPr sz="900" spc="-10" dirty="0">
                <a:latin typeface="Calibri"/>
                <a:cs typeface="Calibri"/>
              </a:rPr>
              <a:t> json.loads(result)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currentstate=output['name']</a:t>
            </a:r>
            <a:endParaRPr sz="900">
              <a:latin typeface="Calibri"/>
              <a:cs typeface="Calibri"/>
            </a:endParaRPr>
          </a:p>
          <a:p>
            <a:pPr marL="90170" marR="1061720" indent="457200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return</a:t>
            </a:r>
            <a:r>
              <a:rPr sz="900" spc="1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render_to_response('lights.html',{'r':out,</a:t>
            </a:r>
            <a:r>
              <a:rPr sz="900" spc="1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'currentmode':currentmode,</a:t>
            </a:r>
            <a:r>
              <a:rPr sz="900" spc="1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'currentstate':currentstate},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context_instance=RequestContext(request))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623" y="1506753"/>
            <a:ext cx="3590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Implement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Django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Application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View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10" y="231140"/>
            <a:ext cx="6539230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Implementation:</a:t>
            </a:r>
            <a:r>
              <a:rPr spc="-125" dirty="0"/>
              <a:t> </a:t>
            </a:r>
            <a:r>
              <a:rPr spc="-10" dirty="0"/>
              <a:t>Application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80815" y="1182624"/>
            <a:ext cx="4502150" cy="558419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10"/>
              </a:spcBef>
            </a:pPr>
            <a:r>
              <a:rPr sz="700" dirty="0">
                <a:latin typeface="Calibri"/>
                <a:cs typeface="Calibri"/>
              </a:rPr>
              <a:t>&lt;div</a:t>
            </a:r>
            <a:r>
              <a:rPr sz="700" spc="10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class="app-content-inner"&gt;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&lt;fieldset&gt;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&lt;div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class="field</a:t>
            </a:r>
            <a:r>
              <a:rPr sz="700" spc="3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clearfix"&gt;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&lt;label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class="input-</a:t>
            </a:r>
            <a:r>
              <a:rPr sz="700" dirty="0">
                <a:latin typeface="Calibri"/>
                <a:cs typeface="Calibri"/>
              </a:rPr>
              <a:t>label</a:t>
            </a:r>
            <a:r>
              <a:rPr sz="700" spc="3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icon-</a:t>
            </a:r>
            <a:r>
              <a:rPr sz="700" dirty="0">
                <a:latin typeface="Calibri"/>
                <a:cs typeface="Calibri"/>
              </a:rPr>
              <a:t>lamp"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for="lamp-state"&gt;Auto&lt;/label&gt;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&lt;input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id="lamp-</a:t>
            </a:r>
            <a:r>
              <a:rPr sz="700" dirty="0">
                <a:latin typeface="Calibri"/>
                <a:cs typeface="Calibri"/>
              </a:rPr>
              <a:t>state"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class="input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js-lamp-</a:t>
            </a:r>
            <a:r>
              <a:rPr sz="700" dirty="0">
                <a:latin typeface="Calibri"/>
                <a:cs typeface="Calibri"/>
              </a:rPr>
              <a:t>state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hidden"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type="checkbox"&gt;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if </a:t>
            </a:r>
            <a:r>
              <a:rPr sz="700" spc="-10" dirty="0">
                <a:latin typeface="Calibri"/>
                <a:cs typeface="Calibri"/>
              </a:rPr>
              <a:t>currentmode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== 'auto'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&lt;div</a:t>
            </a:r>
            <a:r>
              <a:rPr sz="700" spc="5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class="js-lamp-state-</a:t>
            </a:r>
            <a:r>
              <a:rPr sz="700" dirty="0">
                <a:latin typeface="Calibri"/>
                <a:cs typeface="Calibri"/>
              </a:rPr>
              <a:t>toggle</a:t>
            </a:r>
            <a:r>
              <a:rPr sz="700" spc="6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ui-</a:t>
            </a:r>
            <a:r>
              <a:rPr sz="700" dirty="0">
                <a:latin typeface="Calibri"/>
                <a:cs typeface="Calibri"/>
              </a:rPr>
              <a:t>toggle</a:t>
            </a:r>
            <a:r>
              <a:rPr sz="700" spc="6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"</a:t>
            </a:r>
            <a:r>
              <a:rPr sz="700" spc="5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data-toggle=".js-lamp-state"&gt;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2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else</a:t>
            </a:r>
            <a:r>
              <a:rPr sz="700" spc="-1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&lt;div</a:t>
            </a:r>
            <a:r>
              <a:rPr sz="700" spc="6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class="js-lamp-state-</a:t>
            </a:r>
            <a:r>
              <a:rPr sz="700" dirty="0">
                <a:latin typeface="Calibri"/>
                <a:cs typeface="Calibri"/>
              </a:rPr>
              <a:t>toggle</a:t>
            </a:r>
            <a:r>
              <a:rPr sz="700" spc="7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ui-</a:t>
            </a:r>
            <a:r>
              <a:rPr sz="700" dirty="0">
                <a:latin typeface="Calibri"/>
                <a:cs typeface="Calibri"/>
              </a:rPr>
              <a:t>toggle</a:t>
            </a:r>
            <a:r>
              <a:rPr sz="700" spc="7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js-toggle-</a:t>
            </a:r>
            <a:r>
              <a:rPr sz="700" dirty="0">
                <a:latin typeface="Calibri"/>
                <a:cs typeface="Calibri"/>
              </a:rPr>
              <a:t>off"</a:t>
            </a:r>
            <a:r>
              <a:rPr sz="700" spc="6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data-toggle=".js-lamp-state"&gt;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endif</a:t>
            </a:r>
            <a:r>
              <a:rPr sz="700" spc="-1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&lt;span</a:t>
            </a:r>
            <a:r>
              <a:rPr sz="700" spc="3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</a:t>
            </a:r>
            <a:r>
              <a:rPr sz="700" dirty="0">
                <a:latin typeface="Calibri"/>
                <a:cs typeface="Calibri"/>
              </a:rPr>
              <a:t>slide</a:t>
            </a:r>
            <a:r>
              <a:rPr sz="700" spc="4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clearfix"&gt;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&lt;form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id="my_form11"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action=""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method="post"&gt;{%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csrf_token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&lt;input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name="auto"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value="auto"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type="hidden"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&lt;a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href="#"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onclick="$(this).closest('form').submit()"&gt;&lt;strong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class="ui-toggle-off"&gt;OFF&lt;/strong&gt;&lt;/a&gt;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&lt;/form&gt;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&lt;strong</a:t>
            </a:r>
            <a:r>
              <a:rPr sz="700" spc="5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</a:t>
            </a:r>
            <a:r>
              <a:rPr sz="700" dirty="0">
                <a:latin typeface="Calibri"/>
                <a:cs typeface="Calibri"/>
              </a:rPr>
              <a:t>handle</a:t>
            </a:r>
            <a:r>
              <a:rPr sz="700" spc="6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brushed-metal"&gt;&lt;/strong&gt;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&lt;form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id="my_form13"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action=""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method="post"&gt;{%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csrf_token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&lt;input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name="manual"</a:t>
            </a:r>
            <a:r>
              <a:rPr sz="700" spc="3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value="manual"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type="hidden"</a:t>
            </a:r>
            <a:r>
              <a:rPr sz="700" spc="35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&lt;a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href="#"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onclick="$(this).closest('form').submit()"&gt;&lt;strong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class="ui-toggle-on"&gt;ON&lt;/strong&gt;&lt;/a&gt;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&lt;/form&gt;&lt;/span&gt;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&lt;/div&gt;&lt;/div&gt;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&lt;div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class="field</a:t>
            </a:r>
            <a:r>
              <a:rPr sz="700" spc="3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clearfix"&gt;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&lt;label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class="input-</a:t>
            </a:r>
            <a:r>
              <a:rPr sz="700" dirty="0">
                <a:latin typeface="Calibri"/>
                <a:cs typeface="Calibri"/>
              </a:rPr>
              <a:t>label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icon-</a:t>
            </a:r>
            <a:r>
              <a:rPr sz="700" dirty="0">
                <a:latin typeface="Calibri"/>
                <a:cs typeface="Calibri"/>
              </a:rPr>
              <a:t>lamp"</a:t>
            </a:r>
            <a:r>
              <a:rPr sz="700" spc="3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for="tv-state"&gt;Light&lt;/label&gt;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&lt;input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id="tv-</a:t>
            </a:r>
            <a:r>
              <a:rPr sz="700" dirty="0">
                <a:latin typeface="Calibri"/>
                <a:cs typeface="Calibri"/>
              </a:rPr>
              <a:t>state"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class="input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js-tv-</a:t>
            </a:r>
            <a:r>
              <a:rPr sz="700" dirty="0">
                <a:latin typeface="Calibri"/>
                <a:cs typeface="Calibri"/>
              </a:rPr>
              <a:t>state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hidden"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type="checkbox"&gt;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 if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currentstate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==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'on'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&lt;div</a:t>
            </a:r>
            <a:r>
              <a:rPr sz="700" spc="5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class="js-tv-state-</a:t>
            </a:r>
            <a:r>
              <a:rPr sz="700" dirty="0">
                <a:latin typeface="Calibri"/>
                <a:cs typeface="Calibri"/>
              </a:rPr>
              <a:t>toggle</a:t>
            </a:r>
            <a:r>
              <a:rPr sz="700" spc="6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ui-</a:t>
            </a:r>
            <a:r>
              <a:rPr sz="700" dirty="0">
                <a:latin typeface="Calibri"/>
                <a:cs typeface="Calibri"/>
              </a:rPr>
              <a:t>toggle</a:t>
            </a:r>
            <a:r>
              <a:rPr sz="700" spc="6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"</a:t>
            </a:r>
            <a:r>
              <a:rPr sz="700" spc="5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data-toggle=".js-tv-state"&gt;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2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else</a:t>
            </a:r>
            <a:r>
              <a:rPr sz="700" spc="-1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&lt;div</a:t>
            </a:r>
            <a:r>
              <a:rPr sz="700" spc="6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class="js-tv-state-</a:t>
            </a:r>
            <a:r>
              <a:rPr sz="700" dirty="0">
                <a:latin typeface="Calibri"/>
                <a:cs typeface="Calibri"/>
              </a:rPr>
              <a:t>toggle</a:t>
            </a:r>
            <a:r>
              <a:rPr sz="700" spc="7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ui-</a:t>
            </a:r>
            <a:r>
              <a:rPr sz="700" dirty="0">
                <a:latin typeface="Calibri"/>
                <a:cs typeface="Calibri"/>
              </a:rPr>
              <a:t>toggle</a:t>
            </a:r>
            <a:r>
              <a:rPr sz="700" spc="7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js-toggle-</a:t>
            </a:r>
            <a:r>
              <a:rPr sz="700" dirty="0">
                <a:latin typeface="Calibri"/>
                <a:cs typeface="Calibri"/>
              </a:rPr>
              <a:t>off"</a:t>
            </a:r>
            <a:r>
              <a:rPr sz="700" spc="6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data-toggle=".js-tv-state"&gt;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endif</a:t>
            </a:r>
            <a:r>
              <a:rPr sz="700" spc="-1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if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currentmode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== 'manual'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&lt;span</a:t>
            </a:r>
            <a:r>
              <a:rPr sz="700" spc="3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</a:t>
            </a:r>
            <a:r>
              <a:rPr sz="700" dirty="0">
                <a:latin typeface="Calibri"/>
                <a:cs typeface="Calibri"/>
              </a:rPr>
              <a:t>slide</a:t>
            </a:r>
            <a:r>
              <a:rPr sz="700" spc="4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clearfix"&gt;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&lt;form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id="my_form2"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action=""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method="post"&gt;{%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csrf_token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&lt;input</a:t>
            </a:r>
            <a:r>
              <a:rPr sz="700" spc="-3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name="on"</a:t>
            </a:r>
            <a:r>
              <a:rPr sz="700" spc="-2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value="on"</a:t>
            </a:r>
            <a:r>
              <a:rPr sz="700" spc="-2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type="hidden"</a:t>
            </a:r>
            <a:r>
              <a:rPr sz="700" spc="-3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&lt;a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href="#"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onclick="$(this).closest('form').submit()"&gt;&lt;strong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class="ui-toggle-off"&gt;OFF&lt;/strong&gt;&lt;/a&gt;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&lt;/form&gt;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&lt;strong</a:t>
            </a:r>
            <a:r>
              <a:rPr sz="700" spc="5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</a:t>
            </a:r>
            <a:r>
              <a:rPr sz="700" dirty="0">
                <a:latin typeface="Calibri"/>
                <a:cs typeface="Calibri"/>
              </a:rPr>
              <a:t>handle</a:t>
            </a:r>
            <a:r>
              <a:rPr sz="700" spc="6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brushed-metal"&gt;&lt;/strong&gt;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&lt;form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id="my_form3"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action=""</a:t>
            </a:r>
            <a:r>
              <a:rPr sz="700" spc="2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method="post"&gt;{%</a:t>
            </a:r>
            <a:r>
              <a:rPr sz="700" spc="2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csrf_token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&lt;input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name="off"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value="off"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type="hidden" </a:t>
            </a:r>
            <a:r>
              <a:rPr sz="700" spc="-25" dirty="0">
                <a:latin typeface="Calibri"/>
                <a:cs typeface="Calibri"/>
              </a:rPr>
              <a:t>/&gt;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&lt;a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href="#"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onclick="$(this).closest('form').submit()"&gt;&lt;strong</a:t>
            </a:r>
            <a:r>
              <a:rPr sz="700" spc="10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class="ui-toggle-on"&gt;ON&lt;/strong&gt;&lt;/a&gt;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&lt;/form&gt;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&lt;/span&gt;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endif</a:t>
            </a:r>
            <a:r>
              <a:rPr sz="700" spc="-1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if </a:t>
            </a:r>
            <a:r>
              <a:rPr sz="700" spc="-10" dirty="0">
                <a:latin typeface="Calibri"/>
                <a:cs typeface="Calibri"/>
              </a:rPr>
              <a:t>currentmode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== 'auto'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 if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currentstate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==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'on'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&lt;strong</a:t>
            </a:r>
            <a:r>
              <a:rPr sz="700" spc="6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class="ui-toggle-on"&gt;&amp;nbsp;&amp;nbsp;&amp;nbsp;&amp;nbsp;ON&lt;/strong&gt;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2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else</a:t>
            </a:r>
            <a:r>
              <a:rPr sz="700" spc="-10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&lt;strong</a:t>
            </a:r>
            <a:r>
              <a:rPr sz="700" spc="6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class="ui-toggle-on"&gt;&amp;nbsp;&amp;nbsp;&amp;nbsp;&amp;nbsp;OFF&lt;/strong&gt;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dirty="0">
                <a:latin typeface="Calibri"/>
                <a:cs typeface="Calibri"/>
              </a:rPr>
              <a:t>{%</a:t>
            </a:r>
            <a:r>
              <a:rPr sz="700" spc="-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endif</a:t>
            </a:r>
            <a:r>
              <a:rPr sz="700" spc="-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%}{%</a:t>
            </a:r>
            <a:r>
              <a:rPr sz="700" spc="-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endif</a:t>
            </a:r>
            <a:r>
              <a:rPr sz="700" spc="-15" dirty="0">
                <a:latin typeface="Calibri"/>
                <a:cs typeface="Calibri"/>
              </a:rPr>
              <a:t> </a:t>
            </a:r>
            <a:r>
              <a:rPr sz="700" spc="-25" dirty="0">
                <a:latin typeface="Calibri"/>
                <a:cs typeface="Calibri"/>
              </a:rPr>
              <a:t>%}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&lt;/div&gt;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&lt;/div&gt;</a:t>
            </a:r>
            <a:endParaRPr sz="7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700" spc="-10" dirty="0">
                <a:latin typeface="Calibri"/>
                <a:cs typeface="Calibri"/>
              </a:rPr>
              <a:t>&lt;/fieldset&gt;&lt;/div&gt;&lt;/div&gt;&lt;/div&gt;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010" y="1498282"/>
            <a:ext cx="2740025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Calibri"/>
                <a:cs typeface="Calibri"/>
              </a:rPr>
              <a:t>2.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Django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 Template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9264" y="1182624"/>
            <a:ext cx="3044952" cy="19415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815" y="418109"/>
            <a:ext cx="6645909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Finally</a:t>
            </a:r>
            <a:r>
              <a:rPr spc="-8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dirty="0"/>
              <a:t>Integrate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0789" y="2683856"/>
            <a:ext cx="4224655" cy="3824604"/>
            <a:chOff x="650789" y="2683856"/>
            <a:chExt cx="4224655" cy="38246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789" y="2683856"/>
              <a:ext cx="3070344" cy="38245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86941" y="3365157"/>
              <a:ext cx="3588385" cy="3034665"/>
            </a:xfrm>
            <a:custGeom>
              <a:avLst/>
              <a:gdLst/>
              <a:ahLst/>
              <a:cxnLst/>
              <a:rect l="l" t="t" r="r" b="b"/>
              <a:pathLst>
                <a:path w="3588385" h="3034665">
                  <a:moveTo>
                    <a:pt x="2777058" y="1542313"/>
                  </a:moveTo>
                  <a:lnTo>
                    <a:pt x="2737231" y="1542313"/>
                  </a:lnTo>
                  <a:lnTo>
                    <a:pt x="2206625" y="1548231"/>
                  </a:lnTo>
                  <a:lnTo>
                    <a:pt x="1822259" y="1559521"/>
                  </a:lnTo>
                  <a:lnTo>
                    <a:pt x="1644548" y="1567853"/>
                  </a:lnTo>
                  <a:lnTo>
                    <a:pt x="1570431" y="1572399"/>
                  </a:lnTo>
                  <a:lnTo>
                    <a:pt x="1507464" y="1577162"/>
                  </a:lnTo>
                  <a:lnTo>
                    <a:pt x="1456664" y="1582077"/>
                  </a:lnTo>
                  <a:lnTo>
                    <a:pt x="1411681" y="1588439"/>
                  </a:lnTo>
                  <a:lnTo>
                    <a:pt x="1393685" y="1592948"/>
                  </a:lnTo>
                  <a:lnTo>
                    <a:pt x="1393685" y="1602689"/>
                  </a:lnTo>
                  <a:lnTo>
                    <a:pt x="1393507" y="1602803"/>
                  </a:lnTo>
                  <a:lnTo>
                    <a:pt x="1393647" y="1602689"/>
                  </a:lnTo>
                  <a:lnTo>
                    <a:pt x="1393685" y="1592948"/>
                  </a:lnTo>
                  <a:lnTo>
                    <a:pt x="1393151" y="1593138"/>
                  </a:lnTo>
                  <a:lnTo>
                    <a:pt x="1393151" y="1602117"/>
                  </a:lnTo>
                  <a:lnTo>
                    <a:pt x="1393101" y="1602346"/>
                  </a:lnTo>
                  <a:lnTo>
                    <a:pt x="1393024" y="1602689"/>
                  </a:lnTo>
                  <a:lnTo>
                    <a:pt x="1392974" y="1602955"/>
                  </a:lnTo>
                  <a:lnTo>
                    <a:pt x="1392936" y="1602689"/>
                  </a:lnTo>
                  <a:lnTo>
                    <a:pt x="1393101" y="1602346"/>
                  </a:lnTo>
                  <a:lnTo>
                    <a:pt x="1393139" y="1602117"/>
                  </a:lnTo>
                  <a:lnTo>
                    <a:pt x="1393151" y="1593138"/>
                  </a:lnTo>
                  <a:lnTo>
                    <a:pt x="1391183" y="1593862"/>
                  </a:lnTo>
                  <a:lnTo>
                    <a:pt x="1387970" y="1595526"/>
                  </a:lnTo>
                  <a:lnTo>
                    <a:pt x="1385481" y="1597660"/>
                  </a:lnTo>
                  <a:lnTo>
                    <a:pt x="1385176" y="1598180"/>
                  </a:lnTo>
                  <a:lnTo>
                    <a:pt x="1385176" y="1599628"/>
                  </a:lnTo>
                  <a:lnTo>
                    <a:pt x="1385023" y="1599755"/>
                  </a:lnTo>
                  <a:lnTo>
                    <a:pt x="1385138" y="1599628"/>
                  </a:lnTo>
                  <a:lnTo>
                    <a:pt x="1385176" y="1598180"/>
                  </a:lnTo>
                  <a:lnTo>
                    <a:pt x="1384312" y="1599628"/>
                  </a:lnTo>
                  <a:lnTo>
                    <a:pt x="1384274" y="1600403"/>
                  </a:lnTo>
                  <a:lnTo>
                    <a:pt x="1384414" y="1600288"/>
                  </a:lnTo>
                  <a:lnTo>
                    <a:pt x="1384122" y="1600593"/>
                  </a:lnTo>
                  <a:lnTo>
                    <a:pt x="1384084" y="1600898"/>
                  </a:lnTo>
                  <a:lnTo>
                    <a:pt x="1383982" y="1601508"/>
                  </a:lnTo>
                  <a:lnTo>
                    <a:pt x="1383919" y="1601685"/>
                  </a:lnTo>
                  <a:lnTo>
                    <a:pt x="1383944" y="1601508"/>
                  </a:lnTo>
                  <a:lnTo>
                    <a:pt x="1384071" y="1600898"/>
                  </a:lnTo>
                  <a:lnTo>
                    <a:pt x="1384109" y="1600657"/>
                  </a:lnTo>
                  <a:lnTo>
                    <a:pt x="1383906" y="1600708"/>
                  </a:lnTo>
                  <a:lnTo>
                    <a:pt x="1384134" y="1600517"/>
                  </a:lnTo>
                  <a:lnTo>
                    <a:pt x="1384274" y="1600403"/>
                  </a:lnTo>
                  <a:lnTo>
                    <a:pt x="1383880" y="1600720"/>
                  </a:lnTo>
                  <a:lnTo>
                    <a:pt x="1383728" y="1600898"/>
                  </a:lnTo>
                  <a:lnTo>
                    <a:pt x="1383855" y="1600746"/>
                  </a:lnTo>
                  <a:lnTo>
                    <a:pt x="1382331" y="1601508"/>
                  </a:lnTo>
                  <a:lnTo>
                    <a:pt x="1339646" y="1610194"/>
                  </a:lnTo>
                  <a:lnTo>
                    <a:pt x="1295654" y="1615147"/>
                  </a:lnTo>
                  <a:lnTo>
                    <a:pt x="1205992" y="1622323"/>
                  </a:lnTo>
                  <a:lnTo>
                    <a:pt x="1047775" y="1631162"/>
                  </a:lnTo>
                  <a:lnTo>
                    <a:pt x="687628" y="1643748"/>
                  </a:lnTo>
                  <a:lnTo>
                    <a:pt x="194652" y="1651685"/>
                  </a:lnTo>
                  <a:lnTo>
                    <a:pt x="76174" y="1652244"/>
                  </a:lnTo>
                  <a:lnTo>
                    <a:pt x="76136" y="1618729"/>
                  </a:lnTo>
                  <a:lnTo>
                    <a:pt x="0" y="1656956"/>
                  </a:lnTo>
                  <a:lnTo>
                    <a:pt x="76250" y="1694929"/>
                  </a:lnTo>
                  <a:lnTo>
                    <a:pt x="76200" y="1661388"/>
                  </a:lnTo>
                  <a:lnTo>
                    <a:pt x="259029" y="1660296"/>
                  </a:lnTo>
                  <a:lnTo>
                    <a:pt x="802297" y="1649666"/>
                  </a:lnTo>
                  <a:lnTo>
                    <a:pt x="1005649" y="1642224"/>
                  </a:lnTo>
                  <a:lnTo>
                    <a:pt x="1048219" y="1640306"/>
                  </a:lnTo>
                  <a:lnTo>
                    <a:pt x="1206627" y="1631442"/>
                  </a:lnTo>
                  <a:lnTo>
                    <a:pt x="1269593" y="1626679"/>
                  </a:lnTo>
                  <a:lnTo>
                    <a:pt x="1320393" y="1621764"/>
                  </a:lnTo>
                  <a:lnTo>
                    <a:pt x="1365377" y="1615401"/>
                  </a:lnTo>
                  <a:lnTo>
                    <a:pt x="1392783" y="1604111"/>
                  </a:lnTo>
                  <a:lnTo>
                    <a:pt x="1392847" y="1603590"/>
                  </a:lnTo>
                  <a:lnTo>
                    <a:pt x="1392986" y="1603260"/>
                  </a:lnTo>
                  <a:lnTo>
                    <a:pt x="1392605" y="1603590"/>
                  </a:lnTo>
                  <a:lnTo>
                    <a:pt x="1392237" y="1603908"/>
                  </a:lnTo>
                  <a:lnTo>
                    <a:pt x="1392008" y="1604111"/>
                  </a:lnTo>
                  <a:lnTo>
                    <a:pt x="1392428" y="1603616"/>
                  </a:lnTo>
                  <a:lnTo>
                    <a:pt x="1392237" y="1603908"/>
                  </a:lnTo>
                  <a:lnTo>
                    <a:pt x="1392593" y="1603590"/>
                  </a:lnTo>
                  <a:lnTo>
                    <a:pt x="1392720" y="1603260"/>
                  </a:lnTo>
                  <a:lnTo>
                    <a:pt x="1392834" y="1602955"/>
                  </a:lnTo>
                  <a:lnTo>
                    <a:pt x="1392796" y="1603171"/>
                  </a:lnTo>
                  <a:lnTo>
                    <a:pt x="1392605" y="1603590"/>
                  </a:lnTo>
                  <a:lnTo>
                    <a:pt x="1392910" y="1603260"/>
                  </a:lnTo>
                  <a:lnTo>
                    <a:pt x="1393063" y="1603184"/>
                  </a:lnTo>
                  <a:lnTo>
                    <a:pt x="1394015" y="1602689"/>
                  </a:lnTo>
                  <a:lnTo>
                    <a:pt x="1395133" y="1602117"/>
                  </a:lnTo>
                  <a:lnTo>
                    <a:pt x="1396377" y="1601685"/>
                  </a:lnTo>
                  <a:lnTo>
                    <a:pt x="1398485" y="1600898"/>
                  </a:lnTo>
                  <a:lnTo>
                    <a:pt x="1398689" y="1600898"/>
                  </a:lnTo>
                  <a:lnTo>
                    <a:pt x="1400416" y="1600403"/>
                  </a:lnTo>
                  <a:lnTo>
                    <a:pt x="1458556" y="1591068"/>
                  </a:lnTo>
                  <a:lnTo>
                    <a:pt x="1458696" y="1591068"/>
                  </a:lnTo>
                  <a:lnTo>
                    <a:pt x="1481391" y="1588706"/>
                  </a:lnTo>
                  <a:lnTo>
                    <a:pt x="1538198" y="1583880"/>
                  </a:lnTo>
                  <a:lnTo>
                    <a:pt x="1606727" y="1579232"/>
                  </a:lnTo>
                  <a:lnTo>
                    <a:pt x="1729270" y="1572679"/>
                  </a:lnTo>
                  <a:lnTo>
                    <a:pt x="2037054" y="1561490"/>
                  </a:lnTo>
                  <a:lnTo>
                    <a:pt x="2037461" y="1561490"/>
                  </a:lnTo>
                  <a:lnTo>
                    <a:pt x="2397074" y="1554099"/>
                  </a:lnTo>
                  <a:lnTo>
                    <a:pt x="2737243" y="1551457"/>
                  </a:lnTo>
                  <a:lnTo>
                    <a:pt x="2777058" y="1551457"/>
                  </a:lnTo>
                  <a:lnTo>
                    <a:pt x="2777058" y="1542313"/>
                  </a:lnTo>
                  <a:close/>
                </a:path>
                <a:path w="3588385" h="3034665">
                  <a:moveTo>
                    <a:pt x="3539071" y="2086305"/>
                  </a:moveTo>
                  <a:lnTo>
                    <a:pt x="3539045" y="2077161"/>
                  </a:lnTo>
                  <a:lnTo>
                    <a:pt x="3502228" y="2077161"/>
                  </a:lnTo>
                  <a:lnTo>
                    <a:pt x="3168535" y="2080818"/>
                  </a:lnTo>
                  <a:lnTo>
                    <a:pt x="2878251" y="2088946"/>
                  </a:lnTo>
                  <a:lnTo>
                    <a:pt x="2710624" y="2096338"/>
                  </a:lnTo>
                  <a:lnTo>
                    <a:pt x="2603258" y="2102700"/>
                  </a:lnTo>
                  <a:lnTo>
                    <a:pt x="2541994" y="2107247"/>
                  </a:lnTo>
                  <a:lnTo>
                    <a:pt x="2489949" y="2112010"/>
                  </a:lnTo>
                  <a:lnTo>
                    <a:pt x="2447925" y="2116937"/>
                  </a:lnTo>
                  <a:lnTo>
                    <a:pt x="2405291" y="2124633"/>
                  </a:lnTo>
                  <a:lnTo>
                    <a:pt x="2398166" y="2126856"/>
                  </a:lnTo>
                  <a:lnTo>
                    <a:pt x="2398166" y="2136673"/>
                  </a:lnTo>
                  <a:lnTo>
                    <a:pt x="2397925" y="2136800"/>
                  </a:lnTo>
                  <a:lnTo>
                    <a:pt x="2398128" y="2136673"/>
                  </a:lnTo>
                  <a:lnTo>
                    <a:pt x="2398166" y="2126856"/>
                  </a:lnTo>
                  <a:lnTo>
                    <a:pt x="2396706" y="2127364"/>
                  </a:lnTo>
                  <a:lnTo>
                    <a:pt x="2396490" y="2127466"/>
                  </a:lnTo>
                  <a:lnTo>
                    <a:pt x="2396490" y="2136673"/>
                  </a:lnTo>
                  <a:lnTo>
                    <a:pt x="2396439" y="2136838"/>
                  </a:lnTo>
                  <a:lnTo>
                    <a:pt x="2396464" y="2136673"/>
                  </a:lnTo>
                  <a:lnTo>
                    <a:pt x="2396490" y="2127466"/>
                  </a:lnTo>
                  <a:lnTo>
                    <a:pt x="2396350" y="2127529"/>
                  </a:lnTo>
                  <a:lnTo>
                    <a:pt x="2396350" y="2137168"/>
                  </a:lnTo>
                  <a:lnTo>
                    <a:pt x="2396350" y="2137359"/>
                  </a:lnTo>
                  <a:lnTo>
                    <a:pt x="2396274" y="2137575"/>
                  </a:lnTo>
                  <a:lnTo>
                    <a:pt x="2396236" y="2137702"/>
                  </a:lnTo>
                  <a:lnTo>
                    <a:pt x="2396274" y="2137359"/>
                  </a:lnTo>
                  <a:lnTo>
                    <a:pt x="2396350" y="2137168"/>
                  </a:lnTo>
                  <a:lnTo>
                    <a:pt x="2396350" y="2127529"/>
                  </a:lnTo>
                  <a:lnTo>
                    <a:pt x="2387485" y="2135416"/>
                  </a:lnTo>
                  <a:lnTo>
                    <a:pt x="2388120" y="2134882"/>
                  </a:lnTo>
                  <a:lnTo>
                    <a:pt x="2387739" y="2135416"/>
                  </a:lnTo>
                  <a:lnTo>
                    <a:pt x="2387638" y="2135555"/>
                  </a:lnTo>
                  <a:lnTo>
                    <a:pt x="2387485" y="2135771"/>
                  </a:lnTo>
                  <a:lnTo>
                    <a:pt x="2387523" y="2135644"/>
                  </a:lnTo>
                  <a:lnTo>
                    <a:pt x="2387447" y="2135822"/>
                  </a:lnTo>
                  <a:lnTo>
                    <a:pt x="2387269" y="2136457"/>
                  </a:lnTo>
                  <a:lnTo>
                    <a:pt x="2387206" y="2136673"/>
                  </a:lnTo>
                  <a:lnTo>
                    <a:pt x="2387168" y="2135924"/>
                  </a:lnTo>
                  <a:lnTo>
                    <a:pt x="2387320" y="2135924"/>
                  </a:lnTo>
                  <a:lnTo>
                    <a:pt x="2387460" y="2135746"/>
                  </a:lnTo>
                  <a:lnTo>
                    <a:pt x="2334437" y="2147532"/>
                  </a:lnTo>
                  <a:lnTo>
                    <a:pt x="2292743" y="2152421"/>
                  </a:lnTo>
                  <a:lnTo>
                    <a:pt x="2211425" y="2159470"/>
                  </a:lnTo>
                  <a:lnTo>
                    <a:pt x="2110206" y="2166010"/>
                  </a:lnTo>
                  <a:lnTo>
                    <a:pt x="1905050" y="2175446"/>
                  </a:lnTo>
                  <a:lnTo>
                    <a:pt x="1563382" y="2184501"/>
                  </a:lnTo>
                  <a:lnTo>
                    <a:pt x="1351978" y="2186914"/>
                  </a:lnTo>
                  <a:lnTo>
                    <a:pt x="1320774" y="2186914"/>
                  </a:lnTo>
                  <a:lnTo>
                    <a:pt x="1320698" y="2153513"/>
                  </a:lnTo>
                  <a:lnTo>
                    <a:pt x="1244587" y="2191791"/>
                  </a:lnTo>
                  <a:lnTo>
                    <a:pt x="1320876" y="2229713"/>
                  </a:lnTo>
                  <a:lnTo>
                    <a:pt x="1320787" y="2196058"/>
                  </a:lnTo>
                  <a:lnTo>
                    <a:pt x="1352029" y="2196058"/>
                  </a:lnTo>
                  <a:lnTo>
                    <a:pt x="1667154" y="2191613"/>
                  </a:lnTo>
                  <a:lnTo>
                    <a:pt x="1907895" y="2184501"/>
                  </a:lnTo>
                  <a:lnTo>
                    <a:pt x="2075307" y="2177072"/>
                  </a:lnTo>
                  <a:lnTo>
                    <a:pt x="2212124" y="2168575"/>
                  </a:lnTo>
                  <a:lnTo>
                    <a:pt x="2269261" y="2163889"/>
                  </a:lnTo>
                  <a:lnTo>
                    <a:pt x="2316022" y="2159076"/>
                  </a:lnTo>
                  <a:lnTo>
                    <a:pt x="2366937" y="2151519"/>
                  </a:lnTo>
                  <a:lnTo>
                    <a:pt x="2396134" y="2138654"/>
                  </a:lnTo>
                  <a:lnTo>
                    <a:pt x="2396413" y="2137740"/>
                  </a:lnTo>
                  <a:lnTo>
                    <a:pt x="2395537" y="2138654"/>
                  </a:lnTo>
                  <a:lnTo>
                    <a:pt x="2396286" y="2137740"/>
                  </a:lnTo>
                  <a:lnTo>
                    <a:pt x="2396413" y="2137740"/>
                  </a:lnTo>
                  <a:lnTo>
                    <a:pt x="2396782" y="2137359"/>
                  </a:lnTo>
                  <a:lnTo>
                    <a:pt x="2396312" y="2137651"/>
                  </a:lnTo>
                  <a:lnTo>
                    <a:pt x="2396426" y="2137359"/>
                  </a:lnTo>
                  <a:lnTo>
                    <a:pt x="2396782" y="2137359"/>
                  </a:lnTo>
                  <a:lnTo>
                    <a:pt x="2396426" y="2137740"/>
                  </a:lnTo>
                  <a:lnTo>
                    <a:pt x="2397036" y="2137359"/>
                  </a:lnTo>
                  <a:lnTo>
                    <a:pt x="2397722" y="2136940"/>
                  </a:lnTo>
                  <a:lnTo>
                    <a:pt x="2399931" y="2135924"/>
                  </a:lnTo>
                  <a:lnTo>
                    <a:pt x="2401366" y="2135416"/>
                  </a:lnTo>
                  <a:lnTo>
                    <a:pt x="2402890" y="2134882"/>
                  </a:lnTo>
                  <a:lnTo>
                    <a:pt x="2403576" y="2134641"/>
                  </a:lnTo>
                  <a:lnTo>
                    <a:pt x="2449398" y="2125967"/>
                  </a:lnTo>
                  <a:lnTo>
                    <a:pt x="2490914" y="2121103"/>
                  </a:lnTo>
                  <a:lnTo>
                    <a:pt x="2542768" y="2116366"/>
                  </a:lnTo>
                  <a:lnTo>
                    <a:pt x="2603893" y="2111819"/>
                  </a:lnTo>
                  <a:lnTo>
                    <a:pt x="2711107" y="2105469"/>
                  </a:lnTo>
                  <a:lnTo>
                    <a:pt x="2927350" y="2096338"/>
                  </a:lnTo>
                  <a:lnTo>
                    <a:pt x="2927680" y="2096338"/>
                  </a:lnTo>
                  <a:lnTo>
                    <a:pt x="3224441" y="2088946"/>
                  </a:lnTo>
                  <a:lnTo>
                    <a:pt x="3502253" y="2086305"/>
                  </a:lnTo>
                  <a:lnTo>
                    <a:pt x="3539071" y="2086305"/>
                  </a:lnTo>
                  <a:close/>
                </a:path>
                <a:path w="3588385" h="3034665">
                  <a:moveTo>
                    <a:pt x="3539071" y="957668"/>
                  </a:moveTo>
                  <a:lnTo>
                    <a:pt x="3539045" y="948524"/>
                  </a:lnTo>
                  <a:lnTo>
                    <a:pt x="3506152" y="948524"/>
                  </a:lnTo>
                  <a:lnTo>
                    <a:pt x="3168535" y="952195"/>
                  </a:lnTo>
                  <a:lnTo>
                    <a:pt x="2878251" y="960310"/>
                  </a:lnTo>
                  <a:lnTo>
                    <a:pt x="2710624" y="967701"/>
                  </a:lnTo>
                  <a:lnTo>
                    <a:pt x="2603258" y="974064"/>
                  </a:lnTo>
                  <a:lnTo>
                    <a:pt x="2541994" y="978623"/>
                  </a:lnTo>
                  <a:lnTo>
                    <a:pt x="2489949" y="983373"/>
                  </a:lnTo>
                  <a:lnTo>
                    <a:pt x="2447925" y="988314"/>
                  </a:lnTo>
                  <a:lnTo>
                    <a:pt x="2405291" y="995997"/>
                  </a:lnTo>
                  <a:lnTo>
                    <a:pt x="2398128" y="998232"/>
                  </a:lnTo>
                  <a:lnTo>
                    <a:pt x="2398128" y="1008049"/>
                  </a:lnTo>
                  <a:lnTo>
                    <a:pt x="2398128" y="998232"/>
                  </a:lnTo>
                  <a:lnTo>
                    <a:pt x="2396706" y="998728"/>
                  </a:lnTo>
                  <a:lnTo>
                    <a:pt x="2396490" y="998829"/>
                  </a:lnTo>
                  <a:lnTo>
                    <a:pt x="2396490" y="1008049"/>
                  </a:lnTo>
                  <a:lnTo>
                    <a:pt x="2396439" y="1008214"/>
                  </a:lnTo>
                  <a:lnTo>
                    <a:pt x="2396464" y="1008049"/>
                  </a:lnTo>
                  <a:lnTo>
                    <a:pt x="2396490" y="998829"/>
                  </a:lnTo>
                  <a:lnTo>
                    <a:pt x="2396350" y="998893"/>
                  </a:lnTo>
                  <a:lnTo>
                    <a:pt x="2396350" y="1008545"/>
                  </a:lnTo>
                  <a:lnTo>
                    <a:pt x="2396350" y="1008735"/>
                  </a:lnTo>
                  <a:lnTo>
                    <a:pt x="2396274" y="1008926"/>
                  </a:lnTo>
                  <a:lnTo>
                    <a:pt x="2396223" y="1009078"/>
                  </a:lnTo>
                  <a:lnTo>
                    <a:pt x="2396274" y="1008735"/>
                  </a:lnTo>
                  <a:lnTo>
                    <a:pt x="2396350" y="1008545"/>
                  </a:lnTo>
                  <a:lnTo>
                    <a:pt x="2396350" y="998893"/>
                  </a:lnTo>
                  <a:lnTo>
                    <a:pt x="2387473" y="1006779"/>
                  </a:lnTo>
                  <a:lnTo>
                    <a:pt x="2387600" y="1006779"/>
                  </a:lnTo>
                  <a:lnTo>
                    <a:pt x="2388120" y="1006246"/>
                  </a:lnTo>
                  <a:lnTo>
                    <a:pt x="2387739" y="1006779"/>
                  </a:lnTo>
                  <a:lnTo>
                    <a:pt x="2387612" y="1006919"/>
                  </a:lnTo>
                  <a:lnTo>
                    <a:pt x="2387485" y="1007148"/>
                  </a:lnTo>
                  <a:lnTo>
                    <a:pt x="2387612" y="1006957"/>
                  </a:lnTo>
                  <a:lnTo>
                    <a:pt x="2387460" y="1006983"/>
                  </a:lnTo>
                  <a:lnTo>
                    <a:pt x="2387447" y="1007122"/>
                  </a:lnTo>
                  <a:lnTo>
                    <a:pt x="2387371" y="1007300"/>
                  </a:lnTo>
                  <a:lnTo>
                    <a:pt x="2387269" y="1007833"/>
                  </a:lnTo>
                  <a:lnTo>
                    <a:pt x="2387206" y="1008049"/>
                  </a:lnTo>
                  <a:lnTo>
                    <a:pt x="2387168" y="1007300"/>
                  </a:lnTo>
                  <a:lnTo>
                    <a:pt x="2387320" y="1007300"/>
                  </a:lnTo>
                  <a:lnTo>
                    <a:pt x="2387447" y="1007122"/>
                  </a:lnTo>
                  <a:lnTo>
                    <a:pt x="2387015" y="1007300"/>
                  </a:lnTo>
                  <a:lnTo>
                    <a:pt x="2386139" y="1007833"/>
                  </a:lnTo>
                  <a:lnTo>
                    <a:pt x="2334437" y="1018908"/>
                  </a:lnTo>
                  <a:lnTo>
                    <a:pt x="2292743" y="1023797"/>
                  </a:lnTo>
                  <a:lnTo>
                    <a:pt x="2211425" y="1030833"/>
                  </a:lnTo>
                  <a:lnTo>
                    <a:pt x="2110206" y="1037386"/>
                  </a:lnTo>
                  <a:lnTo>
                    <a:pt x="1905050" y="1046822"/>
                  </a:lnTo>
                  <a:lnTo>
                    <a:pt x="1563382" y="1055878"/>
                  </a:lnTo>
                  <a:lnTo>
                    <a:pt x="1351978" y="1058278"/>
                  </a:lnTo>
                  <a:lnTo>
                    <a:pt x="1320774" y="1058278"/>
                  </a:lnTo>
                  <a:lnTo>
                    <a:pt x="1320698" y="1024890"/>
                  </a:lnTo>
                  <a:lnTo>
                    <a:pt x="1244587" y="1063167"/>
                  </a:lnTo>
                  <a:lnTo>
                    <a:pt x="1320876" y="1101090"/>
                  </a:lnTo>
                  <a:lnTo>
                    <a:pt x="1320787" y="1067422"/>
                  </a:lnTo>
                  <a:lnTo>
                    <a:pt x="1352029" y="1067422"/>
                  </a:lnTo>
                  <a:lnTo>
                    <a:pt x="1667154" y="1062990"/>
                  </a:lnTo>
                  <a:lnTo>
                    <a:pt x="1907527" y="1055878"/>
                  </a:lnTo>
                  <a:lnTo>
                    <a:pt x="2075573" y="1048435"/>
                  </a:lnTo>
                  <a:lnTo>
                    <a:pt x="2146554" y="1044384"/>
                  </a:lnTo>
                  <a:lnTo>
                    <a:pt x="2241651" y="1037653"/>
                  </a:lnTo>
                  <a:lnTo>
                    <a:pt x="2293709" y="1032891"/>
                  </a:lnTo>
                  <a:lnTo>
                    <a:pt x="2335733" y="1027963"/>
                  </a:lnTo>
                  <a:lnTo>
                    <a:pt x="2378354" y="1020267"/>
                  </a:lnTo>
                  <a:lnTo>
                    <a:pt x="2396134" y="1010018"/>
                  </a:lnTo>
                  <a:lnTo>
                    <a:pt x="2396401" y="1009116"/>
                  </a:lnTo>
                  <a:lnTo>
                    <a:pt x="2395537" y="1010018"/>
                  </a:lnTo>
                  <a:lnTo>
                    <a:pt x="2396286" y="1009116"/>
                  </a:lnTo>
                  <a:lnTo>
                    <a:pt x="2396782" y="1008735"/>
                  </a:lnTo>
                  <a:lnTo>
                    <a:pt x="2396312" y="1009015"/>
                  </a:lnTo>
                  <a:lnTo>
                    <a:pt x="2396413" y="1008735"/>
                  </a:lnTo>
                  <a:lnTo>
                    <a:pt x="2396782" y="1008735"/>
                  </a:lnTo>
                  <a:lnTo>
                    <a:pt x="2396413" y="1009116"/>
                  </a:lnTo>
                  <a:lnTo>
                    <a:pt x="2397023" y="1008735"/>
                  </a:lnTo>
                  <a:lnTo>
                    <a:pt x="2449296" y="997343"/>
                  </a:lnTo>
                  <a:lnTo>
                    <a:pt x="2490914" y="992466"/>
                  </a:lnTo>
                  <a:lnTo>
                    <a:pt x="2542768" y="987729"/>
                  </a:lnTo>
                  <a:lnTo>
                    <a:pt x="2603893" y="983195"/>
                  </a:lnTo>
                  <a:lnTo>
                    <a:pt x="2711107" y="976833"/>
                  </a:lnTo>
                  <a:lnTo>
                    <a:pt x="2927705" y="967701"/>
                  </a:lnTo>
                  <a:lnTo>
                    <a:pt x="2928048" y="967701"/>
                  </a:lnTo>
                  <a:lnTo>
                    <a:pt x="3225127" y="960310"/>
                  </a:lnTo>
                  <a:lnTo>
                    <a:pt x="3506178" y="957668"/>
                  </a:lnTo>
                  <a:lnTo>
                    <a:pt x="3539071" y="957668"/>
                  </a:lnTo>
                  <a:close/>
                </a:path>
                <a:path w="3588385" h="3034665">
                  <a:moveTo>
                    <a:pt x="3539071" y="9144"/>
                  </a:moveTo>
                  <a:lnTo>
                    <a:pt x="3539058" y="0"/>
                  </a:lnTo>
                  <a:lnTo>
                    <a:pt x="3502228" y="0"/>
                  </a:lnTo>
                  <a:lnTo>
                    <a:pt x="3168535" y="3657"/>
                  </a:lnTo>
                  <a:lnTo>
                    <a:pt x="2878251" y="11785"/>
                  </a:lnTo>
                  <a:lnTo>
                    <a:pt x="2710624" y="19177"/>
                  </a:lnTo>
                  <a:lnTo>
                    <a:pt x="2603258" y="25539"/>
                  </a:lnTo>
                  <a:lnTo>
                    <a:pt x="2541994" y="30086"/>
                  </a:lnTo>
                  <a:lnTo>
                    <a:pt x="2489949" y="34848"/>
                  </a:lnTo>
                  <a:lnTo>
                    <a:pt x="2447925" y="39776"/>
                  </a:lnTo>
                  <a:lnTo>
                    <a:pt x="2405291" y="47472"/>
                  </a:lnTo>
                  <a:lnTo>
                    <a:pt x="2398153" y="49695"/>
                  </a:lnTo>
                  <a:lnTo>
                    <a:pt x="2398153" y="59512"/>
                  </a:lnTo>
                  <a:lnTo>
                    <a:pt x="2397963" y="59626"/>
                  </a:lnTo>
                  <a:lnTo>
                    <a:pt x="2398128" y="59512"/>
                  </a:lnTo>
                  <a:lnTo>
                    <a:pt x="2398153" y="49695"/>
                  </a:lnTo>
                  <a:lnTo>
                    <a:pt x="2396782" y="50177"/>
                  </a:lnTo>
                  <a:lnTo>
                    <a:pt x="2396782" y="60198"/>
                  </a:lnTo>
                  <a:lnTo>
                    <a:pt x="2396325" y="60490"/>
                  </a:lnTo>
                  <a:lnTo>
                    <a:pt x="2396439" y="60198"/>
                  </a:lnTo>
                  <a:lnTo>
                    <a:pt x="2396782" y="60198"/>
                  </a:lnTo>
                  <a:lnTo>
                    <a:pt x="2396782" y="50177"/>
                  </a:lnTo>
                  <a:lnTo>
                    <a:pt x="2396490" y="50304"/>
                  </a:lnTo>
                  <a:lnTo>
                    <a:pt x="2396490" y="59512"/>
                  </a:lnTo>
                  <a:lnTo>
                    <a:pt x="2396439" y="59677"/>
                  </a:lnTo>
                  <a:lnTo>
                    <a:pt x="2396464" y="59512"/>
                  </a:lnTo>
                  <a:lnTo>
                    <a:pt x="2396490" y="50304"/>
                  </a:lnTo>
                  <a:lnTo>
                    <a:pt x="2387485" y="58254"/>
                  </a:lnTo>
                  <a:lnTo>
                    <a:pt x="2388120" y="57721"/>
                  </a:lnTo>
                  <a:lnTo>
                    <a:pt x="2387739" y="58254"/>
                  </a:lnTo>
                  <a:lnTo>
                    <a:pt x="2387638" y="58394"/>
                  </a:lnTo>
                  <a:lnTo>
                    <a:pt x="2387485" y="58610"/>
                  </a:lnTo>
                  <a:lnTo>
                    <a:pt x="2387523" y="58483"/>
                  </a:lnTo>
                  <a:lnTo>
                    <a:pt x="2387447" y="58661"/>
                  </a:lnTo>
                  <a:lnTo>
                    <a:pt x="2387269" y="59296"/>
                  </a:lnTo>
                  <a:lnTo>
                    <a:pt x="2387206" y="59512"/>
                  </a:lnTo>
                  <a:lnTo>
                    <a:pt x="2387168" y="58762"/>
                  </a:lnTo>
                  <a:lnTo>
                    <a:pt x="2387320" y="58762"/>
                  </a:lnTo>
                  <a:lnTo>
                    <a:pt x="2387460" y="58585"/>
                  </a:lnTo>
                  <a:lnTo>
                    <a:pt x="2334437" y="70383"/>
                  </a:lnTo>
                  <a:lnTo>
                    <a:pt x="2292743" y="75272"/>
                  </a:lnTo>
                  <a:lnTo>
                    <a:pt x="2211425" y="82308"/>
                  </a:lnTo>
                  <a:lnTo>
                    <a:pt x="2110206" y="88849"/>
                  </a:lnTo>
                  <a:lnTo>
                    <a:pt x="1905050" y="98285"/>
                  </a:lnTo>
                  <a:lnTo>
                    <a:pt x="1563382" y="107340"/>
                  </a:lnTo>
                  <a:lnTo>
                    <a:pt x="1351978" y="109753"/>
                  </a:lnTo>
                  <a:lnTo>
                    <a:pt x="1320787" y="109753"/>
                  </a:lnTo>
                  <a:lnTo>
                    <a:pt x="1320698" y="76352"/>
                  </a:lnTo>
                  <a:lnTo>
                    <a:pt x="1244600" y="114642"/>
                  </a:lnTo>
                  <a:lnTo>
                    <a:pt x="1320888" y="152552"/>
                  </a:lnTo>
                  <a:lnTo>
                    <a:pt x="1320800" y="118897"/>
                  </a:lnTo>
                  <a:lnTo>
                    <a:pt x="1352029" y="118897"/>
                  </a:lnTo>
                  <a:lnTo>
                    <a:pt x="1667154" y="114452"/>
                  </a:lnTo>
                  <a:lnTo>
                    <a:pt x="1907882" y="107340"/>
                  </a:lnTo>
                  <a:lnTo>
                    <a:pt x="2075307" y="99910"/>
                  </a:lnTo>
                  <a:lnTo>
                    <a:pt x="2212124" y="91427"/>
                  </a:lnTo>
                  <a:lnTo>
                    <a:pt x="2269261" y="86728"/>
                  </a:lnTo>
                  <a:lnTo>
                    <a:pt x="2316022" y="81915"/>
                  </a:lnTo>
                  <a:lnTo>
                    <a:pt x="2366937" y="74358"/>
                  </a:lnTo>
                  <a:lnTo>
                    <a:pt x="2396134" y="61493"/>
                  </a:lnTo>
                  <a:lnTo>
                    <a:pt x="2396401" y="60591"/>
                  </a:lnTo>
                  <a:lnTo>
                    <a:pt x="2395537" y="61493"/>
                  </a:lnTo>
                  <a:lnTo>
                    <a:pt x="2396147" y="60591"/>
                  </a:lnTo>
                  <a:lnTo>
                    <a:pt x="2396274" y="60198"/>
                  </a:lnTo>
                  <a:lnTo>
                    <a:pt x="2396350" y="60007"/>
                  </a:lnTo>
                  <a:lnTo>
                    <a:pt x="2396350" y="60198"/>
                  </a:lnTo>
                  <a:lnTo>
                    <a:pt x="2396274" y="60439"/>
                  </a:lnTo>
                  <a:lnTo>
                    <a:pt x="2396159" y="60591"/>
                  </a:lnTo>
                  <a:lnTo>
                    <a:pt x="2395537" y="61493"/>
                  </a:lnTo>
                  <a:lnTo>
                    <a:pt x="2396286" y="60591"/>
                  </a:lnTo>
                  <a:lnTo>
                    <a:pt x="2397036" y="60198"/>
                  </a:lnTo>
                  <a:lnTo>
                    <a:pt x="2397683" y="59791"/>
                  </a:lnTo>
                  <a:lnTo>
                    <a:pt x="2399931" y="58762"/>
                  </a:lnTo>
                  <a:lnTo>
                    <a:pt x="2401366" y="58254"/>
                  </a:lnTo>
                  <a:lnTo>
                    <a:pt x="2402890" y="57721"/>
                  </a:lnTo>
                  <a:lnTo>
                    <a:pt x="2403576" y="57480"/>
                  </a:lnTo>
                  <a:lnTo>
                    <a:pt x="2449411" y="48806"/>
                  </a:lnTo>
                  <a:lnTo>
                    <a:pt x="2490914" y="43942"/>
                  </a:lnTo>
                  <a:lnTo>
                    <a:pt x="2542768" y="39204"/>
                  </a:lnTo>
                  <a:lnTo>
                    <a:pt x="2603893" y="34658"/>
                  </a:lnTo>
                  <a:lnTo>
                    <a:pt x="2711107" y="28308"/>
                  </a:lnTo>
                  <a:lnTo>
                    <a:pt x="2927350" y="19177"/>
                  </a:lnTo>
                  <a:lnTo>
                    <a:pt x="2927680" y="19177"/>
                  </a:lnTo>
                  <a:lnTo>
                    <a:pt x="3224441" y="11785"/>
                  </a:lnTo>
                  <a:lnTo>
                    <a:pt x="3502253" y="9144"/>
                  </a:lnTo>
                  <a:lnTo>
                    <a:pt x="3539071" y="9144"/>
                  </a:lnTo>
                  <a:close/>
                </a:path>
                <a:path w="3588385" h="3034665">
                  <a:moveTo>
                    <a:pt x="3555835" y="2890723"/>
                  </a:moveTo>
                  <a:lnTo>
                    <a:pt x="3555822" y="2881579"/>
                  </a:lnTo>
                  <a:lnTo>
                    <a:pt x="3519005" y="2881579"/>
                  </a:lnTo>
                  <a:lnTo>
                    <a:pt x="3185312" y="2885236"/>
                  </a:lnTo>
                  <a:lnTo>
                    <a:pt x="2895028" y="2893364"/>
                  </a:lnTo>
                  <a:lnTo>
                    <a:pt x="2727401" y="2900756"/>
                  </a:lnTo>
                  <a:lnTo>
                    <a:pt x="2620035" y="2907119"/>
                  </a:lnTo>
                  <a:lnTo>
                    <a:pt x="2558770" y="2911665"/>
                  </a:lnTo>
                  <a:lnTo>
                    <a:pt x="2506726" y="2916428"/>
                  </a:lnTo>
                  <a:lnTo>
                    <a:pt x="2464689" y="2921355"/>
                  </a:lnTo>
                  <a:lnTo>
                    <a:pt x="2422067" y="2929051"/>
                  </a:lnTo>
                  <a:lnTo>
                    <a:pt x="2414917" y="2931287"/>
                  </a:lnTo>
                  <a:lnTo>
                    <a:pt x="2414917" y="2941091"/>
                  </a:lnTo>
                  <a:lnTo>
                    <a:pt x="2414727" y="2941205"/>
                  </a:lnTo>
                  <a:lnTo>
                    <a:pt x="2414892" y="2941091"/>
                  </a:lnTo>
                  <a:lnTo>
                    <a:pt x="2414917" y="2931287"/>
                  </a:lnTo>
                  <a:lnTo>
                    <a:pt x="2413482" y="2931782"/>
                  </a:lnTo>
                  <a:lnTo>
                    <a:pt x="2413266" y="2931884"/>
                  </a:lnTo>
                  <a:lnTo>
                    <a:pt x="2413266" y="2941091"/>
                  </a:lnTo>
                  <a:lnTo>
                    <a:pt x="2413216" y="2941256"/>
                  </a:lnTo>
                  <a:lnTo>
                    <a:pt x="2413241" y="2941091"/>
                  </a:lnTo>
                  <a:lnTo>
                    <a:pt x="2413266" y="2931884"/>
                  </a:lnTo>
                  <a:lnTo>
                    <a:pt x="2413127" y="2931947"/>
                  </a:lnTo>
                  <a:lnTo>
                    <a:pt x="2413127" y="2941586"/>
                  </a:lnTo>
                  <a:lnTo>
                    <a:pt x="2413127" y="2941777"/>
                  </a:lnTo>
                  <a:lnTo>
                    <a:pt x="2413050" y="2941993"/>
                  </a:lnTo>
                  <a:lnTo>
                    <a:pt x="2413012" y="2942120"/>
                  </a:lnTo>
                  <a:lnTo>
                    <a:pt x="2413050" y="2941777"/>
                  </a:lnTo>
                  <a:lnTo>
                    <a:pt x="2413127" y="2941586"/>
                  </a:lnTo>
                  <a:lnTo>
                    <a:pt x="2413127" y="2931947"/>
                  </a:lnTo>
                  <a:lnTo>
                    <a:pt x="2404249" y="2939834"/>
                  </a:lnTo>
                  <a:lnTo>
                    <a:pt x="2404376" y="2939834"/>
                  </a:lnTo>
                  <a:lnTo>
                    <a:pt x="2404897" y="2939300"/>
                  </a:lnTo>
                  <a:lnTo>
                    <a:pt x="2404516" y="2939834"/>
                  </a:lnTo>
                  <a:lnTo>
                    <a:pt x="2404414" y="2939973"/>
                  </a:lnTo>
                  <a:lnTo>
                    <a:pt x="2404249" y="2940215"/>
                  </a:lnTo>
                  <a:lnTo>
                    <a:pt x="2404300" y="2940062"/>
                  </a:lnTo>
                  <a:lnTo>
                    <a:pt x="2404224" y="2940189"/>
                  </a:lnTo>
                  <a:lnTo>
                    <a:pt x="2404160" y="2940342"/>
                  </a:lnTo>
                  <a:lnTo>
                    <a:pt x="2404046" y="2940875"/>
                  </a:lnTo>
                  <a:lnTo>
                    <a:pt x="2403983" y="2941091"/>
                  </a:lnTo>
                  <a:lnTo>
                    <a:pt x="2403945" y="2940342"/>
                  </a:lnTo>
                  <a:lnTo>
                    <a:pt x="2404097" y="2940342"/>
                  </a:lnTo>
                  <a:lnTo>
                    <a:pt x="2404224" y="2940189"/>
                  </a:lnTo>
                  <a:lnTo>
                    <a:pt x="2351214" y="2951950"/>
                  </a:lnTo>
                  <a:lnTo>
                    <a:pt x="2309507" y="2956839"/>
                  </a:lnTo>
                  <a:lnTo>
                    <a:pt x="2228202" y="2963888"/>
                  </a:lnTo>
                  <a:lnTo>
                    <a:pt x="2126983" y="2970428"/>
                  </a:lnTo>
                  <a:lnTo>
                    <a:pt x="1921827" y="2979864"/>
                  </a:lnTo>
                  <a:lnTo>
                    <a:pt x="1580159" y="2988919"/>
                  </a:lnTo>
                  <a:lnTo>
                    <a:pt x="1368742" y="2991332"/>
                  </a:lnTo>
                  <a:lnTo>
                    <a:pt x="1337551" y="2991332"/>
                  </a:lnTo>
                  <a:lnTo>
                    <a:pt x="1337475" y="2957931"/>
                  </a:lnTo>
                  <a:lnTo>
                    <a:pt x="1261364" y="2996209"/>
                  </a:lnTo>
                  <a:lnTo>
                    <a:pt x="1337652" y="3034131"/>
                  </a:lnTo>
                  <a:lnTo>
                    <a:pt x="1337564" y="3000476"/>
                  </a:lnTo>
                  <a:lnTo>
                    <a:pt x="1368806" y="3000476"/>
                  </a:lnTo>
                  <a:lnTo>
                    <a:pt x="1683918" y="2996031"/>
                  </a:lnTo>
                  <a:lnTo>
                    <a:pt x="1924672" y="2988919"/>
                  </a:lnTo>
                  <a:lnTo>
                    <a:pt x="2092071" y="2981490"/>
                  </a:lnTo>
                  <a:lnTo>
                    <a:pt x="2228900" y="2972993"/>
                  </a:lnTo>
                  <a:lnTo>
                    <a:pt x="2286038" y="2968307"/>
                  </a:lnTo>
                  <a:lnTo>
                    <a:pt x="2332786" y="2963494"/>
                  </a:lnTo>
                  <a:lnTo>
                    <a:pt x="2383713" y="2955937"/>
                  </a:lnTo>
                  <a:lnTo>
                    <a:pt x="2412911" y="2943072"/>
                  </a:lnTo>
                  <a:lnTo>
                    <a:pt x="2413177" y="2942158"/>
                  </a:lnTo>
                  <a:lnTo>
                    <a:pt x="2412301" y="2943072"/>
                  </a:lnTo>
                  <a:lnTo>
                    <a:pt x="2413063" y="2942158"/>
                  </a:lnTo>
                  <a:lnTo>
                    <a:pt x="2413546" y="2941777"/>
                  </a:lnTo>
                  <a:lnTo>
                    <a:pt x="2413089" y="2942056"/>
                  </a:lnTo>
                  <a:lnTo>
                    <a:pt x="2413203" y="2941777"/>
                  </a:lnTo>
                  <a:lnTo>
                    <a:pt x="2413546" y="2941777"/>
                  </a:lnTo>
                  <a:lnTo>
                    <a:pt x="2413190" y="2942158"/>
                  </a:lnTo>
                  <a:lnTo>
                    <a:pt x="2413800" y="2941777"/>
                  </a:lnTo>
                  <a:lnTo>
                    <a:pt x="2466175" y="2930385"/>
                  </a:lnTo>
                  <a:lnTo>
                    <a:pt x="2507691" y="2925521"/>
                  </a:lnTo>
                  <a:lnTo>
                    <a:pt x="2559532" y="2920784"/>
                  </a:lnTo>
                  <a:lnTo>
                    <a:pt x="2620670" y="2916237"/>
                  </a:lnTo>
                  <a:lnTo>
                    <a:pt x="2727883" y="2909887"/>
                  </a:lnTo>
                  <a:lnTo>
                    <a:pt x="2944126" y="2900756"/>
                  </a:lnTo>
                  <a:lnTo>
                    <a:pt x="2944457" y="2900756"/>
                  </a:lnTo>
                  <a:lnTo>
                    <a:pt x="3241217" y="2893364"/>
                  </a:lnTo>
                  <a:lnTo>
                    <a:pt x="3519017" y="2890723"/>
                  </a:lnTo>
                  <a:lnTo>
                    <a:pt x="3555835" y="2890723"/>
                  </a:lnTo>
                  <a:close/>
                </a:path>
                <a:path w="3588385" h="3034665">
                  <a:moveTo>
                    <a:pt x="3588181" y="2487231"/>
                  </a:moveTo>
                  <a:lnTo>
                    <a:pt x="3588169" y="2478087"/>
                  </a:lnTo>
                  <a:lnTo>
                    <a:pt x="3551339" y="2478087"/>
                  </a:lnTo>
                  <a:lnTo>
                    <a:pt x="3166821" y="2482824"/>
                  </a:lnTo>
                  <a:lnTo>
                    <a:pt x="2883154" y="2491587"/>
                  </a:lnTo>
                  <a:lnTo>
                    <a:pt x="2722029" y="2499322"/>
                  </a:lnTo>
                  <a:lnTo>
                    <a:pt x="2620645" y="2505875"/>
                  </a:lnTo>
                  <a:lnTo>
                    <a:pt x="2563888" y="2510536"/>
                  </a:lnTo>
                  <a:lnTo>
                    <a:pt x="2516746" y="2515387"/>
                  </a:lnTo>
                  <a:lnTo>
                    <a:pt x="2465819" y="2522944"/>
                  </a:lnTo>
                  <a:lnTo>
                    <a:pt x="2447264" y="2527795"/>
                  </a:lnTo>
                  <a:lnTo>
                    <a:pt x="2447264" y="2537599"/>
                  </a:lnTo>
                  <a:lnTo>
                    <a:pt x="2447074" y="2537714"/>
                  </a:lnTo>
                  <a:lnTo>
                    <a:pt x="2447239" y="2537599"/>
                  </a:lnTo>
                  <a:lnTo>
                    <a:pt x="2447264" y="2527795"/>
                  </a:lnTo>
                  <a:lnTo>
                    <a:pt x="2445829" y="2528290"/>
                  </a:lnTo>
                  <a:lnTo>
                    <a:pt x="2445613" y="2528392"/>
                  </a:lnTo>
                  <a:lnTo>
                    <a:pt x="2445613" y="2537599"/>
                  </a:lnTo>
                  <a:lnTo>
                    <a:pt x="2445562" y="2537764"/>
                  </a:lnTo>
                  <a:lnTo>
                    <a:pt x="2445588" y="2537599"/>
                  </a:lnTo>
                  <a:lnTo>
                    <a:pt x="2445613" y="2528392"/>
                  </a:lnTo>
                  <a:lnTo>
                    <a:pt x="2445474" y="2528455"/>
                  </a:lnTo>
                  <a:lnTo>
                    <a:pt x="2445474" y="2538107"/>
                  </a:lnTo>
                  <a:lnTo>
                    <a:pt x="2445461" y="2538285"/>
                  </a:lnTo>
                  <a:lnTo>
                    <a:pt x="2445385" y="2538526"/>
                  </a:lnTo>
                  <a:lnTo>
                    <a:pt x="2445270" y="2538679"/>
                  </a:lnTo>
                  <a:lnTo>
                    <a:pt x="2445397" y="2538285"/>
                  </a:lnTo>
                  <a:lnTo>
                    <a:pt x="2445474" y="2538107"/>
                  </a:lnTo>
                  <a:lnTo>
                    <a:pt x="2445474" y="2528455"/>
                  </a:lnTo>
                  <a:lnTo>
                    <a:pt x="2436596" y="2536342"/>
                  </a:lnTo>
                  <a:lnTo>
                    <a:pt x="2437231" y="2535809"/>
                  </a:lnTo>
                  <a:lnTo>
                    <a:pt x="2436850" y="2536342"/>
                  </a:lnTo>
                  <a:lnTo>
                    <a:pt x="2436749" y="2536482"/>
                  </a:lnTo>
                  <a:lnTo>
                    <a:pt x="2436596" y="2536698"/>
                  </a:lnTo>
                  <a:lnTo>
                    <a:pt x="2436634" y="2536571"/>
                  </a:lnTo>
                  <a:lnTo>
                    <a:pt x="2436558" y="2536748"/>
                  </a:lnTo>
                  <a:lnTo>
                    <a:pt x="2436393" y="2537396"/>
                  </a:lnTo>
                  <a:lnTo>
                    <a:pt x="2436330" y="2537599"/>
                  </a:lnTo>
                  <a:lnTo>
                    <a:pt x="2436279" y="2536850"/>
                  </a:lnTo>
                  <a:lnTo>
                    <a:pt x="2436444" y="2536850"/>
                  </a:lnTo>
                  <a:lnTo>
                    <a:pt x="2436571" y="2536672"/>
                  </a:lnTo>
                  <a:lnTo>
                    <a:pt x="2383548" y="2548471"/>
                  </a:lnTo>
                  <a:lnTo>
                    <a:pt x="2341854" y="2553360"/>
                  </a:lnTo>
                  <a:lnTo>
                    <a:pt x="2260549" y="2560396"/>
                  </a:lnTo>
                  <a:lnTo>
                    <a:pt x="2121662" y="2568994"/>
                  </a:lnTo>
                  <a:lnTo>
                    <a:pt x="1861807" y="2579522"/>
                  </a:lnTo>
                  <a:lnTo>
                    <a:pt x="1507642" y="2586913"/>
                  </a:lnTo>
                  <a:lnTo>
                    <a:pt x="1369898" y="2587841"/>
                  </a:lnTo>
                  <a:lnTo>
                    <a:pt x="1369822" y="2554452"/>
                  </a:lnTo>
                  <a:lnTo>
                    <a:pt x="1293710" y="2592730"/>
                  </a:lnTo>
                  <a:lnTo>
                    <a:pt x="1369999" y="2630652"/>
                  </a:lnTo>
                  <a:lnTo>
                    <a:pt x="1369910" y="2596985"/>
                  </a:lnTo>
                  <a:lnTo>
                    <a:pt x="1401152" y="2596985"/>
                  </a:lnTo>
                  <a:lnTo>
                    <a:pt x="1612658" y="2594572"/>
                  </a:lnTo>
                  <a:lnTo>
                    <a:pt x="1956650" y="2585440"/>
                  </a:lnTo>
                  <a:lnTo>
                    <a:pt x="2159851" y="2576068"/>
                  </a:lnTo>
                  <a:lnTo>
                    <a:pt x="2261235" y="2569514"/>
                  </a:lnTo>
                  <a:lnTo>
                    <a:pt x="2318397" y="2564815"/>
                  </a:lnTo>
                  <a:lnTo>
                    <a:pt x="2365133" y="2560002"/>
                  </a:lnTo>
                  <a:lnTo>
                    <a:pt x="2416060" y="2552446"/>
                  </a:lnTo>
                  <a:lnTo>
                    <a:pt x="2445258" y="2539581"/>
                  </a:lnTo>
                  <a:lnTo>
                    <a:pt x="2445512" y="2538679"/>
                  </a:lnTo>
                  <a:lnTo>
                    <a:pt x="2444648" y="2539581"/>
                  </a:lnTo>
                  <a:lnTo>
                    <a:pt x="2445397" y="2538679"/>
                  </a:lnTo>
                  <a:lnTo>
                    <a:pt x="2445893" y="2538285"/>
                  </a:lnTo>
                  <a:lnTo>
                    <a:pt x="2445435" y="2538577"/>
                  </a:lnTo>
                  <a:lnTo>
                    <a:pt x="2445550" y="2538285"/>
                  </a:lnTo>
                  <a:lnTo>
                    <a:pt x="2445893" y="2538285"/>
                  </a:lnTo>
                  <a:lnTo>
                    <a:pt x="2445524" y="2538679"/>
                  </a:lnTo>
                  <a:lnTo>
                    <a:pt x="2446147" y="2538285"/>
                  </a:lnTo>
                  <a:lnTo>
                    <a:pt x="2498420" y="2526906"/>
                  </a:lnTo>
                  <a:lnTo>
                    <a:pt x="2540025" y="2522029"/>
                  </a:lnTo>
                  <a:lnTo>
                    <a:pt x="2591879" y="2517292"/>
                  </a:lnTo>
                  <a:lnTo>
                    <a:pt x="2653004" y="2512745"/>
                  </a:lnTo>
                  <a:lnTo>
                    <a:pt x="2760230" y="2506395"/>
                  </a:lnTo>
                  <a:lnTo>
                    <a:pt x="2976854" y="2497264"/>
                  </a:lnTo>
                  <a:lnTo>
                    <a:pt x="2977172" y="2497264"/>
                  </a:lnTo>
                  <a:lnTo>
                    <a:pt x="3273552" y="2489873"/>
                  </a:lnTo>
                  <a:lnTo>
                    <a:pt x="3551364" y="2487231"/>
                  </a:lnTo>
                  <a:lnTo>
                    <a:pt x="3588181" y="2487231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21516" y="3212249"/>
            <a:ext cx="1391920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Django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2740" y="4173486"/>
            <a:ext cx="5607685" cy="2171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REST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Django-</a:t>
            </a:r>
            <a:r>
              <a:rPr sz="1400" dirty="0">
                <a:latin typeface="Calibri"/>
                <a:cs typeface="Calibri"/>
              </a:rPr>
              <a:t>REST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framework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SQLite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  <a:p>
            <a:pPr marL="823594" marR="2075180" indent="-49530">
              <a:lnSpc>
                <a:spcPct val="211700"/>
              </a:lnSpc>
              <a:spcBef>
                <a:spcPts val="325"/>
              </a:spcBef>
            </a:pPr>
            <a:r>
              <a:rPr sz="1400" dirty="0">
                <a:latin typeface="Calibri"/>
                <a:cs typeface="Calibri"/>
              </a:rPr>
              <a:t>Native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implemented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Python </a:t>
            </a:r>
            <a:r>
              <a:rPr sz="1400" dirty="0">
                <a:latin typeface="Calibri"/>
                <a:cs typeface="Calibri"/>
              </a:rPr>
              <a:t>OS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running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Raspberry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Pi</a:t>
            </a:r>
            <a:endParaRPr sz="14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1430"/>
              </a:spcBef>
            </a:pPr>
            <a:r>
              <a:rPr sz="1400" dirty="0">
                <a:latin typeface="Calibri"/>
                <a:cs typeface="Calibri"/>
              </a:rPr>
              <a:t>Raspberry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Pi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device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sensors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actuators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connected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991" y="1496987"/>
            <a:ext cx="3522979" cy="8775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7815" algn="l"/>
              </a:tabLst>
            </a:pPr>
            <a:r>
              <a:rPr sz="1400" dirty="0">
                <a:latin typeface="Calibri"/>
                <a:cs typeface="Calibri"/>
              </a:rPr>
              <a:t>Setup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device</a:t>
            </a:r>
            <a:endParaRPr sz="1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400" dirty="0">
                <a:latin typeface="Calibri"/>
                <a:cs typeface="Calibri"/>
              </a:rPr>
              <a:t>Deploy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Native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400" dirty="0">
                <a:latin typeface="Calibri"/>
                <a:cs typeface="Calibri"/>
              </a:rPr>
              <a:t>Deploy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400" dirty="0">
                <a:latin typeface="Calibri"/>
                <a:cs typeface="Calibri"/>
              </a:rPr>
              <a:t>Setup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</TotalTime>
  <Words>1847</Words>
  <Application>Microsoft Office PowerPoint</Application>
  <PresentationFormat>Widescreen</PresentationFormat>
  <Paragraphs>233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Arial MT</vt:lpstr>
      <vt:lpstr>Calibri</vt:lpstr>
      <vt:lpstr>Trebuchet MS</vt:lpstr>
      <vt:lpstr>Office Theme</vt:lpstr>
      <vt:lpstr>1.9 IoT Design Methodology</vt:lpstr>
      <vt:lpstr>1.9 IoT Design Methodology</vt:lpstr>
      <vt:lpstr>1.9 IoT Design Methodology</vt:lpstr>
      <vt:lpstr>Step 2: Process Specification</vt:lpstr>
      <vt:lpstr>Step 3: Domain Model Specification</vt:lpstr>
      <vt:lpstr>Step 4: Information Model Specification</vt:lpstr>
      <vt:lpstr>Step 5: Service Specifications</vt:lpstr>
      <vt:lpstr>Step 6: IoT Level Specification</vt:lpstr>
      <vt:lpstr>Step 7: Functional View Specification</vt:lpstr>
      <vt:lpstr>Step 8: Operational View Specification</vt:lpstr>
      <vt:lpstr>Step 9: Device &amp; Component Integration</vt:lpstr>
      <vt:lpstr>Step 10: Application Development</vt:lpstr>
      <vt:lpstr>Home Automation Case Study</vt:lpstr>
      <vt:lpstr>Step:1 - Purpose &amp; Requirements</vt:lpstr>
      <vt:lpstr>Step:2 - Process Specification</vt:lpstr>
      <vt:lpstr>Step 3: Domain Model Specification</vt:lpstr>
      <vt:lpstr>Step 4: Information Model Specification</vt:lpstr>
      <vt:lpstr>Step 5: Service Specifications</vt:lpstr>
      <vt:lpstr>Step 5: Service Specifications</vt:lpstr>
      <vt:lpstr>Step 6: IoT Level Specification</vt:lpstr>
      <vt:lpstr>Step 7: Functional View Specification</vt:lpstr>
      <vt:lpstr>Step 8: Operational View Specification</vt:lpstr>
      <vt:lpstr>Step 9: Device &amp; Component Integration</vt:lpstr>
      <vt:lpstr>Step 10: Application Development</vt:lpstr>
      <vt:lpstr>Implementation: RESTful Web Services</vt:lpstr>
      <vt:lpstr>Implementation: RESTful Web Services</vt:lpstr>
      <vt:lpstr>Implementation: RESTful Web Services</vt:lpstr>
      <vt:lpstr>Implementation: Controller Native Service</vt:lpstr>
      <vt:lpstr>Implementation: Application</vt:lpstr>
      <vt:lpstr>Implementation: Application</vt:lpstr>
      <vt:lpstr>Finally - Integrate the System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dc:description/>
  <cp:lastModifiedBy>hp</cp:lastModifiedBy>
  <cp:revision>8</cp:revision>
  <dcterms:created xsi:type="dcterms:W3CDTF">2025-01-07T16:10:46Z</dcterms:created>
  <dcterms:modified xsi:type="dcterms:W3CDTF">2026-03-09T10:20:56Z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2018-01-17T00:00:00Z</vt:filetime>
  </property>
  <property fmtid="{D5CDD505-2E9C-101B-9397-08002B2CF9AE}" pid="3" name="LastSaved">
    <vt:filetime>2025-01-07T00:00:00Z</vt:filetime>
  </property>
  <property fmtid="{D5CDD505-2E9C-101B-9397-08002B2CF9AE}" pid="4" name="SourceModified">
    <vt:lpwstr>D:20180117165321+11'23'</vt:lpwstr>
  </property>
</Properties>
</file>