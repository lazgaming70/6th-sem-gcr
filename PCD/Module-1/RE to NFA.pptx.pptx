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515012_ Vidyasree" userId="2633e80093b3d421" providerId="LiveId" clId="{12EBA23A-46CD-4FA7-9690-46E67EF4679B}"/>
    <pc:docChg chg="custSel modSld">
      <pc:chgData name="2515012_ Vidyasree" userId="2633e80093b3d421" providerId="LiveId" clId="{12EBA23A-46CD-4FA7-9690-46E67EF4679B}" dt="2026-02-28T18:46:58.875" v="14" actId="20577"/>
      <pc:docMkLst>
        <pc:docMk/>
      </pc:docMkLst>
      <pc:sldChg chg="delSp modSp mod">
        <pc:chgData name="2515012_ Vidyasree" userId="2633e80093b3d421" providerId="LiveId" clId="{12EBA23A-46CD-4FA7-9690-46E67EF4679B}" dt="2026-02-28T18:46:58.875" v="14" actId="20577"/>
        <pc:sldMkLst>
          <pc:docMk/>
          <pc:sldMk cId="0" sldId="256"/>
        </pc:sldMkLst>
        <pc:spChg chg="mod">
          <ac:chgData name="2515012_ Vidyasree" userId="2633e80093b3d421" providerId="LiveId" clId="{12EBA23A-46CD-4FA7-9690-46E67EF4679B}" dt="2026-02-28T18:46:58.875" v="14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2515012_ Vidyasree" userId="2633e80093b3d421" providerId="LiveId" clId="{12EBA23A-46CD-4FA7-9690-46E67EF4679B}" dt="2026-02-28T16:26:10.155" v="0" actId="21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7" y="3493348"/>
            <a:ext cx="6863317" cy="952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408634" y="3714748"/>
            <a:ext cx="5592445" cy="366395"/>
          </a:xfrm>
          <a:custGeom>
            <a:avLst/>
            <a:gdLst/>
            <a:ahLst/>
            <a:cxnLst/>
            <a:rect l="l" t="t" r="r" b="b"/>
            <a:pathLst>
              <a:path w="5592445" h="366395">
                <a:moveTo>
                  <a:pt x="5592366" y="366117"/>
                </a:moveTo>
                <a:lnTo>
                  <a:pt x="0" y="217483"/>
                </a:lnTo>
                <a:lnTo>
                  <a:pt x="5592366" y="0"/>
                </a:lnTo>
                <a:lnTo>
                  <a:pt x="5592366" y="366117"/>
                </a:lnTo>
                <a:close/>
              </a:path>
            </a:pathLst>
          </a:custGeom>
          <a:solidFill>
            <a:srgbClr val="9DCADC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26509" y="3928307"/>
            <a:ext cx="6774815" cy="591820"/>
          </a:xfrm>
          <a:custGeom>
            <a:avLst/>
            <a:gdLst/>
            <a:ahLst/>
            <a:cxnLst/>
            <a:rect l="l" t="t" r="r" b="b"/>
            <a:pathLst>
              <a:path w="6774815" h="591820">
                <a:moveTo>
                  <a:pt x="6774491" y="591497"/>
                </a:moveTo>
                <a:lnTo>
                  <a:pt x="0" y="0"/>
                </a:lnTo>
                <a:lnTo>
                  <a:pt x="6774491" y="0"/>
                </a:lnTo>
                <a:lnTo>
                  <a:pt x="6774491" y="5914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998" y="3750732"/>
            <a:ext cx="6858002" cy="139276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40175" y="3748252"/>
            <a:ext cx="6861175" cy="593090"/>
          </a:xfrm>
          <a:custGeom>
            <a:avLst/>
            <a:gdLst/>
            <a:ahLst/>
            <a:cxnLst/>
            <a:rect l="l" t="t" r="r" b="b"/>
            <a:pathLst>
              <a:path w="6861175" h="593089">
                <a:moveTo>
                  <a:pt x="0" y="0"/>
                </a:moveTo>
                <a:lnTo>
                  <a:pt x="6860824" y="592727"/>
                </a:lnTo>
              </a:path>
            </a:pathLst>
          </a:custGeom>
          <a:ln w="9524">
            <a:solidFill>
              <a:srgbClr val="5599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0222" y="144249"/>
            <a:ext cx="3346721" cy="1402346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3085" y="164111"/>
            <a:ext cx="3260995" cy="131662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13085" y="164111"/>
            <a:ext cx="3261360" cy="1316990"/>
          </a:xfrm>
          <a:custGeom>
            <a:avLst/>
            <a:gdLst/>
            <a:ahLst/>
            <a:cxnLst/>
            <a:rect l="l" t="t" r="r" b="b"/>
            <a:pathLst>
              <a:path w="3261360" h="1316990">
                <a:moveTo>
                  <a:pt x="0" y="197493"/>
                </a:moveTo>
                <a:lnTo>
                  <a:pt x="5215" y="152209"/>
                </a:lnTo>
                <a:lnTo>
                  <a:pt x="20073" y="110640"/>
                </a:lnTo>
                <a:lnTo>
                  <a:pt x="43387" y="73971"/>
                </a:lnTo>
                <a:lnTo>
                  <a:pt x="73971" y="43387"/>
                </a:lnTo>
                <a:lnTo>
                  <a:pt x="110640" y="20073"/>
                </a:lnTo>
                <a:lnTo>
                  <a:pt x="152209" y="5215"/>
                </a:lnTo>
                <a:lnTo>
                  <a:pt x="197493" y="0"/>
                </a:lnTo>
                <a:lnTo>
                  <a:pt x="3063502" y="0"/>
                </a:lnTo>
                <a:lnTo>
                  <a:pt x="3102211" y="3829"/>
                </a:lnTo>
                <a:lnTo>
                  <a:pt x="3139080" y="15033"/>
                </a:lnTo>
                <a:lnTo>
                  <a:pt x="3173072" y="33181"/>
                </a:lnTo>
                <a:lnTo>
                  <a:pt x="3203151" y="57844"/>
                </a:lnTo>
                <a:lnTo>
                  <a:pt x="3227814" y="87923"/>
                </a:lnTo>
                <a:lnTo>
                  <a:pt x="3245962" y="121915"/>
                </a:lnTo>
                <a:lnTo>
                  <a:pt x="3257165" y="158784"/>
                </a:lnTo>
                <a:lnTo>
                  <a:pt x="3260995" y="197493"/>
                </a:lnTo>
                <a:lnTo>
                  <a:pt x="3260995" y="1119127"/>
                </a:lnTo>
                <a:lnTo>
                  <a:pt x="3255779" y="1164411"/>
                </a:lnTo>
                <a:lnTo>
                  <a:pt x="3240922" y="1205980"/>
                </a:lnTo>
                <a:lnTo>
                  <a:pt x="3217608" y="1242649"/>
                </a:lnTo>
                <a:lnTo>
                  <a:pt x="3187024" y="1273233"/>
                </a:lnTo>
                <a:lnTo>
                  <a:pt x="3150355" y="1296547"/>
                </a:lnTo>
                <a:lnTo>
                  <a:pt x="3108786" y="1311405"/>
                </a:lnTo>
                <a:lnTo>
                  <a:pt x="3063502" y="1316620"/>
                </a:lnTo>
                <a:lnTo>
                  <a:pt x="197493" y="1316620"/>
                </a:lnTo>
                <a:lnTo>
                  <a:pt x="152209" y="1311405"/>
                </a:lnTo>
                <a:lnTo>
                  <a:pt x="110640" y="1296547"/>
                </a:lnTo>
                <a:lnTo>
                  <a:pt x="73971" y="1273233"/>
                </a:lnTo>
                <a:lnTo>
                  <a:pt x="43387" y="1242649"/>
                </a:lnTo>
                <a:lnTo>
                  <a:pt x="20073" y="1205980"/>
                </a:lnTo>
                <a:lnTo>
                  <a:pt x="5215" y="1164411"/>
                </a:lnTo>
                <a:lnTo>
                  <a:pt x="0" y="1119127"/>
                </a:lnTo>
                <a:lnTo>
                  <a:pt x="0" y="197493"/>
                </a:lnTo>
                <a:close/>
              </a:path>
            </a:pathLst>
          </a:custGeom>
          <a:ln w="9524">
            <a:solidFill>
              <a:srgbClr val="46AA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6328" y="272258"/>
            <a:ext cx="2411095" cy="1076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-26923"/>
            <a:ext cx="9169400" cy="1262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817993"/>
            <a:ext cx="7945755" cy="2345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hyperlink" Target="http://www.skcet.ac.i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3" Type="http://schemas.openxmlformats.org/officeDocument/2006/relationships/image" Target="../media/image2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kcet.ac.in/" TargetMode="External"/><Relationship Id="rId5" Type="http://schemas.openxmlformats.org/officeDocument/2006/relationships/image" Target="../media/image57.png"/><Relationship Id="rId4" Type="http://schemas.openxmlformats.org/officeDocument/2006/relationships/image" Target="../media/image5.jpg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hyperlink" Target="https://drive.google.com/open?id=1IUHcRInvXS0Cr03wDX6Gmcbwr5EnDhC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g"/><Relationship Id="rId4" Type="http://schemas.openxmlformats.org/officeDocument/2006/relationships/hyperlink" Target="https://drive.google.com/file/d/183yt26nchMJW2G7uNENOkk6SEaV8KVdv/view?usp=sharin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5413" y="3714748"/>
            <a:ext cx="6870700" cy="1428750"/>
            <a:chOff x="1135413" y="3714748"/>
            <a:chExt cx="6870700" cy="1428750"/>
          </a:xfrm>
        </p:grpSpPr>
        <p:sp>
          <p:nvSpPr>
            <p:cNvPr id="3" name="object 3"/>
            <p:cNvSpPr/>
            <p:nvPr/>
          </p:nvSpPr>
          <p:spPr>
            <a:xfrm>
              <a:off x="2408634" y="3714748"/>
              <a:ext cx="5592445" cy="366395"/>
            </a:xfrm>
            <a:custGeom>
              <a:avLst/>
              <a:gdLst/>
              <a:ahLst/>
              <a:cxnLst/>
              <a:rect l="l" t="t" r="r" b="b"/>
              <a:pathLst>
                <a:path w="5592445" h="366395">
                  <a:moveTo>
                    <a:pt x="5592366" y="366117"/>
                  </a:moveTo>
                  <a:lnTo>
                    <a:pt x="0" y="217483"/>
                  </a:lnTo>
                  <a:lnTo>
                    <a:pt x="5592366" y="0"/>
                  </a:lnTo>
                  <a:lnTo>
                    <a:pt x="5592366" y="366117"/>
                  </a:lnTo>
                  <a:close/>
                </a:path>
              </a:pathLst>
            </a:custGeom>
            <a:solidFill>
              <a:srgbClr val="9D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26509" y="3928307"/>
              <a:ext cx="6774815" cy="591820"/>
            </a:xfrm>
            <a:custGeom>
              <a:avLst/>
              <a:gdLst/>
              <a:ahLst/>
              <a:cxnLst/>
              <a:rect l="l" t="t" r="r" b="b"/>
              <a:pathLst>
                <a:path w="6774815" h="591820">
                  <a:moveTo>
                    <a:pt x="6774491" y="591497"/>
                  </a:moveTo>
                  <a:lnTo>
                    <a:pt x="0" y="0"/>
                  </a:lnTo>
                  <a:lnTo>
                    <a:pt x="6774491" y="0"/>
                  </a:lnTo>
                  <a:lnTo>
                    <a:pt x="6774491" y="5914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998" y="3750732"/>
              <a:ext cx="6858002" cy="13927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0175" y="3748252"/>
              <a:ext cx="6861175" cy="593090"/>
            </a:xfrm>
            <a:custGeom>
              <a:avLst/>
              <a:gdLst/>
              <a:ahLst/>
              <a:cxnLst/>
              <a:rect l="l" t="t" r="r" b="b"/>
              <a:pathLst>
                <a:path w="6861175" h="593089">
                  <a:moveTo>
                    <a:pt x="0" y="0"/>
                  </a:moveTo>
                  <a:lnTo>
                    <a:pt x="6860824" y="592727"/>
                  </a:lnTo>
                </a:path>
              </a:pathLst>
            </a:custGeom>
            <a:ln w="9524">
              <a:solidFill>
                <a:srgbClr val="559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8" y="4780188"/>
              <a:ext cx="6858000" cy="36331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71350" y="1411930"/>
            <a:ext cx="5648960" cy="1311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830" algn="l"/>
              </a:tabLst>
            </a:pPr>
            <a:r>
              <a:rPr sz="1800" spc="-10" dirty="0">
                <a:latin typeface="Arial"/>
                <a:cs typeface="Arial"/>
              </a:rPr>
              <a:t>Course</a:t>
            </a:r>
            <a:r>
              <a:rPr sz="1800" dirty="0">
                <a:latin typeface="Arial"/>
                <a:cs typeface="Arial"/>
              </a:rPr>
              <a:t>	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lang="en-IN" sz="1800" spc="-30">
                <a:latin typeface="Arial"/>
                <a:cs typeface="Arial"/>
              </a:rPr>
              <a:t>23CSC04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Principles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Compiler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Design</a:t>
            </a:r>
            <a:endParaRPr sz="1800" dirty="0">
              <a:latin typeface="Arial"/>
              <a:cs typeface="Arial"/>
            </a:endParaRPr>
          </a:p>
          <a:p>
            <a:pPr marL="12700" marR="360680">
              <a:lnSpc>
                <a:spcPct val="200000"/>
              </a:lnSpc>
              <a:tabLst>
                <a:tab pos="1047750" algn="l"/>
              </a:tabLst>
            </a:pPr>
            <a:r>
              <a:rPr sz="1800" dirty="0">
                <a:latin typeface="Arial"/>
                <a:cs typeface="Arial"/>
              </a:rPr>
              <a:t>Module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</a:t>
            </a:r>
            <a:r>
              <a:rPr sz="1800" spc="43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Lexical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Analysis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Syntax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Analysis Topic</a:t>
            </a:r>
            <a:r>
              <a:rPr sz="1800" dirty="0">
                <a:latin typeface="Arial"/>
                <a:cs typeface="Arial"/>
              </a:rPr>
              <a:t>	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Regular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Expression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NFA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2999" y="4623977"/>
            <a:ext cx="6858000" cy="241935"/>
          </a:xfrm>
          <a:prstGeom prst="rect">
            <a:avLst/>
          </a:prstGeom>
          <a:solidFill>
            <a:srgbClr val="D3EEF4"/>
          </a:solidFill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200" b="1" spc="-10" dirty="0">
                <a:latin typeface="Arial"/>
                <a:cs typeface="Arial"/>
                <a:hlinkClick r:id="rId4"/>
              </a:rPr>
              <a:t>www.skcet.ac.in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-1" y="0"/>
            <a:ext cx="9144000" cy="1171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7" y="3493348"/>
            <a:ext cx="6863317" cy="952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5413" y="3714748"/>
            <a:ext cx="6870700" cy="1428750"/>
            <a:chOff x="1135413" y="3714748"/>
            <a:chExt cx="6870700" cy="1428750"/>
          </a:xfrm>
        </p:grpSpPr>
        <p:sp>
          <p:nvSpPr>
            <p:cNvPr id="4" name="object 4"/>
            <p:cNvSpPr/>
            <p:nvPr/>
          </p:nvSpPr>
          <p:spPr>
            <a:xfrm>
              <a:off x="2408634" y="3714748"/>
              <a:ext cx="5592445" cy="366395"/>
            </a:xfrm>
            <a:custGeom>
              <a:avLst/>
              <a:gdLst/>
              <a:ahLst/>
              <a:cxnLst/>
              <a:rect l="l" t="t" r="r" b="b"/>
              <a:pathLst>
                <a:path w="5592445" h="366395">
                  <a:moveTo>
                    <a:pt x="5592366" y="366117"/>
                  </a:moveTo>
                  <a:lnTo>
                    <a:pt x="0" y="217483"/>
                  </a:lnTo>
                  <a:lnTo>
                    <a:pt x="5592366" y="0"/>
                  </a:lnTo>
                  <a:lnTo>
                    <a:pt x="5592366" y="366117"/>
                  </a:lnTo>
                  <a:close/>
                </a:path>
              </a:pathLst>
            </a:custGeom>
            <a:solidFill>
              <a:srgbClr val="9D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6509" y="3928307"/>
              <a:ext cx="6774815" cy="591820"/>
            </a:xfrm>
            <a:custGeom>
              <a:avLst/>
              <a:gdLst/>
              <a:ahLst/>
              <a:cxnLst/>
              <a:rect l="l" t="t" r="r" b="b"/>
              <a:pathLst>
                <a:path w="6774815" h="591820">
                  <a:moveTo>
                    <a:pt x="6774491" y="591497"/>
                  </a:moveTo>
                  <a:lnTo>
                    <a:pt x="0" y="0"/>
                  </a:lnTo>
                  <a:lnTo>
                    <a:pt x="6774491" y="0"/>
                  </a:lnTo>
                  <a:lnTo>
                    <a:pt x="6774491" y="5914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8" y="3750732"/>
              <a:ext cx="6858002" cy="13927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40175" y="3748252"/>
              <a:ext cx="6861175" cy="593090"/>
            </a:xfrm>
            <a:custGeom>
              <a:avLst/>
              <a:gdLst/>
              <a:ahLst/>
              <a:cxnLst/>
              <a:rect l="l" t="t" r="r" b="b"/>
              <a:pathLst>
                <a:path w="6861175" h="593089">
                  <a:moveTo>
                    <a:pt x="0" y="0"/>
                  </a:moveTo>
                  <a:lnTo>
                    <a:pt x="6860824" y="592727"/>
                  </a:lnTo>
                </a:path>
              </a:pathLst>
            </a:custGeom>
            <a:ln w="9524">
              <a:solidFill>
                <a:srgbClr val="559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0517" rIns="0" bIns="0" rtlCol="0">
            <a:spAutoFit/>
          </a:bodyPr>
          <a:lstStyle/>
          <a:p>
            <a:pPr marL="3076575">
              <a:lnSpc>
                <a:spcPct val="100000"/>
              </a:lnSpc>
              <a:spcBef>
                <a:spcPts val="100"/>
              </a:spcBef>
            </a:pPr>
            <a:r>
              <a:rPr spc="305" dirty="0">
                <a:solidFill>
                  <a:srgbClr val="464646"/>
                </a:solidFill>
                <a:latin typeface="Trebuchet MS"/>
                <a:cs typeface="Trebuchet MS"/>
              </a:rPr>
              <a:t>SESSION</a:t>
            </a:r>
            <a:r>
              <a:rPr spc="-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pc="395" dirty="0">
                <a:solidFill>
                  <a:srgbClr val="464646"/>
                </a:solidFill>
                <a:latin typeface="Trebuchet MS"/>
                <a:cs typeface="Trebuchet MS"/>
              </a:rPr>
              <a:t>OUTCOMES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48532" y="1428563"/>
            <a:ext cx="6098540" cy="157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At</a:t>
            </a:r>
            <a:r>
              <a:rPr sz="1800" b="1" spc="-3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end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session,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learner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would</a:t>
            </a:r>
            <a:r>
              <a:rPr sz="1800" b="1" spc="-3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be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able</a:t>
            </a:r>
            <a:r>
              <a:rPr sz="1800" b="1" spc="-25" dirty="0">
                <a:solidFill>
                  <a:srgbClr val="011993"/>
                </a:solidFill>
                <a:latin typeface="Arial"/>
                <a:cs typeface="Arial"/>
              </a:rPr>
              <a:t> to,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Arial"/>
              <a:cs typeface="Arial"/>
            </a:endParaRPr>
          </a:p>
          <a:p>
            <a:pPr marL="436880" indent="-93345">
              <a:lnSpc>
                <a:spcPct val="100000"/>
              </a:lnSpc>
              <a:buChar char="•"/>
              <a:tabLst>
                <a:tab pos="436880" algn="l"/>
              </a:tabLst>
            </a:pP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Convert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a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Regular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Expression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to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an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equivalent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 NFA.</a:t>
            </a:r>
            <a:endParaRPr sz="1800">
              <a:latin typeface="Arial"/>
              <a:cs typeface="Arial"/>
            </a:endParaRPr>
          </a:p>
          <a:p>
            <a:pPr marL="436880" indent="-93345">
              <a:lnSpc>
                <a:spcPct val="100000"/>
              </a:lnSpc>
              <a:spcBef>
                <a:spcPts val="1180"/>
              </a:spcBef>
              <a:buChar char="•"/>
              <a:tabLst>
                <a:tab pos="436880" algn="l"/>
              </a:tabLst>
            </a:pP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Convert</a:t>
            </a:r>
            <a:r>
              <a:rPr sz="1800" b="1" spc="-1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11993"/>
                </a:solidFill>
                <a:latin typeface="Arial"/>
                <a:cs typeface="Arial"/>
              </a:rPr>
              <a:t>NFA</a:t>
            </a:r>
            <a:r>
              <a:rPr sz="1800" b="1" spc="-7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to</a:t>
            </a:r>
            <a:r>
              <a:rPr sz="1800" b="1" spc="-10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1993"/>
                </a:solidFill>
                <a:latin typeface="Arial"/>
                <a:cs typeface="Arial"/>
              </a:rPr>
              <a:t>equivalent</a:t>
            </a:r>
            <a:r>
              <a:rPr sz="1800" b="1" spc="-5" dirty="0">
                <a:solidFill>
                  <a:srgbClr val="011993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11993"/>
                </a:solidFill>
                <a:latin typeface="Arial"/>
                <a:cs typeface="Arial"/>
              </a:rPr>
              <a:t>DFA.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7" y="3493348"/>
            <a:ext cx="6863317" cy="952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5413" y="3714748"/>
            <a:ext cx="6870700" cy="1428750"/>
            <a:chOff x="1135413" y="3714748"/>
            <a:chExt cx="6870700" cy="1428750"/>
          </a:xfrm>
        </p:grpSpPr>
        <p:sp>
          <p:nvSpPr>
            <p:cNvPr id="4" name="object 4"/>
            <p:cNvSpPr/>
            <p:nvPr/>
          </p:nvSpPr>
          <p:spPr>
            <a:xfrm>
              <a:off x="2408634" y="3714748"/>
              <a:ext cx="5592445" cy="366395"/>
            </a:xfrm>
            <a:custGeom>
              <a:avLst/>
              <a:gdLst/>
              <a:ahLst/>
              <a:cxnLst/>
              <a:rect l="l" t="t" r="r" b="b"/>
              <a:pathLst>
                <a:path w="5592445" h="366395">
                  <a:moveTo>
                    <a:pt x="5592366" y="366117"/>
                  </a:moveTo>
                  <a:lnTo>
                    <a:pt x="0" y="217483"/>
                  </a:lnTo>
                  <a:lnTo>
                    <a:pt x="5592366" y="0"/>
                  </a:lnTo>
                  <a:lnTo>
                    <a:pt x="5592366" y="366117"/>
                  </a:lnTo>
                  <a:close/>
                </a:path>
              </a:pathLst>
            </a:custGeom>
            <a:solidFill>
              <a:srgbClr val="9D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6509" y="3928307"/>
              <a:ext cx="6774815" cy="591820"/>
            </a:xfrm>
            <a:custGeom>
              <a:avLst/>
              <a:gdLst/>
              <a:ahLst/>
              <a:cxnLst/>
              <a:rect l="l" t="t" r="r" b="b"/>
              <a:pathLst>
                <a:path w="6774815" h="591820">
                  <a:moveTo>
                    <a:pt x="6774491" y="591497"/>
                  </a:moveTo>
                  <a:lnTo>
                    <a:pt x="0" y="0"/>
                  </a:lnTo>
                  <a:lnTo>
                    <a:pt x="6774491" y="0"/>
                  </a:lnTo>
                  <a:lnTo>
                    <a:pt x="6774491" y="5914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8" y="3750732"/>
              <a:ext cx="6858002" cy="13927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40175" y="3748252"/>
              <a:ext cx="6861175" cy="593090"/>
            </a:xfrm>
            <a:custGeom>
              <a:avLst/>
              <a:gdLst/>
              <a:ahLst/>
              <a:cxnLst/>
              <a:rect l="l" t="t" r="r" b="b"/>
              <a:pathLst>
                <a:path w="6861175" h="593089">
                  <a:moveTo>
                    <a:pt x="0" y="0"/>
                  </a:moveTo>
                  <a:lnTo>
                    <a:pt x="6860824" y="592727"/>
                  </a:lnTo>
                </a:path>
              </a:pathLst>
            </a:custGeom>
            <a:ln w="9524">
              <a:solidFill>
                <a:srgbClr val="559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01611" y="164830"/>
            <a:ext cx="7369809" cy="1070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21200"/>
              </a:lnSpc>
              <a:spcBef>
                <a:spcPts val="125"/>
              </a:spcBef>
            </a:pPr>
            <a:r>
              <a:rPr sz="2000" spc="130" dirty="0">
                <a:solidFill>
                  <a:srgbClr val="464646"/>
                </a:solidFill>
                <a:latin typeface="Trebuchet MS"/>
                <a:cs typeface="Trebuchet MS"/>
              </a:rPr>
              <a:t>Lexemes</a:t>
            </a:r>
            <a:r>
              <a:rPr sz="1800" b="0" spc="130" dirty="0">
                <a:solidFill>
                  <a:srgbClr val="011993"/>
                </a:solidFill>
                <a:latin typeface="Arial MT"/>
                <a:cs typeface="Arial MT"/>
              </a:rPr>
              <a:t>-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Lexical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analyser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reads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the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stream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of</a:t>
            </a:r>
            <a:r>
              <a:rPr sz="1800" b="0" spc="47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characters</a:t>
            </a:r>
            <a:r>
              <a:rPr sz="1800" b="0" spc="4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of</a:t>
            </a:r>
            <a:r>
              <a:rPr sz="1800" b="0" spc="46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spc="-25" dirty="0">
                <a:solidFill>
                  <a:srgbClr val="011993"/>
                </a:solidFill>
                <a:latin typeface="Arial MT"/>
                <a:cs typeface="Arial MT"/>
              </a:rPr>
              <a:t>the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source</a:t>
            </a:r>
            <a:r>
              <a:rPr sz="1800" b="0" spc="34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program,</a:t>
            </a:r>
            <a:r>
              <a:rPr sz="1800" b="0" spc="35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and</a:t>
            </a:r>
            <a:r>
              <a:rPr sz="1800" b="0" spc="3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groups</a:t>
            </a:r>
            <a:r>
              <a:rPr sz="1800" b="0" spc="3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them</a:t>
            </a:r>
            <a:r>
              <a:rPr sz="1800" b="0" spc="3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into</a:t>
            </a:r>
            <a:r>
              <a:rPr sz="1800" b="0" spc="3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meaningful</a:t>
            </a:r>
            <a:r>
              <a:rPr sz="1800" b="0" spc="3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011993"/>
                </a:solidFill>
                <a:latin typeface="Arial MT"/>
                <a:cs typeface="Arial MT"/>
              </a:rPr>
              <a:t>sequences,</a:t>
            </a:r>
            <a:r>
              <a:rPr sz="1800" b="0" spc="3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b="0" spc="-10" dirty="0">
                <a:solidFill>
                  <a:srgbClr val="011993"/>
                </a:solidFill>
                <a:latin typeface="Arial MT"/>
                <a:cs typeface="Arial MT"/>
              </a:rPr>
              <a:t>called lexemes.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611" y="1289667"/>
            <a:ext cx="3870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3815" algn="l"/>
                <a:tab pos="3223895" algn="l"/>
              </a:tabLst>
            </a:pPr>
            <a:r>
              <a:rPr sz="2000" b="1" spc="180" dirty="0">
                <a:solidFill>
                  <a:srgbClr val="464646"/>
                </a:solidFill>
                <a:latin typeface="Trebuchet MS"/>
                <a:cs typeface="Trebuchet MS"/>
              </a:rPr>
              <a:t>Regular</a:t>
            </a:r>
            <a:r>
              <a:rPr sz="2000" b="1" dirty="0">
                <a:solidFill>
                  <a:srgbClr val="464646"/>
                </a:solidFill>
                <a:latin typeface="Trebuchet MS"/>
                <a:cs typeface="Trebuchet MS"/>
              </a:rPr>
              <a:t>	</a:t>
            </a:r>
            <a:r>
              <a:rPr sz="2000" b="1" spc="190" dirty="0">
                <a:solidFill>
                  <a:srgbClr val="464646"/>
                </a:solidFill>
                <a:latin typeface="Trebuchet MS"/>
                <a:cs typeface="Trebuchet MS"/>
              </a:rPr>
              <a:t>Expressions</a:t>
            </a:r>
            <a:r>
              <a:rPr sz="2000" b="1" dirty="0">
                <a:solidFill>
                  <a:srgbClr val="464646"/>
                </a:solidFill>
                <a:latin typeface="Trebuchet MS"/>
                <a:cs typeface="Trebuchet MS"/>
              </a:rPr>
              <a:t>	</a:t>
            </a:r>
            <a:r>
              <a:rPr sz="2000" b="1" spc="65" dirty="0">
                <a:solidFill>
                  <a:srgbClr val="464646"/>
                </a:solidFill>
                <a:latin typeface="Trebuchet MS"/>
                <a:cs typeface="Trebuchet MS"/>
              </a:rPr>
              <a:t>(R.E)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0076" y="1312526"/>
            <a:ext cx="3253740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2735" algn="l"/>
                <a:tab pos="624840" algn="l"/>
                <a:tab pos="1945005" algn="l"/>
                <a:tab pos="2970530" algn="l"/>
              </a:tabLst>
            </a:pPr>
            <a:r>
              <a:rPr sz="1800" spc="-50" dirty="0">
                <a:solidFill>
                  <a:srgbClr val="011993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1800" spc="-60" dirty="0">
                <a:solidFill>
                  <a:srgbClr val="011993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011993"/>
                </a:solidFill>
                <a:latin typeface="Arial MT"/>
                <a:cs typeface="Arial MT"/>
              </a:rPr>
              <a:t>convenient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1800" spc="-10" dirty="0">
                <a:solidFill>
                  <a:srgbClr val="011993"/>
                </a:solidFill>
                <a:latin typeface="Arial MT"/>
                <a:cs typeface="Arial MT"/>
              </a:rPr>
              <a:t>notation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011993"/>
                </a:solidFill>
                <a:latin typeface="Arial MT"/>
                <a:cs typeface="Arial MT"/>
              </a:rPr>
              <a:t>for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1611" y="1583578"/>
            <a:ext cx="7350125" cy="22415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90"/>
              </a:spcBef>
            </a:pP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representing</a:t>
            </a:r>
            <a:r>
              <a:rPr sz="1800" spc="3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lexeme</a:t>
            </a:r>
            <a:r>
              <a:rPr sz="1800" spc="4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11993"/>
                </a:solidFill>
                <a:latin typeface="Arial MT"/>
                <a:cs typeface="Arial MT"/>
              </a:rPr>
              <a:t>patterns.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R.E.</a:t>
            </a:r>
            <a:r>
              <a:rPr sz="1800" spc="1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can</a:t>
            </a:r>
            <a:r>
              <a:rPr sz="1800" spc="2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be</a:t>
            </a:r>
            <a:r>
              <a:rPr sz="1800" spc="2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transformed</a:t>
            </a:r>
            <a:r>
              <a:rPr sz="1800" spc="2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into</a:t>
            </a:r>
            <a:r>
              <a:rPr sz="1800" spc="4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b="1" spc="170" dirty="0">
                <a:solidFill>
                  <a:srgbClr val="464646"/>
                </a:solidFill>
                <a:latin typeface="Trebuchet MS"/>
                <a:cs typeface="Trebuchet MS"/>
              </a:rPr>
              <a:t>NFA</a:t>
            </a:r>
            <a:r>
              <a:rPr sz="2000" b="1" spc="-8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and</a:t>
            </a:r>
            <a:r>
              <a:rPr sz="1800" spc="2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then</a:t>
            </a:r>
            <a:r>
              <a:rPr sz="1800" spc="2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into</a:t>
            </a:r>
            <a:r>
              <a:rPr sz="1800" spc="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b="1" spc="130" dirty="0">
                <a:solidFill>
                  <a:srgbClr val="464646"/>
                </a:solidFill>
                <a:latin typeface="Trebuchet MS"/>
                <a:cs typeface="Trebuchet MS"/>
              </a:rPr>
              <a:t>DFA.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120000"/>
              </a:lnSpc>
            </a:pP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NFA</a:t>
            </a:r>
            <a:r>
              <a:rPr sz="1800" spc="17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&amp;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DFA</a:t>
            </a:r>
            <a:r>
              <a:rPr sz="1800" spc="17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can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be</a:t>
            </a:r>
            <a:r>
              <a:rPr sz="1800" spc="27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used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as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input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to</a:t>
            </a:r>
            <a:r>
              <a:rPr sz="1800" spc="27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a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driver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program</a:t>
            </a:r>
            <a:r>
              <a:rPr sz="1800" spc="27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that</a:t>
            </a:r>
            <a:r>
              <a:rPr sz="1800" spc="27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11993"/>
                </a:solidFill>
                <a:latin typeface="Arial MT"/>
                <a:cs typeface="Arial MT"/>
              </a:rPr>
              <a:t>simulates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these</a:t>
            </a:r>
            <a:r>
              <a:rPr sz="1800" spc="33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automata</a:t>
            </a:r>
            <a:r>
              <a:rPr sz="1800" spc="33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and</a:t>
            </a:r>
            <a:r>
              <a:rPr sz="1800" spc="33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uses</a:t>
            </a:r>
            <a:r>
              <a:rPr sz="1800" spc="33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them</a:t>
            </a:r>
            <a:r>
              <a:rPr sz="1800" spc="33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11993"/>
                </a:solidFill>
                <a:latin typeface="Arial MT"/>
                <a:cs typeface="Arial MT"/>
              </a:rPr>
              <a:t>as</a:t>
            </a:r>
            <a:r>
              <a:rPr sz="1800" spc="36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b="1" spc="180" dirty="0">
                <a:solidFill>
                  <a:srgbClr val="464646"/>
                </a:solidFill>
                <a:latin typeface="Trebuchet MS"/>
                <a:cs typeface="Trebuchet MS"/>
              </a:rPr>
              <a:t>a</a:t>
            </a:r>
            <a:r>
              <a:rPr sz="2000" b="1" spc="35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000" b="1" spc="185" dirty="0">
                <a:solidFill>
                  <a:srgbClr val="464646"/>
                </a:solidFill>
                <a:latin typeface="Trebuchet MS"/>
                <a:cs typeface="Trebuchet MS"/>
              </a:rPr>
              <a:t>guide</a:t>
            </a:r>
            <a:r>
              <a:rPr sz="2000" b="1" spc="36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000" b="1" spc="140" dirty="0">
                <a:solidFill>
                  <a:srgbClr val="464646"/>
                </a:solidFill>
                <a:latin typeface="Trebuchet MS"/>
                <a:cs typeface="Trebuchet MS"/>
              </a:rPr>
              <a:t>to</a:t>
            </a:r>
            <a:r>
              <a:rPr sz="2000" b="1" spc="36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000" b="1" spc="135" dirty="0">
                <a:solidFill>
                  <a:srgbClr val="464646"/>
                </a:solidFill>
                <a:latin typeface="Trebuchet MS"/>
                <a:cs typeface="Trebuchet MS"/>
              </a:rPr>
              <a:t>determine</a:t>
            </a:r>
            <a:r>
              <a:rPr sz="2000" b="1" spc="36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000" b="1" spc="80" dirty="0">
                <a:solidFill>
                  <a:srgbClr val="464646"/>
                </a:solidFill>
                <a:latin typeface="Trebuchet MS"/>
                <a:cs typeface="Trebuchet MS"/>
              </a:rPr>
              <a:t>the </a:t>
            </a:r>
            <a:r>
              <a:rPr sz="2000" b="1" spc="90" dirty="0">
                <a:solidFill>
                  <a:srgbClr val="464646"/>
                </a:solidFill>
                <a:latin typeface="Trebuchet MS"/>
                <a:cs typeface="Trebuchet MS"/>
              </a:rPr>
              <a:t>next</a:t>
            </a:r>
            <a:r>
              <a:rPr sz="2000" b="1" spc="-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000" b="1" spc="114" dirty="0">
                <a:solidFill>
                  <a:srgbClr val="464646"/>
                </a:solidFill>
                <a:latin typeface="Trebuchet MS"/>
                <a:cs typeface="Trebuchet MS"/>
              </a:rPr>
              <a:t>token.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9916" y="2344927"/>
            <a:ext cx="1466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225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Regular </a:t>
            </a:r>
            <a:r>
              <a:rPr sz="2400" spc="-20" dirty="0">
                <a:latin typeface="Calibri"/>
                <a:cs typeface="Calibri"/>
              </a:rPr>
              <a:t>expressions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7349" y="1773183"/>
            <a:ext cx="5213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/>
                <a:cs typeface="Calibri"/>
              </a:rPr>
              <a:t>NFA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3447" y="2573533"/>
            <a:ext cx="512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/>
                <a:cs typeface="Calibri"/>
              </a:rPr>
              <a:t>DFA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9813" y="3500118"/>
            <a:ext cx="15995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052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Lexical Specification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4469" y="3557116"/>
            <a:ext cx="2893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2615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latin typeface="Calibri"/>
                <a:cs typeface="Calibri"/>
              </a:rPr>
              <a:t>Table-</a:t>
            </a:r>
            <a:r>
              <a:rPr sz="2400" spc="-10" dirty="0">
                <a:latin typeface="Calibri"/>
                <a:cs typeface="Calibri"/>
              </a:rPr>
              <a:t>driven Implementation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DFA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7180" y="3174108"/>
            <a:ext cx="76200" cy="32397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374263" y="1982216"/>
            <a:ext cx="1497965" cy="367665"/>
            <a:chOff x="2374263" y="1982216"/>
            <a:chExt cx="1497965" cy="367665"/>
          </a:xfrm>
        </p:grpSpPr>
        <p:sp>
          <p:nvSpPr>
            <p:cNvPr id="9" name="object 9"/>
            <p:cNvSpPr/>
            <p:nvPr/>
          </p:nvSpPr>
          <p:spPr>
            <a:xfrm>
              <a:off x="2374263" y="2013227"/>
              <a:ext cx="1425575" cy="336550"/>
            </a:xfrm>
            <a:custGeom>
              <a:avLst/>
              <a:gdLst/>
              <a:ahLst/>
              <a:cxnLst/>
              <a:rect l="l" t="t" r="r" b="b"/>
              <a:pathLst>
                <a:path w="1425575" h="336550">
                  <a:moveTo>
                    <a:pt x="2771" y="336147"/>
                  </a:moveTo>
                  <a:lnTo>
                    <a:pt x="0" y="323697"/>
                  </a:lnTo>
                  <a:lnTo>
                    <a:pt x="1422370" y="0"/>
                  </a:lnTo>
                  <a:lnTo>
                    <a:pt x="1425141" y="12325"/>
                  </a:lnTo>
                  <a:lnTo>
                    <a:pt x="2771" y="336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9552" y="1982216"/>
              <a:ext cx="82677" cy="7429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581016" y="1996313"/>
            <a:ext cx="1997710" cy="591185"/>
            <a:chOff x="4581016" y="1996313"/>
            <a:chExt cx="1997710" cy="59118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4907" y="2514219"/>
              <a:ext cx="83694" cy="732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81016" y="1996313"/>
              <a:ext cx="1926589" cy="560705"/>
            </a:xfrm>
            <a:custGeom>
              <a:avLst/>
              <a:gdLst/>
              <a:ahLst/>
              <a:cxnLst/>
              <a:rect l="l" t="t" r="r" b="b"/>
              <a:pathLst>
                <a:path w="1926590" h="560705">
                  <a:moveTo>
                    <a:pt x="1922561" y="560668"/>
                  </a:moveTo>
                  <a:lnTo>
                    <a:pt x="0" y="12329"/>
                  </a:lnTo>
                  <a:lnTo>
                    <a:pt x="3388" y="0"/>
                  </a:lnTo>
                  <a:lnTo>
                    <a:pt x="1926038" y="548443"/>
                  </a:lnTo>
                  <a:lnTo>
                    <a:pt x="1922561" y="56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38468" y="3033395"/>
            <a:ext cx="76200" cy="521970"/>
            <a:chOff x="6538468" y="3033395"/>
            <a:chExt cx="76200" cy="52197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8468" y="3478783"/>
              <a:ext cx="76200" cy="764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70274" y="3033395"/>
              <a:ext cx="15240" cy="445770"/>
            </a:xfrm>
            <a:custGeom>
              <a:avLst/>
              <a:gdLst/>
              <a:ahLst/>
              <a:cxnLst/>
              <a:rect l="l" t="t" r="r" b="b"/>
              <a:pathLst>
                <a:path w="15240" h="445770">
                  <a:moveTo>
                    <a:pt x="12701" y="445612"/>
                  </a:moveTo>
                  <a:lnTo>
                    <a:pt x="0" y="445550"/>
                  </a:lnTo>
                  <a:lnTo>
                    <a:pt x="1974" y="0"/>
                  </a:lnTo>
                  <a:lnTo>
                    <a:pt x="14676" y="0"/>
                  </a:lnTo>
                  <a:lnTo>
                    <a:pt x="12701" y="445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4349" rIns="0" bIns="0" rtlCol="0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sz="2500" spc="240" dirty="0">
                <a:solidFill>
                  <a:srgbClr val="464646"/>
                </a:solidFill>
                <a:latin typeface="Trebuchet MS"/>
                <a:cs typeface="Trebuchet MS"/>
              </a:rPr>
              <a:t>ROLE</a:t>
            </a:r>
            <a:r>
              <a:rPr sz="2500" spc="114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190" dirty="0">
                <a:solidFill>
                  <a:srgbClr val="464646"/>
                </a:solidFill>
                <a:latin typeface="Trebuchet MS"/>
                <a:cs typeface="Trebuchet MS"/>
              </a:rPr>
              <a:t>OF</a:t>
            </a:r>
            <a:r>
              <a:rPr sz="2500" spc="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135" dirty="0">
                <a:solidFill>
                  <a:srgbClr val="464646"/>
                </a:solidFill>
                <a:latin typeface="Trebuchet MS"/>
                <a:cs typeface="Trebuchet MS"/>
              </a:rPr>
              <a:t>RE,</a:t>
            </a:r>
            <a:r>
              <a:rPr sz="250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150" dirty="0">
                <a:solidFill>
                  <a:srgbClr val="464646"/>
                </a:solidFill>
                <a:latin typeface="Trebuchet MS"/>
                <a:cs typeface="Trebuchet MS"/>
              </a:rPr>
              <a:t>NFA,</a:t>
            </a:r>
            <a:r>
              <a:rPr sz="2500" spc="-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260" dirty="0">
                <a:solidFill>
                  <a:srgbClr val="464646"/>
                </a:solidFill>
                <a:latin typeface="Trebuchet MS"/>
                <a:cs typeface="Trebuchet MS"/>
              </a:rPr>
              <a:t>DFA</a:t>
            </a:r>
            <a:r>
              <a:rPr sz="250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245" dirty="0">
                <a:solidFill>
                  <a:srgbClr val="464646"/>
                </a:solidFill>
                <a:latin typeface="Trebuchet MS"/>
                <a:cs typeface="Trebuchet MS"/>
              </a:rPr>
              <a:t>IN</a:t>
            </a:r>
            <a:r>
              <a:rPr sz="250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210" dirty="0">
                <a:solidFill>
                  <a:srgbClr val="464646"/>
                </a:solidFill>
                <a:latin typeface="Trebuchet MS"/>
                <a:cs typeface="Trebuchet MS"/>
              </a:rPr>
              <a:t>LEXICAL</a:t>
            </a:r>
            <a:r>
              <a:rPr sz="2500" spc="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2500" spc="229" dirty="0">
                <a:solidFill>
                  <a:srgbClr val="464646"/>
                </a:solidFill>
                <a:latin typeface="Trebuchet MS"/>
                <a:cs typeface="Trebuchet MS"/>
              </a:rPr>
              <a:t>ANALYSIS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049" y="909132"/>
            <a:ext cx="6421755" cy="88391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For</a:t>
            </a:r>
            <a:r>
              <a:rPr sz="2400" b="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each</a:t>
            </a:r>
            <a:r>
              <a:rPr sz="2400" b="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kind</a:t>
            </a:r>
            <a:r>
              <a:rPr sz="2400" b="0" spc="-50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of</a:t>
            </a:r>
            <a:r>
              <a:rPr sz="2400" b="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spc="-30" dirty="0">
                <a:solidFill>
                  <a:srgbClr val="1F487B"/>
                </a:solidFill>
                <a:latin typeface="Calibri"/>
                <a:cs typeface="Calibri"/>
              </a:rPr>
              <a:t>reg-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exp,</a:t>
            </a:r>
            <a:r>
              <a:rPr sz="2400" b="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an</a:t>
            </a:r>
            <a:r>
              <a:rPr sz="2400" b="0" spc="-50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spc="-20" dirty="0">
                <a:solidFill>
                  <a:srgbClr val="1F487B"/>
                </a:solidFill>
                <a:latin typeface="Calibri"/>
                <a:cs typeface="Calibri"/>
              </a:rPr>
              <a:t>NFA</a:t>
            </a:r>
            <a:r>
              <a:rPr sz="2400" b="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notation</a:t>
            </a:r>
            <a:r>
              <a:rPr sz="2400" b="0" spc="-50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1F487B"/>
                </a:solidFill>
                <a:latin typeface="Calibri"/>
                <a:cs typeface="Calibri"/>
              </a:rPr>
              <a:t>is</a:t>
            </a:r>
            <a:r>
              <a:rPr sz="2400" b="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1F487B"/>
                </a:solidFill>
                <a:latin typeface="Calibri"/>
                <a:cs typeface="Calibri"/>
              </a:rPr>
              <a:t>defined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Notations: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049" y="2260413"/>
            <a:ext cx="1884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NFA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rexp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C0504D"/>
                </a:solidFill>
                <a:latin typeface="Calibri"/>
                <a:cs typeface="Calibri"/>
              </a:rPr>
              <a:t>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85248" y="2337175"/>
            <a:ext cx="529590" cy="324485"/>
            <a:chOff x="3485248" y="2337175"/>
            <a:chExt cx="529590" cy="324485"/>
          </a:xfrm>
        </p:grpSpPr>
        <p:sp>
          <p:nvSpPr>
            <p:cNvPr id="5" name="object 5"/>
            <p:cNvSpPr/>
            <p:nvPr/>
          </p:nvSpPr>
          <p:spPr>
            <a:xfrm>
              <a:off x="3485248" y="246073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38100"/>
                  </a:moveTo>
                  <a:lnTo>
                    <a:pt x="63500" y="3175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63500" y="44450"/>
                  </a:lnTo>
                  <a:lnTo>
                    <a:pt x="76200" y="3810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0925" y="2341938"/>
              <a:ext cx="419100" cy="314960"/>
            </a:xfrm>
            <a:custGeom>
              <a:avLst/>
              <a:gdLst/>
              <a:ahLst/>
              <a:cxnLst/>
              <a:rect l="l" t="t" r="r" b="b"/>
              <a:pathLst>
                <a:path w="419100" h="314960">
                  <a:moveTo>
                    <a:pt x="47624" y="156900"/>
                  </a:moveTo>
                  <a:lnTo>
                    <a:pt x="77015" y="89405"/>
                  </a:lnTo>
                  <a:lnTo>
                    <a:pt x="110005" y="64663"/>
                  </a:lnTo>
                  <a:lnTo>
                    <a:pt x="151827" y="48440"/>
                  </a:lnTo>
                  <a:lnTo>
                    <a:pt x="200012" y="42609"/>
                  </a:lnTo>
                  <a:lnTo>
                    <a:pt x="248184" y="48440"/>
                  </a:lnTo>
                  <a:lnTo>
                    <a:pt x="290020" y="64663"/>
                  </a:lnTo>
                  <a:lnTo>
                    <a:pt x="323009" y="89405"/>
                  </a:lnTo>
                  <a:lnTo>
                    <a:pt x="344640" y="120782"/>
                  </a:lnTo>
                  <a:lnTo>
                    <a:pt x="352401" y="156900"/>
                  </a:lnTo>
                  <a:lnTo>
                    <a:pt x="344640" y="193018"/>
                  </a:lnTo>
                  <a:lnTo>
                    <a:pt x="323009" y="224396"/>
                  </a:lnTo>
                  <a:lnTo>
                    <a:pt x="290020" y="249137"/>
                  </a:lnTo>
                  <a:lnTo>
                    <a:pt x="248184" y="265360"/>
                  </a:lnTo>
                  <a:lnTo>
                    <a:pt x="200012" y="271191"/>
                  </a:lnTo>
                  <a:lnTo>
                    <a:pt x="151827" y="265360"/>
                  </a:lnTo>
                  <a:lnTo>
                    <a:pt x="110005" y="249137"/>
                  </a:lnTo>
                  <a:lnTo>
                    <a:pt x="77015" y="224396"/>
                  </a:lnTo>
                  <a:lnTo>
                    <a:pt x="55385" y="193018"/>
                  </a:lnTo>
                  <a:lnTo>
                    <a:pt x="47624" y="156900"/>
                  </a:lnTo>
                  <a:close/>
                </a:path>
                <a:path w="419100" h="314960">
                  <a:moveTo>
                    <a:pt x="0" y="157108"/>
                  </a:moveTo>
                  <a:lnTo>
                    <a:pt x="7489" y="115342"/>
                  </a:lnTo>
                  <a:lnTo>
                    <a:pt x="28618" y="77826"/>
                  </a:lnTo>
                  <a:lnTo>
                    <a:pt x="61389" y="46029"/>
                  </a:lnTo>
                  <a:lnTo>
                    <a:pt x="103803" y="21450"/>
                  </a:lnTo>
                  <a:lnTo>
                    <a:pt x="153861" y="5617"/>
                  </a:lnTo>
                  <a:lnTo>
                    <a:pt x="209546" y="0"/>
                  </a:lnTo>
                  <a:lnTo>
                    <a:pt x="265231" y="5617"/>
                  </a:lnTo>
                  <a:lnTo>
                    <a:pt x="315290" y="21450"/>
                  </a:lnTo>
                  <a:lnTo>
                    <a:pt x="357704" y="46029"/>
                  </a:lnTo>
                  <a:lnTo>
                    <a:pt x="390475" y="77826"/>
                  </a:lnTo>
                  <a:lnTo>
                    <a:pt x="411604" y="115342"/>
                  </a:lnTo>
                  <a:lnTo>
                    <a:pt x="419094" y="157108"/>
                  </a:lnTo>
                  <a:lnTo>
                    <a:pt x="411604" y="198917"/>
                  </a:lnTo>
                  <a:lnTo>
                    <a:pt x="390475" y="236478"/>
                  </a:lnTo>
                  <a:lnTo>
                    <a:pt x="357704" y="268289"/>
                  </a:lnTo>
                  <a:lnTo>
                    <a:pt x="315290" y="292868"/>
                  </a:lnTo>
                  <a:lnTo>
                    <a:pt x="265231" y="308716"/>
                  </a:lnTo>
                  <a:lnTo>
                    <a:pt x="209546" y="314333"/>
                  </a:lnTo>
                  <a:lnTo>
                    <a:pt x="153861" y="308716"/>
                  </a:lnTo>
                  <a:lnTo>
                    <a:pt x="103803" y="292868"/>
                  </a:lnTo>
                  <a:lnTo>
                    <a:pt x="61389" y="268289"/>
                  </a:lnTo>
                  <a:lnTo>
                    <a:pt x="28618" y="236478"/>
                  </a:lnTo>
                  <a:lnTo>
                    <a:pt x="7489" y="198917"/>
                  </a:lnTo>
                  <a:lnTo>
                    <a:pt x="0" y="157108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7057" y="3056071"/>
            <a:ext cx="7251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38398" y="3026600"/>
            <a:ext cx="2357755" cy="345440"/>
            <a:chOff x="2438398" y="3026600"/>
            <a:chExt cx="2357755" cy="3454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199" y="3157600"/>
              <a:ext cx="76200" cy="762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38398" y="3189224"/>
              <a:ext cx="304800" cy="13335"/>
            </a:xfrm>
            <a:custGeom>
              <a:avLst/>
              <a:gdLst/>
              <a:ahLst/>
              <a:cxnLst/>
              <a:rect l="l" t="t" r="r" b="b"/>
              <a:pathLst>
                <a:path w="304800" h="13335">
                  <a:moveTo>
                    <a:pt x="304801" y="12822"/>
                  </a:moveTo>
                  <a:lnTo>
                    <a:pt x="0" y="12822"/>
                  </a:lnTo>
                  <a:lnTo>
                    <a:pt x="0" y="0"/>
                  </a:lnTo>
                  <a:lnTo>
                    <a:pt x="304801" y="0"/>
                  </a:lnTo>
                  <a:lnTo>
                    <a:pt x="304801" y="12822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00350" y="3031363"/>
              <a:ext cx="1990725" cy="335915"/>
            </a:xfrm>
            <a:custGeom>
              <a:avLst/>
              <a:gdLst/>
              <a:ahLst/>
              <a:cxnLst/>
              <a:rect l="l" t="t" r="r" b="b"/>
              <a:pathLst>
                <a:path w="1990725" h="335914">
                  <a:moveTo>
                    <a:pt x="1628774" y="178561"/>
                  </a:moveTo>
                  <a:lnTo>
                    <a:pt x="1658168" y="111061"/>
                  </a:lnTo>
                  <a:lnTo>
                    <a:pt x="1691159" y="86317"/>
                  </a:lnTo>
                  <a:lnTo>
                    <a:pt x="1732985" y="70093"/>
                  </a:lnTo>
                  <a:lnTo>
                    <a:pt x="1781174" y="64261"/>
                  </a:lnTo>
                  <a:lnTo>
                    <a:pt x="1829350" y="70093"/>
                  </a:lnTo>
                  <a:lnTo>
                    <a:pt x="1871189" y="86317"/>
                  </a:lnTo>
                  <a:lnTo>
                    <a:pt x="1904181" y="111061"/>
                  </a:lnTo>
                  <a:lnTo>
                    <a:pt x="1925813" y="142441"/>
                  </a:lnTo>
                  <a:lnTo>
                    <a:pt x="1933574" y="178561"/>
                  </a:lnTo>
                  <a:lnTo>
                    <a:pt x="1925813" y="214682"/>
                  </a:lnTo>
                  <a:lnTo>
                    <a:pt x="1904181" y="246062"/>
                  </a:lnTo>
                  <a:lnTo>
                    <a:pt x="1871189" y="270806"/>
                  </a:lnTo>
                  <a:lnTo>
                    <a:pt x="1829350" y="287030"/>
                  </a:lnTo>
                  <a:lnTo>
                    <a:pt x="1781174" y="292861"/>
                  </a:lnTo>
                  <a:lnTo>
                    <a:pt x="1732985" y="287030"/>
                  </a:lnTo>
                  <a:lnTo>
                    <a:pt x="1691159" y="270806"/>
                  </a:lnTo>
                  <a:lnTo>
                    <a:pt x="1658168" y="246062"/>
                  </a:lnTo>
                  <a:lnTo>
                    <a:pt x="1636535" y="214682"/>
                  </a:lnTo>
                  <a:lnTo>
                    <a:pt x="1628774" y="178561"/>
                  </a:lnTo>
                  <a:close/>
                </a:path>
                <a:path w="1990725" h="335914">
                  <a:moveTo>
                    <a:pt x="1571624" y="178567"/>
                  </a:moveTo>
                  <a:lnTo>
                    <a:pt x="1579114" y="136803"/>
                  </a:lnTo>
                  <a:lnTo>
                    <a:pt x="1600244" y="99287"/>
                  </a:lnTo>
                  <a:lnTo>
                    <a:pt x="1633015" y="67491"/>
                  </a:lnTo>
                  <a:lnTo>
                    <a:pt x="1675429" y="42912"/>
                  </a:lnTo>
                  <a:lnTo>
                    <a:pt x="1725488" y="27080"/>
                  </a:lnTo>
                  <a:lnTo>
                    <a:pt x="1781174" y="21462"/>
                  </a:lnTo>
                  <a:lnTo>
                    <a:pt x="1836860" y="27080"/>
                  </a:lnTo>
                  <a:lnTo>
                    <a:pt x="1886920" y="42912"/>
                  </a:lnTo>
                  <a:lnTo>
                    <a:pt x="1929334" y="67491"/>
                  </a:lnTo>
                  <a:lnTo>
                    <a:pt x="1962105" y="99287"/>
                  </a:lnTo>
                  <a:lnTo>
                    <a:pt x="1983235" y="136803"/>
                  </a:lnTo>
                  <a:lnTo>
                    <a:pt x="1990724" y="178567"/>
                  </a:lnTo>
                  <a:lnTo>
                    <a:pt x="1983235" y="220332"/>
                  </a:lnTo>
                  <a:lnTo>
                    <a:pt x="1962105" y="257876"/>
                  </a:lnTo>
                  <a:lnTo>
                    <a:pt x="1929334" y="289702"/>
                  </a:lnTo>
                  <a:lnTo>
                    <a:pt x="1886920" y="314295"/>
                  </a:lnTo>
                  <a:lnTo>
                    <a:pt x="1836860" y="330171"/>
                  </a:lnTo>
                  <a:lnTo>
                    <a:pt x="1781174" y="335788"/>
                  </a:lnTo>
                  <a:lnTo>
                    <a:pt x="1725488" y="330171"/>
                  </a:lnTo>
                  <a:lnTo>
                    <a:pt x="1675429" y="314295"/>
                  </a:lnTo>
                  <a:lnTo>
                    <a:pt x="1633015" y="289702"/>
                  </a:lnTo>
                  <a:lnTo>
                    <a:pt x="1600244" y="257876"/>
                  </a:lnTo>
                  <a:lnTo>
                    <a:pt x="1579114" y="220332"/>
                  </a:lnTo>
                  <a:lnTo>
                    <a:pt x="1571624" y="178567"/>
                  </a:lnTo>
                  <a:close/>
                </a:path>
                <a:path w="1990725" h="335914">
                  <a:moveTo>
                    <a:pt x="0" y="157104"/>
                  </a:moveTo>
                  <a:lnTo>
                    <a:pt x="7489" y="115340"/>
                  </a:lnTo>
                  <a:lnTo>
                    <a:pt x="28619" y="77824"/>
                  </a:lnTo>
                  <a:lnTo>
                    <a:pt x="61390" y="46028"/>
                  </a:lnTo>
                  <a:lnTo>
                    <a:pt x="103804" y="21449"/>
                  </a:lnTo>
                  <a:lnTo>
                    <a:pt x="153863" y="5616"/>
                  </a:lnTo>
                  <a:lnTo>
                    <a:pt x="209549" y="0"/>
                  </a:lnTo>
                  <a:lnTo>
                    <a:pt x="265235" y="5616"/>
                  </a:lnTo>
                  <a:lnTo>
                    <a:pt x="315295" y="21449"/>
                  </a:lnTo>
                  <a:lnTo>
                    <a:pt x="357709" y="46028"/>
                  </a:lnTo>
                  <a:lnTo>
                    <a:pt x="390480" y="77824"/>
                  </a:lnTo>
                  <a:lnTo>
                    <a:pt x="411610" y="115340"/>
                  </a:lnTo>
                  <a:lnTo>
                    <a:pt x="419099" y="157104"/>
                  </a:lnTo>
                  <a:lnTo>
                    <a:pt x="411610" y="198912"/>
                  </a:lnTo>
                  <a:lnTo>
                    <a:pt x="390480" y="236472"/>
                  </a:lnTo>
                  <a:lnTo>
                    <a:pt x="357709" y="268282"/>
                  </a:lnTo>
                  <a:lnTo>
                    <a:pt x="315295" y="292861"/>
                  </a:lnTo>
                  <a:lnTo>
                    <a:pt x="265235" y="308708"/>
                  </a:lnTo>
                  <a:lnTo>
                    <a:pt x="209549" y="314325"/>
                  </a:lnTo>
                  <a:lnTo>
                    <a:pt x="153863" y="308708"/>
                  </a:lnTo>
                  <a:lnTo>
                    <a:pt x="103804" y="292861"/>
                  </a:lnTo>
                  <a:lnTo>
                    <a:pt x="61390" y="268282"/>
                  </a:lnTo>
                  <a:lnTo>
                    <a:pt x="28619" y="236472"/>
                  </a:lnTo>
                  <a:lnTo>
                    <a:pt x="7489" y="198912"/>
                  </a:lnTo>
                  <a:lnTo>
                    <a:pt x="0" y="157104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7537" y="3164725"/>
              <a:ext cx="1067435" cy="76200"/>
            </a:xfrm>
            <a:custGeom>
              <a:avLst/>
              <a:gdLst/>
              <a:ahLst/>
              <a:cxnLst/>
              <a:rect l="l" t="t" r="r" b="b"/>
              <a:pathLst>
                <a:path w="1067435" h="76200">
                  <a:moveTo>
                    <a:pt x="1066812" y="38100"/>
                  </a:moveTo>
                  <a:lnTo>
                    <a:pt x="1054112" y="31750"/>
                  </a:lnTo>
                  <a:lnTo>
                    <a:pt x="990612" y="0"/>
                  </a:lnTo>
                  <a:lnTo>
                    <a:pt x="990612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990612" y="44450"/>
                  </a:lnTo>
                  <a:lnTo>
                    <a:pt x="990612" y="76200"/>
                  </a:lnTo>
                  <a:lnTo>
                    <a:pt x="1054112" y="44450"/>
                  </a:lnTo>
                  <a:lnTo>
                    <a:pt x="1066812" y="3810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67747" y="2115228"/>
            <a:ext cx="354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160" dirty="0">
                <a:solidFill>
                  <a:srgbClr val="C0504D"/>
                </a:solidFill>
                <a:uFill>
                  <a:solidFill>
                    <a:srgbClr val="C0504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50" dirty="0">
                <a:solidFill>
                  <a:srgbClr val="C0504D"/>
                </a:solidFill>
                <a:uFill>
                  <a:solidFill>
                    <a:srgbClr val="C0504D"/>
                  </a:solidFill>
                </a:uFill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239" y="3909186"/>
            <a:ext cx="1575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07747" y="3928524"/>
            <a:ext cx="2357755" cy="345440"/>
            <a:chOff x="2907747" y="3928524"/>
            <a:chExt cx="2357755" cy="345440"/>
          </a:xfrm>
        </p:grpSpPr>
        <p:sp>
          <p:nvSpPr>
            <p:cNvPr id="16" name="object 16"/>
            <p:cNvSpPr/>
            <p:nvPr/>
          </p:nvSpPr>
          <p:spPr>
            <a:xfrm>
              <a:off x="4898474" y="3997623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114290"/>
                  </a:moveTo>
                  <a:lnTo>
                    <a:pt x="29390" y="46785"/>
                  </a:lnTo>
                  <a:lnTo>
                    <a:pt x="62380" y="22053"/>
                  </a:lnTo>
                  <a:lnTo>
                    <a:pt x="104202" y="5820"/>
                  </a:lnTo>
                  <a:lnTo>
                    <a:pt x="152387" y="0"/>
                  </a:lnTo>
                  <a:lnTo>
                    <a:pt x="200559" y="5820"/>
                  </a:lnTo>
                  <a:lnTo>
                    <a:pt x="242395" y="22053"/>
                  </a:lnTo>
                  <a:lnTo>
                    <a:pt x="275384" y="46785"/>
                  </a:lnTo>
                  <a:lnTo>
                    <a:pt x="297015" y="78161"/>
                  </a:lnTo>
                  <a:lnTo>
                    <a:pt x="304776" y="114290"/>
                  </a:lnTo>
                  <a:lnTo>
                    <a:pt x="297015" y="150419"/>
                  </a:lnTo>
                  <a:lnTo>
                    <a:pt x="275384" y="181796"/>
                  </a:lnTo>
                  <a:lnTo>
                    <a:pt x="242395" y="206528"/>
                  </a:lnTo>
                  <a:lnTo>
                    <a:pt x="200559" y="222751"/>
                  </a:lnTo>
                  <a:lnTo>
                    <a:pt x="152387" y="228581"/>
                  </a:lnTo>
                  <a:lnTo>
                    <a:pt x="104202" y="222751"/>
                  </a:lnTo>
                  <a:lnTo>
                    <a:pt x="62380" y="206528"/>
                  </a:lnTo>
                  <a:lnTo>
                    <a:pt x="29390" y="181796"/>
                  </a:lnTo>
                  <a:lnTo>
                    <a:pt x="7760" y="150419"/>
                  </a:lnTo>
                  <a:lnTo>
                    <a:pt x="0" y="114290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2549" y="4059500"/>
              <a:ext cx="63500" cy="761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07741" y="4091254"/>
              <a:ext cx="381000" cy="12700"/>
            </a:xfrm>
            <a:custGeom>
              <a:avLst/>
              <a:gdLst/>
              <a:ahLst/>
              <a:cxnLst/>
              <a:rect l="l" t="t" r="r" b="b"/>
              <a:pathLst>
                <a:path w="381000" h="12700">
                  <a:moveTo>
                    <a:pt x="3048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  <a:path w="381000" h="12700">
                  <a:moveTo>
                    <a:pt x="381000" y="6350"/>
                  </a:moveTo>
                  <a:lnTo>
                    <a:pt x="368300" y="0"/>
                  </a:lnTo>
                  <a:lnTo>
                    <a:pt x="317500" y="0"/>
                  </a:lnTo>
                  <a:lnTo>
                    <a:pt x="317500" y="12700"/>
                  </a:lnTo>
                  <a:lnTo>
                    <a:pt x="368300" y="12700"/>
                  </a:lnTo>
                  <a:lnTo>
                    <a:pt x="381000" y="63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9699" y="3933287"/>
              <a:ext cx="1990725" cy="335915"/>
            </a:xfrm>
            <a:custGeom>
              <a:avLst/>
              <a:gdLst/>
              <a:ahLst/>
              <a:cxnLst/>
              <a:rect l="l" t="t" r="r" b="b"/>
              <a:pathLst>
                <a:path w="1990725" h="335914">
                  <a:moveTo>
                    <a:pt x="1571624" y="178600"/>
                  </a:moveTo>
                  <a:lnTo>
                    <a:pt x="1579114" y="136821"/>
                  </a:lnTo>
                  <a:lnTo>
                    <a:pt x="1600244" y="99276"/>
                  </a:lnTo>
                  <a:lnTo>
                    <a:pt x="1633015" y="67465"/>
                  </a:lnTo>
                  <a:lnTo>
                    <a:pt x="1675429" y="42887"/>
                  </a:lnTo>
                  <a:lnTo>
                    <a:pt x="1725488" y="27055"/>
                  </a:lnTo>
                  <a:lnTo>
                    <a:pt x="1781174" y="21437"/>
                  </a:lnTo>
                  <a:lnTo>
                    <a:pt x="1836860" y="27055"/>
                  </a:lnTo>
                  <a:lnTo>
                    <a:pt x="1886920" y="42887"/>
                  </a:lnTo>
                  <a:lnTo>
                    <a:pt x="1929334" y="67465"/>
                  </a:lnTo>
                  <a:lnTo>
                    <a:pt x="1962105" y="99276"/>
                  </a:lnTo>
                  <a:lnTo>
                    <a:pt x="1983235" y="136821"/>
                  </a:lnTo>
                  <a:lnTo>
                    <a:pt x="1990724" y="178600"/>
                  </a:lnTo>
                  <a:lnTo>
                    <a:pt x="1983235" y="220379"/>
                  </a:lnTo>
                  <a:lnTo>
                    <a:pt x="1962105" y="257923"/>
                  </a:lnTo>
                  <a:lnTo>
                    <a:pt x="1929334" y="289734"/>
                  </a:lnTo>
                  <a:lnTo>
                    <a:pt x="1886920" y="314313"/>
                  </a:lnTo>
                  <a:lnTo>
                    <a:pt x="1836860" y="330145"/>
                  </a:lnTo>
                  <a:lnTo>
                    <a:pt x="1781174" y="335762"/>
                  </a:lnTo>
                  <a:lnTo>
                    <a:pt x="1725488" y="330145"/>
                  </a:lnTo>
                  <a:lnTo>
                    <a:pt x="1675429" y="314313"/>
                  </a:lnTo>
                  <a:lnTo>
                    <a:pt x="1633015" y="289734"/>
                  </a:lnTo>
                  <a:lnTo>
                    <a:pt x="1600244" y="257923"/>
                  </a:lnTo>
                  <a:lnTo>
                    <a:pt x="1579114" y="220379"/>
                  </a:lnTo>
                  <a:lnTo>
                    <a:pt x="1571624" y="178600"/>
                  </a:lnTo>
                  <a:close/>
                </a:path>
                <a:path w="1990725" h="335914">
                  <a:moveTo>
                    <a:pt x="0" y="157168"/>
                  </a:moveTo>
                  <a:lnTo>
                    <a:pt x="7489" y="115388"/>
                  </a:lnTo>
                  <a:lnTo>
                    <a:pt x="28619" y="77842"/>
                  </a:lnTo>
                  <a:lnTo>
                    <a:pt x="61390" y="46030"/>
                  </a:lnTo>
                  <a:lnTo>
                    <a:pt x="103804" y="21465"/>
                  </a:lnTo>
                  <a:lnTo>
                    <a:pt x="153863" y="5617"/>
                  </a:lnTo>
                  <a:lnTo>
                    <a:pt x="209549" y="0"/>
                  </a:lnTo>
                  <a:lnTo>
                    <a:pt x="265235" y="5617"/>
                  </a:lnTo>
                  <a:lnTo>
                    <a:pt x="315295" y="21465"/>
                  </a:lnTo>
                  <a:lnTo>
                    <a:pt x="357709" y="46030"/>
                  </a:lnTo>
                  <a:lnTo>
                    <a:pt x="390480" y="77842"/>
                  </a:lnTo>
                  <a:lnTo>
                    <a:pt x="411610" y="115388"/>
                  </a:lnTo>
                  <a:lnTo>
                    <a:pt x="419099" y="157168"/>
                  </a:lnTo>
                  <a:lnTo>
                    <a:pt x="411610" y="198949"/>
                  </a:lnTo>
                  <a:lnTo>
                    <a:pt x="390480" y="236495"/>
                  </a:lnTo>
                  <a:lnTo>
                    <a:pt x="357709" y="268307"/>
                  </a:lnTo>
                  <a:lnTo>
                    <a:pt x="315295" y="292872"/>
                  </a:lnTo>
                  <a:lnTo>
                    <a:pt x="265235" y="308720"/>
                  </a:lnTo>
                  <a:lnTo>
                    <a:pt x="209549" y="314337"/>
                  </a:lnTo>
                  <a:lnTo>
                    <a:pt x="153863" y="308720"/>
                  </a:lnTo>
                  <a:lnTo>
                    <a:pt x="103804" y="292872"/>
                  </a:lnTo>
                  <a:lnTo>
                    <a:pt x="61390" y="268307"/>
                  </a:lnTo>
                  <a:lnTo>
                    <a:pt x="28619" y="236495"/>
                  </a:lnTo>
                  <a:lnTo>
                    <a:pt x="7489" y="198949"/>
                  </a:lnTo>
                  <a:lnTo>
                    <a:pt x="0" y="157168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26891" y="4066641"/>
              <a:ext cx="1066800" cy="76200"/>
            </a:xfrm>
            <a:custGeom>
              <a:avLst/>
              <a:gdLst/>
              <a:ahLst/>
              <a:cxnLst/>
              <a:rect l="l" t="t" r="r" b="b"/>
              <a:pathLst>
                <a:path w="1066800" h="76200">
                  <a:moveTo>
                    <a:pt x="1066800" y="38100"/>
                  </a:moveTo>
                  <a:lnTo>
                    <a:pt x="1054100" y="31750"/>
                  </a:lnTo>
                  <a:lnTo>
                    <a:pt x="990600" y="0"/>
                  </a:lnTo>
                  <a:lnTo>
                    <a:pt x="9906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990600" y="44450"/>
                  </a:lnTo>
                  <a:lnTo>
                    <a:pt x="990600" y="76200"/>
                  </a:lnTo>
                  <a:lnTo>
                    <a:pt x="1054100" y="44450"/>
                  </a:lnTo>
                  <a:lnTo>
                    <a:pt x="1066800" y="3810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206197" y="3670674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6975" y="241022"/>
            <a:ext cx="76663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195" dirty="0">
                <a:solidFill>
                  <a:srgbClr val="464646"/>
                </a:solidFill>
                <a:latin typeface="Trebuchet MS"/>
                <a:cs typeface="Trebuchet MS"/>
              </a:rPr>
              <a:t>Thompson’s</a:t>
            </a:r>
            <a:r>
              <a:rPr sz="1900" b="1" spc="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900" b="1" spc="165" dirty="0">
                <a:solidFill>
                  <a:srgbClr val="464646"/>
                </a:solidFill>
                <a:latin typeface="Trebuchet MS"/>
                <a:cs typeface="Trebuchet MS"/>
              </a:rPr>
              <a:t>Construction</a:t>
            </a:r>
            <a:r>
              <a:rPr sz="1900" b="1" spc="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900" b="1" spc="180" dirty="0">
                <a:solidFill>
                  <a:srgbClr val="464646"/>
                </a:solidFill>
                <a:latin typeface="Trebuchet MS"/>
                <a:cs typeface="Trebuchet MS"/>
              </a:rPr>
              <a:t>of</a:t>
            </a:r>
            <a:r>
              <a:rPr sz="1900" b="1" spc="1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900" b="1" spc="160" dirty="0">
                <a:solidFill>
                  <a:srgbClr val="464646"/>
                </a:solidFill>
                <a:latin typeface="Trebuchet MS"/>
                <a:cs typeface="Trebuchet MS"/>
              </a:rPr>
              <a:t>NFA</a:t>
            </a:r>
            <a:r>
              <a:rPr sz="1900" b="1" spc="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900" b="1" spc="185" dirty="0">
                <a:solidFill>
                  <a:srgbClr val="464646"/>
                </a:solidFill>
                <a:latin typeface="Trebuchet MS"/>
                <a:cs typeface="Trebuchet MS"/>
              </a:rPr>
              <a:t>from</a:t>
            </a:r>
            <a:r>
              <a:rPr sz="1900" b="1" spc="10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900" b="1" spc="180" dirty="0">
                <a:solidFill>
                  <a:srgbClr val="464646"/>
                </a:solidFill>
                <a:latin typeface="Trebuchet MS"/>
                <a:cs typeface="Trebuchet MS"/>
              </a:rPr>
              <a:t>Regular</a:t>
            </a:r>
            <a:r>
              <a:rPr sz="1900" b="1" spc="5" dirty="0">
                <a:solidFill>
                  <a:srgbClr val="464646"/>
                </a:solidFill>
                <a:latin typeface="Trebuchet MS"/>
                <a:cs typeface="Trebuchet MS"/>
              </a:rPr>
              <a:t> </a:t>
            </a:r>
            <a:r>
              <a:rPr sz="1900" b="1" spc="165" dirty="0">
                <a:solidFill>
                  <a:srgbClr val="464646"/>
                </a:solidFill>
                <a:latin typeface="Trebuchet MS"/>
                <a:cs typeface="Trebuchet MS"/>
              </a:rPr>
              <a:t>Expression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63425" y="2741026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628" y="1119757"/>
            <a:ext cx="1264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C0504D"/>
                </a:solidFill>
                <a:latin typeface="Calibri"/>
                <a:cs typeface="Calibri"/>
              </a:rPr>
              <a:t>AB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1600200"/>
            <a:ext cx="2439035" cy="571500"/>
          </a:xfrm>
          <a:custGeom>
            <a:avLst/>
            <a:gdLst/>
            <a:ahLst/>
            <a:cxnLst/>
            <a:rect l="l" t="t" r="r" b="b"/>
            <a:pathLst>
              <a:path w="2439035" h="571500">
                <a:moveTo>
                  <a:pt x="0" y="285740"/>
                </a:moveTo>
                <a:lnTo>
                  <a:pt x="19642" y="234360"/>
                </a:lnTo>
                <a:lnTo>
                  <a:pt x="53509" y="201738"/>
                </a:lnTo>
                <a:lnTo>
                  <a:pt x="102729" y="170703"/>
                </a:lnTo>
                <a:lnTo>
                  <a:pt x="166399" y="141494"/>
                </a:lnTo>
                <a:lnTo>
                  <a:pt x="203427" y="127657"/>
                </a:lnTo>
                <a:lnTo>
                  <a:pt x="243503" y="114349"/>
                </a:lnTo>
                <a:lnTo>
                  <a:pt x="286740" y="101623"/>
                </a:lnTo>
                <a:lnTo>
                  <a:pt x="332912" y="89505"/>
                </a:lnTo>
                <a:lnTo>
                  <a:pt x="381906" y="78023"/>
                </a:lnTo>
                <a:lnTo>
                  <a:pt x="433723" y="67175"/>
                </a:lnTo>
                <a:lnTo>
                  <a:pt x="488023" y="57068"/>
                </a:lnTo>
                <a:lnTo>
                  <a:pt x="544807" y="47649"/>
                </a:lnTo>
                <a:lnTo>
                  <a:pt x="603848" y="38998"/>
                </a:lnTo>
                <a:lnTo>
                  <a:pt x="665147" y="31140"/>
                </a:lnTo>
                <a:lnTo>
                  <a:pt x="728479" y="24076"/>
                </a:lnTo>
                <a:lnTo>
                  <a:pt x="793729" y="17858"/>
                </a:lnTo>
                <a:lnTo>
                  <a:pt x="860899" y="12540"/>
                </a:lnTo>
                <a:lnTo>
                  <a:pt x="929649" y="8095"/>
                </a:lnTo>
                <a:lnTo>
                  <a:pt x="1000092" y="4603"/>
                </a:lnTo>
                <a:lnTo>
                  <a:pt x="1071890" y="2063"/>
                </a:lnTo>
                <a:lnTo>
                  <a:pt x="1144930" y="529"/>
                </a:lnTo>
                <a:lnTo>
                  <a:pt x="1219211" y="0"/>
                </a:lnTo>
                <a:lnTo>
                  <a:pt x="1293493" y="529"/>
                </a:lnTo>
                <a:lnTo>
                  <a:pt x="1366533" y="2063"/>
                </a:lnTo>
                <a:lnTo>
                  <a:pt x="1438331" y="4603"/>
                </a:lnTo>
                <a:lnTo>
                  <a:pt x="1508774" y="8095"/>
                </a:lnTo>
                <a:lnTo>
                  <a:pt x="1577524" y="12540"/>
                </a:lnTo>
                <a:lnTo>
                  <a:pt x="1644581" y="17858"/>
                </a:lnTo>
                <a:lnTo>
                  <a:pt x="1709944" y="24076"/>
                </a:lnTo>
                <a:lnTo>
                  <a:pt x="1773276" y="31140"/>
                </a:lnTo>
                <a:lnTo>
                  <a:pt x="1834575" y="38998"/>
                </a:lnTo>
                <a:lnTo>
                  <a:pt x="1893616" y="47649"/>
                </a:lnTo>
                <a:lnTo>
                  <a:pt x="1950400" y="57068"/>
                </a:lnTo>
                <a:lnTo>
                  <a:pt x="2004700" y="67175"/>
                </a:lnTo>
                <a:lnTo>
                  <a:pt x="2056517" y="78023"/>
                </a:lnTo>
                <a:lnTo>
                  <a:pt x="2105511" y="89505"/>
                </a:lnTo>
                <a:lnTo>
                  <a:pt x="2151683" y="101623"/>
                </a:lnTo>
                <a:lnTo>
                  <a:pt x="2194920" y="114349"/>
                </a:lnTo>
                <a:lnTo>
                  <a:pt x="2234995" y="127657"/>
                </a:lnTo>
                <a:lnTo>
                  <a:pt x="2271911" y="141494"/>
                </a:lnTo>
                <a:lnTo>
                  <a:pt x="2335694" y="170703"/>
                </a:lnTo>
                <a:lnTo>
                  <a:pt x="2384913" y="201738"/>
                </a:lnTo>
                <a:lnTo>
                  <a:pt x="2418781" y="234360"/>
                </a:lnTo>
                <a:lnTo>
                  <a:pt x="2436165" y="268331"/>
                </a:lnTo>
                <a:lnTo>
                  <a:pt x="2438423" y="285740"/>
                </a:lnTo>
                <a:lnTo>
                  <a:pt x="2436165" y="303149"/>
                </a:lnTo>
                <a:lnTo>
                  <a:pt x="2418781" y="337121"/>
                </a:lnTo>
                <a:lnTo>
                  <a:pt x="2384913" y="369743"/>
                </a:lnTo>
                <a:lnTo>
                  <a:pt x="2335694" y="400778"/>
                </a:lnTo>
                <a:lnTo>
                  <a:pt x="2271911" y="429987"/>
                </a:lnTo>
                <a:lnTo>
                  <a:pt x="2234995" y="443824"/>
                </a:lnTo>
                <a:lnTo>
                  <a:pt x="2194920" y="457132"/>
                </a:lnTo>
                <a:lnTo>
                  <a:pt x="2151683" y="469858"/>
                </a:lnTo>
                <a:lnTo>
                  <a:pt x="2105511" y="481976"/>
                </a:lnTo>
                <a:lnTo>
                  <a:pt x="2056517" y="493458"/>
                </a:lnTo>
                <a:lnTo>
                  <a:pt x="2004700" y="504306"/>
                </a:lnTo>
                <a:lnTo>
                  <a:pt x="1950400" y="514412"/>
                </a:lnTo>
                <a:lnTo>
                  <a:pt x="1893616" y="523831"/>
                </a:lnTo>
                <a:lnTo>
                  <a:pt x="1834575" y="532483"/>
                </a:lnTo>
                <a:lnTo>
                  <a:pt x="1773276" y="540341"/>
                </a:lnTo>
                <a:lnTo>
                  <a:pt x="1709944" y="547405"/>
                </a:lnTo>
                <a:lnTo>
                  <a:pt x="1644581" y="553623"/>
                </a:lnTo>
                <a:lnTo>
                  <a:pt x="1577524" y="558941"/>
                </a:lnTo>
                <a:lnTo>
                  <a:pt x="1508774" y="563385"/>
                </a:lnTo>
                <a:lnTo>
                  <a:pt x="1438331" y="566878"/>
                </a:lnTo>
                <a:lnTo>
                  <a:pt x="1366533" y="569418"/>
                </a:lnTo>
                <a:lnTo>
                  <a:pt x="1293493" y="570952"/>
                </a:lnTo>
                <a:lnTo>
                  <a:pt x="1219211" y="571481"/>
                </a:lnTo>
                <a:lnTo>
                  <a:pt x="1144930" y="570952"/>
                </a:lnTo>
                <a:lnTo>
                  <a:pt x="1071890" y="569418"/>
                </a:lnTo>
                <a:lnTo>
                  <a:pt x="1000092" y="566878"/>
                </a:lnTo>
                <a:lnTo>
                  <a:pt x="929649" y="563385"/>
                </a:lnTo>
                <a:lnTo>
                  <a:pt x="860899" y="558941"/>
                </a:lnTo>
                <a:lnTo>
                  <a:pt x="793729" y="553623"/>
                </a:lnTo>
                <a:lnTo>
                  <a:pt x="728479" y="547405"/>
                </a:lnTo>
                <a:lnTo>
                  <a:pt x="665147" y="540341"/>
                </a:lnTo>
                <a:lnTo>
                  <a:pt x="603848" y="532483"/>
                </a:lnTo>
                <a:lnTo>
                  <a:pt x="544807" y="523831"/>
                </a:lnTo>
                <a:lnTo>
                  <a:pt x="488023" y="514412"/>
                </a:lnTo>
                <a:lnTo>
                  <a:pt x="433723" y="504306"/>
                </a:lnTo>
                <a:lnTo>
                  <a:pt x="381906" y="493458"/>
                </a:lnTo>
                <a:lnTo>
                  <a:pt x="332912" y="481976"/>
                </a:lnTo>
                <a:lnTo>
                  <a:pt x="286740" y="469858"/>
                </a:lnTo>
                <a:lnTo>
                  <a:pt x="243503" y="457132"/>
                </a:lnTo>
                <a:lnTo>
                  <a:pt x="203427" y="443824"/>
                </a:lnTo>
                <a:lnTo>
                  <a:pt x="166399" y="429987"/>
                </a:lnTo>
                <a:lnTo>
                  <a:pt x="102729" y="400778"/>
                </a:lnTo>
                <a:lnTo>
                  <a:pt x="53509" y="369743"/>
                </a:lnTo>
                <a:lnTo>
                  <a:pt x="19642" y="337121"/>
                </a:lnTo>
                <a:lnTo>
                  <a:pt x="2257" y="303149"/>
                </a:lnTo>
                <a:lnTo>
                  <a:pt x="0" y="285740"/>
                </a:lnTo>
                <a:close/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89073" y="167525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42997" y="1595437"/>
            <a:ext cx="6024880" cy="581025"/>
            <a:chOff x="1142997" y="1595437"/>
            <a:chExt cx="6024880" cy="581025"/>
          </a:xfrm>
        </p:grpSpPr>
        <p:sp>
          <p:nvSpPr>
            <p:cNvPr id="6" name="object 6"/>
            <p:cNvSpPr/>
            <p:nvPr/>
          </p:nvSpPr>
          <p:spPr>
            <a:xfrm>
              <a:off x="1142987" y="1854961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81000" y="38100"/>
                  </a:moveTo>
                  <a:lnTo>
                    <a:pt x="368300" y="31750"/>
                  </a:lnTo>
                  <a:lnTo>
                    <a:pt x="304800" y="0"/>
                  </a:lnTo>
                  <a:lnTo>
                    <a:pt x="3048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304800" y="44450"/>
                  </a:lnTo>
                  <a:lnTo>
                    <a:pt x="304800" y="76200"/>
                  </a:lnTo>
                  <a:lnTo>
                    <a:pt x="368300" y="44450"/>
                  </a:lnTo>
                  <a:lnTo>
                    <a:pt x="381000" y="3810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4224" y="1600200"/>
              <a:ext cx="3838575" cy="571500"/>
            </a:xfrm>
            <a:custGeom>
              <a:avLst/>
              <a:gdLst/>
              <a:ahLst/>
              <a:cxnLst/>
              <a:rect l="l" t="t" r="r" b="b"/>
              <a:pathLst>
                <a:path w="3838575" h="571500">
                  <a:moveTo>
                    <a:pt x="0" y="292867"/>
                  </a:moveTo>
                  <a:lnTo>
                    <a:pt x="7489" y="251103"/>
                  </a:lnTo>
                  <a:lnTo>
                    <a:pt x="28619" y="213587"/>
                  </a:lnTo>
                  <a:lnTo>
                    <a:pt x="61390" y="181791"/>
                  </a:lnTo>
                  <a:lnTo>
                    <a:pt x="103804" y="157212"/>
                  </a:lnTo>
                  <a:lnTo>
                    <a:pt x="153863" y="141379"/>
                  </a:lnTo>
                  <a:lnTo>
                    <a:pt x="209549" y="135762"/>
                  </a:lnTo>
                  <a:lnTo>
                    <a:pt x="265235" y="141379"/>
                  </a:lnTo>
                  <a:lnTo>
                    <a:pt x="315295" y="157212"/>
                  </a:lnTo>
                  <a:lnTo>
                    <a:pt x="357709" y="181791"/>
                  </a:lnTo>
                  <a:lnTo>
                    <a:pt x="390480" y="213587"/>
                  </a:lnTo>
                  <a:lnTo>
                    <a:pt x="411610" y="251103"/>
                  </a:lnTo>
                  <a:lnTo>
                    <a:pt x="419099" y="292867"/>
                  </a:lnTo>
                  <a:lnTo>
                    <a:pt x="411610" y="334675"/>
                  </a:lnTo>
                  <a:lnTo>
                    <a:pt x="390480" y="372235"/>
                  </a:lnTo>
                  <a:lnTo>
                    <a:pt x="357709" y="404045"/>
                  </a:lnTo>
                  <a:lnTo>
                    <a:pt x="315295" y="428624"/>
                  </a:lnTo>
                  <a:lnTo>
                    <a:pt x="265235" y="444471"/>
                  </a:lnTo>
                  <a:lnTo>
                    <a:pt x="209549" y="450088"/>
                  </a:lnTo>
                  <a:lnTo>
                    <a:pt x="153863" y="444471"/>
                  </a:lnTo>
                  <a:lnTo>
                    <a:pt x="103804" y="428624"/>
                  </a:lnTo>
                  <a:lnTo>
                    <a:pt x="61390" y="404045"/>
                  </a:lnTo>
                  <a:lnTo>
                    <a:pt x="28619" y="372235"/>
                  </a:lnTo>
                  <a:lnTo>
                    <a:pt x="7489" y="334675"/>
                  </a:lnTo>
                  <a:lnTo>
                    <a:pt x="0" y="292867"/>
                  </a:lnTo>
                  <a:close/>
                </a:path>
                <a:path w="3838575" h="571500">
                  <a:moveTo>
                    <a:pt x="1400174" y="285749"/>
                  </a:moveTo>
                  <a:lnTo>
                    <a:pt x="1419817" y="234367"/>
                  </a:lnTo>
                  <a:lnTo>
                    <a:pt x="1453684" y="201744"/>
                  </a:lnTo>
                  <a:lnTo>
                    <a:pt x="1502903" y="170709"/>
                  </a:lnTo>
                  <a:lnTo>
                    <a:pt x="1566572" y="141499"/>
                  </a:lnTo>
                  <a:lnTo>
                    <a:pt x="1603600" y="127661"/>
                  </a:lnTo>
                  <a:lnTo>
                    <a:pt x="1643676" y="114352"/>
                  </a:lnTo>
                  <a:lnTo>
                    <a:pt x="1686912" y="101626"/>
                  </a:lnTo>
                  <a:lnTo>
                    <a:pt x="1733084" y="89508"/>
                  </a:lnTo>
                  <a:lnTo>
                    <a:pt x="1782077" y="78025"/>
                  </a:lnTo>
                  <a:lnTo>
                    <a:pt x="1833894" y="67177"/>
                  </a:lnTo>
                  <a:lnTo>
                    <a:pt x="1888193" y="57070"/>
                  </a:lnTo>
                  <a:lnTo>
                    <a:pt x="1944976" y="47651"/>
                  </a:lnTo>
                  <a:lnTo>
                    <a:pt x="2004017" y="38999"/>
                  </a:lnTo>
                  <a:lnTo>
                    <a:pt x="2065316" y="31141"/>
                  </a:lnTo>
                  <a:lnTo>
                    <a:pt x="2128646" y="24077"/>
                  </a:lnTo>
                  <a:lnTo>
                    <a:pt x="2193896" y="17859"/>
                  </a:lnTo>
                  <a:lnTo>
                    <a:pt x="2261065" y="12541"/>
                  </a:lnTo>
                  <a:lnTo>
                    <a:pt x="2329814" y="8096"/>
                  </a:lnTo>
                  <a:lnTo>
                    <a:pt x="2400257" y="4603"/>
                  </a:lnTo>
                  <a:lnTo>
                    <a:pt x="2472054" y="2063"/>
                  </a:lnTo>
                  <a:lnTo>
                    <a:pt x="2545094" y="529"/>
                  </a:lnTo>
                  <a:lnTo>
                    <a:pt x="2619374" y="0"/>
                  </a:lnTo>
                  <a:lnTo>
                    <a:pt x="2693655" y="529"/>
                  </a:lnTo>
                  <a:lnTo>
                    <a:pt x="2766694" y="2063"/>
                  </a:lnTo>
                  <a:lnTo>
                    <a:pt x="2838492" y="4603"/>
                  </a:lnTo>
                  <a:lnTo>
                    <a:pt x="2908934" y="8096"/>
                  </a:lnTo>
                  <a:lnTo>
                    <a:pt x="2977684" y="12541"/>
                  </a:lnTo>
                  <a:lnTo>
                    <a:pt x="3044740" y="17859"/>
                  </a:lnTo>
                  <a:lnTo>
                    <a:pt x="3110102" y="24077"/>
                  </a:lnTo>
                  <a:lnTo>
                    <a:pt x="3173433" y="31141"/>
                  </a:lnTo>
                  <a:lnTo>
                    <a:pt x="3234731" y="38999"/>
                  </a:lnTo>
                  <a:lnTo>
                    <a:pt x="3293773" y="47651"/>
                  </a:lnTo>
                  <a:lnTo>
                    <a:pt x="3350556" y="57070"/>
                  </a:lnTo>
                  <a:lnTo>
                    <a:pt x="3404856" y="67177"/>
                  </a:lnTo>
                  <a:lnTo>
                    <a:pt x="3456671" y="78025"/>
                  </a:lnTo>
                  <a:lnTo>
                    <a:pt x="3505665" y="89508"/>
                  </a:lnTo>
                  <a:lnTo>
                    <a:pt x="3551837" y="101626"/>
                  </a:lnTo>
                  <a:lnTo>
                    <a:pt x="3595073" y="114352"/>
                  </a:lnTo>
                  <a:lnTo>
                    <a:pt x="3635149" y="127661"/>
                  </a:lnTo>
                  <a:lnTo>
                    <a:pt x="3672063" y="141499"/>
                  </a:lnTo>
                  <a:lnTo>
                    <a:pt x="3735845" y="170709"/>
                  </a:lnTo>
                  <a:lnTo>
                    <a:pt x="3785065" y="201744"/>
                  </a:lnTo>
                  <a:lnTo>
                    <a:pt x="3818931" y="234367"/>
                  </a:lnTo>
                  <a:lnTo>
                    <a:pt x="3836317" y="268340"/>
                  </a:lnTo>
                  <a:lnTo>
                    <a:pt x="3838574" y="285749"/>
                  </a:lnTo>
                  <a:lnTo>
                    <a:pt x="3836317" y="303159"/>
                  </a:lnTo>
                  <a:lnTo>
                    <a:pt x="3818931" y="337131"/>
                  </a:lnTo>
                  <a:lnTo>
                    <a:pt x="3785065" y="369755"/>
                  </a:lnTo>
                  <a:lnTo>
                    <a:pt x="3735845" y="400790"/>
                  </a:lnTo>
                  <a:lnTo>
                    <a:pt x="3672063" y="430000"/>
                  </a:lnTo>
                  <a:lnTo>
                    <a:pt x="3635149" y="443838"/>
                  </a:lnTo>
                  <a:lnTo>
                    <a:pt x="3595073" y="457146"/>
                  </a:lnTo>
                  <a:lnTo>
                    <a:pt x="3551837" y="469873"/>
                  </a:lnTo>
                  <a:lnTo>
                    <a:pt x="3505665" y="481991"/>
                  </a:lnTo>
                  <a:lnTo>
                    <a:pt x="3456671" y="493474"/>
                  </a:lnTo>
                  <a:lnTo>
                    <a:pt x="3404856" y="504322"/>
                  </a:lnTo>
                  <a:lnTo>
                    <a:pt x="3350556" y="514429"/>
                  </a:lnTo>
                  <a:lnTo>
                    <a:pt x="3293773" y="523848"/>
                  </a:lnTo>
                  <a:lnTo>
                    <a:pt x="3234731" y="532500"/>
                  </a:lnTo>
                  <a:lnTo>
                    <a:pt x="3173433" y="540358"/>
                  </a:lnTo>
                  <a:lnTo>
                    <a:pt x="3110102" y="547422"/>
                  </a:lnTo>
                  <a:lnTo>
                    <a:pt x="3044740" y="553640"/>
                  </a:lnTo>
                  <a:lnTo>
                    <a:pt x="2977684" y="558958"/>
                  </a:lnTo>
                  <a:lnTo>
                    <a:pt x="2908934" y="563403"/>
                  </a:lnTo>
                  <a:lnTo>
                    <a:pt x="2838492" y="566896"/>
                  </a:lnTo>
                  <a:lnTo>
                    <a:pt x="2766694" y="569436"/>
                  </a:lnTo>
                  <a:lnTo>
                    <a:pt x="2693655" y="570970"/>
                  </a:lnTo>
                  <a:lnTo>
                    <a:pt x="2619374" y="571499"/>
                  </a:lnTo>
                  <a:lnTo>
                    <a:pt x="2545094" y="570970"/>
                  </a:lnTo>
                  <a:lnTo>
                    <a:pt x="2472054" y="569436"/>
                  </a:lnTo>
                  <a:lnTo>
                    <a:pt x="2400257" y="566896"/>
                  </a:lnTo>
                  <a:lnTo>
                    <a:pt x="2329814" y="563403"/>
                  </a:lnTo>
                  <a:lnTo>
                    <a:pt x="2261065" y="558958"/>
                  </a:lnTo>
                  <a:lnTo>
                    <a:pt x="2193896" y="553640"/>
                  </a:lnTo>
                  <a:lnTo>
                    <a:pt x="2128646" y="547422"/>
                  </a:lnTo>
                  <a:lnTo>
                    <a:pt x="2065316" y="540358"/>
                  </a:lnTo>
                  <a:lnTo>
                    <a:pt x="2004017" y="532500"/>
                  </a:lnTo>
                  <a:lnTo>
                    <a:pt x="1944976" y="523848"/>
                  </a:lnTo>
                  <a:lnTo>
                    <a:pt x="1888193" y="514429"/>
                  </a:lnTo>
                  <a:lnTo>
                    <a:pt x="1833894" y="504322"/>
                  </a:lnTo>
                  <a:lnTo>
                    <a:pt x="1782077" y="493474"/>
                  </a:lnTo>
                  <a:lnTo>
                    <a:pt x="1733084" y="481991"/>
                  </a:lnTo>
                  <a:lnTo>
                    <a:pt x="1686912" y="469873"/>
                  </a:lnTo>
                  <a:lnTo>
                    <a:pt x="1643676" y="457146"/>
                  </a:lnTo>
                  <a:lnTo>
                    <a:pt x="1603600" y="443838"/>
                  </a:lnTo>
                  <a:lnTo>
                    <a:pt x="1566572" y="430000"/>
                  </a:lnTo>
                  <a:lnTo>
                    <a:pt x="1502903" y="400790"/>
                  </a:lnTo>
                  <a:lnTo>
                    <a:pt x="1453684" y="369755"/>
                  </a:lnTo>
                  <a:lnTo>
                    <a:pt x="1419817" y="337131"/>
                  </a:lnTo>
                  <a:lnTo>
                    <a:pt x="1402432" y="303159"/>
                  </a:lnTo>
                  <a:lnTo>
                    <a:pt x="1400174" y="285749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18428" y="1725294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33798" y="1731200"/>
            <a:ext cx="3215005" cy="323850"/>
            <a:chOff x="3733798" y="1731200"/>
            <a:chExt cx="3215005" cy="323850"/>
          </a:xfrm>
        </p:grpSpPr>
        <p:sp>
          <p:nvSpPr>
            <p:cNvPr id="10" name="object 10"/>
            <p:cNvSpPr/>
            <p:nvPr/>
          </p:nvSpPr>
          <p:spPr>
            <a:xfrm>
              <a:off x="3733787" y="1848357"/>
              <a:ext cx="991235" cy="76200"/>
            </a:xfrm>
            <a:custGeom>
              <a:avLst/>
              <a:gdLst/>
              <a:ahLst/>
              <a:cxnLst/>
              <a:rect l="l" t="t" r="r" b="b"/>
              <a:pathLst>
                <a:path w="991235" h="76200">
                  <a:moveTo>
                    <a:pt x="990612" y="37592"/>
                  </a:moveTo>
                  <a:lnTo>
                    <a:pt x="978725" y="31750"/>
                  </a:lnTo>
                  <a:lnTo>
                    <a:pt x="914158" y="0"/>
                  </a:lnTo>
                  <a:lnTo>
                    <a:pt x="914349" y="31851"/>
                  </a:lnTo>
                  <a:lnTo>
                    <a:pt x="0" y="38354"/>
                  </a:lnTo>
                  <a:lnTo>
                    <a:pt x="0" y="51054"/>
                  </a:lnTo>
                  <a:lnTo>
                    <a:pt x="914361" y="44551"/>
                  </a:lnTo>
                  <a:lnTo>
                    <a:pt x="914666" y="76200"/>
                  </a:lnTo>
                  <a:lnTo>
                    <a:pt x="990612" y="37592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24625" y="1735963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57149" y="157098"/>
                  </a:moveTo>
                  <a:lnTo>
                    <a:pt x="86543" y="89597"/>
                  </a:lnTo>
                  <a:lnTo>
                    <a:pt x="119534" y="64853"/>
                  </a:lnTo>
                  <a:lnTo>
                    <a:pt x="161360" y="48629"/>
                  </a:lnTo>
                  <a:lnTo>
                    <a:pt x="209549" y="42797"/>
                  </a:lnTo>
                  <a:lnTo>
                    <a:pt x="257724" y="48629"/>
                  </a:lnTo>
                  <a:lnTo>
                    <a:pt x="299564" y="64853"/>
                  </a:lnTo>
                  <a:lnTo>
                    <a:pt x="332556" y="89597"/>
                  </a:lnTo>
                  <a:lnTo>
                    <a:pt x="354188" y="120977"/>
                  </a:lnTo>
                  <a:lnTo>
                    <a:pt x="361949" y="157098"/>
                  </a:lnTo>
                  <a:lnTo>
                    <a:pt x="354188" y="193219"/>
                  </a:lnTo>
                  <a:lnTo>
                    <a:pt x="332556" y="224599"/>
                  </a:lnTo>
                  <a:lnTo>
                    <a:pt x="299564" y="249343"/>
                  </a:lnTo>
                  <a:lnTo>
                    <a:pt x="257724" y="265567"/>
                  </a:lnTo>
                  <a:lnTo>
                    <a:pt x="209549" y="271398"/>
                  </a:lnTo>
                  <a:lnTo>
                    <a:pt x="161360" y="265567"/>
                  </a:lnTo>
                  <a:lnTo>
                    <a:pt x="119534" y="249343"/>
                  </a:lnTo>
                  <a:lnTo>
                    <a:pt x="86543" y="224599"/>
                  </a:lnTo>
                  <a:lnTo>
                    <a:pt x="64910" y="193219"/>
                  </a:lnTo>
                  <a:lnTo>
                    <a:pt x="57149" y="157098"/>
                  </a:lnTo>
                  <a:close/>
                </a:path>
                <a:path w="419100" h="314325">
                  <a:moveTo>
                    <a:pt x="0" y="157104"/>
                  </a:moveTo>
                  <a:lnTo>
                    <a:pt x="7489" y="115340"/>
                  </a:lnTo>
                  <a:lnTo>
                    <a:pt x="28619" y="77824"/>
                  </a:lnTo>
                  <a:lnTo>
                    <a:pt x="61390" y="46028"/>
                  </a:lnTo>
                  <a:lnTo>
                    <a:pt x="103804" y="21449"/>
                  </a:lnTo>
                  <a:lnTo>
                    <a:pt x="153863" y="5616"/>
                  </a:lnTo>
                  <a:lnTo>
                    <a:pt x="209549" y="0"/>
                  </a:lnTo>
                  <a:lnTo>
                    <a:pt x="265235" y="5616"/>
                  </a:lnTo>
                  <a:lnTo>
                    <a:pt x="315294" y="21449"/>
                  </a:lnTo>
                  <a:lnTo>
                    <a:pt x="357709" y="46028"/>
                  </a:lnTo>
                  <a:lnTo>
                    <a:pt x="390481" y="77824"/>
                  </a:lnTo>
                  <a:lnTo>
                    <a:pt x="411609" y="115340"/>
                  </a:lnTo>
                  <a:lnTo>
                    <a:pt x="419099" y="157104"/>
                  </a:lnTo>
                  <a:lnTo>
                    <a:pt x="411609" y="198912"/>
                  </a:lnTo>
                  <a:lnTo>
                    <a:pt x="390481" y="236472"/>
                  </a:lnTo>
                  <a:lnTo>
                    <a:pt x="357709" y="268282"/>
                  </a:lnTo>
                  <a:lnTo>
                    <a:pt x="315294" y="292861"/>
                  </a:lnTo>
                  <a:lnTo>
                    <a:pt x="265235" y="308708"/>
                  </a:lnTo>
                  <a:lnTo>
                    <a:pt x="209549" y="314325"/>
                  </a:lnTo>
                  <a:lnTo>
                    <a:pt x="153863" y="308708"/>
                  </a:lnTo>
                  <a:lnTo>
                    <a:pt x="103804" y="292861"/>
                  </a:lnTo>
                  <a:lnTo>
                    <a:pt x="61390" y="268282"/>
                  </a:lnTo>
                  <a:lnTo>
                    <a:pt x="28619" y="236472"/>
                  </a:lnTo>
                  <a:lnTo>
                    <a:pt x="7489" y="198912"/>
                  </a:lnTo>
                  <a:lnTo>
                    <a:pt x="0" y="157104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159377" y="1432176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6024" y="2453512"/>
            <a:ext cx="1655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504D"/>
                </a:solidFill>
                <a:latin typeface="Calibri"/>
                <a:cs typeface="Calibri"/>
              </a:rPr>
              <a:t>A</a:t>
            </a:r>
            <a:r>
              <a:rPr sz="2800" spc="-3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C0504D"/>
                </a:solidFill>
                <a:latin typeface="Calibri"/>
                <a:cs typeface="Calibri"/>
              </a:rPr>
              <a:t>+</a:t>
            </a:r>
            <a:r>
              <a:rPr sz="2800" spc="-35" dirty="0">
                <a:solidFill>
                  <a:srgbClr val="C0504D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C0504D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95600" y="3714750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0" y="285749"/>
                </a:moveTo>
                <a:lnTo>
                  <a:pt x="19642" y="234367"/>
                </a:lnTo>
                <a:lnTo>
                  <a:pt x="53509" y="201744"/>
                </a:lnTo>
                <a:lnTo>
                  <a:pt x="102728" y="170708"/>
                </a:lnTo>
                <a:lnTo>
                  <a:pt x="166398" y="141499"/>
                </a:lnTo>
                <a:lnTo>
                  <a:pt x="203425" y="127661"/>
                </a:lnTo>
                <a:lnTo>
                  <a:pt x="243501" y="114352"/>
                </a:lnTo>
                <a:lnTo>
                  <a:pt x="286737" y="101626"/>
                </a:lnTo>
                <a:lnTo>
                  <a:pt x="332909" y="89508"/>
                </a:lnTo>
                <a:lnTo>
                  <a:pt x="381902" y="78025"/>
                </a:lnTo>
                <a:lnTo>
                  <a:pt x="433719" y="67177"/>
                </a:lnTo>
                <a:lnTo>
                  <a:pt x="488018" y="57070"/>
                </a:lnTo>
                <a:lnTo>
                  <a:pt x="544801" y="47651"/>
                </a:lnTo>
                <a:lnTo>
                  <a:pt x="603842" y="38999"/>
                </a:lnTo>
                <a:lnTo>
                  <a:pt x="665141" y="31141"/>
                </a:lnTo>
                <a:lnTo>
                  <a:pt x="728471" y="24076"/>
                </a:lnTo>
                <a:lnTo>
                  <a:pt x="793721" y="17859"/>
                </a:lnTo>
                <a:lnTo>
                  <a:pt x="860890" y="12541"/>
                </a:lnTo>
                <a:lnTo>
                  <a:pt x="929639" y="8095"/>
                </a:lnTo>
                <a:lnTo>
                  <a:pt x="1000082" y="4603"/>
                </a:lnTo>
                <a:lnTo>
                  <a:pt x="1071879" y="2063"/>
                </a:lnTo>
                <a:lnTo>
                  <a:pt x="1144919" y="529"/>
                </a:lnTo>
                <a:lnTo>
                  <a:pt x="1219199" y="0"/>
                </a:lnTo>
                <a:lnTo>
                  <a:pt x="1293480" y="529"/>
                </a:lnTo>
                <a:lnTo>
                  <a:pt x="1366519" y="2063"/>
                </a:lnTo>
                <a:lnTo>
                  <a:pt x="1438317" y="4603"/>
                </a:lnTo>
                <a:lnTo>
                  <a:pt x="1508759" y="8095"/>
                </a:lnTo>
                <a:lnTo>
                  <a:pt x="1577509" y="12541"/>
                </a:lnTo>
                <a:lnTo>
                  <a:pt x="1644565" y="17859"/>
                </a:lnTo>
                <a:lnTo>
                  <a:pt x="1709927" y="24076"/>
                </a:lnTo>
                <a:lnTo>
                  <a:pt x="1773258" y="31141"/>
                </a:lnTo>
                <a:lnTo>
                  <a:pt x="1834557" y="38999"/>
                </a:lnTo>
                <a:lnTo>
                  <a:pt x="1893597" y="47651"/>
                </a:lnTo>
                <a:lnTo>
                  <a:pt x="1950381" y="57070"/>
                </a:lnTo>
                <a:lnTo>
                  <a:pt x="2004680" y="67177"/>
                </a:lnTo>
                <a:lnTo>
                  <a:pt x="2056496" y="78025"/>
                </a:lnTo>
                <a:lnTo>
                  <a:pt x="2105490" y="89508"/>
                </a:lnTo>
                <a:lnTo>
                  <a:pt x="2151661" y="101626"/>
                </a:lnTo>
                <a:lnTo>
                  <a:pt x="2194898" y="114352"/>
                </a:lnTo>
                <a:lnTo>
                  <a:pt x="2234974" y="127661"/>
                </a:lnTo>
                <a:lnTo>
                  <a:pt x="2271888" y="141499"/>
                </a:lnTo>
                <a:lnTo>
                  <a:pt x="2335670" y="170708"/>
                </a:lnTo>
                <a:lnTo>
                  <a:pt x="2384890" y="201744"/>
                </a:lnTo>
                <a:lnTo>
                  <a:pt x="2418757" y="234367"/>
                </a:lnTo>
                <a:lnTo>
                  <a:pt x="2436142" y="268340"/>
                </a:lnTo>
                <a:lnTo>
                  <a:pt x="2438399" y="285749"/>
                </a:lnTo>
                <a:lnTo>
                  <a:pt x="2436142" y="303159"/>
                </a:lnTo>
                <a:lnTo>
                  <a:pt x="2418757" y="337105"/>
                </a:lnTo>
                <a:lnTo>
                  <a:pt x="2384890" y="369728"/>
                </a:lnTo>
                <a:lnTo>
                  <a:pt x="2335670" y="400764"/>
                </a:lnTo>
                <a:lnTo>
                  <a:pt x="2271888" y="429974"/>
                </a:lnTo>
                <a:lnTo>
                  <a:pt x="2234974" y="443811"/>
                </a:lnTo>
                <a:lnTo>
                  <a:pt x="2194898" y="457120"/>
                </a:lnTo>
                <a:lnTo>
                  <a:pt x="2151661" y="469847"/>
                </a:lnTo>
                <a:lnTo>
                  <a:pt x="2105490" y="481964"/>
                </a:lnTo>
                <a:lnTo>
                  <a:pt x="2056496" y="493474"/>
                </a:lnTo>
                <a:lnTo>
                  <a:pt x="2004680" y="504295"/>
                </a:lnTo>
                <a:lnTo>
                  <a:pt x="1950381" y="514429"/>
                </a:lnTo>
                <a:lnTo>
                  <a:pt x="1893597" y="523822"/>
                </a:lnTo>
                <a:lnTo>
                  <a:pt x="1834557" y="532473"/>
                </a:lnTo>
                <a:lnTo>
                  <a:pt x="1773258" y="540358"/>
                </a:lnTo>
                <a:lnTo>
                  <a:pt x="1709927" y="547422"/>
                </a:lnTo>
                <a:lnTo>
                  <a:pt x="1644565" y="553613"/>
                </a:lnTo>
                <a:lnTo>
                  <a:pt x="1577509" y="558958"/>
                </a:lnTo>
                <a:lnTo>
                  <a:pt x="1508759" y="563403"/>
                </a:lnTo>
                <a:lnTo>
                  <a:pt x="1438317" y="566895"/>
                </a:lnTo>
                <a:lnTo>
                  <a:pt x="1366519" y="569436"/>
                </a:lnTo>
                <a:lnTo>
                  <a:pt x="1293480" y="570970"/>
                </a:lnTo>
                <a:lnTo>
                  <a:pt x="1219199" y="571499"/>
                </a:lnTo>
                <a:lnTo>
                  <a:pt x="1144919" y="570970"/>
                </a:lnTo>
                <a:lnTo>
                  <a:pt x="1071879" y="569436"/>
                </a:lnTo>
                <a:lnTo>
                  <a:pt x="1000082" y="566895"/>
                </a:lnTo>
                <a:lnTo>
                  <a:pt x="929639" y="563403"/>
                </a:lnTo>
                <a:lnTo>
                  <a:pt x="860890" y="558958"/>
                </a:lnTo>
                <a:lnTo>
                  <a:pt x="793721" y="553613"/>
                </a:lnTo>
                <a:lnTo>
                  <a:pt x="728471" y="547422"/>
                </a:lnTo>
                <a:lnTo>
                  <a:pt x="665141" y="540358"/>
                </a:lnTo>
                <a:lnTo>
                  <a:pt x="603842" y="532473"/>
                </a:lnTo>
                <a:lnTo>
                  <a:pt x="544801" y="523822"/>
                </a:lnTo>
                <a:lnTo>
                  <a:pt x="488018" y="514429"/>
                </a:lnTo>
                <a:lnTo>
                  <a:pt x="433719" y="504295"/>
                </a:lnTo>
                <a:lnTo>
                  <a:pt x="381902" y="493474"/>
                </a:lnTo>
                <a:lnTo>
                  <a:pt x="332909" y="481964"/>
                </a:lnTo>
                <a:lnTo>
                  <a:pt x="286737" y="469847"/>
                </a:lnTo>
                <a:lnTo>
                  <a:pt x="243501" y="457120"/>
                </a:lnTo>
                <a:lnTo>
                  <a:pt x="203425" y="443811"/>
                </a:lnTo>
                <a:lnTo>
                  <a:pt x="166398" y="429974"/>
                </a:lnTo>
                <a:lnTo>
                  <a:pt x="102728" y="400764"/>
                </a:lnTo>
                <a:lnTo>
                  <a:pt x="53509" y="369728"/>
                </a:lnTo>
                <a:lnTo>
                  <a:pt x="19642" y="337105"/>
                </a:lnTo>
                <a:lnTo>
                  <a:pt x="2257" y="303159"/>
                </a:lnTo>
                <a:lnTo>
                  <a:pt x="0" y="285749"/>
                </a:lnTo>
                <a:close/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61053" y="379028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34969" y="2852737"/>
            <a:ext cx="2903855" cy="1316990"/>
            <a:chOff x="2434969" y="2852737"/>
            <a:chExt cx="2903855" cy="131699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889" y="3934459"/>
              <a:ext cx="84710" cy="7317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434969" y="3709414"/>
              <a:ext cx="400050" cy="262890"/>
            </a:xfrm>
            <a:custGeom>
              <a:avLst/>
              <a:gdLst/>
              <a:ahLst/>
              <a:cxnLst/>
              <a:rect l="l" t="t" r="r" b="b"/>
              <a:pathLst>
                <a:path w="400050" h="262889">
                  <a:moveTo>
                    <a:pt x="393068" y="262479"/>
                  </a:moveTo>
                  <a:lnTo>
                    <a:pt x="0" y="10669"/>
                  </a:lnTo>
                  <a:lnTo>
                    <a:pt x="6850" y="0"/>
                  </a:lnTo>
                  <a:lnTo>
                    <a:pt x="399918" y="251786"/>
                  </a:lnTo>
                  <a:lnTo>
                    <a:pt x="393068" y="262479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5600" y="2857500"/>
              <a:ext cx="2438400" cy="1307465"/>
            </a:xfrm>
            <a:custGeom>
              <a:avLst/>
              <a:gdLst/>
              <a:ahLst/>
              <a:cxnLst/>
              <a:rect l="l" t="t" r="r" b="b"/>
              <a:pathLst>
                <a:path w="2438400" h="1307464">
                  <a:moveTo>
                    <a:pt x="1800224" y="1150133"/>
                  </a:moveTo>
                  <a:lnTo>
                    <a:pt x="1807714" y="1108358"/>
                  </a:lnTo>
                  <a:lnTo>
                    <a:pt x="1828844" y="1070831"/>
                  </a:lnTo>
                  <a:lnTo>
                    <a:pt x="1861615" y="1039022"/>
                  </a:lnTo>
                  <a:lnTo>
                    <a:pt x="1904029" y="1014460"/>
                  </a:lnTo>
                  <a:lnTo>
                    <a:pt x="1954088" y="998629"/>
                  </a:lnTo>
                  <a:lnTo>
                    <a:pt x="2009774" y="993012"/>
                  </a:lnTo>
                  <a:lnTo>
                    <a:pt x="2065460" y="998629"/>
                  </a:lnTo>
                  <a:lnTo>
                    <a:pt x="2115520" y="1014460"/>
                  </a:lnTo>
                  <a:lnTo>
                    <a:pt x="2157934" y="1039022"/>
                  </a:lnTo>
                  <a:lnTo>
                    <a:pt x="2190705" y="1070831"/>
                  </a:lnTo>
                  <a:lnTo>
                    <a:pt x="2211835" y="1108358"/>
                  </a:lnTo>
                  <a:lnTo>
                    <a:pt x="2219324" y="1150133"/>
                  </a:lnTo>
                  <a:lnTo>
                    <a:pt x="2211835" y="1191924"/>
                  </a:lnTo>
                  <a:lnTo>
                    <a:pt x="2190705" y="1229465"/>
                  </a:lnTo>
                  <a:lnTo>
                    <a:pt x="2157934" y="1261273"/>
                  </a:lnTo>
                  <a:lnTo>
                    <a:pt x="2115520" y="1285850"/>
                  </a:lnTo>
                  <a:lnTo>
                    <a:pt x="2065460" y="1301696"/>
                  </a:lnTo>
                  <a:lnTo>
                    <a:pt x="2009774" y="1307312"/>
                  </a:lnTo>
                  <a:lnTo>
                    <a:pt x="1954088" y="1301696"/>
                  </a:lnTo>
                  <a:lnTo>
                    <a:pt x="1904029" y="1285850"/>
                  </a:lnTo>
                  <a:lnTo>
                    <a:pt x="1861615" y="1261273"/>
                  </a:lnTo>
                  <a:lnTo>
                    <a:pt x="1828844" y="1229465"/>
                  </a:lnTo>
                  <a:lnTo>
                    <a:pt x="1807714" y="1191924"/>
                  </a:lnTo>
                  <a:lnTo>
                    <a:pt x="1800224" y="1150133"/>
                  </a:lnTo>
                  <a:close/>
                </a:path>
                <a:path w="2438400" h="1307464">
                  <a:moveTo>
                    <a:pt x="0" y="285749"/>
                  </a:moveTo>
                  <a:lnTo>
                    <a:pt x="19642" y="234367"/>
                  </a:lnTo>
                  <a:lnTo>
                    <a:pt x="53509" y="201744"/>
                  </a:lnTo>
                  <a:lnTo>
                    <a:pt x="102728" y="170709"/>
                  </a:lnTo>
                  <a:lnTo>
                    <a:pt x="166398" y="141499"/>
                  </a:lnTo>
                  <a:lnTo>
                    <a:pt x="203425" y="127661"/>
                  </a:lnTo>
                  <a:lnTo>
                    <a:pt x="243501" y="114352"/>
                  </a:lnTo>
                  <a:lnTo>
                    <a:pt x="286737" y="101626"/>
                  </a:lnTo>
                  <a:lnTo>
                    <a:pt x="332909" y="89508"/>
                  </a:lnTo>
                  <a:lnTo>
                    <a:pt x="381902" y="78025"/>
                  </a:lnTo>
                  <a:lnTo>
                    <a:pt x="433719" y="67177"/>
                  </a:lnTo>
                  <a:lnTo>
                    <a:pt x="488018" y="57070"/>
                  </a:lnTo>
                  <a:lnTo>
                    <a:pt x="544801" y="47651"/>
                  </a:lnTo>
                  <a:lnTo>
                    <a:pt x="603842" y="38999"/>
                  </a:lnTo>
                  <a:lnTo>
                    <a:pt x="665141" y="31141"/>
                  </a:lnTo>
                  <a:lnTo>
                    <a:pt x="728471" y="24077"/>
                  </a:lnTo>
                  <a:lnTo>
                    <a:pt x="793721" y="17859"/>
                  </a:lnTo>
                  <a:lnTo>
                    <a:pt x="860890" y="12541"/>
                  </a:lnTo>
                  <a:lnTo>
                    <a:pt x="929639" y="8096"/>
                  </a:lnTo>
                  <a:lnTo>
                    <a:pt x="1000082" y="4603"/>
                  </a:lnTo>
                  <a:lnTo>
                    <a:pt x="1071879" y="2063"/>
                  </a:lnTo>
                  <a:lnTo>
                    <a:pt x="1144919" y="529"/>
                  </a:lnTo>
                  <a:lnTo>
                    <a:pt x="1219199" y="0"/>
                  </a:lnTo>
                  <a:lnTo>
                    <a:pt x="1293480" y="529"/>
                  </a:lnTo>
                  <a:lnTo>
                    <a:pt x="1366519" y="2063"/>
                  </a:lnTo>
                  <a:lnTo>
                    <a:pt x="1438317" y="4603"/>
                  </a:lnTo>
                  <a:lnTo>
                    <a:pt x="1508759" y="8096"/>
                  </a:lnTo>
                  <a:lnTo>
                    <a:pt x="1577509" y="12541"/>
                  </a:lnTo>
                  <a:lnTo>
                    <a:pt x="1644565" y="17859"/>
                  </a:lnTo>
                  <a:lnTo>
                    <a:pt x="1709927" y="24077"/>
                  </a:lnTo>
                  <a:lnTo>
                    <a:pt x="1773258" y="31141"/>
                  </a:lnTo>
                  <a:lnTo>
                    <a:pt x="1834557" y="38999"/>
                  </a:lnTo>
                  <a:lnTo>
                    <a:pt x="1893597" y="47651"/>
                  </a:lnTo>
                  <a:lnTo>
                    <a:pt x="1950381" y="57070"/>
                  </a:lnTo>
                  <a:lnTo>
                    <a:pt x="2004680" y="67177"/>
                  </a:lnTo>
                  <a:lnTo>
                    <a:pt x="2056496" y="78025"/>
                  </a:lnTo>
                  <a:lnTo>
                    <a:pt x="2105490" y="89508"/>
                  </a:lnTo>
                  <a:lnTo>
                    <a:pt x="2151661" y="101626"/>
                  </a:lnTo>
                  <a:lnTo>
                    <a:pt x="2194898" y="114352"/>
                  </a:lnTo>
                  <a:lnTo>
                    <a:pt x="2234974" y="127661"/>
                  </a:lnTo>
                  <a:lnTo>
                    <a:pt x="2271888" y="141499"/>
                  </a:lnTo>
                  <a:lnTo>
                    <a:pt x="2335670" y="170709"/>
                  </a:lnTo>
                  <a:lnTo>
                    <a:pt x="2384890" y="201744"/>
                  </a:lnTo>
                  <a:lnTo>
                    <a:pt x="2418757" y="234367"/>
                  </a:lnTo>
                  <a:lnTo>
                    <a:pt x="2436142" y="268340"/>
                  </a:lnTo>
                  <a:lnTo>
                    <a:pt x="2438399" y="285749"/>
                  </a:lnTo>
                  <a:lnTo>
                    <a:pt x="2436142" y="303159"/>
                  </a:lnTo>
                  <a:lnTo>
                    <a:pt x="2418757" y="337131"/>
                  </a:lnTo>
                  <a:lnTo>
                    <a:pt x="2384890" y="369755"/>
                  </a:lnTo>
                  <a:lnTo>
                    <a:pt x="2335670" y="400790"/>
                  </a:lnTo>
                  <a:lnTo>
                    <a:pt x="2271888" y="430000"/>
                  </a:lnTo>
                  <a:lnTo>
                    <a:pt x="2234974" y="443838"/>
                  </a:lnTo>
                  <a:lnTo>
                    <a:pt x="2194898" y="457147"/>
                  </a:lnTo>
                  <a:lnTo>
                    <a:pt x="2151661" y="469873"/>
                  </a:lnTo>
                  <a:lnTo>
                    <a:pt x="2105490" y="481991"/>
                  </a:lnTo>
                  <a:lnTo>
                    <a:pt x="2056496" y="493474"/>
                  </a:lnTo>
                  <a:lnTo>
                    <a:pt x="2004680" y="504322"/>
                  </a:lnTo>
                  <a:lnTo>
                    <a:pt x="1950381" y="514429"/>
                  </a:lnTo>
                  <a:lnTo>
                    <a:pt x="1893597" y="523848"/>
                  </a:lnTo>
                  <a:lnTo>
                    <a:pt x="1834557" y="532500"/>
                  </a:lnTo>
                  <a:lnTo>
                    <a:pt x="1773258" y="540358"/>
                  </a:lnTo>
                  <a:lnTo>
                    <a:pt x="1709927" y="547422"/>
                  </a:lnTo>
                  <a:lnTo>
                    <a:pt x="1644565" y="553640"/>
                  </a:lnTo>
                  <a:lnTo>
                    <a:pt x="1577509" y="558958"/>
                  </a:lnTo>
                  <a:lnTo>
                    <a:pt x="1508759" y="563403"/>
                  </a:lnTo>
                  <a:lnTo>
                    <a:pt x="1438317" y="566895"/>
                  </a:lnTo>
                  <a:lnTo>
                    <a:pt x="1366519" y="569436"/>
                  </a:lnTo>
                  <a:lnTo>
                    <a:pt x="1293480" y="570970"/>
                  </a:lnTo>
                  <a:lnTo>
                    <a:pt x="1219199" y="571499"/>
                  </a:lnTo>
                  <a:lnTo>
                    <a:pt x="1144919" y="570970"/>
                  </a:lnTo>
                  <a:lnTo>
                    <a:pt x="1071879" y="569436"/>
                  </a:lnTo>
                  <a:lnTo>
                    <a:pt x="1000082" y="566895"/>
                  </a:lnTo>
                  <a:lnTo>
                    <a:pt x="929639" y="563403"/>
                  </a:lnTo>
                  <a:lnTo>
                    <a:pt x="860890" y="558958"/>
                  </a:lnTo>
                  <a:lnTo>
                    <a:pt x="793721" y="553640"/>
                  </a:lnTo>
                  <a:lnTo>
                    <a:pt x="728471" y="547422"/>
                  </a:lnTo>
                  <a:lnTo>
                    <a:pt x="665141" y="540358"/>
                  </a:lnTo>
                  <a:lnTo>
                    <a:pt x="603842" y="532500"/>
                  </a:lnTo>
                  <a:lnTo>
                    <a:pt x="544801" y="523848"/>
                  </a:lnTo>
                  <a:lnTo>
                    <a:pt x="488018" y="514429"/>
                  </a:lnTo>
                  <a:lnTo>
                    <a:pt x="433719" y="504322"/>
                  </a:lnTo>
                  <a:lnTo>
                    <a:pt x="381902" y="493474"/>
                  </a:lnTo>
                  <a:lnTo>
                    <a:pt x="332909" y="481991"/>
                  </a:lnTo>
                  <a:lnTo>
                    <a:pt x="286737" y="469873"/>
                  </a:lnTo>
                  <a:lnTo>
                    <a:pt x="243501" y="457147"/>
                  </a:lnTo>
                  <a:lnTo>
                    <a:pt x="203425" y="443838"/>
                  </a:lnTo>
                  <a:lnTo>
                    <a:pt x="166398" y="430000"/>
                  </a:lnTo>
                  <a:lnTo>
                    <a:pt x="102728" y="400790"/>
                  </a:lnTo>
                  <a:lnTo>
                    <a:pt x="53509" y="369755"/>
                  </a:lnTo>
                  <a:lnTo>
                    <a:pt x="19642" y="337131"/>
                  </a:lnTo>
                  <a:lnTo>
                    <a:pt x="2257" y="303159"/>
                  </a:lnTo>
                  <a:lnTo>
                    <a:pt x="0" y="285749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89375" y="298284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47797" y="2988500"/>
            <a:ext cx="4876800" cy="1025525"/>
            <a:chOff x="1447797" y="2988500"/>
            <a:chExt cx="4876800" cy="1025525"/>
          </a:xfrm>
        </p:grpSpPr>
        <p:sp>
          <p:nvSpPr>
            <p:cNvPr id="22" name="object 22"/>
            <p:cNvSpPr/>
            <p:nvPr/>
          </p:nvSpPr>
          <p:spPr>
            <a:xfrm>
              <a:off x="5103620" y="3672555"/>
              <a:ext cx="1149985" cy="341630"/>
            </a:xfrm>
            <a:custGeom>
              <a:avLst/>
              <a:gdLst/>
              <a:ahLst/>
              <a:cxnLst/>
              <a:rect l="l" t="t" r="r" b="b"/>
              <a:pathLst>
                <a:path w="1149985" h="341629">
                  <a:moveTo>
                    <a:pt x="3565" y="341191"/>
                  </a:moveTo>
                  <a:lnTo>
                    <a:pt x="0" y="328981"/>
                  </a:lnTo>
                  <a:lnTo>
                    <a:pt x="1145946" y="0"/>
                  </a:lnTo>
                  <a:lnTo>
                    <a:pt x="1149458" y="12178"/>
                  </a:lnTo>
                  <a:lnTo>
                    <a:pt x="3565" y="34119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0779" y="3641978"/>
              <a:ext cx="83821" cy="732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057399" y="2993263"/>
              <a:ext cx="3057525" cy="750570"/>
            </a:xfrm>
            <a:custGeom>
              <a:avLst/>
              <a:gdLst/>
              <a:ahLst/>
              <a:cxnLst/>
              <a:rect l="l" t="t" r="r" b="b"/>
              <a:pathLst>
                <a:path w="3057525" h="750570">
                  <a:moveTo>
                    <a:pt x="2638424" y="157104"/>
                  </a:moveTo>
                  <a:lnTo>
                    <a:pt x="2645914" y="115340"/>
                  </a:lnTo>
                  <a:lnTo>
                    <a:pt x="2667044" y="77824"/>
                  </a:lnTo>
                  <a:lnTo>
                    <a:pt x="2699815" y="46028"/>
                  </a:lnTo>
                  <a:lnTo>
                    <a:pt x="2742229" y="21449"/>
                  </a:lnTo>
                  <a:lnTo>
                    <a:pt x="2792288" y="5616"/>
                  </a:lnTo>
                  <a:lnTo>
                    <a:pt x="2847974" y="0"/>
                  </a:lnTo>
                  <a:lnTo>
                    <a:pt x="2903660" y="5616"/>
                  </a:lnTo>
                  <a:lnTo>
                    <a:pt x="2953720" y="21449"/>
                  </a:lnTo>
                  <a:lnTo>
                    <a:pt x="2996134" y="46028"/>
                  </a:lnTo>
                  <a:lnTo>
                    <a:pt x="3028905" y="77824"/>
                  </a:lnTo>
                  <a:lnTo>
                    <a:pt x="3050035" y="115340"/>
                  </a:lnTo>
                  <a:lnTo>
                    <a:pt x="3057524" y="157104"/>
                  </a:lnTo>
                  <a:lnTo>
                    <a:pt x="3050035" y="198912"/>
                  </a:lnTo>
                  <a:lnTo>
                    <a:pt x="3028905" y="236472"/>
                  </a:lnTo>
                  <a:lnTo>
                    <a:pt x="2996134" y="268282"/>
                  </a:lnTo>
                  <a:lnTo>
                    <a:pt x="2953720" y="292861"/>
                  </a:lnTo>
                  <a:lnTo>
                    <a:pt x="2903660" y="308708"/>
                  </a:lnTo>
                  <a:lnTo>
                    <a:pt x="2847974" y="314325"/>
                  </a:lnTo>
                  <a:lnTo>
                    <a:pt x="2792288" y="308708"/>
                  </a:lnTo>
                  <a:lnTo>
                    <a:pt x="2742229" y="292861"/>
                  </a:lnTo>
                  <a:lnTo>
                    <a:pt x="2699815" y="268282"/>
                  </a:lnTo>
                  <a:lnTo>
                    <a:pt x="2667044" y="236472"/>
                  </a:lnTo>
                  <a:lnTo>
                    <a:pt x="2645914" y="198912"/>
                  </a:lnTo>
                  <a:lnTo>
                    <a:pt x="2638424" y="157104"/>
                  </a:lnTo>
                  <a:close/>
                </a:path>
                <a:path w="3057525" h="750570">
                  <a:moveTo>
                    <a:pt x="0" y="592957"/>
                  </a:moveTo>
                  <a:lnTo>
                    <a:pt x="7489" y="551149"/>
                  </a:lnTo>
                  <a:lnTo>
                    <a:pt x="28619" y="513590"/>
                  </a:lnTo>
                  <a:lnTo>
                    <a:pt x="61390" y="481779"/>
                  </a:lnTo>
                  <a:lnTo>
                    <a:pt x="103804" y="457201"/>
                  </a:lnTo>
                  <a:lnTo>
                    <a:pt x="153863" y="441354"/>
                  </a:lnTo>
                  <a:lnTo>
                    <a:pt x="209549" y="435736"/>
                  </a:lnTo>
                  <a:lnTo>
                    <a:pt x="265235" y="441354"/>
                  </a:lnTo>
                  <a:lnTo>
                    <a:pt x="315295" y="457201"/>
                  </a:lnTo>
                  <a:lnTo>
                    <a:pt x="357709" y="481779"/>
                  </a:lnTo>
                  <a:lnTo>
                    <a:pt x="390480" y="513590"/>
                  </a:lnTo>
                  <a:lnTo>
                    <a:pt x="411610" y="551149"/>
                  </a:lnTo>
                  <a:lnTo>
                    <a:pt x="419099" y="592957"/>
                  </a:lnTo>
                  <a:lnTo>
                    <a:pt x="411610" y="634721"/>
                  </a:lnTo>
                  <a:lnTo>
                    <a:pt x="390480" y="672237"/>
                  </a:lnTo>
                  <a:lnTo>
                    <a:pt x="357709" y="704033"/>
                  </a:lnTo>
                  <a:lnTo>
                    <a:pt x="315295" y="728612"/>
                  </a:lnTo>
                  <a:lnTo>
                    <a:pt x="265235" y="744444"/>
                  </a:lnTo>
                  <a:lnTo>
                    <a:pt x="209549" y="750061"/>
                  </a:lnTo>
                  <a:lnTo>
                    <a:pt x="153863" y="744444"/>
                  </a:lnTo>
                  <a:lnTo>
                    <a:pt x="103804" y="728612"/>
                  </a:lnTo>
                  <a:lnTo>
                    <a:pt x="61390" y="704033"/>
                  </a:lnTo>
                  <a:lnTo>
                    <a:pt x="28619" y="672237"/>
                  </a:lnTo>
                  <a:lnTo>
                    <a:pt x="7489" y="634721"/>
                  </a:lnTo>
                  <a:lnTo>
                    <a:pt x="0" y="592957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34586" y="3241039"/>
              <a:ext cx="403860" cy="307340"/>
            </a:xfrm>
            <a:custGeom>
              <a:avLst/>
              <a:gdLst/>
              <a:ahLst/>
              <a:cxnLst/>
              <a:rect l="l" t="t" r="r" b="b"/>
              <a:pathLst>
                <a:path w="403860" h="307339">
                  <a:moveTo>
                    <a:pt x="7628" y="307342"/>
                  </a:moveTo>
                  <a:lnTo>
                    <a:pt x="0" y="297183"/>
                  </a:lnTo>
                  <a:lnTo>
                    <a:pt x="396234" y="0"/>
                  </a:lnTo>
                  <a:lnTo>
                    <a:pt x="403862" y="10159"/>
                  </a:lnTo>
                  <a:lnTo>
                    <a:pt x="7628" y="307342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1778" y="3200399"/>
              <a:ext cx="83821" cy="7620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1199" y="3562350"/>
              <a:ext cx="63500" cy="761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447787" y="3594112"/>
              <a:ext cx="610235" cy="12700"/>
            </a:xfrm>
            <a:custGeom>
              <a:avLst/>
              <a:gdLst/>
              <a:ahLst/>
              <a:cxnLst/>
              <a:rect l="l" t="t" r="r" b="b"/>
              <a:pathLst>
                <a:path w="610235" h="12700">
                  <a:moveTo>
                    <a:pt x="533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33400" y="12700"/>
                  </a:lnTo>
                  <a:lnTo>
                    <a:pt x="533400" y="0"/>
                  </a:lnTo>
                  <a:close/>
                </a:path>
                <a:path w="610235" h="12700">
                  <a:moveTo>
                    <a:pt x="609612" y="6350"/>
                  </a:moveTo>
                  <a:lnTo>
                    <a:pt x="596912" y="0"/>
                  </a:lnTo>
                  <a:lnTo>
                    <a:pt x="546100" y="0"/>
                  </a:lnTo>
                  <a:lnTo>
                    <a:pt x="546100" y="12700"/>
                  </a:lnTo>
                  <a:lnTo>
                    <a:pt x="596912" y="12700"/>
                  </a:lnTo>
                  <a:lnTo>
                    <a:pt x="609612" y="63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517394" y="2879927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17394" y="3636847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03876" y="3194174"/>
            <a:ext cx="1568450" cy="497205"/>
            <a:chOff x="5103876" y="3194174"/>
            <a:chExt cx="1568450" cy="497205"/>
          </a:xfrm>
        </p:grpSpPr>
        <p:sp>
          <p:nvSpPr>
            <p:cNvPr id="32" name="object 32"/>
            <p:cNvSpPr/>
            <p:nvPr/>
          </p:nvSpPr>
          <p:spPr>
            <a:xfrm>
              <a:off x="6248399" y="3371849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57149" y="157224"/>
                  </a:moveTo>
                  <a:lnTo>
                    <a:pt x="86543" y="89623"/>
                  </a:lnTo>
                  <a:lnTo>
                    <a:pt x="119534" y="64865"/>
                  </a:lnTo>
                  <a:lnTo>
                    <a:pt x="161360" y="48621"/>
                  </a:lnTo>
                  <a:lnTo>
                    <a:pt x="209549" y="42797"/>
                  </a:lnTo>
                  <a:lnTo>
                    <a:pt x="257725" y="48621"/>
                  </a:lnTo>
                  <a:lnTo>
                    <a:pt x="299564" y="64865"/>
                  </a:lnTo>
                  <a:lnTo>
                    <a:pt x="332556" y="89623"/>
                  </a:lnTo>
                  <a:lnTo>
                    <a:pt x="354188" y="121041"/>
                  </a:lnTo>
                  <a:lnTo>
                    <a:pt x="361949" y="157224"/>
                  </a:lnTo>
                  <a:lnTo>
                    <a:pt x="354188" y="193344"/>
                  </a:lnTo>
                  <a:lnTo>
                    <a:pt x="332556" y="224731"/>
                  </a:lnTo>
                  <a:lnTo>
                    <a:pt x="299564" y="249467"/>
                  </a:lnTo>
                  <a:lnTo>
                    <a:pt x="257725" y="265700"/>
                  </a:lnTo>
                  <a:lnTo>
                    <a:pt x="209549" y="271524"/>
                  </a:lnTo>
                  <a:lnTo>
                    <a:pt x="161360" y="265700"/>
                  </a:lnTo>
                  <a:lnTo>
                    <a:pt x="119534" y="249467"/>
                  </a:lnTo>
                  <a:lnTo>
                    <a:pt x="86543" y="224731"/>
                  </a:lnTo>
                  <a:lnTo>
                    <a:pt x="64910" y="193344"/>
                  </a:lnTo>
                  <a:lnTo>
                    <a:pt x="57149" y="157224"/>
                  </a:lnTo>
                  <a:close/>
                </a:path>
                <a:path w="419100" h="314325">
                  <a:moveTo>
                    <a:pt x="0" y="157220"/>
                  </a:moveTo>
                  <a:lnTo>
                    <a:pt x="7489" y="115412"/>
                  </a:lnTo>
                  <a:lnTo>
                    <a:pt x="28619" y="77853"/>
                  </a:lnTo>
                  <a:lnTo>
                    <a:pt x="61390" y="46042"/>
                  </a:lnTo>
                  <a:lnTo>
                    <a:pt x="103804" y="21464"/>
                  </a:lnTo>
                  <a:lnTo>
                    <a:pt x="153863" y="5617"/>
                  </a:lnTo>
                  <a:lnTo>
                    <a:pt x="209549" y="0"/>
                  </a:lnTo>
                  <a:lnTo>
                    <a:pt x="265235" y="5617"/>
                  </a:lnTo>
                  <a:lnTo>
                    <a:pt x="315294" y="21464"/>
                  </a:lnTo>
                  <a:lnTo>
                    <a:pt x="357709" y="46042"/>
                  </a:lnTo>
                  <a:lnTo>
                    <a:pt x="390481" y="77853"/>
                  </a:lnTo>
                  <a:lnTo>
                    <a:pt x="411609" y="115412"/>
                  </a:lnTo>
                  <a:lnTo>
                    <a:pt x="419099" y="157220"/>
                  </a:lnTo>
                  <a:lnTo>
                    <a:pt x="411609" y="198984"/>
                  </a:lnTo>
                  <a:lnTo>
                    <a:pt x="390481" y="236500"/>
                  </a:lnTo>
                  <a:lnTo>
                    <a:pt x="357709" y="268296"/>
                  </a:lnTo>
                  <a:lnTo>
                    <a:pt x="315294" y="292875"/>
                  </a:lnTo>
                  <a:lnTo>
                    <a:pt x="265235" y="308707"/>
                  </a:lnTo>
                  <a:lnTo>
                    <a:pt x="209549" y="314324"/>
                  </a:lnTo>
                  <a:lnTo>
                    <a:pt x="153863" y="308707"/>
                  </a:lnTo>
                  <a:lnTo>
                    <a:pt x="103804" y="292875"/>
                  </a:lnTo>
                  <a:lnTo>
                    <a:pt x="61390" y="268296"/>
                  </a:lnTo>
                  <a:lnTo>
                    <a:pt x="28619" y="236500"/>
                  </a:lnTo>
                  <a:lnTo>
                    <a:pt x="7489" y="198984"/>
                  </a:lnTo>
                  <a:lnTo>
                    <a:pt x="0" y="157220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65215" y="3430649"/>
              <a:ext cx="83185" cy="740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103876" y="3194174"/>
              <a:ext cx="1072515" cy="280035"/>
            </a:xfrm>
            <a:custGeom>
              <a:avLst/>
              <a:gdLst/>
              <a:ahLst/>
              <a:cxnLst/>
              <a:rect l="l" t="t" r="r" b="b"/>
              <a:pathLst>
                <a:path w="1072514" h="280035">
                  <a:moveTo>
                    <a:pt x="1069082" y="279621"/>
                  </a:moveTo>
                  <a:lnTo>
                    <a:pt x="0" y="12440"/>
                  </a:lnTo>
                  <a:lnTo>
                    <a:pt x="3027" y="0"/>
                  </a:lnTo>
                  <a:lnTo>
                    <a:pt x="1072159" y="267310"/>
                  </a:lnTo>
                  <a:lnTo>
                    <a:pt x="1069082" y="27962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718428" y="2879927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42228" y="3649547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628" y="1195957"/>
            <a:ext cx="1249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C0504D"/>
                </a:solidFill>
                <a:latin typeface="Calibri"/>
                <a:cs typeface="Calibri"/>
              </a:rPr>
              <a:t>A*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38500" y="2275332"/>
            <a:ext cx="2438400" cy="571500"/>
          </a:xfrm>
          <a:custGeom>
            <a:avLst/>
            <a:gdLst/>
            <a:ahLst/>
            <a:cxnLst/>
            <a:rect l="l" t="t" r="r" b="b"/>
            <a:pathLst>
              <a:path w="2438400" h="571500">
                <a:moveTo>
                  <a:pt x="0" y="285750"/>
                </a:moveTo>
                <a:lnTo>
                  <a:pt x="19642" y="234368"/>
                </a:lnTo>
                <a:lnTo>
                  <a:pt x="53509" y="201745"/>
                </a:lnTo>
                <a:lnTo>
                  <a:pt x="102728" y="170709"/>
                </a:lnTo>
                <a:lnTo>
                  <a:pt x="166397" y="141499"/>
                </a:lnTo>
                <a:lnTo>
                  <a:pt x="203425" y="127661"/>
                </a:lnTo>
                <a:lnTo>
                  <a:pt x="243501" y="114353"/>
                </a:lnTo>
                <a:lnTo>
                  <a:pt x="286737" y="101626"/>
                </a:lnTo>
                <a:lnTo>
                  <a:pt x="332909" y="89508"/>
                </a:lnTo>
                <a:lnTo>
                  <a:pt x="381902" y="78025"/>
                </a:lnTo>
                <a:lnTo>
                  <a:pt x="433719" y="67177"/>
                </a:lnTo>
                <a:lnTo>
                  <a:pt x="488018" y="57070"/>
                </a:lnTo>
                <a:lnTo>
                  <a:pt x="544801" y="47651"/>
                </a:lnTo>
                <a:lnTo>
                  <a:pt x="603842" y="38999"/>
                </a:lnTo>
                <a:lnTo>
                  <a:pt x="665141" y="31141"/>
                </a:lnTo>
                <a:lnTo>
                  <a:pt x="728471" y="24077"/>
                </a:lnTo>
                <a:lnTo>
                  <a:pt x="793721" y="17859"/>
                </a:lnTo>
                <a:lnTo>
                  <a:pt x="860890" y="12541"/>
                </a:lnTo>
                <a:lnTo>
                  <a:pt x="929639" y="8096"/>
                </a:lnTo>
                <a:lnTo>
                  <a:pt x="1000082" y="4603"/>
                </a:lnTo>
                <a:lnTo>
                  <a:pt x="1071879" y="2063"/>
                </a:lnTo>
                <a:lnTo>
                  <a:pt x="1144919" y="529"/>
                </a:lnTo>
                <a:lnTo>
                  <a:pt x="1219199" y="0"/>
                </a:lnTo>
                <a:lnTo>
                  <a:pt x="1293480" y="529"/>
                </a:lnTo>
                <a:lnTo>
                  <a:pt x="1366519" y="2063"/>
                </a:lnTo>
                <a:lnTo>
                  <a:pt x="1438317" y="4603"/>
                </a:lnTo>
                <a:lnTo>
                  <a:pt x="1508759" y="8096"/>
                </a:lnTo>
                <a:lnTo>
                  <a:pt x="1577509" y="12541"/>
                </a:lnTo>
                <a:lnTo>
                  <a:pt x="1644565" y="17859"/>
                </a:lnTo>
                <a:lnTo>
                  <a:pt x="1709927" y="24077"/>
                </a:lnTo>
                <a:lnTo>
                  <a:pt x="1773258" y="31141"/>
                </a:lnTo>
                <a:lnTo>
                  <a:pt x="1834557" y="38999"/>
                </a:lnTo>
                <a:lnTo>
                  <a:pt x="1893597" y="47651"/>
                </a:lnTo>
                <a:lnTo>
                  <a:pt x="1950381" y="57070"/>
                </a:lnTo>
                <a:lnTo>
                  <a:pt x="2004680" y="67177"/>
                </a:lnTo>
                <a:lnTo>
                  <a:pt x="2056496" y="78025"/>
                </a:lnTo>
                <a:lnTo>
                  <a:pt x="2105490" y="89508"/>
                </a:lnTo>
                <a:lnTo>
                  <a:pt x="2151661" y="101626"/>
                </a:lnTo>
                <a:lnTo>
                  <a:pt x="2194898" y="114353"/>
                </a:lnTo>
                <a:lnTo>
                  <a:pt x="2234974" y="127661"/>
                </a:lnTo>
                <a:lnTo>
                  <a:pt x="2271888" y="141499"/>
                </a:lnTo>
                <a:lnTo>
                  <a:pt x="2335670" y="170709"/>
                </a:lnTo>
                <a:lnTo>
                  <a:pt x="2384890" y="201745"/>
                </a:lnTo>
                <a:lnTo>
                  <a:pt x="2418757" y="234368"/>
                </a:lnTo>
                <a:lnTo>
                  <a:pt x="2436142" y="268340"/>
                </a:lnTo>
                <a:lnTo>
                  <a:pt x="2438399" y="285750"/>
                </a:lnTo>
                <a:lnTo>
                  <a:pt x="2436142" y="303160"/>
                </a:lnTo>
                <a:lnTo>
                  <a:pt x="2418757" y="337079"/>
                </a:lnTo>
                <a:lnTo>
                  <a:pt x="2384890" y="369702"/>
                </a:lnTo>
                <a:lnTo>
                  <a:pt x="2335670" y="400738"/>
                </a:lnTo>
                <a:lnTo>
                  <a:pt x="2271888" y="429948"/>
                </a:lnTo>
                <a:lnTo>
                  <a:pt x="2234974" y="443786"/>
                </a:lnTo>
                <a:lnTo>
                  <a:pt x="2194898" y="457094"/>
                </a:lnTo>
                <a:lnTo>
                  <a:pt x="2151661" y="469821"/>
                </a:lnTo>
                <a:lnTo>
                  <a:pt x="2105490" y="481939"/>
                </a:lnTo>
                <a:lnTo>
                  <a:pt x="2056496" y="493448"/>
                </a:lnTo>
                <a:lnTo>
                  <a:pt x="2004680" y="504270"/>
                </a:lnTo>
                <a:lnTo>
                  <a:pt x="1950381" y="514403"/>
                </a:lnTo>
                <a:lnTo>
                  <a:pt x="1893597" y="523822"/>
                </a:lnTo>
                <a:lnTo>
                  <a:pt x="1834557" y="532474"/>
                </a:lnTo>
                <a:lnTo>
                  <a:pt x="1773258" y="540332"/>
                </a:lnTo>
                <a:lnTo>
                  <a:pt x="1709927" y="547397"/>
                </a:lnTo>
                <a:lnTo>
                  <a:pt x="1644565" y="553614"/>
                </a:lnTo>
                <a:lnTo>
                  <a:pt x="1577509" y="558959"/>
                </a:lnTo>
                <a:lnTo>
                  <a:pt x="1508759" y="563378"/>
                </a:lnTo>
                <a:lnTo>
                  <a:pt x="1438317" y="566897"/>
                </a:lnTo>
                <a:lnTo>
                  <a:pt x="1366519" y="569437"/>
                </a:lnTo>
                <a:lnTo>
                  <a:pt x="1293480" y="570971"/>
                </a:lnTo>
                <a:lnTo>
                  <a:pt x="1219199" y="571500"/>
                </a:lnTo>
                <a:lnTo>
                  <a:pt x="1144919" y="570971"/>
                </a:lnTo>
                <a:lnTo>
                  <a:pt x="1071879" y="569437"/>
                </a:lnTo>
                <a:lnTo>
                  <a:pt x="1000082" y="566897"/>
                </a:lnTo>
                <a:lnTo>
                  <a:pt x="929639" y="563378"/>
                </a:lnTo>
                <a:lnTo>
                  <a:pt x="860890" y="558959"/>
                </a:lnTo>
                <a:lnTo>
                  <a:pt x="793721" y="553614"/>
                </a:lnTo>
                <a:lnTo>
                  <a:pt x="728471" y="547397"/>
                </a:lnTo>
                <a:lnTo>
                  <a:pt x="665141" y="540332"/>
                </a:lnTo>
                <a:lnTo>
                  <a:pt x="603842" y="532474"/>
                </a:lnTo>
                <a:lnTo>
                  <a:pt x="544801" y="523822"/>
                </a:lnTo>
                <a:lnTo>
                  <a:pt x="488018" y="514403"/>
                </a:lnTo>
                <a:lnTo>
                  <a:pt x="433719" y="504270"/>
                </a:lnTo>
                <a:lnTo>
                  <a:pt x="381902" y="493448"/>
                </a:lnTo>
                <a:lnTo>
                  <a:pt x="332909" y="481939"/>
                </a:lnTo>
                <a:lnTo>
                  <a:pt x="286737" y="469821"/>
                </a:lnTo>
                <a:lnTo>
                  <a:pt x="243501" y="457094"/>
                </a:lnTo>
                <a:lnTo>
                  <a:pt x="203425" y="443786"/>
                </a:lnTo>
                <a:lnTo>
                  <a:pt x="166397" y="429948"/>
                </a:lnTo>
                <a:lnTo>
                  <a:pt x="102728" y="400738"/>
                </a:lnTo>
                <a:lnTo>
                  <a:pt x="53509" y="369702"/>
                </a:lnTo>
                <a:lnTo>
                  <a:pt x="19642" y="337079"/>
                </a:lnTo>
                <a:lnTo>
                  <a:pt x="2257" y="303160"/>
                </a:lnTo>
                <a:lnTo>
                  <a:pt x="0" y="285750"/>
                </a:lnTo>
                <a:close/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03953" y="235038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05098" y="2384869"/>
            <a:ext cx="3657600" cy="323850"/>
            <a:chOff x="2705098" y="2384869"/>
            <a:chExt cx="3657600" cy="3238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2299" y="2522982"/>
              <a:ext cx="63500" cy="76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05087" y="2554744"/>
              <a:ext cx="534035" cy="12700"/>
            </a:xfrm>
            <a:custGeom>
              <a:avLst/>
              <a:gdLst/>
              <a:ahLst/>
              <a:cxnLst/>
              <a:rect l="l" t="t" r="r" b="b"/>
              <a:pathLst>
                <a:path w="534035" h="12700">
                  <a:moveTo>
                    <a:pt x="4572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457200" y="12700"/>
                  </a:lnTo>
                  <a:lnTo>
                    <a:pt x="457200" y="0"/>
                  </a:lnTo>
                  <a:close/>
                </a:path>
                <a:path w="534035" h="12700">
                  <a:moveTo>
                    <a:pt x="533412" y="6350"/>
                  </a:moveTo>
                  <a:lnTo>
                    <a:pt x="520712" y="0"/>
                  </a:lnTo>
                  <a:lnTo>
                    <a:pt x="469900" y="0"/>
                  </a:lnTo>
                  <a:lnTo>
                    <a:pt x="469900" y="12700"/>
                  </a:lnTo>
                  <a:lnTo>
                    <a:pt x="520712" y="12700"/>
                  </a:lnTo>
                  <a:lnTo>
                    <a:pt x="533412" y="63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8725" y="2389632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157104"/>
                  </a:moveTo>
                  <a:lnTo>
                    <a:pt x="7489" y="115340"/>
                  </a:lnTo>
                  <a:lnTo>
                    <a:pt x="28619" y="77824"/>
                  </a:lnTo>
                  <a:lnTo>
                    <a:pt x="61390" y="46028"/>
                  </a:lnTo>
                  <a:lnTo>
                    <a:pt x="103804" y="21449"/>
                  </a:lnTo>
                  <a:lnTo>
                    <a:pt x="153863" y="5617"/>
                  </a:lnTo>
                  <a:lnTo>
                    <a:pt x="209549" y="0"/>
                  </a:lnTo>
                  <a:lnTo>
                    <a:pt x="265235" y="5617"/>
                  </a:lnTo>
                  <a:lnTo>
                    <a:pt x="315295" y="21449"/>
                  </a:lnTo>
                  <a:lnTo>
                    <a:pt x="357709" y="46028"/>
                  </a:lnTo>
                  <a:lnTo>
                    <a:pt x="390480" y="77824"/>
                  </a:lnTo>
                  <a:lnTo>
                    <a:pt x="411610" y="115340"/>
                  </a:lnTo>
                  <a:lnTo>
                    <a:pt x="419099" y="157104"/>
                  </a:lnTo>
                  <a:lnTo>
                    <a:pt x="411610" y="198913"/>
                  </a:lnTo>
                  <a:lnTo>
                    <a:pt x="390480" y="236472"/>
                  </a:lnTo>
                  <a:lnTo>
                    <a:pt x="357709" y="268282"/>
                  </a:lnTo>
                  <a:lnTo>
                    <a:pt x="315295" y="292861"/>
                  </a:lnTo>
                  <a:lnTo>
                    <a:pt x="265235" y="308708"/>
                  </a:lnTo>
                  <a:lnTo>
                    <a:pt x="209549" y="314325"/>
                  </a:lnTo>
                  <a:lnTo>
                    <a:pt x="153863" y="308708"/>
                  </a:lnTo>
                  <a:lnTo>
                    <a:pt x="103804" y="292861"/>
                  </a:lnTo>
                  <a:lnTo>
                    <a:pt x="61390" y="268282"/>
                  </a:lnTo>
                  <a:lnTo>
                    <a:pt x="28619" y="236472"/>
                  </a:lnTo>
                  <a:lnTo>
                    <a:pt x="7489" y="198913"/>
                  </a:lnTo>
                  <a:lnTo>
                    <a:pt x="0" y="157104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8287" y="2522994"/>
              <a:ext cx="915035" cy="76200"/>
            </a:xfrm>
            <a:custGeom>
              <a:avLst/>
              <a:gdLst/>
              <a:ahLst/>
              <a:cxnLst/>
              <a:rect l="l" t="t" r="r" b="b"/>
              <a:pathLst>
                <a:path w="915035" h="76200">
                  <a:moveTo>
                    <a:pt x="914412" y="38100"/>
                  </a:moveTo>
                  <a:lnTo>
                    <a:pt x="901712" y="31750"/>
                  </a:lnTo>
                  <a:lnTo>
                    <a:pt x="838212" y="0"/>
                  </a:lnTo>
                  <a:lnTo>
                    <a:pt x="838212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838212" y="44450"/>
                  </a:lnTo>
                  <a:lnTo>
                    <a:pt x="838212" y="76200"/>
                  </a:lnTo>
                  <a:lnTo>
                    <a:pt x="901712" y="44450"/>
                  </a:lnTo>
                  <a:lnTo>
                    <a:pt x="914412" y="3810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08928" y="2450462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38298" y="2384869"/>
            <a:ext cx="1033780" cy="323850"/>
            <a:chOff x="1638298" y="2384869"/>
            <a:chExt cx="1033780" cy="323850"/>
          </a:xfrm>
        </p:grpSpPr>
        <p:sp>
          <p:nvSpPr>
            <p:cNvPr id="12" name="object 12"/>
            <p:cNvSpPr/>
            <p:nvPr/>
          </p:nvSpPr>
          <p:spPr>
            <a:xfrm>
              <a:off x="2247900" y="2389632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157104"/>
                  </a:moveTo>
                  <a:lnTo>
                    <a:pt x="7489" y="115340"/>
                  </a:lnTo>
                  <a:lnTo>
                    <a:pt x="28619" y="77824"/>
                  </a:lnTo>
                  <a:lnTo>
                    <a:pt x="61390" y="46028"/>
                  </a:lnTo>
                  <a:lnTo>
                    <a:pt x="103804" y="21449"/>
                  </a:lnTo>
                  <a:lnTo>
                    <a:pt x="153863" y="5617"/>
                  </a:lnTo>
                  <a:lnTo>
                    <a:pt x="209549" y="0"/>
                  </a:lnTo>
                  <a:lnTo>
                    <a:pt x="265235" y="5617"/>
                  </a:lnTo>
                  <a:lnTo>
                    <a:pt x="315295" y="21449"/>
                  </a:lnTo>
                  <a:lnTo>
                    <a:pt x="357709" y="46028"/>
                  </a:lnTo>
                  <a:lnTo>
                    <a:pt x="390480" y="77824"/>
                  </a:lnTo>
                  <a:lnTo>
                    <a:pt x="411610" y="115340"/>
                  </a:lnTo>
                  <a:lnTo>
                    <a:pt x="419099" y="157104"/>
                  </a:lnTo>
                  <a:lnTo>
                    <a:pt x="411610" y="198913"/>
                  </a:lnTo>
                  <a:lnTo>
                    <a:pt x="390480" y="236472"/>
                  </a:lnTo>
                  <a:lnTo>
                    <a:pt x="357709" y="268282"/>
                  </a:lnTo>
                  <a:lnTo>
                    <a:pt x="315295" y="292861"/>
                  </a:lnTo>
                  <a:lnTo>
                    <a:pt x="265235" y="308708"/>
                  </a:lnTo>
                  <a:lnTo>
                    <a:pt x="209549" y="314325"/>
                  </a:lnTo>
                  <a:lnTo>
                    <a:pt x="153863" y="308708"/>
                  </a:lnTo>
                  <a:lnTo>
                    <a:pt x="103804" y="292861"/>
                  </a:lnTo>
                  <a:lnTo>
                    <a:pt x="61390" y="268282"/>
                  </a:lnTo>
                  <a:lnTo>
                    <a:pt x="28619" y="236472"/>
                  </a:lnTo>
                  <a:lnTo>
                    <a:pt x="7489" y="198913"/>
                  </a:lnTo>
                  <a:lnTo>
                    <a:pt x="0" y="157104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1699" y="2522982"/>
              <a:ext cx="63500" cy="762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38287" y="2554744"/>
              <a:ext cx="610235" cy="12700"/>
            </a:xfrm>
            <a:custGeom>
              <a:avLst/>
              <a:gdLst/>
              <a:ahLst/>
              <a:cxnLst/>
              <a:rect l="l" t="t" r="r" b="b"/>
              <a:pathLst>
                <a:path w="610235" h="12700">
                  <a:moveTo>
                    <a:pt x="533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33400" y="12700"/>
                  </a:lnTo>
                  <a:lnTo>
                    <a:pt x="533400" y="0"/>
                  </a:lnTo>
                  <a:close/>
                </a:path>
                <a:path w="610235" h="12700">
                  <a:moveTo>
                    <a:pt x="609612" y="6350"/>
                  </a:moveTo>
                  <a:lnTo>
                    <a:pt x="596912" y="0"/>
                  </a:lnTo>
                  <a:lnTo>
                    <a:pt x="546100" y="0"/>
                  </a:lnTo>
                  <a:lnTo>
                    <a:pt x="546100" y="12700"/>
                  </a:lnTo>
                  <a:lnTo>
                    <a:pt x="596912" y="12700"/>
                  </a:lnTo>
                  <a:lnTo>
                    <a:pt x="609612" y="635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60675" y="2450462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66541" y="2384869"/>
            <a:ext cx="4220210" cy="925830"/>
            <a:chOff x="2566541" y="2384869"/>
            <a:chExt cx="4220210" cy="925830"/>
          </a:xfrm>
        </p:grpSpPr>
        <p:sp>
          <p:nvSpPr>
            <p:cNvPr id="17" name="object 17"/>
            <p:cNvSpPr/>
            <p:nvPr/>
          </p:nvSpPr>
          <p:spPr>
            <a:xfrm>
              <a:off x="6362700" y="2389632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57149" y="157098"/>
                  </a:moveTo>
                  <a:lnTo>
                    <a:pt x="86543" y="89597"/>
                  </a:lnTo>
                  <a:lnTo>
                    <a:pt x="119534" y="64853"/>
                  </a:lnTo>
                  <a:lnTo>
                    <a:pt x="161360" y="48629"/>
                  </a:lnTo>
                  <a:lnTo>
                    <a:pt x="209549" y="42797"/>
                  </a:lnTo>
                  <a:lnTo>
                    <a:pt x="257724" y="48629"/>
                  </a:lnTo>
                  <a:lnTo>
                    <a:pt x="299564" y="64853"/>
                  </a:lnTo>
                  <a:lnTo>
                    <a:pt x="332556" y="89597"/>
                  </a:lnTo>
                  <a:lnTo>
                    <a:pt x="354188" y="120977"/>
                  </a:lnTo>
                  <a:lnTo>
                    <a:pt x="361949" y="157098"/>
                  </a:lnTo>
                  <a:lnTo>
                    <a:pt x="354188" y="193219"/>
                  </a:lnTo>
                  <a:lnTo>
                    <a:pt x="332556" y="224599"/>
                  </a:lnTo>
                  <a:lnTo>
                    <a:pt x="299564" y="249343"/>
                  </a:lnTo>
                  <a:lnTo>
                    <a:pt x="257724" y="265567"/>
                  </a:lnTo>
                  <a:lnTo>
                    <a:pt x="209549" y="271398"/>
                  </a:lnTo>
                  <a:lnTo>
                    <a:pt x="161360" y="265567"/>
                  </a:lnTo>
                  <a:lnTo>
                    <a:pt x="119534" y="249343"/>
                  </a:lnTo>
                  <a:lnTo>
                    <a:pt x="86543" y="224599"/>
                  </a:lnTo>
                  <a:lnTo>
                    <a:pt x="64910" y="193219"/>
                  </a:lnTo>
                  <a:lnTo>
                    <a:pt x="57149" y="157098"/>
                  </a:lnTo>
                  <a:close/>
                </a:path>
                <a:path w="419100" h="314325">
                  <a:moveTo>
                    <a:pt x="0" y="157104"/>
                  </a:moveTo>
                  <a:lnTo>
                    <a:pt x="7489" y="115340"/>
                  </a:lnTo>
                  <a:lnTo>
                    <a:pt x="28619" y="77824"/>
                  </a:lnTo>
                  <a:lnTo>
                    <a:pt x="61390" y="46028"/>
                  </a:lnTo>
                  <a:lnTo>
                    <a:pt x="103804" y="21449"/>
                  </a:lnTo>
                  <a:lnTo>
                    <a:pt x="153863" y="5617"/>
                  </a:lnTo>
                  <a:lnTo>
                    <a:pt x="209549" y="0"/>
                  </a:lnTo>
                  <a:lnTo>
                    <a:pt x="265235" y="5617"/>
                  </a:lnTo>
                  <a:lnTo>
                    <a:pt x="315294" y="21449"/>
                  </a:lnTo>
                  <a:lnTo>
                    <a:pt x="357709" y="46028"/>
                  </a:lnTo>
                  <a:lnTo>
                    <a:pt x="390481" y="77824"/>
                  </a:lnTo>
                  <a:lnTo>
                    <a:pt x="411609" y="115340"/>
                  </a:lnTo>
                  <a:lnTo>
                    <a:pt x="419099" y="157104"/>
                  </a:lnTo>
                  <a:lnTo>
                    <a:pt x="411609" y="198913"/>
                  </a:lnTo>
                  <a:lnTo>
                    <a:pt x="390481" y="236472"/>
                  </a:lnTo>
                  <a:lnTo>
                    <a:pt x="357709" y="268282"/>
                  </a:lnTo>
                  <a:lnTo>
                    <a:pt x="315294" y="292861"/>
                  </a:lnTo>
                  <a:lnTo>
                    <a:pt x="265235" y="308708"/>
                  </a:lnTo>
                  <a:lnTo>
                    <a:pt x="209549" y="314325"/>
                  </a:lnTo>
                  <a:lnTo>
                    <a:pt x="153863" y="308708"/>
                  </a:lnTo>
                  <a:lnTo>
                    <a:pt x="103804" y="292861"/>
                  </a:lnTo>
                  <a:lnTo>
                    <a:pt x="61390" y="268282"/>
                  </a:lnTo>
                  <a:lnTo>
                    <a:pt x="28619" y="236472"/>
                  </a:lnTo>
                  <a:lnTo>
                    <a:pt x="7489" y="198913"/>
                  </a:lnTo>
                  <a:lnTo>
                    <a:pt x="0" y="157104"/>
                  </a:lnTo>
                  <a:close/>
                </a:path>
              </a:pathLst>
            </a:custGeom>
            <a:ln w="952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66530" y="2694050"/>
              <a:ext cx="3902075" cy="616585"/>
            </a:xfrm>
            <a:custGeom>
              <a:avLst/>
              <a:gdLst/>
              <a:ahLst/>
              <a:cxnLst/>
              <a:rect l="l" t="t" r="r" b="b"/>
              <a:pathLst>
                <a:path w="3902075" h="616585">
                  <a:moveTo>
                    <a:pt x="3901592" y="46456"/>
                  </a:moveTo>
                  <a:lnTo>
                    <a:pt x="3892270" y="37846"/>
                  </a:lnTo>
                  <a:lnTo>
                    <a:pt x="3857218" y="75069"/>
                  </a:lnTo>
                  <a:lnTo>
                    <a:pt x="3827437" y="105549"/>
                  </a:lnTo>
                  <a:lnTo>
                    <a:pt x="3796665" y="135750"/>
                  </a:lnTo>
                  <a:lnTo>
                    <a:pt x="3764902" y="165481"/>
                  </a:lnTo>
                  <a:lnTo>
                    <a:pt x="3731742" y="194691"/>
                  </a:lnTo>
                  <a:lnTo>
                    <a:pt x="3697097" y="223139"/>
                  </a:lnTo>
                  <a:lnTo>
                    <a:pt x="3660635" y="250964"/>
                  </a:lnTo>
                  <a:lnTo>
                    <a:pt x="3622027" y="277888"/>
                  </a:lnTo>
                  <a:lnTo>
                    <a:pt x="3581438" y="303923"/>
                  </a:lnTo>
                  <a:lnTo>
                    <a:pt x="3538385" y="328942"/>
                  </a:lnTo>
                  <a:lnTo>
                    <a:pt x="3492601" y="352806"/>
                  </a:lnTo>
                  <a:lnTo>
                    <a:pt x="3443846" y="375539"/>
                  </a:lnTo>
                  <a:lnTo>
                    <a:pt x="3392208" y="397014"/>
                  </a:lnTo>
                  <a:lnTo>
                    <a:pt x="3336937" y="416953"/>
                  </a:lnTo>
                  <a:lnTo>
                    <a:pt x="3278289" y="436130"/>
                  </a:lnTo>
                  <a:lnTo>
                    <a:pt x="3183915" y="463677"/>
                  </a:lnTo>
                  <a:lnTo>
                    <a:pt x="3082696" y="489851"/>
                  </a:lnTo>
                  <a:lnTo>
                    <a:pt x="2975622" y="513981"/>
                  </a:lnTo>
                  <a:lnTo>
                    <a:pt x="2863100" y="535825"/>
                  </a:lnTo>
                  <a:lnTo>
                    <a:pt x="2785478" y="549021"/>
                  </a:lnTo>
                  <a:lnTo>
                    <a:pt x="2706281" y="561098"/>
                  </a:lnTo>
                  <a:lnTo>
                    <a:pt x="2625356" y="571893"/>
                  </a:lnTo>
                  <a:lnTo>
                    <a:pt x="2543200" y="581164"/>
                  </a:lnTo>
                  <a:lnTo>
                    <a:pt x="2459875" y="589026"/>
                  </a:lnTo>
                  <a:lnTo>
                    <a:pt x="2375573" y="595261"/>
                  </a:lnTo>
                  <a:lnTo>
                    <a:pt x="2290686" y="599846"/>
                  </a:lnTo>
                  <a:lnTo>
                    <a:pt x="2205393" y="602615"/>
                  </a:lnTo>
                  <a:lnTo>
                    <a:pt x="2119795" y="603643"/>
                  </a:lnTo>
                  <a:lnTo>
                    <a:pt x="2076183" y="603389"/>
                  </a:lnTo>
                  <a:lnTo>
                    <a:pt x="1985149" y="601472"/>
                  </a:lnTo>
                  <a:lnTo>
                    <a:pt x="1889264" y="597674"/>
                  </a:lnTo>
                  <a:lnTo>
                    <a:pt x="1789658" y="592086"/>
                  </a:lnTo>
                  <a:lnTo>
                    <a:pt x="1635302" y="580644"/>
                  </a:lnTo>
                  <a:lnTo>
                    <a:pt x="1530184" y="571258"/>
                  </a:lnTo>
                  <a:lnTo>
                    <a:pt x="1424609" y="560324"/>
                  </a:lnTo>
                  <a:lnTo>
                    <a:pt x="1319263" y="548144"/>
                  </a:lnTo>
                  <a:lnTo>
                    <a:pt x="1215161" y="534822"/>
                  </a:lnTo>
                  <a:lnTo>
                    <a:pt x="1113307" y="520319"/>
                  </a:lnTo>
                  <a:lnTo>
                    <a:pt x="1014374" y="504964"/>
                  </a:lnTo>
                  <a:lnTo>
                    <a:pt x="919505" y="488708"/>
                  </a:lnTo>
                  <a:lnTo>
                    <a:pt x="829259" y="471678"/>
                  </a:lnTo>
                  <a:lnTo>
                    <a:pt x="745096" y="454037"/>
                  </a:lnTo>
                  <a:lnTo>
                    <a:pt x="705319" y="444881"/>
                  </a:lnTo>
                  <a:lnTo>
                    <a:pt x="667461" y="435610"/>
                  </a:lnTo>
                  <a:lnTo>
                    <a:pt x="597725" y="416941"/>
                  </a:lnTo>
                  <a:lnTo>
                    <a:pt x="534403" y="396367"/>
                  </a:lnTo>
                  <a:lnTo>
                    <a:pt x="475919" y="372999"/>
                  </a:lnTo>
                  <a:lnTo>
                    <a:pt x="421728" y="347230"/>
                  </a:lnTo>
                  <a:lnTo>
                    <a:pt x="372046" y="319265"/>
                  </a:lnTo>
                  <a:lnTo>
                    <a:pt x="325958" y="289941"/>
                  </a:lnTo>
                  <a:lnTo>
                    <a:pt x="283819" y="259461"/>
                  </a:lnTo>
                  <a:lnTo>
                    <a:pt x="244944" y="228625"/>
                  </a:lnTo>
                  <a:lnTo>
                    <a:pt x="209346" y="197370"/>
                  </a:lnTo>
                  <a:lnTo>
                    <a:pt x="176669" y="166497"/>
                  </a:lnTo>
                  <a:lnTo>
                    <a:pt x="132499" y="122047"/>
                  </a:lnTo>
                  <a:lnTo>
                    <a:pt x="93522" y="81038"/>
                  </a:lnTo>
                  <a:lnTo>
                    <a:pt x="81470" y="68199"/>
                  </a:lnTo>
                  <a:lnTo>
                    <a:pt x="69748" y="56273"/>
                  </a:lnTo>
                  <a:lnTo>
                    <a:pt x="37185" y="24257"/>
                  </a:lnTo>
                  <a:lnTo>
                    <a:pt x="16903" y="6997"/>
                  </a:lnTo>
                  <a:lnTo>
                    <a:pt x="7327" y="0"/>
                  </a:lnTo>
                  <a:lnTo>
                    <a:pt x="0" y="10299"/>
                  </a:lnTo>
                  <a:lnTo>
                    <a:pt x="9575" y="17272"/>
                  </a:lnTo>
                  <a:lnTo>
                    <a:pt x="18935" y="25031"/>
                  </a:lnTo>
                  <a:lnTo>
                    <a:pt x="49695" y="53848"/>
                  </a:lnTo>
                  <a:lnTo>
                    <a:pt x="109740" y="116713"/>
                  </a:lnTo>
                  <a:lnTo>
                    <a:pt x="137579" y="145554"/>
                  </a:lnTo>
                  <a:lnTo>
                    <a:pt x="167767" y="175653"/>
                  </a:lnTo>
                  <a:lnTo>
                    <a:pt x="200787" y="206641"/>
                  </a:lnTo>
                  <a:lnTo>
                    <a:pt x="236728" y="238125"/>
                  </a:lnTo>
                  <a:lnTo>
                    <a:pt x="275932" y="269506"/>
                  </a:lnTo>
                  <a:lnTo>
                    <a:pt x="318744" y="300355"/>
                  </a:lnTo>
                  <a:lnTo>
                    <a:pt x="365277" y="330085"/>
                  </a:lnTo>
                  <a:lnTo>
                    <a:pt x="415759" y="358394"/>
                  </a:lnTo>
                  <a:lnTo>
                    <a:pt x="470623" y="384556"/>
                  </a:lnTo>
                  <a:lnTo>
                    <a:pt x="529894" y="408330"/>
                  </a:lnTo>
                  <a:lnTo>
                    <a:pt x="593890" y="429133"/>
                  </a:lnTo>
                  <a:lnTo>
                    <a:pt x="664311" y="447929"/>
                  </a:lnTo>
                  <a:lnTo>
                    <a:pt x="702284" y="457200"/>
                  </a:lnTo>
                  <a:lnTo>
                    <a:pt x="742276" y="466369"/>
                  </a:lnTo>
                  <a:lnTo>
                    <a:pt x="783742" y="475386"/>
                  </a:lnTo>
                  <a:lnTo>
                    <a:pt x="826782" y="484136"/>
                  </a:lnTo>
                  <a:lnTo>
                    <a:pt x="917028" y="501142"/>
                  </a:lnTo>
                  <a:lnTo>
                    <a:pt x="1012355" y="517525"/>
                  </a:lnTo>
                  <a:lnTo>
                    <a:pt x="1111389" y="532904"/>
                  </a:lnTo>
                  <a:lnTo>
                    <a:pt x="1213472" y="547370"/>
                  </a:lnTo>
                  <a:lnTo>
                    <a:pt x="1317802" y="560730"/>
                  </a:lnTo>
                  <a:lnTo>
                    <a:pt x="1423149" y="572909"/>
                  </a:lnTo>
                  <a:lnTo>
                    <a:pt x="1528940" y="583844"/>
                  </a:lnTo>
                  <a:lnTo>
                    <a:pt x="1634070" y="593344"/>
                  </a:lnTo>
                  <a:lnTo>
                    <a:pt x="1737842" y="601357"/>
                  </a:lnTo>
                  <a:lnTo>
                    <a:pt x="1888591" y="610374"/>
                  </a:lnTo>
                  <a:lnTo>
                    <a:pt x="1984590" y="614172"/>
                  </a:lnTo>
                  <a:lnTo>
                    <a:pt x="2076069" y="616077"/>
                  </a:lnTo>
                  <a:lnTo>
                    <a:pt x="2119795" y="616343"/>
                  </a:lnTo>
                  <a:lnTo>
                    <a:pt x="2205647" y="615315"/>
                  </a:lnTo>
                  <a:lnTo>
                    <a:pt x="2291054" y="612521"/>
                  </a:lnTo>
                  <a:lnTo>
                    <a:pt x="2376233" y="607949"/>
                  </a:lnTo>
                  <a:lnTo>
                    <a:pt x="2433688" y="603643"/>
                  </a:lnTo>
                  <a:lnTo>
                    <a:pt x="2544356" y="593864"/>
                  </a:lnTo>
                  <a:lnTo>
                    <a:pt x="2626842" y="584466"/>
                  </a:lnTo>
                  <a:lnTo>
                    <a:pt x="2707932" y="573671"/>
                  </a:lnTo>
                  <a:lnTo>
                    <a:pt x="2787535" y="561594"/>
                  </a:lnTo>
                  <a:lnTo>
                    <a:pt x="2865247" y="548398"/>
                  </a:lnTo>
                  <a:lnTo>
                    <a:pt x="2940977" y="533908"/>
                  </a:lnTo>
                  <a:lnTo>
                    <a:pt x="3050438" y="510413"/>
                  </a:lnTo>
                  <a:lnTo>
                    <a:pt x="3154045" y="484898"/>
                  </a:lnTo>
                  <a:lnTo>
                    <a:pt x="3219462" y="466979"/>
                  </a:lnTo>
                  <a:lnTo>
                    <a:pt x="3281908" y="448208"/>
                  </a:lnTo>
                  <a:lnTo>
                    <a:pt x="3340976" y="429006"/>
                  </a:lnTo>
                  <a:lnTo>
                    <a:pt x="3396665" y="408825"/>
                  </a:lnTo>
                  <a:lnTo>
                    <a:pt x="3448964" y="387223"/>
                  </a:lnTo>
                  <a:lnTo>
                    <a:pt x="3498126" y="364248"/>
                  </a:lnTo>
                  <a:lnTo>
                    <a:pt x="3544316" y="340118"/>
                  </a:lnTo>
                  <a:lnTo>
                    <a:pt x="3588042" y="314845"/>
                  </a:lnTo>
                  <a:lnTo>
                    <a:pt x="3629037" y="288417"/>
                  </a:lnTo>
                  <a:lnTo>
                    <a:pt x="3667899" y="261378"/>
                  </a:lnTo>
                  <a:lnTo>
                    <a:pt x="3704691" y="233299"/>
                  </a:lnTo>
                  <a:lnTo>
                    <a:pt x="3739743" y="204470"/>
                  </a:lnTo>
                  <a:lnTo>
                    <a:pt x="3773322" y="175120"/>
                  </a:lnTo>
                  <a:lnTo>
                    <a:pt x="3805326" y="145034"/>
                  </a:lnTo>
                  <a:lnTo>
                    <a:pt x="3836263" y="114693"/>
                  </a:lnTo>
                  <a:lnTo>
                    <a:pt x="3866375" y="83807"/>
                  </a:lnTo>
                  <a:lnTo>
                    <a:pt x="3895737" y="52819"/>
                  </a:lnTo>
                  <a:lnTo>
                    <a:pt x="3901592" y="46456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5471" y="2680080"/>
              <a:ext cx="79628" cy="8191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502277" y="3193541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52698" y="1878962"/>
            <a:ext cx="3219450" cy="630555"/>
            <a:chOff x="2552698" y="1878962"/>
            <a:chExt cx="3219450" cy="630555"/>
          </a:xfrm>
        </p:grpSpPr>
        <p:sp>
          <p:nvSpPr>
            <p:cNvPr id="22" name="object 22"/>
            <p:cNvSpPr/>
            <p:nvPr/>
          </p:nvSpPr>
          <p:spPr>
            <a:xfrm>
              <a:off x="4020946" y="1891662"/>
              <a:ext cx="1751330" cy="617855"/>
            </a:xfrm>
            <a:custGeom>
              <a:avLst/>
              <a:gdLst/>
              <a:ahLst/>
              <a:cxnLst/>
              <a:rect l="l" t="t" r="r" b="b"/>
              <a:pathLst>
                <a:path w="1751329" h="617855">
                  <a:moveTo>
                    <a:pt x="1750149" y="354067"/>
                  </a:moveTo>
                  <a:lnTo>
                    <a:pt x="1737331" y="354067"/>
                  </a:lnTo>
                  <a:lnTo>
                    <a:pt x="1735069" y="346086"/>
                  </a:lnTo>
                  <a:lnTo>
                    <a:pt x="1713585" y="312047"/>
                  </a:lnTo>
                  <a:lnTo>
                    <a:pt x="1687317" y="283328"/>
                  </a:lnTo>
                  <a:lnTo>
                    <a:pt x="1653184" y="253379"/>
                  </a:lnTo>
                  <a:lnTo>
                    <a:pt x="1610458" y="222371"/>
                  </a:lnTo>
                  <a:lnTo>
                    <a:pt x="1577218" y="201805"/>
                  </a:lnTo>
                  <a:lnTo>
                    <a:pt x="1540004" y="181496"/>
                  </a:lnTo>
                  <a:lnTo>
                    <a:pt x="1498575" y="161558"/>
                  </a:lnTo>
                  <a:lnTo>
                    <a:pt x="1453012" y="142250"/>
                  </a:lnTo>
                  <a:lnTo>
                    <a:pt x="1402989" y="123829"/>
                  </a:lnTo>
                  <a:lnTo>
                    <a:pt x="1348588" y="106437"/>
                  </a:lnTo>
                  <a:lnTo>
                    <a:pt x="1289647" y="90304"/>
                  </a:lnTo>
                  <a:lnTo>
                    <a:pt x="1225923" y="75687"/>
                  </a:lnTo>
                  <a:lnTo>
                    <a:pt x="1157496" y="62872"/>
                  </a:lnTo>
                  <a:lnTo>
                    <a:pt x="1084205" y="51802"/>
                  </a:lnTo>
                  <a:lnTo>
                    <a:pt x="1045614" y="47111"/>
                  </a:lnTo>
                  <a:lnTo>
                    <a:pt x="1004671" y="42677"/>
                  </a:lnTo>
                  <a:lnTo>
                    <a:pt x="913787" y="34296"/>
                  </a:lnTo>
                  <a:lnTo>
                    <a:pt x="757395" y="22855"/>
                  </a:lnTo>
                  <a:lnTo>
                    <a:pt x="582274" y="13329"/>
                  </a:lnTo>
                  <a:lnTo>
                    <a:pt x="393858" y="6092"/>
                  </a:lnTo>
                  <a:lnTo>
                    <a:pt x="263653" y="2660"/>
                  </a:lnTo>
                  <a:lnTo>
                    <a:pt x="0" y="0"/>
                  </a:lnTo>
                  <a:lnTo>
                    <a:pt x="566060" y="0"/>
                  </a:lnTo>
                  <a:lnTo>
                    <a:pt x="701697" y="6865"/>
                  </a:lnTo>
                  <a:lnTo>
                    <a:pt x="865143" y="17649"/>
                  </a:lnTo>
                  <a:lnTo>
                    <a:pt x="962026" y="25772"/>
                  </a:lnTo>
                  <a:lnTo>
                    <a:pt x="1046026" y="34296"/>
                  </a:lnTo>
                  <a:lnTo>
                    <a:pt x="1046284" y="34296"/>
                  </a:lnTo>
                  <a:lnTo>
                    <a:pt x="1123445" y="44451"/>
                  </a:lnTo>
                  <a:lnTo>
                    <a:pt x="1194790" y="56522"/>
                  </a:lnTo>
                  <a:lnTo>
                    <a:pt x="1261271" y="70481"/>
                  </a:lnTo>
                  <a:lnTo>
                    <a:pt x="1323212" y="85985"/>
                  </a:lnTo>
                  <a:lnTo>
                    <a:pt x="1380207" y="103005"/>
                  </a:lnTo>
                  <a:lnTo>
                    <a:pt x="1433068" y="121025"/>
                  </a:lnTo>
                  <a:lnTo>
                    <a:pt x="1481469" y="140219"/>
                  </a:lnTo>
                  <a:lnTo>
                    <a:pt x="1525411" y="160157"/>
                  </a:lnTo>
                  <a:lnTo>
                    <a:pt x="1565381" y="180609"/>
                  </a:lnTo>
                  <a:lnTo>
                    <a:pt x="1601215" y="201433"/>
                  </a:lnTo>
                  <a:lnTo>
                    <a:pt x="1647671" y="233041"/>
                  </a:lnTo>
                  <a:lnTo>
                    <a:pt x="1685533" y="264277"/>
                  </a:lnTo>
                  <a:lnTo>
                    <a:pt x="1715368" y="294512"/>
                  </a:lnTo>
                  <a:lnTo>
                    <a:pt x="1743177" y="332985"/>
                  </a:lnTo>
                  <a:lnTo>
                    <a:pt x="1749987" y="352808"/>
                  </a:lnTo>
                  <a:lnTo>
                    <a:pt x="1750149" y="354067"/>
                  </a:lnTo>
                  <a:close/>
                </a:path>
                <a:path w="1751329" h="617855">
                  <a:moveTo>
                    <a:pt x="1430311" y="617858"/>
                  </a:moveTo>
                  <a:lnTo>
                    <a:pt x="1424393" y="606674"/>
                  </a:lnTo>
                  <a:lnTo>
                    <a:pt x="1526384" y="553098"/>
                  </a:lnTo>
                  <a:lnTo>
                    <a:pt x="1589298" y="517514"/>
                  </a:lnTo>
                  <a:lnTo>
                    <a:pt x="1644752" y="482101"/>
                  </a:lnTo>
                  <a:lnTo>
                    <a:pt x="1679858" y="455556"/>
                  </a:lnTo>
                  <a:lnTo>
                    <a:pt x="1715125" y="420630"/>
                  </a:lnTo>
                  <a:lnTo>
                    <a:pt x="1737258" y="378467"/>
                  </a:lnTo>
                  <a:lnTo>
                    <a:pt x="1738474" y="370200"/>
                  </a:lnTo>
                  <a:lnTo>
                    <a:pt x="1738474" y="362219"/>
                  </a:lnTo>
                  <a:lnTo>
                    <a:pt x="1737583" y="354954"/>
                  </a:lnTo>
                  <a:lnTo>
                    <a:pt x="1750230" y="354954"/>
                  </a:lnTo>
                  <a:lnTo>
                    <a:pt x="1751188" y="362219"/>
                  </a:lnTo>
                  <a:lnTo>
                    <a:pt x="1751007" y="370200"/>
                  </a:lnTo>
                  <a:lnTo>
                    <a:pt x="1750960" y="372116"/>
                  </a:lnTo>
                  <a:lnTo>
                    <a:pt x="1737907" y="410332"/>
                  </a:lnTo>
                  <a:lnTo>
                    <a:pt x="1707909" y="447289"/>
                  </a:lnTo>
                  <a:lnTo>
                    <a:pt x="1676371" y="474464"/>
                  </a:lnTo>
                  <a:lnTo>
                    <a:pt x="1638672" y="501524"/>
                  </a:lnTo>
                  <a:lnTo>
                    <a:pt x="1595621" y="528583"/>
                  </a:lnTo>
                  <a:lnTo>
                    <a:pt x="1532383" y="564396"/>
                  </a:lnTo>
                  <a:lnTo>
                    <a:pt x="1430311" y="617858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2698" y="2305430"/>
              <a:ext cx="75183" cy="8420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591580" y="1878962"/>
              <a:ext cx="1995805" cy="452755"/>
            </a:xfrm>
            <a:custGeom>
              <a:avLst/>
              <a:gdLst/>
              <a:ahLst/>
              <a:cxnLst/>
              <a:rect l="l" t="t" r="r" b="b"/>
              <a:pathLst>
                <a:path w="1995804" h="452755">
                  <a:moveTo>
                    <a:pt x="10346" y="452183"/>
                  </a:moveTo>
                  <a:lnTo>
                    <a:pt x="0" y="444835"/>
                  </a:lnTo>
                  <a:lnTo>
                    <a:pt x="6558" y="435603"/>
                  </a:lnTo>
                  <a:lnTo>
                    <a:pt x="32979" y="400307"/>
                  </a:lnTo>
                  <a:lnTo>
                    <a:pt x="60786" y="365514"/>
                  </a:lnTo>
                  <a:lnTo>
                    <a:pt x="105776" y="314455"/>
                  </a:lnTo>
                  <a:lnTo>
                    <a:pt x="138386" y="281567"/>
                  </a:lnTo>
                  <a:lnTo>
                    <a:pt x="174138" y="249684"/>
                  </a:lnTo>
                  <a:lnTo>
                    <a:pt x="212845" y="218952"/>
                  </a:lnTo>
                  <a:lnTo>
                    <a:pt x="255156" y="189875"/>
                  </a:lnTo>
                  <a:lnTo>
                    <a:pt x="301439" y="162304"/>
                  </a:lnTo>
                  <a:lnTo>
                    <a:pt x="352156" y="136534"/>
                  </a:lnTo>
                  <a:lnTo>
                    <a:pt x="407677" y="112773"/>
                  </a:lnTo>
                  <a:lnTo>
                    <a:pt x="468464" y="91064"/>
                  </a:lnTo>
                  <a:lnTo>
                    <a:pt x="534793" y="71637"/>
                  </a:lnTo>
                  <a:lnTo>
                    <a:pt x="607312" y="54617"/>
                  </a:lnTo>
                  <a:lnTo>
                    <a:pt x="645927" y="47248"/>
                  </a:lnTo>
                  <a:lnTo>
                    <a:pt x="687037" y="40256"/>
                  </a:lnTo>
                  <a:lnTo>
                    <a:pt x="731103" y="34164"/>
                  </a:lnTo>
                  <a:lnTo>
                    <a:pt x="778217" y="28449"/>
                  </a:lnTo>
                  <a:lnTo>
                    <a:pt x="828103" y="23362"/>
                  </a:lnTo>
                  <a:lnTo>
                    <a:pt x="880390" y="18799"/>
                  </a:lnTo>
                  <a:lnTo>
                    <a:pt x="935080" y="14737"/>
                  </a:lnTo>
                  <a:lnTo>
                    <a:pt x="991710" y="11178"/>
                  </a:lnTo>
                  <a:lnTo>
                    <a:pt x="1110512" y="5840"/>
                  </a:lnTo>
                  <a:lnTo>
                    <a:pt x="1172314" y="3809"/>
                  </a:lnTo>
                  <a:lnTo>
                    <a:pt x="1299153" y="1151"/>
                  </a:lnTo>
                  <a:lnTo>
                    <a:pt x="1429411" y="0"/>
                  </a:lnTo>
                  <a:lnTo>
                    <a:pt x="1561423" y="753"/>
                  </a:lnTo>
                  <a:lnTo>
                    <a:pt x="1823693" y="6091"/>
                  </a:lnTo>
                  <a:lnTo>
                    <a:pt x="1995429" y="12707"/>
                  </a:lnTo>
                  <a:lnTo>
                    <a:pt x="1299153" y="13837"/>
                  </a:lnTo>
                  <a:lnTo>
                    <a:pt x="1110881" y="18422"/>
                  </a:lnTo>
                  <a:lnTo>
                    <a:pt x="992356" y="23886"/>
                  </a:lnTo>
                  <a:lnTo>
                    <a:pt x="881314" y="31359"/>
                  </a:lnTo>
                  <a:lnTo>
                    <a:pt x="829119" y="35944"/>
                  </a:lnTo>
                  <a:lnTo>
                    <a:pt x="779603" y="41031"/>
                  </a:lnTo>
                  <a:lnTo>
                    <a:pt x="732673" y="46746"/>
                  </a:lnTo>
                  <a:lnTo>
                    <a:pt x="688700" y="52964"/>
                  </a:lnTo>
                  <a:lnTo>
                    <a:pt x="647960" y="59683"/>
                  </a:lnTo>
                  <a:lnTo>
                    <a:pt x="573039" y="75321"/>
                  </a:lnTo>
                  <a:lnTo>
                    <a:pt x="504307" y="93346"/>
                  </a:lnTo>
                  <a:lnTo>
                    <a:pt x="441581" y="113673"/>
                  </a:lnTo>
                  <a:lnTo>
                    <a:pt x="384120" y="136136"/>
                  </a:lnTo>
                  <a:lnTo>
                    <a:pt x="331740" y="160650"/>
                  </a:lnTo>
                  <a:lnTo>
                    <a:pt x="284071" y="186944"/>
                  </a:lnTo>
                  <a:lnTo>
                    <a:pt x="240560" y="214891"/>
                  </a:lnTo>
                  <a:lnTo>
                    <a:pt x="200743" y="244220"/>
                  </a:lnTo>
                  <a:lnTo>
                    <a:pt x="164345" y="274952"/>
                  </a:lnTo>
                  <a:lnTo>
                    <a:pt x="130626" y="306961"/>
                  </a:lnTo>
                  <a:lnTo>
                    <a:pt x="99586" y="339849"/>
                  </a:lnTo>
                  <a:lnTo>
                    <a:pt x="70486" y="373763"/>
                  </a:lnTo>
                  <a:lnTo>
                    <a:pt x="42864" y="408179"/>
                  </a:lnTo>
                  <a:lnTo>
                    <a:pt x="16720" y="443223"/>
                  </a:lnTo>
                  <a:lnTo>
                    <a:pt x="10346" y="45218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03675" y="1355976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638" y="181927"/>
            <a:ext cx="4875530" cy="10312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02260" indent="-28956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solidFill>
                  <a:srgbClr val="1F487B"/>
                </a:solidFill>
                <a:latin typeface="Calibri"/>
                <a:cs typeface="Calibri"/>
              </a:rPr>
              <a:t>Consider</a:t>
            </a:r>
            <a:r>
              <a:rPr sz="2800" spc="-55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87B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87B"/>
                </a:solidFill>
                <a:latin typeface="Calibri"/>
                <a:cs typeface="Calibri"/>
              </a:rPr>
              <a:t>regular</a:t>
            </a:r>
            <a:r>
              <a:rPr sz="2800" spc="-40" dirty="0">
                <a:solidFill>
                  <a:srgbClr val="1F487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F487B"/>
                </a:solidFill>
                <a:latin typeface="Calibri"/>
                <a:cs typeface="Calibri"/>
              </a:rPr>
              <a:t>expression</a:t>
            </a:r>
            <a:endParaRPr sz="2800">
              <a:latin typeface="Calibri"/>
              <a:cs typeface="Calibri"/>
            </a:endParaRPr>
          </a:p>
          <a:p>
            <a:pPr marL="3215005">
              <a:lnSpc>
                <a:spcPct val="100000"/>
              </a:lnSpc>
              <a:spcBef>
                <a:spcPts val="600"/>
              </a:spcBef>
            </a:pPr>
            <a:r>
              <a:rPr sz="2800" spc="-10" dirty="0">
                <a:solidFill>
                  <a:srgbClr val="C0504D"/>
                </a:solidFill>
                <a:latin typeface="Calibri"/>
                <a:cs typeface="Calibri"/>
              </a:rPr>
              <a:t>(1+0)*1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6350" y="1495581"/>
            <a:ext cx="4133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1+0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50725" y="349946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41588" y="2339300"/>
            <a:ext cx="3099435" cy="1526540"/>
            <a:chOff x="2541588" y="2339300"/>
            <a:chExt cx="3099435" cy="1526540"/>
          </a:xfrm>
        </p:grpSpPr>
        <p:sp>
          <p:nvSpPr>
            <p:cNvPr id="6" name="object 6"/>
            <p:cNvSpPr/>
            <p:nvPr/>
          </p:nvSpPr>
          <p:spPr>
            <a:xfrm>
              <a:off x="3445575" y="2381175"/>
              <a:ext cx="1459230" cy="1475105"/>
            </a:xfrm>
            <a:custGeom>
              <a:avLst/>
              <a:gdLst/>
              <a:ahLst/>
              <a:cxnLst/>
              <a:rect l="l" t="t" r="r" b="b"/>
              <a:pathLst>
                <a:path w="1459229" h="1475104">
                  <a:moveTo>
                    <a:pt x="0" y="1234774"/>
                  </a:moveTo>
                  <a:lnTo>
                    <a:pt x="4565" y="1186346"/>
                  </a:lnTo>
                  <a:lnTo>
                    <a:pt x="17658" y="1141239"/>
                  </a:lnTo>
                  <a:lnTo>
                    <a:pt x="38375" y="1100420"/>
                  </a:lnTo>
                  <a:lnTo>
                    <a:pt x="65813" y="1064857"/>
                  </a:lnTo>
                  <a:lnTo>
                    <a:pt x="99068" y="1035514"/>
                  </a:lnTo>
                  <a:lnTo>
                    <a:pt x="137236" y="1013358"/>
                  </a:lnTo>
                  <a:lnTo>
                    <a:pt x="179415" y="999357"/>
                  </a:lnTo>
                  <a:lnTo>
                    <a:pt x="224699" y="994474"/>
                  </a:lnTo>
                  <a:lnTo>
                    <a:pt x="268741" y="999134"/>
                  </a:lnTo>
                  <a:lnTo>
                    <a:pt x="310688" y="1012766"/>
                  </a:lnTo>
                  <a:lnTo>
                    <a:pt x="349363" y="1034848"/>
                  </a:lnTo>
                  <a:lnTo>
                    <a:pt x="383586" y="1064857"/>
                  </a:lnTo>
                  <a:lnTo>
                    <a:pt x="411647" y="1101456"/>
                  </a:lnTo>
                  <a:lnTo>
                    <a:pt x="432295" y="1142816"/>
                  </a:lnTo>
                  <a:lnTo>
                    <a:pt x="445042" y="1187675"/>
                  </a:lnTo>
                  <a:lnTo>
                    <a:pt x="449399" y="1234774"/>
                  </a:lnTo>
                  <a:lnTo>
                    <a:pt x="444834" y="1283203"/>
                  </a:lnTo>
                  <a:lnTo>
                    <a:pt x="431741" y="1328310"/>
                  </a:lnTo>
                  <a:lnTo>
                    <a:pt x="411024" y="1369128"/>
                  </a:lnTo>
                  <a:lnTo>
                    <a:pt x="383586" y="1404692"/>
                  </a:lnTo>
                  <a:lnTo>
                    <a:pt x="350331" y="1434035"/>
                  </a:lnTo>
                  <a:lnTo>
                    <a:pt x="312163" y="1456191"/>
                  </a:lnTo>
                  <a:lnTo>
                    <a:pt x="269984" y="1470192"/>
                  </a:lnTo>
                  <a:lnTo>
                    <a:pt x="224699" y="1475074"/>
                  </a:lnTo>
                  <a:lnTo>
                    <a:pt x="179415" y="1470192"/>
                  </a:lnTo>
                  <a:lnTo>
                    <a:pt x="137236" y="1456191"/>
                  </a:lnTo>
                  <a:lnTo>
                    <a:pt x="99068" y="1434035"/>
                  </a:lnTo>
                  <a:lnTo>
                    <a:pt x="65813" y="1404692"/>
                  </a:lnTo>
                  <a:lnTo>
                    <a:pt x="38375" y="1369128"/>
                  </a:lnTo>
                  <a:lnTo>
                    <a:pt x="17658" y="1328310"/>
                  </a:lnTo>
                  <a:lnTo>
                    <a:pt x="4565" y="1283203"/>
                  </a:lnTo>
                  <a:lnTo>
                    <a:pt x="0" y="1234774"/>
                  </a:lnTo>
                  <a:close/>
                </a:path>
                <a:path w="1459229" h="1475104">
                  <a:moveTo>
                    <a:pt x="0" y="240299"/>
                  </a:moveTo>
                  <a:lnTo>
                    <a:pt x="4565" y="191871"/>
                  </a:lnTo>
                  <a:lnTo>
                    <a:pt x="17658" y="146764"/>
                  </a:lnTo>
                  <a:lnTo>
                    <a:pt x="38375" y="105945"/>
                  </a:lnTo>
                  <a:lnTo>
                    <a:pt x="65813" y="70382"/>
                  </a:lnTo>
                  <a:lnTo>
                    <a:pt x="99068" y="41039"/>
                  </a:lnTo>
                  <a:lnTo>
                    <a:pt x="137236" y="18883"/>
                  </a:lnTo>
                  <a:lnTo>
                    <a:pt x="179415" y="4882"/>
                  </a:lnTo>
                  <a:lnTo>
                    <a:pt x="224699" y="0"/>
                  </a:lnTo>
                  <a:lnTo>
                    <a:pt x="268741" y="4659"/>
                  </a:lnTo>
                  <a:lnTo>
                    <a:pt x="310688" y="18291"/>
                  </a:lnTo>
                  <a:lnTo>
                    <a:pt x="349363" y="40373"/>
                  </a:lnTo>
                  <a:lnTo>
                    <a:pt x="383586" y="70382"/>
                  </a:lnTo>
                  <a:lnTo>
                    <a:pt x="411647" y="106981"/>
                  </a:lnTo>
                  <a:lnTo>
                    <a:pt x="432295" y="148341"/>
                  </a:lnTo>
                  <a:lnTo>
                    <a:pt x="445042" y="193200"/>
                  </a:lnTo>
                  <a:lnTo>
                    <a:pt x="449399" y="240299"/>
                  </a:lnTo>
                  <a:lnTo>
                    <a:pt x="444834" y="288728"/>
                  </a:lnTo>
                  <a:lnTo>
                    <a:pt x="431741" y="333835"/>
                  </a:lnTo>
                  <a:lnTo>
                    <a:pt x="411024" y="374654"/>
                  </a:lnTo>
                  <a:lnTo>
                    <a:pt x="383586" y="410217"/>
                  </a:lnTo>
                  <a:lnTo>
                    <a:pt x="350331" y="439560"/>
                  </a:lnTo>
                  <a:lnTo>
                    <a:pt x="312163" y="461716"/>
                  </a:lnTo>
                  <a:lnTo>
                    <a:pt x="269984" y="475717"/>
                  </a:lnTo>
                  <a:lnTo>
                    <a:pt x="224699" y="480599"/>
                  </a:lnTo>
                  <a:lnTo>
                    <a:pt x="179415" y="475717"/>
                  </a:lnTo>
                  <a:lnTo>
                    <a:pt x="137236" y="461716"/>
                  </a:lnTo>
                  <a:lnTo>
                    <a:pt x="99068" y="439560"/>
                  </a:lnTo>
                  <a:lnTo>
                    <a:pt x="65813" y="410217"/>
                  </a:lnTo>
                  <a:lnTo>
                    <a:pt x="38375" y="374654"/>
                  </a:lnTo>
                  <a:lnTo>
                    <a:pt x="17658" y="333835"/>
                  </a:lnTo>
                  <a:lnTo>
                    <a:pt x="4565" y="288728"/>
                  </a:lnTo>
                  <a:lnTo>
                    <a:pt x="0" y="240299"/>
                  </a:lnTo>
                  <a:close/>
                </a:path>
                <a:path w="1459229" h="1475104">
                  <a:moveTo>
                    <a:pt x="1009324" y="240299"/>
                  </a:moveTo>
                  <a:lnTo>
                    <a:pt x="1013890" y="191871"/>
                  </a:lnTo>
                  <a:lnTo>
                    <a:pt x="1026983" y="146764"/>
                  </a:lnTo>
                  <a:lnTo>
                    <a:pt x="1047700" y="105945"/>
                  </a:lnTo>
                  <a:lnTo>
                    <a:pt x="1075138" y="70382"/>
                  </a:lnTo>
                  <a:lnTo>
                    <a:pt x="1108393" y="41039"/>
                  </a:lnTo>
                  <a:lnTo>
                    <a:pt x="1146561" y="18883"/>
                  </a:lnTo>
                  <a:lnTo>
                    <a:pt x="1188740" y="4882"/>
                  </a:lnTo>
                  <a:lnTo>
                    <a:pt x="1234024" y="0"/>
                  </a:lnTo>
                  <a:lnTo>
                    <a:pt x="1278066" y="4659"/>
                  </a:lnTo>
                  <a:lnTo>
                    <a:pt x="1320013" y="18291"/>
                  </a:lnTo>
                  <a:lnTo>
                    <a:pt x="1358688" y="40373"/>
                  </a:lnTo>
                  <a:lnTo>
                    <a:pt x="1392911" y="70382"/>
                  </a:lnTo>
                  <a:lnTo>
                    <a:pt x="1420972" y="106981"/>
                  </a:lnTo>
                  <a:lnTo>
                    <a:pt x="1441620" y="148341"/>
                  </a:lnTo>
                  <a:lnTo>
                    <a:pt x="1454367" y="193200"/>
                  </a:lnTo>
                  <a:lnTo>
                    <a:pt x="1458724" y="240299"/>
                  </a:lnTo>
                  <a:lnTo>
                    <a:pt x="1454159" y="288728"/>
                  </a:lnTo>
                  <a:lnTo>
                    <a:pt x="1441066" y="333835"/>
                  </a:lnTo>
                  <a:lnTo>
                    <a:pt x="1420349" y="374654"/>
                  </a:lnTo>
                  <a:lnTo>
                    <a:pt x="1392911" y="410217"/>
                  </a:lnTo>
                  <a:lnTo>
                    <a:pt x="1359656" y="439560"/>
                  </a:lnTo>
                  <a:lnTo>
                    <a:pt x="1321488" y="461716"/>
                  </a:lnTo>
                  <a:lnTo>
                    <a:pt x="1279309" y="475717"/>
                  </a:lnTo>
                  <a:lnTo>
                    <a:pt x="1234024" y="480599"/>
                  </a:lnTo>
                  <a:lnTo>
                    <a:pt x="1188740" y="475717"/>
                  </a:lnTo>
                  <a:lnTo>
                    <a:pt x="1146561" y="461716"/>
                  </a:lnTo>
                  <a:lnTo>
                    <a:pt x="1108393" y="439560"/>
                  </a:lnTo>
                  <a:lnTo>
                    <a:pt x="1075138" y="410217"/>
                  </a:lnTo>
                  <a:lnTo>
                    <a:pt x="1047700" y="374654"/>
                  </a:lnTo>
                  <a:lnTo>
                    <a:pt x="1026983" y="333835"/>
                  </a:lnTo>
                  <a:lnTo>
                    <a:pt x="1013890" y="288728"/>
                  </a:lnTo>
                  <a:lnTo>
                    <a:pt x="1009324" y="240299"/>
                  </a:lnTo>
                  <a:close/>
                </a:path>
                <a:path w="1459229" h="1475104">
                  <a:moveTo>
                    <a:pt x="1009324" y="1234774"/>
                  </a:moveTo>
                  <a:lnTo>
                    <a:pt x="1013890" y="1186346"/>
                  </a:lnTo>
                  <a:lnTo>
                    <a:pt x="1026983" y="1141239"/>
                  </a:lnTo>
                  <a:lnTo>
                    <a:pt x="1047700" y="1100420"/>
                  </a:lnTo>
                  <a:lnTo>
                    <a:pt x="1075138" y="1064857"/>
                  </a:lnTo>
                  <a:lnTo>
                    <a:pt x="1108393" y="1035514"/>
                  </a:lnTo>
                  <a:lnTo>
                    <a:pt x="1146561" y="1013358"/>
                  </a:lnTo>
                  <a:lnTo>
                    <a:pt x="1188740" y="999357"/>
                  </a:lnTo>
                  <a:lnTo>
                    <a:pt x="1234024" y="994474"/>
                  </a:lnTo>
                  <a:lnTo>
                    <a:pt x="1278066" y="999134"/>
                  </a:lnTo>
                  <a:lnTo>
                    <a:pt x="1320013" y="1012766"/>
                  </a:lnTo>
                  <a:lnTo>
                    <a:pt x="1358688" y="1034848"/>
                  </a:lnTo>
                  <a:lnTo>
                    <a:pt x="1392911" y="1064857"/>
                  </a:lnTo>
                  <a:lnTo>
                    <a:pt x="1420972" y="1101456"/>
                  </a:lnTo>
                  <a:lnTo>
                    <a:pt x="1441620" y="1142816"/>
                  </a:lnTo>
                  <a:lnTo>
                    <a:pt x="1454367" y="1187675"/>
                  </a:lnTo>
                  <a:lnTo>
                    <a:pt x="1458724" y="1234774"/>
                  </a:lnTo>
                  <a:lnTo>
                    <a:pt x="1454159" y="1283203"/>
                  </a:lnTo>
                  <a:lnTo>
                    <a:pt x="1441066" y="1328310"/>
                  </a:lnTo>
                  <a:lnTo>
                    <a:pt x="1420349" y="1369128"/>
                  </a:lnTo>
                  <a:lnTo>
                    <a:pt x="1392911" y="1404692"/>
                  </a:lnTo>
                  <a:lnTo>
                    <a:pt x="1359656" y="1434035"/>
                  </a:lnTo>
                  <a:lnTo>
                    <a:pt x="1321488" y="1456191"/>
                  </a:lnTo>
                  <a:lnTo>
                    <a:pt x="1279309" y="1470192"/>
                  </a:lnTo>
                  <a:lnTo>
                    <a:pt x="1234024" y="1475074"/>
                  </a:lnTo>
                  <a:lnTo>
                    <a:pt x="1188740" y="1470192"/>
                  </a:lnTo>
                  <a:lnTo>
                    <a:pt x="1146561" y="1456191"/>
                  </a:lnTo>
                  <a:lnTo>
                    <a:pt x="1108393" y="1434035"/>
                  </a:lnTo>
                  <a:lnTo>
                    <a:pt x="1075138" y="1404692"/>
                  </a:lnTo>
                  <a:lnTo>
                    <a:pt x="1047700" y="1369128"/>
                  </a:lnTo>
                  <a:lnTo>
                    <a:pt x="1026983" y="1328310"/>
                  </a:lnTo>
                  <a:lnTo>
                    <a:pt x="1013890" y="1283203"/>
                  </a:lnTo>
                  <a:lnTo>
                    <a:pt x="1009324" y="1234774"/>
                  </a:lnTo>
                  <a:close/>
                </a:path>
                <a:path w="1459229" h="1475104">
                  <a:moveTo>
                    <a:pt x="449399" y="240299"/>
                  </a:moveTo>
                  <a:lnTo>
                    <a:pt x="894899" y="2402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0949" y="2580484"/>
              <a:ext cx="105500" cy="819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94975" y="3615950"/>
              <a:ext cx="445770" cy="0"/>
            </a:xfrm>
            <a:custGeom>
              <a:avLst/>
              <a:gdLst/>
              <a:ahLst/>
              <a:cxnLst/>
              <a:rect l="l" t="t" r="r" b="b"/>
              <a:pathLst>
                <a:path w="445770">
                  <a:moveTo>
                    <a:pt x="0" y="0"/>
                  </a:moveTo>
                  <a:lnTo>
                    <a:pt x="4454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0949" y="3574959"/>
              <a:ext cx="105500" cy="8198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09700" y="2686229"/>
              <a:ext cx="2922270" cy="588010"/>
            </a:xfrm>
            <a:custGeom>
              <a:avLst/>
              <a:gdLst/>
              <a:ahLst/>
              <a:cxnLst/>
              <a:rect l="l" t="t" r="r" b="b"/>
              <a:pathLst>
                <a:path w="2922270" h="588010">
                  <a:moveTo>
                    <a:pt x="0" y="347270"/>
                  </a:moveTo>
                  <a:lnTo>
                    <a:pt x="4565" y="298841"/>
                  </a:lnTo>
                  <a:lnTo>
                    <a:pt x="17658" y="253734"/>
                  </a:lnTo>
                  <a:lnTo>
                    <a:pt x="38375" y="212916"/>
                  </a:lnTo>
                  <a:lnTo>
                    <a:pt x="65813" y="177352"/>
                  </a:lnTo>
                  <a:lnTo>
                    <a:pt x="99068" y="148009"/>
                  </a:lnTo>
                  <a:lnTo>
                    <a:pt x="137236" y="125854"/>
                  </a:lnTo>
                  <a:lnTo>
                    <a:pt x="179415" y="111852"/>
                  </a:lnTo>
                  <a:lnTo>
                    <a:pt x="224699" y="106970"/>
                  </a:lnTo>
                  <a:lnTo>
                    <a:pt x="268741" y="111630"/>
                  </a:lnTo>
                  <a:lnTo>
                    <a:pt x="310688" y="125261"/>
                  </a:lnTo>
                  <a:lnTo>
                    <a:pt x="349363" y="147343"/>
                  </a:lnTo>
                  <a:lnTo>
                    <a:pt x="383586" y="177352"/>
                  </a:lnTo>
                  <a:lnTo>
                    <a:pt x="411647" y="213951"/>
                  </a:lnTo>
                  <a:lnTo>
                    <a:pt x="432295" y="255311"/>
                  </a:lnTo>
                  <a:lnTo>
                    <a:pt x="445042" y="300171"/>
                  </a:lnTo>
                  <a:lnTo>
                    <a:pt x="449399" y="347270"/>
                  </a:lnTo>
                  <a:lnTo>
                    <a:pt x="444834" y="395699"/>
                  </a:lnTo>
                  <a:lnTo>
                    <a:pt x="431741" y="440805"/>
                  </a:lnTo>
                  <a:lnTo>
                    <a:pt x="411024" y="481624"/>
                  </a:lnTo>
                  <a:lnTo>
                    <a:pt x="383586" y="517187"/>
                  </a:lnTo>
                  <a:lnTo>
                    <a:pt x="350331" y="546530"/>
                  </a:lnTo>
                  <a:lnTo>
                    <a:pt x="312163" y="568686"/>
                  </a:lnTo>
                  <a:lnTo>
                    <a:pt x="269984" y="582688"/>
                  </a:lnTo>
                  <a:lnTo>
                    <a:pt x="224699" y="587570"/>
                  </a:lnTo>
                  <a:lnTo>
                    <a:pt x="179415" y="582688"/>
                  </a:lnTo>
                  <a:lnTo>
                    <a:pt x="137236" y="568686"/>
                  </a:lnTo>
                  <a:lnTo>
                    <a:pt x="99068" y="546530"/>
                  </a:lnTo>
                  <a:lnTo>
                    <a:pt x="65813" y="517187"/>
                  </a:lnTo>
                  <a:lnTo>
                    <a:pt x="38375" y="481624"/>
                  </a:lnTo>
                  <a:lnTo>
                    <a:pt x="17658" y="440805"/>
                  </a:lnTo>
                  <a:lnTo>
                    <a:pt x="4565" y="395699"/>
                  </a:lnTo>
                  <a:lnTo>
                    <a:pt x="0" y="347270"/>
                  </a:lnTo>
                  <a:close/>
                </a:path>
                <a:path w="2922270" h="588010">
                  <a:moveTo>
                    <a:pt x="2472349" y="347270"/>
                  </a:moveTo>
                  <a:lnTo>
                    <a:pt x="2476915" y="298841"/>
                  </a:lnTo>
                  <a:lnTo>
                    <a:pt x="2490008" y="253734"/>
                  </a:lnTo>
                  <a:lnTo>
                    <a:pt x="2510725" y="212916"/>
                  </a:lnTo>
                  <a:lnTo>
                    <a:pt x="2538163" y="177352"/>
                  </a:lnTo>
                  <a:lnTo>
                    <a:pt x="2571418" y="148009"/>
                  </a:lnTo>
                  <a:lnTo>
                    <a:pt x="2609586" y="125854"/>
                  </a:lnTo>
                  <a:lnTo>
                    <a:pt x="2651765" y="111852"/>
                  </a:lnTo>
                  <a:lnTo>
                    <a:pt x="2697049" y="106970"/>
                  </a:lnTo>
                  <a:lnTo>
                    <a:pt x="2741091" y="111630"/>
                  </a:lnTo>
                  <a:lnTo>
                    <a:pt x="2783038" y="125261"/>
                  </a:lnTo>
                  <a:lnTo>
                    <a:pt x="2821713" y="147343"/>
                  </a:lnTo>
                  <a:lnTo>
                    <a:pt x="2855936" y="177352"/>
                  </a:lnTo>
                  <a:lnTo>
                    <a:pt x="2883997" y="213951"/>
                  </a:lnTo>
                  <a:lnTo>
                    <a:pt x="2904645" y="255311"/>
                  </a:lnTo>
                  <a:lnTo>
                    <a:pt x="2917392" y="300171"/>
                  </a:lnTo>
                  <a:lnTo>
                    <a:pt x="2921749" y="347270"/>
                  </a:lnTo>
                  <a:lnTo>
                    <a:pt x="2917184" y="395699"/>
                  </a:lnTo>
                  <a:lnTo>
                    <a:pt x="2904091" y="440805"/>
                  </a:lnTo>
                  <a:lnTo>
                    <a:pt x="2883374" y="481624"/>
                  </a:lnTo>
                  <a:lnTo>
                    <a:pt x="2855936" y="517187"/>
                  </a:lnTo>
                  <a:lnTo>
                    <a:pt x="2822681" y="546530"/>
                  </a:lnTo>
                  <a:lnTo>
                    <a:pt x="2784513" y="568686"/>
                  </a:lnTo>
                  <a:lnTo>
                    <a:pt x="2742334" y="582688"/>
                  </a:lnTo>
                  <a:lnTo>
                    <a:pt x="2697049" y="587570"/>
                  </a:lnTo>
                  <a:lnTo>
                    <a:pt x="2651765" y="582688"/>
                  </a:lnTo>
                  <a:lnTo>
                    <a:pt x="2609586" y="568686"/>
                  </a:lnTo>
                  <a:lnTo>
                    <a:pt x="2571418" y="546530"/>
                  </a:lnTo>
                  <a:lnTo>
                    <a:pt x="2538163" y="517187"/>
                  </a:lnTo>
                  <a:lnTo>
                    <a:pt x="2510725" y="481624"/>
                  </a:lnTo>
                  <a:lnTo>
                    <a:pt x="2490008" y="440805"/>
                  </a:lnTo>
                  <a:lnTo>
                    <a:pt x="2476915" y="395699"/>
                  </a:lnTo>
                  <a:lnTo>
                    <a:pt x="2472349" y="347270"/>
                  </a:lnTo>
                  <a:close/>
                </a:path>
                <a:path w="2922270" h="588010">
                  <a:moveTo>
                    <a:pt x="383586" y="177352"/>
                  </a:moveTo>
                  <a:lnTo>
                    <a:pt x="64159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3945" y="2627733"/>
              <a:ext cx="108116" cy="939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04312" y="3338554"/>
              <a:ext cx="258445" cy="177800"/>
            </a:xfrm>
            <a:custGeom>
              <a:avLst/>
              <a:gdLst/>
              <a:ahLst/>
              <a:cxnLst/>
              <a:rect l="l" t="t" r="r" b="b"/>
              <a:pathLst>
                <a:path w="258445" h="177800">
                  <a:moveTo>
                    <a:pt x="0" y="177352"/>
                  </a:moveTo>
                  <a:lnTo>
                    <a:pt x="25800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4970" y="3280057"/>
              <a:ext cx="108116" cy="939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04300" y="2621475"/>
              <a:ext cx="250190" cy="176530"/>
            </a:xfrm>
            <a:custGeom>
              <a:avLst/>
              <a:gdLst/>
              <a:ahLst/>
              <a:cxnLst/>
              <a:rect l="l" t="t" r="r" b="b"/>
              <a:pathLst>
                <a:path w="250189" h="176530">
                  <a:moveTo>
                    <a:pt x="0" y="0"/>
                  </a:moveTo>
                  <a:lnTo>
                    <a:pt x="250072" y="1762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6720" y="2762483"/>
              <a:ext cx="107840" cy="9457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93287" y="3203417"/>
              <a:ext cx="319405" cy="185420"/>
            </a:xfrm>
            <a:custGeom>
              <a:avLst/>
              <a:gdLst/>
              <a:ahLst/>
              <a:cxnLst/>
              <a:rect l="l" t="t" r="r" b="b"/>
              <a:pathLst>
                <a:path w="319404" h="185420">
                  <a:moveTo>
                    <a:pt x="0" y="0"/>
                  </a:moveTo>
                  <a:lnTo>
                    <a:pt x="319341" y="18532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7309" y="3352006"/>
              <a:ext cx="109615" cy="896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1588" y="3214546"/>
              <a:ext cx="224768" cy="24649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930475" y="2348825"/>
              <a:ext cx="297180" cy="345440"/>
            </a:xfrm>
            <a:custGeom>
              <a:avLst/>
              <a:gdLst/>
              <a:ahLst/>
              <a:cxnLst/>
              <a:rect l="l" t="t" r="r" b="b"/>
              <a:pathLst>
                <a:path w="297180" h="345439">
                  <a:moveTo>
                    <a:pt x="0" y="0"/>
                  </a:moveTo>
                  <a:lnTo>
                    <a:pt x="296999" y="0"/>
                  </a:lnTo>
                  <a:lnTo>
                    <a:pt x="296999" y="344999"/>
                  </a:lnTo>
                  <a:lnTo>
                    <a:pt x="0" y="344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03500" y="2413722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9474" y="2197399"/>
            <a:ext cx="491490" cy="41846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1524" y="3503700"/>
            <a:ext cx="418465" cy="34544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79674" y="3420100"/>
            <a:ext cx="352425" cy="41846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5550" y="2110950"/>
            <a:ext cx="352425" cy="345440"/>
          </a:xfrm>
          <a:custGeom>
            <a:avLst/>
            <a:gdLst/>
            <a:ahLst/>
            <a:cxnLst/>
            <a:rect l="l" t="t" r="r" b="b"/>
            <a:pathLst>
              <a:path w="352425" h="345439">
                <a:moveTo>
                  <a:pt x="0" y="0"/>
                </a:moveTo>
                <a:lnTo>
                  <a:pt x="352199" y="0"/>
                </a:lnTo>
                <a:lnTo>
                  <a:pt x="352199" y="344999"/>
                </a:lnTo>
                <a:lnTo>
                  <a:pt x="0" y="344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078575" y="2176863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3799" y="3733600"/>
            <a:ext cx="418465" cy="34544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4674" rIns="0" bIns="0" rtlCol="0">
            <a:spAutoFit/>
          </a:bodyPr>
          <a:lstStyle/>
          <a:p>
            <a:pPr marL="4119245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solidFill>
                  <a:srgbClr val="C0504D"/>
                </a:solidFill>
                <a:latin typeface="Calibri"/>
                <a:cs typeface="Calibri"/>
              </a:rPr>
              <a:t>(1+0)*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98925" y="2635672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95574" y="2339300"/>
            <a:ext cx="3445510" cy="1526540"/>
            <a:chOff x="2195574" y="2339300"/>
            <a:chExt cx="3445510" cy="1526540"/>
          </a:xfrm>
        </p:grpSpPr>
        <p:sp>
          <p:nvSpPr>
            <p:cNvPr id="5" name="object 5"/>
            <p:cNvSpPr/>
            <p:nvPr/>
          </p:nvSpPr>
          <p:spPr>
            <a:xfrm>
              <a:off x="3445574" y="2381175"/>
              <a:ext cx="1459230" cy="1475105"/>
            </a:xfrm>
            <a:custGeom>
              <a:avLst/>
              <a:gdLst/>
              <a:ahLst/>
              <a:cxnLst/>
              <a:rect l="l" t="t" r="r" b="b"/>
              <a:pathLst>
                <a:path w="1459229" h="1475104">
                  <a:moveTo>
                    <a:pt x="0" y="1234774"/>
                  </a:moveTo>
                  <a:lnTo>
                    <a:pt x="4565" y="1186346"/>
                  </a:lnTo>
                  <a:lnTo>
                    <a:pt x="17658" y="1141239"/>
                  </a:lnTo>
                  <a:lnTo>
                    <a:pt x="38375" y="1100420"/>
                  </a:lnTo>
                  <a:lnTo>
                    <a:pt x="65813" y="1064857"/>
                  </a:lnTo>
                  <a:lnTo>
                    <a:pt x="99068" y="1035514"/>
                  </a:lnTo>
                  <a:lnTo>
                    <a:pt x="137236" y="1013358"/>
                  </a:lnTo>
                  <a:lnTo>
                    <a:pt x="179415" y="999357"/>
                  </a:lnTo>
                  <a:lnTo>
                    <a:pt x="224699" y="994474"/>
                  </a:lnTo>
                  <a:lnTo>
                    <a:pt x="268741" y="999134"/>
                  </a:lnTo>
                  <a:lnTo>
                    <a:pt x="310688" y="1012766"/>
                  </a:lnTo>
                  <a:lnTo>
                    <a:pt x="349363" y="1034848"/>
                  </a:lnTo>
                  <a:lnTo>
                    <a:pt x="383586" y="1064857"/>
                  </a:lnTo>
                  <a:lnTo>
                    <a:pt x="411647" y="1101456"/>
                  </a:lnTo>
                  <a:lnTo>
                    <a:pt x="432295" y="1142816"/>
                  </a:lnTo>
                  <a:lnTo>
                    <a:pt x="445042" y="1187675"/>
                  </a:lnTo>
                  <a:lnTo>
                    <a:pt x="449399" y="1234774"/>
                  </a:lnTo>
                  <a:lnTo>
                    <a:pt x="444834" y="1283203"/>
                  </a:lnTo>
                  <a:lnTo>
                    <a:pt x="431741" y="1328310"/>
                  </a:lnTo>
                  <a:lnTo>
                    <a:pt x="411024" y="1369128"/>
                  </a:lnTo>
                  <a:lnTo>
                    <a:pt x="383586" y="1404692"/>
                  </a:lnTo>
                  <a:lnTo>
                    <a:pt x="350331" y="1434035"/>
                  </a:lnTo>
                  <a:lnTo>
                    <a:pt x="312163" y="1456191"/>
                  </a:lnTo>
                  <a:lnTo>
                    <a:pt x="269984" y="1470192"/>
                  </a:lnTo>
                  <a:lnTo>
                    <a:pt x="224699" y="1475074"/>
                  </a:lnTo>
                  <a:lnTo>
                    <a:pt x="179415" y="1470192"/>
                  </a:lnTo>
                  <a:lnTo>
                    <a:pt x="137236" y="1456191"/>
                  </a:lnTo>
                  <a:lnTo>
                    <a:pt x="99068" y="1434035"/>
                  </a:lnTo>
                  <a:lnTo>
                    <a:pt x="65813" y="1404692"/>
                  </a:lnTo>
                  <a:lnTo>
                    <a:pt x="38375" y="1369128"/>
                  </a:lnTo>
                  <a:lnTo>
                    <a:pt x="17658" y="1328310"/>
                  </a:lnTo>
                  <a:lnTo>
                    <a:pt x="4565" y="1283203"/>
                  </a:lnTo>
                  <a:lnTo>
                    <a:pt x="0" y="1234774"/>
                  </a:lnTo>
                  <a:close/>
                </a:path>
                <a:path w="1459229" h="1475104">
                  <a:moveTo>
                    <a:pt x="0" y="240299"/>
                  </a:moveTo>
                  <a:lnTo>
                    <a:pt x="4565" y="191871"/>
                  </a:lnTo>
                  <a:lnTo>
                    <a:pt x="17658" y="146764"/>
                  </a:lnTo>
                  <a:lnTo>
                    <a:pt x="38375" y="105945"/>
                  </a:lnTo>
                  <a:lnTo>
                    <a:pt x="65813" y="70382"/>
                  </a:lnTo>
                  <a:lnTo>
                    <a:pt x="99068" y="41039"/>
                  </a:lnTo>
                  <a:lnTo>
                    <a:pt x="137236" y="18883"/>
                  </a:lnTo>
                  <a:lnTo>
                    <a:pt x="179415" y="4882"/>
                  </a:lnTo>
                  <a:lnTo>
                    <a:pt x="224699" y="0"/>
                  </a:lnTo>
                  <a:lnTo>
                    <a:pt x="268741" y="4659"/>
                  </a:lnTo>
                  <a:lnTo>
                    <a:pt x="310688" y="18291"/>
                  </a:lnTo>
                  <a:lnTo>
                    <a:pt x="349363" y="40373"/>
                  </a:lnTo>
                  <a:lnTo>
                    <a:pt x="383586" y="70382"/>
                  </a:lnTo>
                  <a:lnTo>
                    <a:pt x="411647" y="106981"/>
                  </a:lnTo>
                  <a:lnTo>
                    <a:pt x="432295" y="148341"/>
                  </a:lnTo>
                  <a:lnTo>
                    <a:pt x="445042" y="193200"/>
                  </a:lnTo>
                  <a:lnTo>
                    <a:pt x="449399" y="240299"/>
                  </a:lnTo>
                  <a:lnTo>
                    <a:pt x="444834" y="288728"/>
                  </a:lnTo>
                  <a:lnTo>
                    <a:pt x="431741" y="333835"/>
                  </a:lnTo>
                  <a:lnTo>
                    <a:pt x="411024" y="374654"/>
                  </a:lnTo>
                  <a:lnTo>
                    <a:pt x="383586" y="410217"/>
                  </a:lnTo>
                  <a:lnTo>
                    <a:pt x="350331" y="439560"/>
                  </a:lnTo>
                  <a:lnTo>
                    <a:pt x="312163" y="461716"/>
                  </a:lnTo>
                  <a:lnTo>
                    <a:pt x="269984" y="475717"/>
                  </a:lnTo>
                  <a:lnTo>
                    <a:pt x="224699" y="480599"/>
                  </a:lnTo>
                  <a:lnTo>
                    <a:pt x="179415" y="475717"/>
                  </a:lnTo>
                  <a:lnTo>
                    <a:pt x="137236" y="461716"/>
                  </a:lnTo>
                  <a:lnTo>
                    <a:pt x="99068" y="439560"/>
                  </a:lnTo>
                  <a:lnTo>
                    <a:pt x="65813" y="410217"/>
                  </a:lnTo>
                  <a:lnTo>
                    <a:pt x="38375" y="374654"/>
                  </a:lnTo>
                  <a:lnTo>
                    <a:pt x="17658" y="333835"/>
                  </a:lnTo>
                  <a:lnTo>
                    <a:pt x="4565" y="288728"/>
                  </a:lnTo>
                  <a:lnTo>
                    <a:pt x="0" y="240299"/>
                  </a:lnTo>
                  <a:close/>
                </a:path>
                <a:path w="1459229" h="1475104">
                  <a:moveTo>
                    <a:pt x="1009324" y="240299"/>
                  </a:moveTo>
                  <a:lnTo>
                    <a:pt x="1013890" y="191871"/>
                  </a:lnTo>
                  <a:lnTo>
                    <a:pt x="1026983" y="146764"/>
                  </a:lnTo>
                  <a:lnTo>
                    <a:pt x="1047700" y="105945"/>
                  </a:lnTo>
                  <a:lnTo>
                    <a:pt x="1075138" y="70382"/>
                  </a:lnTo>
                  <a:lnTo>
                    <a:pt x="1108393" y="41039"/>
                  </a:lnTo>
                  <a:lnTo>
                    <a:pt x="1146561" y="18883"/>
                  </a:lnTo>
                  <a:lnTo>
                    <a:pt x="1188740" y="4882"/>
                  </a:lnTo>
                  <a:lnTo>
                    <a:pt x="1234024" y="0"/>
                  </a:lnTo>
                  <a:lnTo>
                    <a:pt x="1278066" y="4659"/>
                  </a:lnTo>
                  <a:lnTo>
                    <a:pt x="1320013" y="18291"/>
                  </a:lnTo>
                  <a:lnTo>
                    <a:pt x="1358688" y="40373"/>
                  </a:lnTo>
                  <a:lnTo>
                    <a:pt x="1392911" y="70382"/>
                  </a:lnTo>
                  <a:lnTo>
                    <a:pt x="1420972" y="106981"/>
                  </a:lnTo>
                  <a:lnTo>
                    <a:pt x="1441620" y="148341"/>
                  </a:lnTo>
                  <a:lnTo>
                    <a:pt x="1454367" y="193200"/>
                  </a:lnTo>
                  <a:lnTo>
                    <a:pt x="1458724" y="240299"/>
                  </a:lnTo>
                  <a:lnTo>
                    <a:pt x="1454159" y="288728"/>
                  </a:lnTo>
                  <a:lnTo>
                    <a:pt x="1441066" y="333835"/>
                  </a:lnTo>
                  <a:lnTo>
                    <a:pt x="1420349" y="374654"/>
                  </a:lnTo>
                  <a:lnTo>
                    <a:pt x="1392911" y="410217"/>
                  </a:lnTo>
                  <a:lnTo>
                    <a:pt x="1359656" y="439560"/>
                  </a:lnTo>
                  <a:lnTo>
                    <a:pt x="1321488" y="461716"/>
                  </a:lnTo>
                  <a:lnTo>
                    <a:pt x="1279309" y="475717"/>
                  </a:lnTo>
                  <a:lnTo>
                    <a:pt x="1234024" y="480599"/>
                  </a:lnTo>
                  <a:lnTo>
                    <a:pt x="1188740" y="475717"/>
                  </a:lnTo>
                  <a:lnTo>
                    <a:pt x="1146561" y="461716"/>
                  </a:lnTo>
                  <a:lnTo>
                    <a:pt x="1108393" y="439560"/>
                  </a:lnTo>
                  <a:lnTo>
                    <a:pt x="1075138" y="410217"/>
                  </a:lnTo>
                  <a:lnTo>
                    <a:pt x="1047700" y="374654"/>
                  </a:lnTo>
                  <a:lnTo>
                    <a:pt x="1026983" y="333835"/>
                  </a:lnTo>
                  <a:lnTo>
                    <a:pt x="1013890" y="288728"/>
                  </a:lnTo>
                  <a:lnTo>
                    <a:pt x="1009324" y="240299"/>
                  </a:lnTo>
                  <a:close/>
                </a:path>
                <a:path w="1459229" h="1475104">
                  <a:moveTo>
                    <a:pt x="1009324" y="1234774"/>
                  </a:moveTo>
                  <a:lnTo>
                    <a:pt x="1013890" y="1186346"/>
                  </a:lnTo>
                  <a:lnTo>
                    <a:pt x="1026983" y="1141239"/>
                  </a:lnTo>
                  <a:lnTo>
                    <a:pt x="1047700" y="1100420"/>
                  </a:lnTo>
                  <a:lnTo>
                    <a:pt x="1075138" y="1064857"/>
                  </a:lnTo>
                  <a:lnTo>
                    <a:pt x="1108393" y="1035514"/>
                  </a:lnTo>
                  <a:lnTo>
                    <a:pt x="1146561" y="1013358"/>
                  </a:lnTo>
                  <a:lnTo>
                    <a:pt x="1188740" y="999357"/>
                  </a:lnTo>
                  <a:lnTo>
                    <a:pt x="1234024" y="994474"/>
                  </a:lnTo>
                  <a:lnTo>
                    <a:pt x="1278066" y="999134"/>
                  </a:lnTo>
                  <a:lnTo>
                    <a:pt x="1320013" y="1012766"/>
                  </a:lnTo>
                  <a:lnTo>
                    <a:pt x="1358688" y="1034848"/>
                  </a:lnTo>
                  <a:lnTo>
                    <a:pt x="1392911" y="1064857"/>
                  </a:lnTo>
                  <a:lnTo>
                    <a:pt x="1420972" y="1101456"/>
                  </a:lnTo>
                  <a:lnTo>
                    <a:pt x="1441620" y="1142816"/>
                  </a:lnTo>
                  <a:lnTo>
                    <a:pt x="1454367" y="1187675"/>
                  </a:lnTo>
                  <a:lnTo>
                    <a:pt x="1458724" y="1234774"/>
                  </a:lnTo>
                  <a:lnTo>
                    <a:pt x="1454159" y="1283203"/>
                  </a:lnTo>
                  <a:lnTo>
                    <a:pt x="1441066" y="1328310"/>
                  </a:lnTo>
                  <a:lnTo>
                    <a:pt x="1420349" y="1369128"/>
                  </a:lnTo>
                  <a:lnTo>
                    <a:pt x="1392911" y="1404692"/>
                  </a:lnTo>
                  <a:lnTo>
                    <a:pt x="1359656" y="1434035"/>
                  </a:lnTo>
                  <a:lnTo>
                    <a:pt x="1321488" y="1456191"/>
                  </a:lnTo>
                  <a:lnTo>
                    <a:pt x="1279309" y="1470192"/>
                  </a:lnTo>
                  <a:lnTo>
                    <a:pt x="1234024" y="1475074"/>
                  </a:lnTo>
                  <a:lnTo>
                    <a:pt x="1188740" y="1470192"/>
                  </a:lnTo>
                  <a:lnTo>
                    <a:pt x="1146561" y="1456191"/>
                  </a:lnTo>
                  <a:lnTo>
                    <a:pt x="1108393" y="1434035"/>
                  </a:lnTo>
                  <a:lnTo>
                    <a:pt x="1075138" y="1404692"/>
                  </a:lnTo>
                  <a:lnTo>
                    <a:pt x="1047700" y="1369128"/>
                  </a:lnTo>
                  <a:lnTo>
                    <a:pt x="1026983" y="1328310"/>
                  </a:lnTo>
                  <a:lnTo>
                    <a:pt x="1013890" y="1283203"/>
                  </a:lnTo>
                  <a:lnTo>
                    <a:pt x="1009324" y="1234774"/>
                  </a:lnTo>
                  <a:close/>
                </a:path>
                <a:path w="1459229" h="1475104">
                  <a:moveTo>
                    <a:pt x="449399" y="240299"/>
                  </a:moveTo>
                  <a:lnTo>
                    <a:pt x="894899" y="2402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0949" y="2580484"/>
              <a:ext cx="105500" cy="819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94974" y="3615950"/>
              <a:ext cx="445770" cy="0"/>
            </a:xfrm>
            <a:custGeom>
              <a:avLst/>
              <a:gdLst/>
              <a:ahLst/>
              <a:cxnLst/>
              <a:rect l="l" t="t" r="r" b="b"/>
              <a:pathLst>
                <a:path w="445770">
                  <a:moveTo>
                    <a:pt x="0" y="0"/>
                  </a:moveTo>
                  <a:lnTo>
                    <a:pt x="4454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0949" y="3574959"/>
              <a:ext cx="105500" cy="819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09699" y="2686229"/>
              <a:ext cx="2922270" cy="588010"/>
            </a:xfrm>
            <a:custGeom>
              <a:avLst/>
              <a:gdLst/>
              <a:ahLst/>
              <a:cxnLst/>
              <a:rect l="l" t="t" r="r" b="b"/>
              <a:pathLst>
                <a:path w="2922270" h="588010">
                  <a:moveTo>
                    <a:pt x="0" y="347270"/>
                  </a:moveTo>
                  <a:lnTo>
                    <a:pt x="4565" y="298841"/>
                  </a:lnTo>
                  <a:lnTo>
                    <a:pt x="17658" y="253734"/>
                  </a:lnTo>
                  <a:lnTo>
                    <a:pt x="38375" y="212916"/>
                  </a:lnTo>
                  <a:lnTo>
                    <a:pt x="65813" y="177352"/>
                  </a:lnTo>
                  <a:lnTo>
                    <a:pt x="99068" y="148009"/>
                  </a:lnTo>
                  <a:lnTo>
                    <a:pt x="137236" y="125854"/>
                  </a:lnTo>
                  <a:lnTo>
                    <a:pt x="179415" y="111852"/>
                  </a:lnTo>
                  <a:lnTo>
                    <a:pt x="224699" y="106970"/>
                  </a:lnTo>
                  <a:lnTo>
                    <a:pt x="268741" y="111630"/>
                  </a:lnTo>
                  <a:lnTo>
                    <a:pt x="310688" y="125261"/>
                  </a:lnTo>
                  <a:lnTo>
                    <a:pt x="349363" y="147343"/>
                  </a:lnTo>
                  <a:lnTo>
                    <a:pt x="383586" y="177352"/>
                  </a:lnTo>
                  <a:lnTo>
                    <a:pt x="411647" y="213951"/>
                  </a:lnTo>
                  <a:lnTo>
                    <a:pt x="432295" y="255311"/>
                  </a:lnTo>
                  <a:lnTo>
                    <a:pt x="445042" y="300171"/>
                  </a:lnTo>
                  <a:lnTo>
                    <a:pt x="449399" y="347270"/>
                  </a:lnTo>
                  <a:lnTo>
                    <a:pt x="444834" y="395699"/>
                  </a:lnTo>
                  <a:lnTo>
                    <a:pt x="431741" y="440805"/>
                  </a:lnTo>
                  <a:lnTo>
                    <a:pt x="411024" y="481624"/>
                  </a:lnTo>
                  <a:lnTo>
                    <a:pt x="383586" y="517187"/>
                  </a:lnTo>
                  <a:lnTo>
                    <a:pt x="350331" y="546530"/>
                  </a:lnTo>
                  <a:lnTo>
                    <a:pt x="312163" y="568686"/>
                  </a:lnTo>
                  <a:lnTo>
                    <a:pt x="269984" y="582688"/>
                  </a:lnTo>
                  <a:lnTo>
                    <a:pt x="224699" y="587570"/>
                  </a:lnTo>
                  <a:lnTo>
                    <a:pt x="179415" y="582688"/>
                  </a:lnTo>
                  <a:lnTo>
                    <a:pt x="137236" y="568686"/>
                  </a:lnTo>
                  <a:lnTo>
                    <a:pt x="99068" y="546530"/>
                  </a:lnTo>
                  <a:lnTo>
                    <a:pt x="65813" y="517187"/>
                  </a:lnTo>
                  <a:lnTo>
                    <a:pt x="38375" y="481624"/>
                  </a:lnTo>
                  <a:lnTo>
                    <a:pt x="17658" y="440805"/>
                  </a:lnTo>
                  <a:lnTo>
                    <a:pt x="4565" y="395699"/>
                  </a:lnTo>
                  <a:lnTo>
                    <a:pt x="0" y="347270"/>
                  </a:lnTo>
                  <a:close/>
                </a:path>
                <a:path w="2922270" h="588010">
                  <a:moveTo>
                    <a:pt x="2472349" y="347270"/>
                  </a:moveTo>
                  <a:lnTo>
                    <a:pt x="2476915" y="298841"/>
                  </a:lnTo>
                  <a:lnTo>
                    <a:pt x="2490008" y="253734"/>
                  </a:lnTo>
                  <a:lnTo>
                    <a:pt x="2510725" y="212916"/>
                  </a:lnTo>
                  <a:lnTo>
                    <a:pt x="2538163" y="177352"/>
                  </a:lnTo>
                  <a:lnTo>
                    <a:pt x="2571418" y="148009"/>
                  </a:lnTo>
                  <a:lnTo>
                    <a:pt x="2609586" y="125854"/>
                  </a:lnTo>
                  <a:lnTo>
                    <a:pt x="2651765" y="111852"/>
                  </a:lnTo>
                  <a:lnTo>
                    <a:pt x="2697049" y="106970"/>
                  </a:lnTo>
                  <a:lnTo>
                    <a:pt x="2741091" y="111630"/>
                  </a:lnTo>
                  <a:lnTo>
                    <a:pt x="2783038" y="125261"/>
                  </a:lnTo>
                  <a:lnTo>
                    <a:pt x="2821713" y="147343"/>
                  </a:lnTo>
                  <a:lnTo>
                    <a:pt x="2855936" y="177352"/>
                  </a:lnTo>
                  <a:lnTo>
                    <a:pt x="2883997" y="213951"/>
                  </a:lnTo>
                  <a:lnTo>
                    <a:pt x="2904645" y="255311"/>
                  </a:lnTo>
                  <a:lnTo>
                    <a:pt x="2917392" y="300171"/>
                  </a:lnTo>
                  <a:lnTo>
                    <a:pt x="2921749" y="347270"/>
                  </a:lnTo>
                  <a:lnTo>
                    <a:pt x="2917184" y="395699"/>
                  </a:lnTo>
                  <a:lnTo>
                    <a:pt x="2904091" y="440805"/>
                  </a:lnTo>
                  <a:lnTo>
                    <a:pt x="2883374" y="481624"/>
                  </a:lnTo>
                  <a:lnTo>
                    <a:pt x="2855936" y="517187"/>
                  </a:lnTo>
                  <a:lnTo>
                    <a:pt x="2822681" y="546530"/>
                  </a:lnTo>
                  <a:lnTo>
                    <a:pt x="2784513" y="568686"/>
                  </a:lnTo>
                  <a:lnTo>
                    <a:pt x="2742334" y="582688"/>
                  </a:lnTo>
                  <a:lnTo>
                    <a:pt x="2697049" y="587570"/>
                  </a:lnTo>
                  <a:lnTo>
                    <a:pt x="2651765" y="582688"/>
                  </a:lnTo>
                  <a:lnTo>
                    <a:pt x="2609586" y="568686"/>
                  </a:lnTo>
                  <a:lnTo>
                    <a:pt x="2571418" y="546530"/>
                  </a:lnTo>
                  <a:lnTo>
                    <a:pt x="2538163" y="517187"/>
                  </a:lnTo>
                  <a:lnTo>
                    <a:pt x="2510725" y="481624"/>
                  </a:lnTo>
                  <a:lnTo>
                    <a:pt x="2490008" y="440805"/>
                  </a:lnTo>
                  <a:lnTo>
                    <a:pt x="2476915" y="395699"/>
                  </a:lnTo>
                  <a:lnTo>
                    <a:pt x="2472349" y="347270"/>
                  </a:lnTo>
                  <a:close/>
                </a:path>
                <a:path w="2922270" h="588010">
                  <a:moveTo>
                    <a:pt x="383586" y="177352"/>
                  </a:moveTo>
                  <a:lnTo>
                    <a:pt x="64159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3944" y="2627733"/>
              <a:ext cx="108116" cy="939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04311" y="3338554"/>
              <a:ext cx="258445" cy="177800"/>
            </a:xfrm>
            <a:custGeom>
              <a:avLst/>
              <a:gdLst/>
              <a:ahLst/>
              <a:cxnLst/>
              <a:rect l="l" t="t" r="r" b="b"/>
              <a:pathLst>
                <a:path w="258445" h="177800">
                  <a:moveTo>
                    <a:pt x="0" y="177352"/>
                  </a:moveTo>
                  <a:lnTo>
                    <a:pt x="25800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4970" y="3280057"/>
              <a:ext cx="108116" cy="939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04299" y="2621475"/>
              <a:ext cx="250190" cy="176530"/>
            </a:xfrm>
            <a:custGeom>
              <a:avLst/>
              <a:gdLst/>
              <a:ahLst/>
              <a:cxnLst/>
              <a:rect l="l" t="t" r="r" b="b"/>
              <a:pathLst>
                <a:path w="250189" h="176530">
                  <a:moveTo>
                    <a:pt x="0" y="0"/>
                  </a:moveTo>
                  <a:lnTo>
                    <a:pt x="250072" y="1762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6720" y="2762483"/>
              <a:ext cx="107840" cy="9457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93286" y="3203417"/>
              <a:ext cx="319405" cy="185420"/>
            </a:xfrm>
            <a:custGeom>
              <a:avLst/>
              <a:gdLst/>
              <a:ahLst/>
              <a:cxnLst/>
              <a:rect l="l" t="t" r="r" b="b"/>
              <a:pathLst>
                <a:path w="319404" h="185420">
                  <a:moveTo>
                    <a:pt x="0" y="0"/>
                  </a:moveTo>
                  <a:lnTo>
                    <a:pt x="319341" y="18532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7309" y="3352006"/>
              <a:ext cx="109615" cy="896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05099" y="3035198"/>
              <a:ext cx="390525" cy="6350"/>
            </a:xfrm>
            <a:custGeom>
              <a:avLst/>
              <a:gdLst/>
              <a:ahLst/>
              <a:cxnLst/>
              <a:rect l="l" t="t" r="r" b="b"/>
              <a:pathLst>
                <a:path w="390525" h="6350">
                  <a:moveTo>
                    <a:pt x="0" y="5801"/>
                  </a:moveTo>
                  <a:lnTo>
                    <a:pt x="390312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85419" y="2994211"/>
              <a:ext cx="105958" cy="8197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930474" y="2348825"/>
              <a:ext cx="297180" cy="345440"/>
            </a:xfrm>
            <a:custGeom>
              <a:avLst/>
              <a:gdLst/>
              <a:ahLst/>
              <a:cxnLst/>
              <a:rect l="l" t="t" r="r" b="b"/>
              <a:pathLst>
                <a:path w="297180" h="345439">
                  <a:moveTo>
                    <a:pt x="0" y="0"/>
                  </a:moveTo>
                  <a:lnTo>
                    <a:pt x="296999" y="0"/>
                  </a:lnTo>
                  <a:lnTo>
                    <a:pt x="296999" y="344999"/>
                  </a:lnTo>
                  <a:lnTo>
                    <a:pt x="0" y="344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03500" y="2413722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9474" y="2197399"/>
            <a:ext cx="491490" cy="41846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1524" y="3503700"/>
            <a:ext cx="418465" cy="34544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79674" y="3420100"/>
            <a:ext cx="352425" cy="41846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05550" y="2110950"/>
            <a:ext cx="352425" cy="345440"/>
          </a:xfrm>
          <a:custGeom>
            <a:avLst/>
            <a:gdLst/>
            <a:ahLst/>
            <a:cxnLst/>
            <a:rect l="l" t="t" r="r" b="b"/>
            <a:pathLst>
              <a:path w="352425" h="345439">
                <a:moveTo>
                  <a:pt x="0" y="0"/>
                </a:moveTo>
                <a:lnTo>
                  <a:pt x="352199" y="0"/>
                </a:lnTo>
                <a:lnTo>
                  <a:pt x="352199" y="344999"/>
                </a:lnTo>
                <a:lnTo>
                  <a:pt x="0" y="344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078575" y="2176863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3799" y="3733600"/>
            <a:ext cx="418465" cy="34544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620675" y="2519449"/>
            <a:ext cx="5213350" cy="772160"/>
            <a:chOff x="1620675" y="2519449"/>
            <a:chExt cx="5213350" cy="772160"/>
          </a:xfrm>
        </p:grpSpPr>
        <p:sp>
          <p:nvSpPr>
            <p:cNvPr id="28" name="object 28"/>
            <p:cNvSpPr/>
            <p:nvPr/>
          </p:nvSpPr>
          <p:spPr>
            <a:xfrm>
              <a:off x="1630200" y="2766974"/>
              <a:ext cx="5194300" cy="514984"/>
            </a:xfrm>
            <a:custGeom>
              <a:avLst/>
              <a:gdLst/>
              <a:ahLst/>
              <a:cxnLst/>
              <a:rect l="l" t="t" r="r" b="b"/>
              <a:pathLst>
                <a:path w="5194300" h="514985">
                  <a:moveTo>
                    <a:pt x="4619074" y="257249"/>
                  </a:moveTo>
                  <a:lnTo>
                    <a:pt x="4623705" y="211008"/>
                  </a:lnTo>
                  <a:lnTo>
                    <a:pt x="4637055" y="167487"/>
                  </a:lnTo>
                  <a:lnTo>
                    <a:pt x="4658313" y="127410"/>
                  </a:lnTo>
                  <a:lnTo>
                    <a:pt x="4686667" y="91507"/>
                  </a:lnTo>
                  <a:lnTo>
                    <a:pt x="4721306" y="60501"/>
                  </a:lnTo>
                  <a:lnTo>
                    <a:pt x="4761418" y="35122"/>
                  </a:lnTo>
                  <a:lnTo>
                    <a:pt x="4806191" y="16094"/>
                  </a:lnTo>
                  <a:lnTo>
                    <a:pt x="4854814" y="4144"/>
                  </a:lnTo>
                  <a:lnTo>
                    <a:pt x="4906474" y="0"/>
                  </a:lnTo>
                  <a:lnTo>
                    <a:pt x="4958135" y="4144"/>
                  </a:lnTo>
                  <a:lnTo>
                    <a:pt x="5006758" y="16094"/>
                  </a:lnTo>
                  <a:lnTo>
                    <a:pt x="5051531" y="35122"/>
                  </a:lnTo>
                  <a:lnTo>
                    <a:pt x="5091643" y="60501"/>
                  </a:lnTo>
                  <a:lnTo>
                    <a:pt x="5126282" y="91507"/>
                  </a:lnTo>
                  <a:lnTo>
                    <a:pt x="5154636" y="127410"/>
                  </a:lnTo>
                  <a:lnTo>
                    <a:pt x="5175894" y="167487"/>
                  </a:lnTo>
                  <a:lnTo>
                    <a:pt x="5189244" y="211008"/>
                  </a:lnTo>
                  <a:lnTo>
                    <a:pt x="5193874" y="257249"/>
                  </a:lnTo>
                  <a:lnTo>
                    <a:pt x="5189244" y="303491"/>
                  </a:lnTo>
                  <a:lnTo>
                    <a:pt x="5175894" y="347012"/>
                  </a:lnTo>
                  <a:lnTo>
                    <a:pt x="5154636" y="387088"/>
                  </a:lnTo>
                  <a:lnTo>
                    <a:pt x="5126282" y="422992"/>
                  </a:lnTo>
                  <a:lnTo>
                    <a:pt x="5091643" y="453998"/>
                  </a:lnTo>
                  <a:lnTo>
                    <a:pt x="5051531" y="479377"/>
                  </a:lnTo>
                  <a:lnTo>
                    <a:pt x="5006758" y="498405"/>
                  </a:lnTo>
                  <a:lnTo>
                    <a:pt x="4958135" y="510355"/>
                  </a:lnTo>
                  <a:lnTo>
                    <a:pt x="4906474" y="514499"/>
                  </a:lnTo>
                  <a:lnTo>
                    <a:pt x="4854814" y="510355"/>
                  </a:lnTo>
                  <a:lnTo>
                    <a:pt x="4806191" y="498405"/>
                  </a:lnTo>
                  <a:lnTo>
                    <a:pt x="4761418" y="479377"/>
                  </a:lnTo>
                  <a:lnTo>
                    <a:pt x="4721306" y="453998"/>
                  </a:lnTo>
                  <a:lnTo>
                    <a:pt x="4686667" y="422992"/>
                  </a:lnTo>
                  <a:lnTo>
                    <a:pt x="4658313" y="387088"/>
                  </a:lnTo>
                  <a:lnTo>
                    <a:pt x="4637055" y="347012"/>
                  </a:lnTo>
                  <a:lnTo>
                    <a:pt x="4623705" y="303491"/>
                  </a:lnTo>
                  <a:lnTo>
                    <a:pt x="4619074" y="257249"/>
                  </a:lnTo>
                  <a:close/>
                </a:path>
                <a:path w="5194300" h="514985">
                  <a:moveTo>
                    <a:pt x="0" y="257249"/>
                  </a:moveTo>
                  <a:lnTo>
                    <a:pt x="4630" y="211008"/>
                  </a:lnTo>
                  <a:lnTo>
                    <a:pt x="17980" y="167487"/>
                  </a:lnTo>
                  <a:lnTo>
                    <a:pt x="39238" y="127410"/>
                  </a:lnTo>
                  <a:lnTo>
                    <a:pt x="67592" y="91507"/>
                  </a:lnTo>
                  <a:lnTo>
                    <a:pt x="102231" y="60501"/>
                  </a:lnTo>
                  <a:lnTo>
                    <a:pt x="142343" y="35122"/>
                  </a:lnTo>
                  <a:lnTo>
                    <a:pt x="187116" y="16094"/>
                  </a:lnTo>
                  <a:lnTo>
                    <a:pt x="235739" y="4144"/>
                  </a:lnTo>
                  <a:lnTo>
                    <a:pt x="287399" y="0"/>
                  </a:lnTo>
                  <a:lnTo>
                    <a:pt x="339060" y="4144"/>
                  </a:lnTo>
                  <a:lnTo>
                    <a:pt x="387683" y="16094"/>
                  </a:lnTo>
                  <a:lnTo>
                    <a:pt x="432456" y="35122"/>
                  </a:lnTo>
                  <a:lnTo>
                    <a:pt x="472568" y="60501"/>
                  </a:lnTo>
                  <a:lnTo>
                    <a:pt x="507207" y="91507"/>
                  </a:lnTo>
                  <a:lnTo>
                    <a:pt x="535561" y="127410"/>
                  </a:lnTo>
                  <a:lnTo>
                    <a:pt x="556819" y="167487"/>
                  </a:lnTo>
                  <a:lnTo>
                    <a:pt x="570169" y="211008"/>
                  </a:lnTo>
                  <a:lnTo>
                    <a:pt x="574799" y="257249"/>
                  </a:lnTo>
                  <a:lnTo>
                    <a:pt x="570169" y="303491"/>
                  </a:lnTo>
                  <a:lnTo>
                    <a:pt x="556819" y="347012"/>
                  </a:lnTo>
                  <a:lnTo>
                    <a:pt x="535561" y="387088"/>
                  </a:lnTo>
                  <a:lnTo>
                    <a:pt x="507207" y="422992"/>
                  </a:lnTo>
                  <a:lnTo>
                    <a:pt x="472568" y="453998"/>
                  </a:lnTo>
                  <a:lnTo>
                    <a:pt x="432456" y="479377"/>
                  </a:lnTo>
                  <a:lnTo>
                    <a:pt x="387683" y="498405"/>
                  </a:lnTo>
                  <a:lnTo>
                    <a:pt x="339060" y="510355"/>
                  </a:lnTo>
                  <a:lnTo>
                    <a:pt x="287399" y="514499"/>
                  </a:lnTo>
                  <a:lnTo>
                    <a:pt x="235739" y="510355"/>
                  </a:lnTo>
                  <a:lnTo>
                    <a:pt x="187116" y="498405"/>
                  </a:lnTo>
                  <a:lnTo>
                    <a:pt x="142343" y="479377"/>
                  </a:lnTo>
                  <a:lnTo>
                    <a:pt x="102231" y="453998"/>
                  </a:lnTo>
                  <a:lnTo>
                    <a:pt x="67592" y="422992"/>
                  </a:lnTo>
                  <a:lnTo>
                    <a:pt x="39238" y="387088"/>
                  </a:lnTo>
                  <a:lnTo>
                    <a:pt x="17980" y="347012"/>
                  </a:lnTo>
                  <a:lnTo>
                    <a:pt x="4630" y="303491"/>
                  </a:lnTo>
                  <a:lnTo>
                    <a:pt x="0" y="257249"/>
                  </a:lnTo>
                  <a:close/>
                </a:path>
                <a:path w="5194300" h="514985">
                  <a:moveTo>
                    <a:pt x="4001249" y="266524"/>
                  </a:moveTo>
                  <a:lnTo>
                    <a:pt x="4504662" y="25894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24864" y="2984933"/>
              <a:ext cx="105964" cy="8197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684950" y="2528974"/>
              <a:ext cx="449580" cy="386715"/>
            </a:xfrm>
            <a:custGeom>
              <a:avLst/>
              <a:gdLst/>
              <a:ahLst/>
              <a:cxnLst/>
              <a:rect l="l" t="t" r="r" b="b"/>
              <a:pathLst>
                <a:path w="449579" h="386714">
                  <a:moveTo>
                    <a:pt x="0" y="0"/>
                  </a:moveTo>
                  <a:lnTo>
                    <a:pt x="449399" y="0"/>
                  </a:lnTo>
                  <a:lnTo>
                    <a:pt x="449399" y="386699"/>
                  </a:lnTo>
                  <a:lnTo>
                    <a:pt x="0" y="38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757975" y="2593872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17575" y="1766099"/>
            <a:ext cx="4619625" cy="2936875"/>
          </a:xfrm>
          <a:custGeom>
            <a:avLst/>
            <a:gdLst/>
            <a:ahLst/>
            <a:cxnLst/>
            <a:rect l="l" t="t" r="r" b="b"/>
            <a:pathLst>
              <a:path w="4619625" h="2936875">
                <a:moveTo>
                  <a:pt x="4619099" y="1000874"/>
                </a:moveTo>
                <a:lnTo>
                  <a:pt x="4614884" y="948218"/>
                </a:lnTo>
                <a:lnTo>
                  <a:pt x="4602438" y="895691"/>
                </a:lnTo>
                <a:lnTo>
                  <a:pt x="4582060" y="843423"/>
                </a:lnTo>
                <a:lnTo>
                  <a:pt x="4554051" y="791544"/>
                </a:lnTo>
                <a:lnTo>
                  <a:pt x="4518708" y="740183"/>
                </a:lnTo>
                <a:lnTo>
                  <a:pt x="4476331" y="689470"/>
                </a:lnTo>
                <a:lnTo>
                  <a:pt x="4427220" y="639536"/>
                </a:lnTo>
                <a:lnTo>
                  <a:pt x="4371674" y="590509"/>
                </a:lnTo>
                <a:lnTo>
                  <a:pt x="4341581" y="566377"/>
                </a:lnTo>
                <a:lnTo>
                  <a:pt x="4309992" y="542520"/>
                </a:lnTo>
                <a:lnTo>
                  <a:pt x="4276944" y="518955"/>
                </a:lnTo>
                <a:lnTo>
                  <a:pt x="4242474" y="495698"/>
                </a:lnTo>
                <a:lnTo>
                  <a:pt x="4206620" y="472766"/>
                </a:lnTo>
                <a:lnTo>
                  <a:pt x="4169419" y="450174"/>
                </a:lnTo>
                <a:lnTo>
                  <a:pt x="4130908" y="427938"/>
                </a:lnTo>
                <a:lnTo>
                  <a:pt x="4091125" y="406076"/>
                </a:lnTo>
                <a:lnTo>
                  <a:pt x="4050108" y="384602"/>
                </a:lnTo>
                <a:lnTo>
                  <a:pt x="4007894" y="363535"/>
                </a:lnTo>
                <a:lnTo>
                  <a:pt x="3964519" y="342888"/>
                </a:lnTo>
                <a:lnTo>
                  <a:pt x="3920023" y="322680"/>
                </a:lnTo>
                <a:lnTo>
                  <a:pt x="3874441" y="302925"/>
                </a:lnTo>
                <a:lnTo>
                  <a:pt x="3827812" y="283641"/>
                </a:lnTo>
                <a:lnTo>
                  <a:pt x="3780172" y="264844"/>
                </a:lnTo>
                <a:lnTo>
                  <a:pt x="3731560" y="246549"/>
                </a:lnTo>
                <a:lnTo>
                  <a:pt x="3682013" y="228773"/>
                </a:lnTo>
                <a:lnTo>
                  <a:pt x="3631567" y="211532"/>
                </a:lnTo>
                <a:lnTo>
                  <a:pt x="3580262" y="194842"/>
                </a:lnTo>
                <a:lnTo>
                  <a:pt x="3528133" y="178720"/>
                </a:lnTo>
                <a:lnTo>
                  <a:pt x="3475218" y="163182"/>
                </a:lnTo>
                <a:lnTo>
                  <a:pt x="3421555" y="148244"/>
                </a:lnTo>
                <a:lnTo>
                  <a:pt x="3367181" y="133922"/>
                </a:lnTo>
                <a:lnTo>
                  <a:pt x="3312134" y="120233"/>
                </a:lnTo>
                <a:lnTo>
                  <a:pt x="3256451" y="107192"/>
                </a:lnTo>
                <a:lnTo>
                  <a:pt x="3200169" y="94816"/>
                </a:lnTo>
                <a:lnTo>
                  <a:pt x="3143326" y="83122"/>
                </a:lnTo>
                <a:lnTo>
                  <a:pt x="3085959" y="72124"/>
                </a:lnTo>
                <a:lnTo>
                  <a:pt x="3028106" y="61841"/>
                </a:lnTo>
                <a:lnTo>
                  <a:pt x="2969804" y="52287"/>
                </a:lnTo>
                <a:lnTo>
                  <a:pt x="2911090" y="43479"/>
                </a:lnTo>
                <a:lnTo>
                  <a:pt x="2852002" y="35433"/>
                </a:lnTo>
                <a:lnTo>
                  <a:pt x="2792578" y="28166"/>
                </a:lnTo>
                <a:lnTo>
                  <a:pt x="2732854" y="21694"/>
                </a:lnTo>
                <a:lnTo>
                  <a:pt x="2672868" y="16032"/>
                </a:lnTo>
                <a:lnTo>
                  <a:pt x="2612658" y="11197"/>
                </a:lnTo>
                <a:lnTo>
                  <a:pt x="2552261" y="7206"/>
                </a:lnTo>
                <a:lnTo>
                  <a:pt x="2491714" y="4075"/>
                </a:lnTo>
                <a:lnTo>
                  <a:pt x="2431055" y="1819"/>
                </a:lnTo>
                <a:lnTo>
                  <a:pt x="2370321" y="455"/>
                </a:lnTo>
                <a:lnTo>
                  <a:pt x="2309549" y="0"/>
                </a:lnTo>
                <a:lnTo>
                  <a:pt x="2248778" y="463"/>
                </a:lnTo>
                <a:lnTo>
                  <a:pt x="2188044" y="1835"/>
                </a:lnTo>
                <a:lnTo>
                  <a:pt x="2127385" y="4098"/>
                </a:lnTo>
                <a:lnTo>
                  <a:pt x="2066838" y="7238"/>
                </a:lnTo>
                <a:lnTo>
                  <a:pt x="2006441" y="11237"/>
                </a:lnTo>
                <a:lnTo>
                  <a:pt x="1946231" y="16079"/>
                </a:lnTo>
                <a:lnTo>
                  <a:pt x="1886245" y="21749"/>
                </a:lnTo>
                <a:lnTo>
                  <a:pt x="1826521" y="28230"/>
                </a:lnTo>
                <a:lnTo>
                  <a:pt x="1767097" y="35505"/>
                </a:lnTo>
                <a:lnTo>
                  <a:pt x="1708009" y="43559"/>
                </a:lnTo>
                <a:lnTo>
                  <a:pt x="1649295" y="52375"/>
                </a:lnTo>
                <a:lnTo>
                  <a:pt x="1590993" y="61937"/>
                </a:lnTo>
                <a:lnTo>
                  <a:pt x="1533140" y="72229"/>
                </a:lnTo>
                <a:lnTo>
                  <a:pt x="1475773" y="83234"/>
                </a:lnTo>
                <a:lnTo>
                  <a:pt x="1418930" y="94937"/>
                </a:lnTo>
                <a:lnTo>
                  <a:pt x="1362648" y="107322"/>
                </a:lnTo>
                <a:lnTo>
                  <a:pt x="1306965" y="120371"/>
                </a:lnTo>
                <a:lnTo>
                  <a:pt x="1251918" y="134069"/>
                </a:lnTo>
                <a:lnTo>
                  <a:pt x="1197544" y="148399"/>
                </a:lnTo>
                <a:lnTo>
                  <a:pt x="1143881" y="163346"/>
                </a:lnTo>
                <a:lnTo>
                  <a:pt x="1090966" y="178893"/>
                </a:lnTo>
                <a:lnTo>
                  <a:pt x="1038837" y="195024"/>
                </a:lnTo>
                <a:lnTo>
                  <a:pt x="987532" y="211723"/>
                </a:lnTo>
                <a:lnTo>
                  <a:pt x="937086" y="228973"/>
                </a:lnTo>
                <a:lnTo>
                  <a:pt x="887539" y="246759"/>
                </a:lnTo>
                <a:lnTo>
                  <a:pt x="838927" y="265063"/>
                </a:lnTo>
                <a:lnTo>
                  <a:pt x="791287" y="283870"/>
                </a:lnTo>
                <a:lnTo>
                  <a:pt x="744658" y="303164"/>
                </a:lnTo>
                <a:lnTo>
                  <a:pt x="699076" y="322928"/>
                </a:lnTo>
                <a:lnTo>
                  <a:pt x="654580" y="343147"/>
                </a:lnTo>
                <a:lnTo>
                  <a:pt x="611205" y="363803"/>
                </a:lnTo>
                <a:lnTo>
                  <a:pt x="568991" y="384882"/>
                </a:lnTo>
                <a:lnTo>
                  <a:pt x="527974" y="406365"/>
                </a:lnTo>
                <a:lnTo>
                  <a:pt x="488191" y="428238"/>
                </a:lnTo>
                <a:lnTo>
                  <a:pt x="449680" y="450485"/>
                </a:lnTo>
                <a:lnTo>
                  <a:pt x="412479" y="473088"/>
                </a:lnTo>
                <a:lnTo>
                  <a:pt x="376625" y="496031"/>
                </a:lnTo>
                <a:lnTo>
                  <a:pt x="342155" y="519299"/>
                </a:lnTo>
                <a:lnTo>
                  <a:pt x="309107" y="542876"/>
                </a:lnTo>
                <a:lnTo>
                  <a:pt x="277518" y="566744"/>
                </a:lnTo>
                <a:lnTo>
                  <a:pt x="247425" y="590889"/>
                </a:lnTo>
                <a:lnTo>
                  <a:pt x="191879" y="639940"/>
                </a:lnTo>
                <a:lnTo>
                  <a:pt x="142768" y="689899"/>
                </a:lnTo>
                <a:lnTo>
                  <a:pt x="100391" y="740638"/>
                </a:lnTo>
                <a:lnTo>
                  <a:pt x="65048" y="792026"/>
                </a:lnTo>
                <a:lnTo>
                  <a:pt x="37038" y="843933"/>
                </a:lnTo>
                <a:lnTo>
                  <a:pt x="16661" y="896230"/>
                </a:lnTo>
                <a:lnTo>
                  <a:pt x="4215" y="948787"/>
                </a:lnTo>
                <a:lnTo>
                  <a:pt x="1060" y="975123"/>
                </a:lnTo>
                <a:lnTo>
                  <a:pt x="0" y="1001474"/>
                </a:lnTo>
              </a:path>
              <a:path w="4619625" h="2936875">
                <a:moveTo>
                  <a:pt x="3648061" y="1437317"/>
                </a:moveTo>
                <a:lnTo>
                  <a:pt x="3647174" y="1485145"/>
                </a:lnTo>
                <a:lnTo>
                  <a:pt x="3644538" y="1532908"/>
                </a:lnTo>
                <a:lnTo>
                  <a:pt x="3640192" y="1580563"/>
                </a:lnTo>
                <a:lnTo>
                  <a:pt x="3634173" y="1628068"/>
                </a:lnTo>
                <a:lnTo>
                  <a:pt x="3626519" y="1675383"/>
                </a:lnTo>
                <a:lnTo>
                  <a:pt x="3617268" y="1722464"/>
                </a:lnTo>
                <a:lnTo>
                  <a:pt x="3606459" y="1769271"/>
                </a:lnTo>
                <a:lnTo>
                  <a:pt x="3594129" y="1815761"/>
                </a:lnTo>
                <a:lnTo>
                  <a:pt x="3580316" y="1861893"/>
                </a:lnTo>
                <a:lnTo>
                  <a:pt x="3565059" y="1907626"/>
                </a:lnTo>
                <a:lnTo>
                  <a:pt x="3548396" y="1952916"/>
                </a:lnTo>
                <a:lnTo>
                  <a:pt x="3530363" y="1997722"/>
                </a:lnTo>
                <a:lnTo>
                  <a:pt x="3511000" y="2042003"/>
                </a:lnTo>
                <a:lnTo>
                  <a:pt x="3490345" y="2085717"/>
                </a:lnTo>
                <a:lnTo>
                  <a:pt x="3468435" y="2128822"/>
                </a:lnTo>
                <a:lnTo>
                  <a:pt x="3445308" y="2171276"/>
                </a:lnTo>
                <a:lnTo>
                  <a:pt x="3421003" y="2213037"/>
                </a:lnTo>
                <a:lnTo>
                  <a:pt x="3395558" y="2254064"/>
                </a:lnTo>
                <a:lnTo>
                  <a:pt x="3369010" y="2294315"/>
                </a:lnTo>
                <a:lnTo>
                  <a:pt x="3341398" y="2333748"/>
                </a:lnTo>
                <a:lnTo>
                  <a:pt x="3312759" y="2372321"/>
                </a:lnTo>
                <a:lnTo>
                  <a:pt x="3283132" y="2409992"/>
                </a:lnTo>
                <a:lnTo>
                  <a:pt x="3252554" y="2446720"/>
                </a:lnTo>
                <a:lnTo>
                  <a:pt x="3221064" y="2482463"/>
                </a:lnTo>
                <a:lnTo>
                  <a:pt x="3188700" y="2517179"/>
                </a:lnTo>
                <a:lnTo>
                  <a:pt x="3155499" y="2550826"/>
                </a:lnTo>
                <a:lnTo>
                  <a:pt x="3121500" y="2583363"/>
                </a:lnTo>
                <a:lnTo>
                  <a:pt x="3086740" y="2614748"/>
                </a:lnTo>
                <a:lnTo>
                  <a:pt x="3051258" y="2644938"/>
                </a:lnTo>
                <a:lnTo>
                  <a:pt x="3015092" y="2673892"/>
                </a:lnTo>
                <a:lnTo>
                  <a:pt x="2978280" y="2701569"/>
                </a:lnTo>
                <a:lnTo>
                  <a:pt x="2940860" y="2727926"/>
                </a:lnTo>
                <a:lnTo>
                  <a:pt x="2902869" y="2752922"/>
                </a:lnTo>
                <a:lnTo>
                  <a:pt x="2864346" y="2776514"/>
                </a:lnTo>
                <a:lnTo>
                  <a:pt x="2825329" y="2798662"/>
                </a:lnTo>
                <a:lnTo>
                  <a:pt x="2785855" y="2819324"/>
                </a:lnTo>
                <a:lnTo>
                  <a:pt x="2745964" y="2838456"/>
                </a:lnTo>
                <a:lnTo>
                  <a:pt x="2705692" y="2856019"/>
                </a:lnTo>
                <a:lnTo>
                  <a:pt x="2665078" y="2871969"/>
                </a:lnTo>
                <a:lnTo>
                  <a:pt x="2624160" y="2886266"/>
                </a:lnTo>
                <a:lnTo>
                  <a:pt x="2582976" y="2898867"/>
                </a:lnTo>
                <a:lnTo>
                  <a:pt x="2541563" y="2909731"/>
                </a:lnTo>
                <a:lnTo>
                  <a:pt x="2499961" y="2918815"/>
                </a:lnTo>
                <a:lnTo>
                  <a:pt x="2458207" y="2926078"/>
                </a:lnTo>
                <a:lnTo>
                  <a:pt x="2416338" y="2931479"/>
                </a:lnTo>
                <a:lnTo>
                  <a:pt x="2374394" y="2934975"/>
                </a:lnTo>
                <a:lnTo>
                  <a:pt x="2332411" y="2936524"/>
                </a:lnTo>
                <a:lnTo>
                  <a:pt x="2289516" y="2936069"/>
                </a:lnTo>
                <a:lnTo>
                  <a:pt x="2246662" y="2933584"/>
                </a:lnTo>
                <a:lnTo>
                  <a:pt x="2203889" y="2929114"/>
                </a:lnTo>
                <a:lnTo>
                  <a:pt x="2161237" y="2922706"/>
                </a:lnTo>
                <a:lnTo>
                  <a:pt x="2118748" y="2914405"/>
                </a:lnTo>
                <a:lnTo>
                  <a:pt x="2076461" y="2904257"/>
                </a:lnTo>
                <a:lnTo>
                  <a:pt x="2034418" y="2892307"/>
                </a:lnTo>
                <a:lnTo>
                  <a:pt x="1992658" y="2878601"/>
                </a:lnTo>
                <a:lnTo>
                  <a:pt x="1951223" y="2863185"/>
                </a:lnTo>
                <a:lnTo>
                  <a:pt x="1910153" y="2846105"/>
                </a:lnTo>
                <a:lnTo>
                  <a:pt x="1869489" y="2827405"/>
                </a:lnTo>
                <a:lnTo>
                  <a:pt x="1829270" y="2807133"/>
                </a:lnTo>
                <a:lnTo>
                  <a:pt x="1789538" y="2785332"/>
                </a:lnTo>
                <a:lnTo>
                  <a:pt x="1750333" y="2762050"/>
                </a:lnTo>
                <a:lnTo>
                  <a:pt x="1711696" y="2737332"/>
                </a:lnTo>
                <a:lnTo>
                  <a:pt x="1673667" y="2711223"/>
                </a:lnTo>
                <a:lnTo>
                  <a:pt x="1636287" y="2683769"/>
                </a:lnTo>
                <a:lnTo>
                  <a:pt x="1599596" y="2655015"/>
                </a:lnTo>
                <a:lnTo>
                  <a:pt x="1563635" y="2625008"/>
                </a:lnTo>
                <a:lnTo>
                  <a:pt x="1528445" y="2593794"/>
                </a:lnTo>
                <a:lnTo>
                  <a:pt x="1494066" y="2561417"/>
                </a:lnTo>
                <a:lnTo>
                  <a:pt x="1460538" y="2527923"/>
                </a:lnTo>
                <a:lnTo>
                  <a:pt x="1427902" y="2493358"/>
                </a:lnTo>
                <a:lnTo>
                  <a:pt x="1396199" y="2457768"/>
                </a:lnTo>
                <a:lnTo>
                  <a:pt x="1365469" y="2421199"/>
                </a:lnTo>
                <a:lnTo>
                  <a:pt x="1335753" y="2383695"/>
                </a:lnTo>
                <a:lnTo>
                  <a:pt x="1307091" y="2345303"/>
                </a:lnTo>
                <a:lnTo>
                  <a:pt x="1279524" y="2306069"/>
                </a:lnTo>
                <a:lnTo>
                  <a:pt x="1253092" y="2266038"/>
                </a:lnTo>
                <a:lnTo>
                  <a:pt x="1227836" y="2225255"/>
                </a:lnTo>
                <a:lnTo>
                  <a:pt x="1203797" y="2183767"/>
                </a:lnTo>
                <a:lnTo>
                  <a:pt x="1181015" y="2141618"/>
                </a:lnTo>
                <a:lnTo>
                  <a:pt x="1159530" y="2098856"/>
                </a:lnTo>
                <a:lnTo>
                  <a:pt x="1139384" y="2055525"/>
                </a:lnTo>
                <a:lnTo>
                  <a:pt x="1120616" y="2011670"/>
                </a:lnTo>
                <a:lnTo>
                  <a:pt x="1103268" y="1967339"/>
                </a:lnTo>
                <a:lnTo>
                  <a:pt x="1087379" y="1922576"/>
                </a:lnTo>
                <a:lnTo>
                  <a:pt x="1072990" y="1877426"/>
                </a:lnTo>
                <a:lnTo>
                  <a:pt x="1060143" y="1831937"/>
                </a:lnTo>
                <a:lnTo>
                  <a:pt x="1048877" y="1786153"/>
                </a:lnTo>
                <a:lnTo>
                  <a:pt x="1039233" y="1740120"/>
                </a:lnTo>
                <a:lnTo>
                  <a:pt x="1031251" y="1693883"/>
                </a:lnTo>
                <a:lnTo>
                  <a:pt x="1024973" y="1647489"/>
                </a:lnTo>
                <a:lnTo>
                  <a:pt x="1020438" y="1600983"/>
                </a:lnTo>
                <a:lnTo>
                  <a:pt x="1017687" y="1554410"/>
                </a:lnTo>
                <a:lnTo>
                  <a:pt x="1016761" y="1507817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633474" y="1337625"/>
            <a:ext cx="300990" cy="38671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87850" y="4315974"/>
            <a:ext cx="300990" cy="38671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198" rIns="0" bIns="0" rtlCol="0">
            <a:spAutoFit/>
          </a:bodyPr>
          <a:lstStyle/>
          <a:p>
            <a:pPr marL="392049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solidFill>
                  <a:srgbClr val="C0504D"/>
                </a:solidFill>
                <a:latin typeface="Calibri"/>
                <a:cs typeface="Calibri"/>
              </a:rPr>
              <a:t>(1+0)*1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4106" y="2281546"/>
            <a:ext cx="3232150" cy="1352550"/>
            <a:chOff x="874106" y="2281546"/>
            <a:chExt cx="3232150" cy="1352550"/>
          </a:xfrm>
        </p:grpSpPr>
        <p:sp>
          <p:nvSpPr>
            <p:cNvPr id="4" name="object 4"/>
            <p:cNvSpPr/>
            <p:nvPr/>
          </p:nvSpPr>
          <p:spPr>
            <a:xfrm>
              <a:off x="2046981" y="2291071"/>
              <a:ext cx="1367790" cy="1333500"/>
            </a:xfrm>
            <a:custGeom>
              <a:avLst/>
              <a:gdLst/>
              <a:ahLst/>
              <a:cxnLst/>
              <a:rect l="l" t="t" r="r" b="b"/>
              <a:pathLst>
                <a:path w="1367789" h="1333500">
                  <a:moveTo>
                    <a:pt x="0" y="1115866"/>
                  </a:moveTo>
                  <a:lnTo>
                    <a:pt x="5564" y="1066073"/>
                  </a:lnTo>
                  <a:lnTo>
                    <a:pt x="21413" y="1020365"/>
                  </a:lnTo>
                  <a:lnTo>
                    <a:pt x="46283" y="980044"/>
                  </a:lnTo>
                  <a:lnTo>
                    <a:pt x="78910" y="946414"/>
                  </a:lnTo>
                  <a:lnTo>
                    <a:pt x="118027" y="920779"/>
                  </a:lnTo>
                  <a:lnTo>
                    <a:pt x="162372" y="904442"/>
                  </a:lnTo>
                  <a:lnTo>
                    <a:pt x="210678" y="898706"/>
                  </a:lnTo>
                  <a:lnTo>
                    <a:pt x="251972" y="902918"/>
                  </a:lnTo>
                  <a:lnTo>
                    <a:pt x="291302" y="915237"/>
                  </a:lnTo>
                  <a:lnTo>
                    <a:pt x="327563" y="935192"/>
                  </a:lnTo>
                  <a:lnTo>
                    <a:pt x="359651" y="962311"/>
                  </a:lnTo>
                  <a:lnTo>
                    <a:pt x="385960" y="995386"/>
                  </a:lnTo>
                  <a:lnTo>
                    <a:pt x="405320" y="1032763"/>
                  </a:lnTo>
                  <a:lnTo>
                    <a:pt x="417271" y="1073302"/>
                  </a:lnTo>
                  <a:lnTo>
                    <a:pt x="421357" y="1115866"/>
                  </a:lnTo>
                  <a:lnTo>
                    <a:pt x="415793" y="1165658"/>
                  </a:lnTo>
                  <a:lnTo>
                    <a:pt x="399943" y="1211367"/>
                  </a:lnTo>
                  <a:lnTo>
                    <a:pt x="375073" y="1251688"/>
                  </a:lnTo>
                  <a:lnTo>
                    <a:pt x="342447" y="1285317"/>
                  </a:lnTo>
                  <a:lnTo>
                    <a:pt x="303329" y="1310952"/>
                  </a:lnTo>
                  <a:lnTo>
                    <a:pt x="258985" y="1327289"/>
                  </a:lnTo>
                  <a:lnTo>
                    <a:pt x="210678" y="1333025"/>
                  </a:lnTo>
                  <a:lnTo>
                    <a:pt x="162372" y="1327289"/>
                  </a:lnTo>
                  <a:lnTo>
                    <a:pt x="118027" y="1310952"/>
                  </a:lnTo>
                  <a:lnTo>
                    <a:pt x="78910" y="1285317"/>
                  </a:lnTo>
                  <a:lnTo>
                    <a:pt x="46283" y="1251688"/>
                  </a:lnTo>
                  <a:lnTo>
                    <a:pt x="21413" y="1211367"/>
                  </a:lnTo>
                  <a:lnTo>
                    <a:pt x="5564" y="1165658"/>
                  </a:lnTo>
                  <a:lnTo>
                    <a:pt x="0" y="1115866"/>
                  </a:lnTo>
                  <a:close/>
                </a:path>
                <a:path w="1367789" h="1333500">
                  <a:moveTo>
                    <a:pt x="0" y="217158"/>
                  </a:moveTo>
                  <a:lnTo>
                    <a:pt x="5564" y="167366"/>
                  </a:lnTo>
                  <a:lnTo>
                    <a:pt x="21413" y="121658"/>
                  </a:lnTo>
                  <a:lnTo>
                    <a:pt x="46283" y="81337"/>
                  </a:lnTo>
                  <a:lnTo>
                    <a:pt x="78910" y="47707"/>
                  </a:lnTo>
                  <a:lnTo>
                    <a:pt x="118027" y="22072"/>
                  </a:lnTo>
                  <a:lnTo>
                    <a:pt x="162372" y="5735"/>
                  </a:lnTo>
                  <a:lnTo>
                    <a:pt x="210678" y="0"/>
                  </a:lnTo>
                  <a:lnTo>
                    <a:pt x="251972" y="4211"/>
                  </a:lnTo>
                  <a:lnTo>
                    <a:pt x="291302" y="16530"/>
                  </a:lnTo>
                  <a:lnTo>
                    <a:pt x="327563" y="36485"/>
                  </a:lnTo>
                  <a:lnTo>
                    <a:pt x="359651" y="63604"/>
                  </a:lnTo>
                  <a:lnTo>
                    <a:pt x="385960" y="96679"/>
                  </a:lnTo>
                  <a:lnTo>
                    <a:pt x="405320" y="134055"/>
                  </a:lnTo>
                  <a:lnTo>
                    <a:pt x="417271" y="174595"/>
                  </a:lnTo>
                  <a:lnTo>
                    <a:pt x="421357" y="217158"/>
                  </a:lnTo>
                  <a:lnTo>
                    <a:pt x="415793" y="266951"/>
                  </a:lnTo>
                  <a:lnTo>
                    <a:pt x="399943" y="312660"/>
                  </a:lnTo>
                  <a:lnTo>
                    <a:pt x="375073" y="352981"/>
                  </a:lnTo>
                  <a:lnTo>
                    <a:pt x="342447" y="386610"/>
                  </a:lnTo>
                  <a:lnTo>
                    <a:pt x="303329" y="412245"/>
                  </a:lnTo>
                  <a:lnTo>
                    <a:pt x="258985" y="428582"/>
                  </a:lnTo>
                  <a:lnTo>
                    <a:pt x="210678" y="434318"/>
                  </a:lnTo>
                  <a:lnTo>
                    <a:pt x="162372" y="428582"/>
                  </a:lnTo>
                  <a:lnTo>
                    <a:pt x="118027" y="412245"/>
                  </a:lnTo>
                  <a:lnTo>
                    <a:pt x="78910" y="386610"/>
                  </a:lnTo>
                  <a:lnTo>
                    <a:pt x="46283" y="352981"/>
                  </a:lnTo>
                  <a:lnTo>
                    <a:pt x="21413" y="312660"/>
                  </a:lnTo>
                  <a:lnTo>
                    <a:pt x="5564" y="266951"/>
                  </a:lnTo>
                  <a:lnTo>
                    <a:pt x="0" y="217158"/>
                  </a:lnTo>
                  <a:close/>
                </a:path>
                <a:path w="1367789" h="1333500">
                  <a:moveTo>
                    <a:pt x="946343" y="217158"/>
                  </a:moveTo>
                  <a:lnTo>
                    <a:pt x="951907" y="167366"/>
                  </a:lnTo>
                  <a:lnTo>
                    <a:pt x="967756" y="121658"/>
                  </a:lnTo>
                  <a:lnTo>
                    <a:pt x="992626" y="81337"/>
                  </a:lnTo>
                  <a:lnTo>
                    <a:pt x="1025252" y="47707"/>
                  </a:lnTo>
                  <a:lnTo>
                    <a:pt x="1064370" y="22072"/>
                  </a:lnTo>
                  <a:lnTo>
                    <a:pt x="1108715" y="5735"/>
                  </a:lnTo>
                  <a:lnTo>
                    <a:pt x="1157021" y="0"/>
                  </a:lnTo>
                  <a:lnTo>
                    <a:pt x="1198315" y="4211"/>
                  </a:lnTo>
                  <a:lnTo>
                    <a:pt x="1237644" y="16530"/>
                  </a:lnTo>
                  <a:lnTo>
                    <a:pt x="1273906" y="36485"/>
                  </a:lnTo>
                  <a:lnTo>
                    <a:pt x="1305994" y="63604"/>
                  </a:lnTo>
                  <a:lnTo>
                    <a:pt x="1332304" y="96679"/>
                  </a:lnTo>
                  <a:lnTo>
                    <a:pt x="1351663" y="134055"/>
                  </a:lnTo>
                  <a:lnTo>
                    <a:pt x="1363614" y="174595"/>
                  </a:lnTo>
                  <a:lnTo>
                    <a:pt x="1367700" y="217158"/>
                  </a:lnTo>
                  <a:lnTo>
                    <a:pt x="1362136" y="266951"/>
                  </a:lnTo>
                  <a:lnTo>
                    <a:pt x="1346286" y="312660"/>
                  </a:lnTo>
                  <a:lnTo>
                    <a:pt x="1321416" y="352981"/>
                  </a:lnTo>
                  <a:lnTo>
                    <a:pt x="1288790" y="386610"/>
                  </a:lnTo>
                  <a:lnTo>
                    <a:pt x="1249672" y="412245"/>
                  </a:lnTo>
                  <a:lnTo>
                    <a:pt x="1205328" y="428582"/>
                  </a:lnTo>
                  <a:lnTo>
                    <a:pt x="1157021" y="434318"/>
                  </a:lnTo>
                  <a:lnTo>
                    <a:pt x="1108715" y="428582"/>
                  </a:lnTo>
                  <a:lnTo>
                    <a:pt x="1064370" y="412245"/>
                  </a:lnTo>
                  <a:lnTo>
                    <a:pt x="1025252" y="386610"/>
                  </a:lnTo>
                  <a:lnTo>
                    <a:pt x="992626" y="352981"/>
                  </a:lnTo>
                  <a:lnTo>
                    <a:pt x="967756" y="312660"/>
                  </a:lnTo>
                  <a:lnTo>
                    <a:pt x="951907" y="266951"/>
                  </a:lnTo>
                  <a:lnTo>
                    <a:pt x="946343" y="217158"/>
                  </a:lnTo>
                  <a:close/>
                </a:path>
                <a:path w="1367789" h="1333500">
                  <a:moveTo>
                    <a:pt x="946343" y="1115866"/>
                  </a:moveTo>
                  <a:lnTo>
                    <a:pt x="951907" y="1066073"/>
                  </a:lnTo>
                  <a:lnTo>
                    <a:pt x="967756" y="1020365"/>
                  </a:lnTo>
                  <a:lnTo>
                    <a:pt x="992626" y="980044"/>
                  </a:lnTo>
                  <a:lnTo>
                    <a:pt x="1025252" y="946414"/>
                  </a:lnTo>
                  <a:lnTo>
                    <a:pt x="1064370" y="920779"/>
                  </a:lnTo>
                  <a:lnTo>
                    <a:pt x="1108715" y="904442"/>
                  </a:lnTo>
                  <a:lnTo>
                    <a:pt x="1157021" y="898706"/>
                  </a:lnTo>
                  <a:lnTo>
                    <a:pt x="1198315" y="902918"/>
                  </a:lnTo>
                  <a:lnTo>
                    <a:pt x="1237644" y="915237"/>
                  </a:lnTo>
                  <a:lnTo>
                    <a:pt x="1273906" y="935192"/>
                  </a:lnTo>
                  <a:lnTo>
                    <a:pt x="1305994" y="962311"/>
                  </a:lnTo>
                  <a:lnTo>
                    <a:pt x="1332304" y="995386"/>
                  </a:lnTo>
                  <a:lnTo>
                    <a:pt x="1351663" y="1032763"/>
                  </a:lnTo>
                  <a:lnTo>
                    <a:pt x="1363614" y="1073302"/>
                  </a:lnTo>
                  <a:lnTo>
                    <a:pt x="1367700" y="1115866"/>
                  </a:lnTo>
                  <a:lnTo>
                    <a:pt x="1362136" y="1165658"/>
                  </a:lnTo>
                  <a:lnTo>
                    <a:pt x="1346286" y="1211367"/>
                  </a:lnTo>
                  <a:lnTo>
                    <a:pt x="1321416" y="1251688"/>
                  </a:lnTo>
                  <a:lnTo>
                    <a:pt x="1288790" y="1285317"/>
                  </a:lnTo>
                  <a:lnTo>
                    <a:pt x="1249672" y="1310952"/>
                  </a:lnTo>
                  <a:lnTo>
                    <a:pt x="1205328" y="1327289"/>
                  </a:lnTo>
                  <a:lnTo>
                    <a:pt x="1157021" y="1333025"/>
                  </a:lnTo>
                  <a:lnTo>
                    <a:pt x="1108715" y="1327289"/>
                  </a:lnTo>
                  <a:lnTo>
                    <a:pt x="1064370" y="1310952"/>
                  </a:lnTo>
                  <a:lnTo>
                    <a:pt x="1025252" y="1285317"/>
                  </a:lnTo>
                  <a:lnTo>
                    <a:pt x="992626" y="1251688"/>
                  </a:lnTo>
                  <a:lnTo>
                    <a:pt x="967756" y="1211367"/>
                  </a:lnTo>
                  <a:lnTo>
                    <a:pt x="951907" y="1165658"/>
                  </a:lnTo>
                  <a:lnTo>
                    <a:pt x="946343" y="1115866"/>
                  </a:lnTo>
                  <a:close/>
                </a:path>
                <a:path w="1367789" h="1333500">
                  <a:moveTo>
                    <a:pt x="421357" y="217158"/>
                  </a:moveTo>
                  <a:lnTo>
                    <a:pt x="831925" y="21715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9382" y="2467239"/>
              <a:ext cx="105500" cy="819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68338" y="3406937"/>
              <a:ext cx="410845" cy="0"/>
            </a:xfrm>
            <a:custGeom>
              <a:avLst/>
              <a:gdLst/>
              <a:ahLst/>
              <a:cxnLst/>
              <a:rect l="l" t="t" r="r" b="b"/>
              <a:pathLst>
                <a:path w="410844">
                  <a:moveTo>
                    <a:pt x="0" y="0"/>
                  </a:moveTo>
                  <a:lnTo>
                    <a:pt x="41056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9382" y="3365946"/>
              <a:ext cx="105500" cy="819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57025" y="2663418"/>
              <a:ext cx="2740025" cy="434340"/>
            </a:xfrm>
            <a:custGeom>
              <a:avLst/>
              <a:gdLst/>
              <a:ahLst/>
              <a:cxnLst/>
              <a:rect l="l" t="t" r="r" b="b"/>
              <a:pathLst>
                <a:path w="2740025" h="434339">
                  <a:moveTo>
                    <a:pt x="0" y="217158"/>
                  </a:moveTo>
                  <a:lnTo>
                    <a:pt x="5564" y="167366"/>
                  </a:lnTo>
                  <a:lnTo>
                    <a:pt x="21413" y="121657"/>
                  </a:lnTo>
                  <a:lnTo>
                    <a:pt x="46283" y="81337"/>
                  </a:lnTo>
                  <a:lnTo>
                    <a:pt x="78909" y="47707"/>
                  </a:lnTo>
                  <a:lnTo>
                    <a:pt x="118027" y="22072"/>
                  </a:lnTo>
                  <a:lnTo>
                    <a:pt x="162372" y="5735"/>
                  </a:lnTo>
                  <a:lnTo>
                    <a:pt x="210678" y="0"/>
                  </a:lnTo>
                  <a:lnTo>
                    <a:pt x="251971" y="4211"/>
                  </a:lnTo>
                  <a:lnTo>
                    <a:pt x="291301" y="16530"/>
                  </a:lnTo>
                  <a:lnTo>
                    <a:pt x="327563" y="36485"/>
                  </a:lnTo>
                  <a:lnTo>
                    <a:pt x="359651" y="63604"/>
                  </a:lnTo>
                  <a:lnTo>
                    <a:pt x="385960" y="96679"/>
                  </a:lnTo>
                  <a:lnTo>
                    <a:pt x="405320" y="134055"/>
                  </a:lnTo>
                  <a:lnTo>
                    <a:pt x="417271" y="174595"/>
                  </a:lnTo>
                  <a:lnTo>
                    <a:pt x="421357" y="217158"/>
                  </a:lnTo>
                  <a:lnTo>
                    <a:pt x="415793" y="266951"/>
                  </a:lnTo>
                  <a:lnTo>
                    <a:pt x="399943" y="312660"/>
                  </a:lnTo>
                  <a:lnTo>
                    <a:pt x="375073" y="352980"/>
                  </a:lnTo>
                  <a:lnTo>
                    <a:pt x="342447" y="386610"/>
                  </a:lnTo>
                  <a:lnTo>
                    <a:pt x="303329" y="412245"/>
                  </a:lnTo>
                  <a:lnTo>
                    <a:pt x="258985" y="428582"/>
                  </a:lnTo>
                  <a:lnTo>
                    <a:pt x="210678" y="434318"/>
                  </a:lnTo>
                  <a:lnTo>
                    <a:pt x="162372" y="428582"/>
                  </a:lnTo>
                  <a:lnTo>
                    <a:pt x="118027" y="412245"/>
                  </a:lnTo>
                  <a:lnTo>
                    <a:pt x="78909" y="386610"/>
                  </a:lnTo>
                  <a:lnTo>
                    <a:pt x="46283" y="352980"/>
                  </a:lnTo>
                  <a:lnTo>
                    <a:pt x="21413" y="312660"/>
                  </a:lnTo>
                  <a:lnTo>
                    <a:pt x="5564" y="266951"/>
                  </a:lnTo>
                  <a:lnTo>
                    <a:pt x="0" y="217158"/>
                  </a:lnTo>
                  <a:close/>
                </a:path>
                <a:path w="2740025" h="434339">
                  <a:moveTo>
                    <a:pt x="2318075" y="217158"/>
                  </a:moveTo>
                  <a:lnTo>
                    <a:pt x="2323639" y="167366"/>
                  </a:lnTo>
                  <a:lnTo>
                    <a:pt x="2339488" y="121657"/>
                  </a:lnTo>
                  <a:lnTo>
                    <a:pt x="2364359" y="81337"/>
                  </a:lnTo>
                  <a:lnTo>
                    <a:pt x="2396985" y="47707"/>
                  </a:lnTo>
                  <a:lnTo>
                    <a:pt x="2436102" y="22072"/>
                  </a:lnTo>
                  <a:lnTo>
                    <a:pt x="2480447" y="5735"/>
                  </a:lnTo>
                  <a:lnTo>
                    <a:pt x="2528754" y="0"/>
                  </a:lnTo>
                  <a:lnTo>
                    <a:pt x="2570047" y="4211"/>
                  </a:lnTo>
                  <a:lnTo>
                    <a:pt x="2609377" y="16530"/>
                  </a:lnTo>
                  <a:lnTo>
                    <a:pt x="2645638" y="36485"/>
                  </a:lnTo>
                  <a:lnTo>
                    <a:pt x="2677726" y="63604"/>
                  </a:lnTo>
                  <a:lnTo>
                    <a:pt x="2704036" y="96679"/>
                  </a:lnTo>
                  <a:lnTo>
                    <a:pt x="2723395" y="134055"/>
                  </a:lnTo>
                  <a:lnTo>
                    <a:pt x="2735346" y="174595"/>
                  </a:lnTo>
                  <a:lnTo>
                    <a:pt x="2739432" y="217158"/>
                  </a:lnTo>
                  <a:lnTo>
                    <a:pt x="2733868" y="266951"/>
                  </a:lnTo>
                  <a:lnTo>
                    <a:pt x="2718018" y="312660"/>
                  </a:lnTo>
                  <a:lnTo>
                    <a:pt x="2693148" y="352980"/>
                  </a:lnTo>
                  <a:lnTo>
                    <a:pt x="2660522" y="386610"/>
                  </a:lnTo>
                  <a:lnTo>
                    <a:pt x="2621404" y="412245"/>
                  </a:lnTo>
                  <a:lnTo>
                    <a:pt x="2577060" y="428582"/>
                  </a:lnTo>
                  <a:lnTo>
                    <a:pt x="2528754" y="434318"/>
                  </a:lnTo>
                  <a:lnTo>
                    <a:pt x="2480447" y="428582"/>
                  </a:lnTo>
                  <a:lnTo>
                    <a:pt x="2436102" y="412245"/>
                  </a:lnTo>
                  <a:lnTo>
                    <a:pt x="2396985" y="386610"/>
                  </a:lnTo>
                  <a:lnTo>
                    <a:pt x="2364359" y="352980"/>
                  </a:lnTo>
                  <a:lnTo>
                    <a:pt x="2339488" y="312660"/>
                  </a:lnTo>
                  <a:lnTo>
                    <a:pt x="2323639" y="266951"/>
                  </a:lnTo>
                  <a:lnTo>
                    <a:pt x="2318075" y="217158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7151" y="2514093"/>
              <a:ext cx="326056" cy="2224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5168" y="3103599"/>
              <a:ext cx="326056" cy="2224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5156" y="2498705"/>
              <a:ext cx="318078" cy="2221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16676" y="3034131"/>
              <a:ext cx="292735" cy="163830"/>
            </a:xfrm>
            <a:custGeom>
              <a:avLst/>
              <a:gdLst/>
              <a:ahLst/>
              <a:cxnLst/>
              <a:rect l="l" t="t" r="r" b="b"/>
              <a:pathLst>
                <a:path w="292735" h="163830">
                  <a:moveTo>
                    <a:pt x="0" y="0"/>
                  </a:moveTo>
                  <a:lnTo>
                    <a:pt x="292349" y="16352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4140" y="3160674"/>
              <a:ext cx="109860" cy="887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83631" y="2882148"/>
              <a:ext cx="359410" cy="5080"/>
            </a:xfrm>
            <a:custGeom>
              <a:avLst/>
              <a:gdLst/>
              <a:ahLst/>
              <a:cxnLst/>
              <a:rect l="l" t="t" r="r" b="b"/>
              <a:pathLst>
                <a:path w="359409" h="5080">
                  <a:moveTo>
                    <a:pt x="0" y="4935"/>
                  </a:moveTo>
                  <a:lnTo>
                    <a:pt x="35910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2778" y="2841160"/>
              <a:ext cx="105925" cy="81974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1564023" y="2261836"/>
            <a:ext cx="278765" cy="311785"/>
          </a:xfrm>
          <a:custGeom>
            <a:avLst/>
            <a:gdLst/>
            <a:ahLst/>
            <a:cxnLst/>
            <a:rect l="l" t="t" r="r" b="b"/>
            <a:pathLst>
              <a:path w="278764" h="311785">
                <a:moveTo>
                  <a:pt x="0" y="0"/>
                </a:moveTo>
                <a:lnTo>
                  <a:pt x="278467" y="0"/>
                </a:lnTo>
                <a:lnTo>
                  <a:pt x="278467" y="311776"/>
                </a:lnTo>
                <a:lnTo>
                  <a:pt x="0" y="31177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37048" y="2326733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10158" y="2124993"/>
            <a:ext cx="461009" cy="37782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08976" y="3305497"/>
            <a:ext cx="392430" cy="31178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ts val="1845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10153" y="3229947"/>
            <a:ext cx="330835" cy="377825"/>
          </a:xfrm>
          <a:custGeom>
            <a:avLst/>
            <a:gdLst/>
            <a:ahLst/>
            <a:cxnLst/>
            <a:rect l="l" t="t" r="r" b="b"/>
            <a:pathLst>
              <a:path w="330835" h="377825">
                <a:moveTo>
                  <a:pt x="0" y="0"/>
                </a:moveTo>
                <a:lnTo>
                  <a:pt x="330222" y="0"/>
                </a:lnTo>
                <a:lnTo>
                  <a:pt x="330222" y="377656"/>
                </a:lnTo>
                <a:lnTo>
                  <a:pt x="0" y="37765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83178" y="3294845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72013" y="2046869"/>
            <a:ext cx="330835" cy="311785"/>
          </a:xfrm>
          <a:custGeom>
            <a:avLst/>
            <a:gdLst/>
            <a:ahLst/>
            <a:cxnLst/>
            <a:rect l="l" t="t" r="r" b="b"/>
            <a:pathLst>
              <a:path w="330835" h="311785">
                <a:moveTo>
                  <a:pt x="0" y="0"/>
                </a:moveTo>
                <a:lnTo>
                  <a:pt x="330222" y="0"/>
                </a:lnTo>
                <a:lnTo>
                  <a:pt x="330222" y="311776"/>
                </a:lnTo>
                <a:lnTo>
                  <a:pt x="0" y="31177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645038" y="2112781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70373" y="3513257"/>
            <a:ext cx="392430" cy="31178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0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35360" y="2415113"/>
            <a:ext cx="4888865" cy="699135"/>
            <a:chOff x="335360" y="2415113"/>
            <a:chExt cx="4888865" cy="699135"/>
          </a:xfrm>
        </p:grpSpPr>
        <p:sp>
          <p:nvSpPr>
            <p:cNvPr id="26" name="object 26"/>
            <p:cNvSpPr/>
            <p:nvPr/>
          </p:nvSpPr>
          <p:spPr>
            <a:xfrm>
              <a:off x="344885" y="2639718"/>
              <a:ext cx="4869815" cy="465455"/>
            </a:xfrm>
            <a:custGeom>
              <a:avLst/>
              <a:gdLst/>
              <a:ahLst/>
              <a:cxnLst/>
              <a:rect l="l" t="t" r="r" b="b"/>
              <a:pathLst>
                <a:path w="4869815" h="465455">
                  <a:moveTo>
                    <a:pt x="4330844" y="232476"/>
                  </a:moveTo>
                  <a:lnTo>
                    <a:pt x="4335185" y="190688"/>
                  </a:lnTo>
                  <a:lnTo>
                    <a:pt x="4347702" y="151358"/>
                  </a:lnTo>
                  <a:lnTo>
                    <a:pt x="4367634" y="115141"/>
                  </a:lnTo>
                  <a:lnTo>
                    <a:pt x="4394219" y="82694"/>
                  </a:lnTo>
                  <a:lnTo>
                    <a:pt x="4426697" y="54675"/>
                  </a:lnTo>
                  <a:lnTo>
                    <a:pt x="4464305" y="31739"/>
                  </a:lnTo>
                  <a:lnTo>
                    <a:pt x="4506285" y="14544"/>
                  </a:lnTo>
                  <a:lnTo>
                    <a:pt x="4551873" y="3745"/>
                  </a:lnTo>
                  <a:lnTo>
                    <a:pt x="4600310" y="0"/>
                  </a:lnTo>
                  <a:lnTo>
                    <a:pt x="4648747" y="3745"/>
                  </a:lnTo>
                  <a:lnTo>
                    <a:pt x="4694336" y="14544"/>
                  </a:lnTo>
                  <a:lnTo>
                    <a:pt x="4736315" y="31739"/>
                  </a:lnTo>
                  <a:lnTo>
                    <a:pt x="4773924" y="54675"/>
                  </a:lnTo>
                  <a:lnTo>
                    <a:pt x="4806401" y="82694"/>
                  </a:lnTo>
                  <a:lnTo>
                    <a:pt x="4832986" y="115141"/>
                  </a:lnTo>
                  <a:lnTo>
                    <a:pt x="4852918" y="151358"/>
                  </a:lnTo>
                  <a:lnTo>
                    <a:pt x="4865435" y="190688"/>
                  </a:lnTo>
                  <a:lnTo>
                    <a:pt x="4869776" y="232476"/>
                  </a:lnTo>
                  <a:lnTo>
                    <a:pt x="4865435" y="274264"/>
                  </a:lnTo>
                  <a:lnTo>
                    <a:pt x="4852918" y="313595"/>
                  </a:lnTo>
                  <a:lnTo>
                    <a:pt x="4832986" y="349812"/>
                  </a:lnTo>
                  <a:lnTo>
                    <a:pt x="4806401" y="382258"/>
                  </a:lnTo>
                  <a:lnTo>
                    <a:pt x="4773924" y="410278"/>
                  </a:lnTo>
                  <a:lnTo>
                    <a:pt x="4736315" y="433213"/>
                  </a:lnTo>
                  <a:lnTo>
                    <a:pt x="4694336" y="450409"/>
                  </a:lnTo>
                  <a:lnTo>
                    <a:pt x="4648747" y="461208"/>
                  </a:lnTo>
                  <a:lnTo>
                    <a:pt x="4600310" y="464953"/>
                  </a:lnTo>
                  <a:lnTo>
                    <a:pt x="4551873" y="461208"/>
                  </a:lnTo>
                  <a:lnTo>
                    <a:pt x="4506285" y="450409"/>
                  </a:lnTo>
                  <a:lnTo>
                    <a:pt x="4464305" y="433213"/>
                  </a:lnTo>
                  <a:lnTo>
                    <a:pt x="4426697" y="410278"/>
                  </a:lnTo>
                  <a:lnTo>
                    <a:pt x="4394219" y="382258"/>
                  </a:lnTo>
                  <a:lnTo>
                    <a:pt x="4367634" y="349812"/>
                  </a:lnTo>
                  <a:lnTo>
                    <a:pt x="4347702" y="313595"/>
                  </a:lnTo>
                  <a:lnTo>
                    <a:pt x="4335185" y="274264"/>
                  </a:lnTo>
                  <a:lnTo>
                    <a:pt x="4330844" y="232476"/>
                  </a:lnTo>
                  <a:close/>
                </a:path>
                <a:path w="4869815" h="465455">
                  <a:moveTo>
                    <a:pt x="0" y="232476"/>
                  </a:moveTo>
                  <a:lnTo>
                    <a:pt x="4341" y="190688"/>
                  </a:lnTo>
                  <a:lnTo>
                    <a:pt x="16858" y="151358"/>
                  </a:lnTo>
                  <a:lnTo>
                    <a:pt x="36790" y="115141"/>
                  </a:lnTo>
                  <a:lnTo>
                    <a:pt x="63375" y="82694"/>
                  </a:lnTo>
                  <a:lnTo>
                    <a:pt x="95852" y="54675"/>
                  </a:lnTo>
                  <a:lnTo>
                    <a:pt x="133461" y="31739"/>
                  </a:lnTo>
                  <a:lnTo>
                    <a:pt x="175440" y="14544"/>
                  </a:lnTo>
                  <a:lnTo>
                    <a:pt x="221029" y="3745"/>
                  </a:lnTo>
                  <a:lnTo>
                    <a:pt x="269466" y="0"/>
                  </a:lnTo>
                  <a:lnTo>
                    <a:pt x="317903" y="3745"/>
                  </a:lnTo>
                  <a:lnTo>
                    <a:pt x="363491" y="14544"/>
                  </a:lnTo>
                  <a:lnTo>
                    <a:pt x="405471" y="31739"/>
                  </a:lnTo>
                  <a:lnTo>
                    <a:pt x="443079" y="54675"/>
                  </a:lnTo>
                  <a:lnTo>
                    <a:pt x="475557" y="82694"/>
                  </a:lnTo>
                  <a:lnTo>
                    <a:pt x="502142" y="115141"/>
                  </a:lnTo>
                  <a:lnTo>
                    <a:pt x="522074" y="151358"/>
                  </a:lnTo>
                  <a:lnTo>
                    <a:pt x="534591" y="190688"/>
                  </a:lnTo>
                  <a:lnTo>
                    <a:pt x="538932" y="232476"/>
                  </a:lnTo>
                  <a:lnTo>
                    <a:pt x="534591" y="274264"/>
                  </a:lnTo>
                  <a:lnTo>
                    <a:pt x="522074" y="313595"/>
                  </a:lnTo>
                  <a:lnTo>
                    <a:pt x="502142" y="349812"/>
                  </a:lnTo>
                  <a:lnTo>
                    <a:pt x="475557" y="382258"/>
                  </a:lnTo>
                  <a:lnTo>
                    <a:pt x="443079" y="410278"/>
                  </a:lnTo>
                  <a:lnTo>
                    <a:pt x="405471" y="433213"/>
                  </a:lnTo>
                  <a:lnTo>
                    <a:pt x="363491" y="450409"/>
                  </a:lnTo>
                  <a:lnTo>
                    <a:pt x="317903" y="461208"/>
                  </a:lnTo>
                  <a:lnTo>
                    <a:pt x="269466" y="464953"/>
                  </a:lnTo>
                  <a:lnTo>
                    <a:pt x="221029" y="461208"/>
                  </a:lnTo>
                  <a:lnTo>
                    <a:pt x="175440" y="450409"/>
                  </a:lnTo>
                  <a:lnTo>
                    <a:pt x="133461" y="433213"/>
                  </a:lnTo>
                  <a:lnTo>
                    <a:pt x="95852" y="410278"/>
                  </a:lnTo>
                  <a:lnTo>
                    <a:pt x="63375" y="382258"/>
                  </a:lnTo>
                  <a:lnTo>
                    <a:pt x="36790" y="349812"/>
                  </a:lnTo>
                  <a:lnTo>
                    <a:pt x="16858" y="313595"/>
                  </a:lnTo>
                  <a:lnTo>
                    <a:pt x="4341" y="274264"/>
                  </a:lnTo>
                  <a:lnTo>
                    <a:pt x="0" y="232476"/>
                  </a:lnTo>
                  <a:close/>
                </a:path>
                <a:path w="4869815" h="465455">
                  <a:moveTo>
                    <a:pt x="3751571" y="240858"/>
                  </a:moveTo>
                  <a:lnTo>
                    <a:pt x="4216439" y="23411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1343" y="2832844"/>
              <a:ext cx="105947" cy="819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146619" y="2424638"/>
              <a:ext cx="421640" cy="349885"/>
            </a:xfrm>
            <a:custGeom>
              <a:avLst/>
              <a:gdLst/>
              <a:ahLst/>
              <a:cxnLst/>
              <a:rect l="l" t="t" r="r" b="b"/>
              <a:pathLst>
                <a:path w="421639" h="349885">
                  <a:moveTo>
                    <a:pt x="0" y="0"/>
                  </a:moveTo>
                  <a:lnTo>
                    <a:pt x="421357" y="0"/>
                  </a:lnTo>
                  <a:lnTo>
                    <a:pt x="421357" y="349460"/>
                  </a:lnTo>
                  <a:lnTo>
                    <a:pt x="0" y="34946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219644" y="2489535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4328" y="1518168"/>
            <a:ext cx="4331335" cy="3544570"/>
          </a:xfrm>
          <a:custGeom>
            <a:avLst/>
            <a:gdLst/>
            <a:ahLst/>
            <a:cxnLst/>
            <a:rect l="l" t="t" r="r" b="b"/>
            <a:pathLst>
              <a:path w="4331335" h="3544570">
                <a:moveTo>
                  <a:pt x="4330868" y="1121549"/>
                </a:moveTo>
                <a:lnTo>
                  <a:pt x="4326774" y="1061492"/>
                </a:lnTo>
                <a:lnTo>
                  <a:pt x="4314690" y="1001587"/>
                </a:lnTo>
                <a:lnTo>
                  <a:pt x="4294912" y="941988"/>
                </a:lnTo>
                <a:lnTo>
                  <a:pt x="4267735" y="882849"/>
                </a:lnTo>
                <a:lnTo>
                  <a:pt x="4233457" y="824322"/>
                </a:lnTo>
                <a:lnTo>
                  <a:pt x="4192371" y="766562"/>
                </a:lnTo>
                <a:lnTo>
                  <a:pt x="4144776" y="709721"/>
                </a:lnTo>
                <a:lnTo>
                  <a:pt x="4118629" y="681693"/>
                </a:lnTo>
                <a:lnTo>
                  <a:pt x="4090965" y="653953"/>
                </a:lnTo>
                <a:lnTo>
                  <a:pt x="4061822" y="626519"/>
                </a:lnTo>
                <a:lnTo>
                  <a:pt x="4031236" y="599411"/>
                </a:lnTo>
                <a:lnTo>
                  <a:pt x="3999245" y="572647"/>
                </a:lnTo>
                <a:lnTo>
                  <a:pt x="3965885" y="546248"/>
                </a:lnTo>
                <a:lnTo>
                  <a:pt x="3931193" y="520232"/>
                </a:lnTo>
                <a:lnTo>
                  <a:pt x="3895206" y="494618"/>
                </a:lnTo>
                <a:lnTo>
                  <a:pt x="3857962" y="469426"/>
                </a:lnTo>
                <a:lnTo>
                  <a:pt x="3819497" y="444674"/>
                </a:lnTo>
                <a:lnTo>
                  <a:pt x="3779848" y="420383"/>
                </a:lnTo>
                <a:lnTo>
                  <a:pt x="3739053" y="396570"/>
                </a:lnTo>
                <a:lnTo>
                  <a:pt x="3697147" y="373256"/>
                </a:lnTo>
                <a:lnTo>
                  <a:pt x="3654169" y="350458"/>
                </a:lnTo>
                <a:lnTo>
                  <a:pt x="3610156" y="328198"/>
                </a:lnTo>
                <a:lnTo>
                  <a:pt x="3565143" y="306493"/>
                </a:lnTo>
                <a:lnTo>
                  <a:pt x="3519169" y="285363"/>
                </a:lnTo>
                <a:lnTo>
                  <a:pt x="3472270" y="264827"/>
                </a:lnTo>
                <a:lnTo>
                  <a:pt x="3424483" y="244904"/>
                </a:lnTo>
                <a:lnTo>
                  <a:pt x="3375845" y="225613"/>
                </a:lnTo>
                <a:lnTo>
                  <a:pt x="3326394" y="206975"/>
                </a:lnTo>
                <a:lnTo>
                  <a:pt x="3276165" y="189006"/>
                </a:lnTo>
                <a:lnTo>
                  <a:pt x="3225197" y="171728"/>
                </a:lnTo>
                <a:lnTo>
                  <a:pt x="3173526" y="155158"/>
                </a:lnTo>
                <a:lnTo>
                  <a:pt x="3121189" y="139317"/>
                </a:lnTo>
                <a:lnTo>
                  <a:pt x="3068224" y="124223"/>
                </a:lnTo>
                <a:lnTo>
                  <a:pt x="3014666" y="109896"/>
                </a:lnTo>
                <a:lnTo>
                  <a:pt x="2960554" y="96354"/>
                </a:lnTo>
                <a:lnTo>
                  <a:pt x="2905923" y="83617"/>
                </a:lnTo>
                <a:lnTo>
                  <a:pt x="2850812" y="71704"/>
                </a:lnTo>
                <a:lnTo>
                  <a:pt x="2795257" y="60635"/>
                </a:lnTo>
                <a:lnTo>
                  <a:pt x="2739295" y="50427"/>
                </a:lnTo>
                <a:lnTo>
                  <a:pt x="2682963" y="41102"/>
                </a:lnTo>
                <a:lnTo>
                  <a:pt x="2626298" y="32676"/>
                </a:lnTo>
                <a:lnTo>
                  <a:pt x="2569338" y="25171"/>
                </a:lnTo>
                <a:lnTo>
                  <a:pt x="2512118" y="18605"/>
                </a:lnTo>
                <a:lnTo>
                  <a:pt x="2454676" y="12997"/>
                </a:lnTo>
                <a:lnTo>
                  <a:pt x="2397050" y="8366"/>
                </a:lnTo>
                <a:lnTo>
                  <a:pt x="2339275" y="4732"/>
                </a:lnTo>
                <a:lnTo>
                  <a:pt x="2281390" y="2113"/>
                </a:lnTo>
                <a:lnTo>
                  <a:pt x="2223430" y="529"/>
                </a:lnTo>
                <a:lnTo>
                  <a:pt x="2165433" y="0"/>
                </a:lnTo>
                <a:lnTo>
                  <a:pt x="2107437" y="537"/>
                </a:lnTo>
                <a:lnTo>
                  <a:pt x="2049477" y="2128"/>
                </a:lnTo>
                <a:lnTo>
                  <a:pt x="1991592" y="4753"/>
                </a:lnTo>
                <a:lnTo>
                  <a:pt x="1933817" y="8395"/>
                </a:lnTo>
                <a:lnTo>
                  <a:pt x="1876191" y="13033"/>
                </a:lnTo>
                <a:lnTo>
                  <a:pt x="1818749" y="18649"/>
                </a:lnTo>
                <a:lnTo>
                  <a:pt x="1761529" y="25222"/>
                </a:lnTo>
                <a:lnTo>
                  <a:pt x="1704568" y="32735"/>
                </a:lnTo>
                <a:lnTo>
                  <a:pt x="1647904" y="41167"/>
                </a:lnTo>
                <a:lnTo>
                  <a:pt x="1591572" y="50501"/>
                </a:lnTo>
                <a:lnTo>
                  <a:pt x="1535610" y="60716"/>
                </a:lnTo>
                <a:lnTo>
                  <a:pt x="1480055" y="71793"/>
                </a:lnTo>
                <a:lnTo>
                  <a:pt x="1424943" y="83713"/>
                </a:lnTo>
                <a:lnTo>
                  <a:pt x="1370313" y="96458"/>
                </a:lnTo>
                <a:lnTo>
                  <a:pt x="1316201" y="110007"/>
                </a:lnTo>
                <a:lnTo>
                  <a:pt x="1262643" y="124343"/>
                </a:lnTo>
                <a:lnTo>
                  <a:pt x="1209678" y="139444"/>
                </a:lnTo>
                <a:lnTo>
                  <a:pt x="1157341" y="155294"/>
                </a:lnTo>
                <a:lnTo>
                  <a:pt x="1105670" y="171871"/>
                </a:lnTo>
                <a:lnTo>
                  <a:pt x="1054702" y="189158"/>
                </a:lnTo>
                <a:lnTo>
                  <a:pt x="1004473" y="207134"/>
                </a:lnTo>
                <a:lnTo>
                  <a:pt x="955022" y="225781"/>
                </a:lnTo>
                <a:lnTo>
                  <a:pt x="906384" y="245080"/>
                </a:lnTo>
                <a:lnTo>
                  <a:pt x="858597" y="265012"/>
                </a:lnTo>
                <a:lnTo>
                  <a:pt x="811698" y="285556"/>
                </a:lnTo>
                <a:lnTo>
                  <a:pt x="765724" y="306695"/>
                </a:lnTo>
                <a:lnTo>
                  <a:pt x="720711" y="328409"/>
                </a:lnTo>
                <a:lnTo>
                  <a:pt x="676698" y="350679"/>
                </a:lnTo>
                <a:lnTo>
                  <a:pt x="633720" y="373485"/>
                </a:lnTo>
                <a:lnTo>
                  <a:pt x="591814" y="396809"/>
                </a:lnTo>
                <a:lnTo>
                  <a:pt x="551019" y="420631"/>
                </a:lnTo>
                <a:lnTo>
                  <a:pt x="511370" y="444932"/>
                </a:lnTo>
                <a:lnTo>
                  <a:pt x="472905" y="469693"/>
                </a:lnTo>
                <a:lnTo>
                  <a:pt x="435661" y="494895"/>
                </a:lnTo>
                <a:lnTo>
                  <a:pt x="399674" y="520519"/>
                </a:lnTo>
                <a:lnTo>
                  <a:pt x="364982" y="546545"/>
                </a:lnTo>
                <a:lnTo>
                  <a:pt x="331622" y="572955"/>
                </a:lnTo>
                <a:lnTo>
                  <a:pt x="299631" y="599729"/>
                </a:lnTo>
                <a:lnTo>
                  <a:pt x="269045" y="626848"/>
                </a:lnTo>
                <a:lnTo>
                  <a:pt x="239902" y="654292"/>
                </a:lnTo>
                <a:lnTo>
                  <a:pt x="212238" y="682044"/>
                </a:lnTo>
                <a:lnTo>
                  <a:pt x="186091" y="710083"/>
                </a:lnTo>
                <a:lnTo>
                  <a:pt x="138496" y="766947"/>
                </a:lnTo>
                <a:lnTo>
                  <a:pt x="97410" y="824731"/>
                </a:lnTo>
                <a:lnTo>
                  <a:pt x="63132" y="883283"/>
                </a:lnTo>
                <a:lnTo>
                  <a:pt x="35955" y="942448"/>
                </a:lnTo>
                <a:lnTo>
                  <a:pt x="16177" y="1002073"/>
                </a:lnTo>
                <a:lnTo>
                  <a:pt x="4093" y="1062005"/>
                </a:lnTo>
                <a:lnTo>
                  <a:pt x="1029" y="1092039"/>
                </a:lnTo>
                <a:lnTo>
                  <a:pt x="0" y="1122092"/>
                </a:lnTo>
              </a:path>
              <a:path w="4331335" h="3544570">
                <a:moveTo>
                  <a:pt x="3420422" y="1515963"/>
                </a:moveTo>
                <a:lnTo>
                  <a:pt x="3419814" y="1571273"/>
                </a:lnTo>
                <a:lnTo>
                  <a:pt x="3418005" y="1626533"/>
                </a:lnTo>
                <a:lnTo>
                  <a:pt x="3415017" y="1681704"/>
                </a:lnTo>
                <a:lnTo>
                  <a:pt x="3410873" y="1736753"/>
                </a:lnTo>
                <a:lnTo>
                  <a:pt x="3405594" y="1791644"/>
                </a:lnTo>
                <a:lnTo>
                  <a:pt x="3399202" y="1846340"/>
                </a:lnTo>
                <a:lnTo>
                  <a:pt x="3391721" y="1900806"/>
                </a:lnTo>
                <a:lnTo>
                  <a:pt x="3383173" y="1955006"/>
                </a:lnTo>
                <a:lnTo>
                  <a:pt x="3373579" y="2008904"/>
                </a:lnTo>
                <a:lnTo>
                  <a:pt x="3362961" y="2062465"/>
                </a:lnTo>
                <a:lnTo>
                  <a:pt x="3351343" y="2115654"/>
                </a:lnTo>
                <a:lnTo>
                  <a:pt x="3338746" y="2168433"/>
                </a:lnTo>
                <a:lnTo>
                  <a:pt x="3325193" y="2220769"/>
                </a:lnTo>
                <a:lnTo>
                  <a:pt x="3310705" y="2272624"/>
                </a:lnTo>
                <a:lnTo>
                  <a:pt x="3295306" y="2323963"/>
                </a:lnTo>
                <a:lnTo>
                  <a:pt x="3279017" y="2374751"/>
                </a:lnTo>
                <a:lnTo>
                  <a:pt x="3261860" y="2424951"/>
                </a:lnTo>
                <a:lnTo>
                  <a:pt x="3243858" y="2474529"/>
                </a:lnTo>
                <a:lnTo>
                  <a:pt x="3225033" y="2523448"/>
                </a:lnTo>
                <a:lnTo>
                  <a:pt x="3205408" y="2571672"/>
                </a:lnTo>
                <a:lnTo>
                  <a:pt x="3185003" y="2619166"/>
                </a:lnTo>
                <a:lnTo>
                  <a:pt x="3163843" y="2665895"/>
                </a:lnTo>
                <a:lnTo>
                  <a:pt x="3141949" y="2711822"/>
                </a:lnTo>
                <a:lnTo>
                  <a:pt x="3119342" y="2756911"/>
                </a:lnTo>
                <a:lnTo>
                  <a:pt x="3096047" y="2801128"/>
                </a:lnTo>
                <a:lnTo>
                  <a:pt x="3072084" y="2844436"/>
                </a:lnTo>
                <a:lnTo>
                  <a:pt x="3047476" y="2886799"/>
                </a:lnTo>
                <a:lnTo>
                  <a:pt x="3022245" y="2928183"/>
                </a:lnTo>
                <a:lnTo>
                  <a:pt x="2996413" y="2968550"/>
                </a:lnTo>
                <a:lnTo>
                  <a:pt x="2970004" y="3007866"/>
                </a:lnTo>
                <a:lnTo>
                  <a:pt x="2943038" y="3046095"/>
                </a:lnTo>
                <a:lnTo>
                  <a:pt x="2915538" y="3083200"/>
                </a:lnTo>
                <a:lnTo>
                  <a:pt x="2887527" y="3119147"/>
                </a:lnTo>
                <a:lnTo>
                  <a:pt x="2859026" y="3153899"/>
                </a:lnTo>
                <a:lnTo>
                  <a:pt x="2830059" y="3187422"/>
                </a:lnTo>
                <a:lnTo>
                  <a:pt x="2800646" y="3219678"/>
                </a:lnTo>
                <a:lnTo>
                  <a:pt x="2770811" y="3250633"/>
                </a:lnTo>
                <a:lnTo>
                  <a:pt x="2740576" y="3280250"/>
                </a:lnTo>
                <a:lnTo>
                  <a:pt x="2709962" y="3308495"/>
                </a:lnTo>
                <a:lnTo>
                  <a:pt x="2678992" y="3335330"/>
                </a:lnTo>
                <a:lnTo>
                  <a:pt x="2647689" y="3360722"/>
                </a:lnTo>
                <a:lnTo>
                  <a:pt x="2616075" y="3384633"/>
                </a:lnTo>
                <a:lnTo>
                  <a:pt x="2584171" y="3407028"/>
                </a:lnTo>
                <a:lnTo>
                  <a:pt x="2552000" y="3427871"/>
                </a:lnTo>
                <a:lnTo>
                  <a:pt x="2486947" y="3464761"/>
                </a:lnTo>
                <a:lnTo>
                  <a:pt x="2421094" y="3495015"/>
                </a:lnTo>
                <a:lnTo>
                  <a:pt x="2354617" y="3518349"/>
                </a:lnTo>
                <a:lnTo>
                  <a:pt x="2287696" y="3534476"/>
                </a:lnTo>
                <a:lnTo>
                  <a:pt x="2220507" y="3543111"/>
                </a:lnTo>
                <a:lnTo>
                  <a:pt x="2186869" y="3544529"/>
                </a:lnTo>
                <a:lnTo>
                  <a:pt x="2152607" y="3543951"/>
                </a:lnTo>
                <a:lnTo>
                  <a:pt x="2084178" y="3536785"/>
                </a:lnTo>
                <a:lnTo>
                  <a:pt x="2016031" y="3521862"/>
                </a:lnTo>
                <a:lnTo>
                  <a:pt x="1948355" y="3499490"/>
                </a:lnTo>
                <a:lnTo>
                  <a:pt x="1881336" y="3469974"/>
                </a:lnTo>
                <a:lnTo>
                  <a:pt x="1815163" y="3433621"/>
                </a:lnTo>
                <a:lnTo>
                  <a:pt x="1782453" y="3412977"/>
                </a:lnTo>
                <a:lnTo>
                  <a:pt x="1750024" y="3390739"/>
                </a:lnTo>
                <a:lnTo>
                  <a:pt x="1717902" y="3366945"/>
                </a:lnTo>
                <a:lnTo>
                  <a:pt x="1686108" y="3341634"/>
                </a:lnTo>
                <a:lnTo>
                  <a:pt x="1654667" y="3314844"/>
                </a:lnTo>
                <a:lnTo>
                  <a:pt x="1623601" y="3286612"/>
                </a:lnTo>
                <a:lnTo>
                  <a:pt x="1592936" y="3256979"/>
                </a:lnTo>
                <a:lnTo>
                  <a:pt x="1562693" y="3225982"/>
                </a:lnTo>
                <a:lnTo>
                  <a:pt x="1532897" y="3193658"/>
                </a:lnTo>
                <a:lnTo>
                  <a:pt x="1503571" y="3160048"/>
                </a:lnTo>
                <a:lnTo>
                  <a:pt x="1474738" y="3125188"/>
                </a:lnTo>
                <a:lnTo>
                  <a:pt x="1446423" y="3089118"/>
                </a:lnTo>
                <a:lnTo>
                  <a:pt x="1418648" y="3051876"/>
                </a:lnTo>
                <a:lnTo>
                  <a:pt x="1391437" y="3013500"/>
                </a:lnTo>
                <a:lnTo>
                  <a:pt x="1364813" y="2974028"/>
                </a:lnTo>
                <a:lnTo>
                  <a:pt x="1338801" y="2933498"/>
                </a:lnTo>
                <a:lnTo>
                  <a:pt x="1313423" y="2891950"/>
                </a:lnTo>
                <a:lnTo>
                  <a:pt x="1288703" y="2849421"/>
                </a:lnTo>
                <a:lnTo>
                  <a:pt x="1264665" y="2805950"/>
                </a:lnTo>
                <a:lnTo>
                  <a:pt x="1241332" y="2761576"/>
                </a:lnTo>
                <a:lnTo>
                  <a:pt x="1218727" y="2716335"/>
                </a:lnTo>
                <a:lnTo>
                  <a:pt x="1196875" y="2670268"/>
                </a:lnTo>
                <a:lnTo>
                  <a:pt x="1175798" y="2623411"/>
                </a:lnTo>
                <a:lnTo>
                  <a:pt x="1155520" y="2575804"/>
                </a:lnTo>
                <a:lnTo>
                  <a:pt x="1136064" y="2527485"/>
                </a:lnTo>
                <a:lnTo>
                  <a:pt x="1117455" y="2478492"/>
                </a:lnTo>
                <a:lnTo>
                  <a:pt x="1099715" y="2428864"/>
                </a:lnTo>
                <a:lnTo>
                  <a:pt x="1082868" y="2378638"/>
                </a:lnTo>
                <a:lnTo>
                  <a:pt x="1066938" y="2327854"/>
                </a:lnTo>
                <a:lnTo>
                  <a:pt x="1051948" y="2276549"/>
                </a:lnTo>
                <a:lnTo>
                  <a:pt x="1037921" y="2224762"/>
                </a:lnTo>
                <a:lnTo>
                  <a:pt x="1024882" y="2172531"/>
                </a:lnTo>
                <a:lnTo>
                  <a:pt x="1012853" y="2119895"/>
                </a:lnTo>
                <a:lnTo>
                  <a:pt x="1001858" y="2066892"/>
                </a:lnTo>
                <a:lnTo>
                  <a:pt x="991921" y="2013560"/>
                </a:lnTo>
                <a:lnTo>
                  <a:pt x="983065" y="1959938"/>
                </a:lnTo>
                <a:lnTo>
                  <a:pt x="975313" y="1906064"/>
                </a:lnTo>
                <a:lnTo>
                  <a:pt x="968689" y="1851976"/>
                </a:lnTo>
                <a:lnTo>
                  <a:pt x="963217" y="1797713"/>
                </a:lnTo>
                <a:lnTo>
                  <a:pt x="958921" y="1743313"/>
                </a:lnTo>
                <a:lnTo>
                  <a:pt x="955822" y="1688814"/>
                </a:lnTo>
                <a:lnTo>
                  <a:pt x="953946" y="1634255"/>
                </a:lnTo>
                <a:lnTo>
                  <a:pt x="953315" y="1579674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85556" y="1348015"/>
            <a:ext cx="282575" cy="34988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74298" y="4039549"/>
            <a:ext cx="282575" cy="34988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74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205138" y="2556062"/>
            <a:ext cx="2480945" cy="635635"/>
            <a:chOff x="5205138" y="2556062"/>
            <a:chExt cx="2480945" cy="635635"/>
          </a:xfrm>
        </p:grpSpPr>
        <p:sp>
          <p:nvSpPr>
            <p:cNvPr id="34" name="object 34"/>
            <p:cNvSpPr/>
            <p:nvPr/>
          </p:nvSpPr>
          <p:spPr>
            <a:xfrm>
              <a:off x="5758100" y="2565587"/>
              <a:ext cx="1918970" cy="616585"/>
            </a:xfrm>
            <a:custGeom>
              <a:avLst/>
              <a:gdLst/>
              <a:ahLst/>
              <a:cxnLst/>
              <a:rect l="l" t="t" r="r" b="b"/>
              <a:pathLst>
                <a:path w="1918970" h="616585">
                  <a:moveTo>
                    <a:pt x="0" y="308261"/>
                  </a:moveTo>
                  <a:lnTo>
                    <a:pt x="3965" y="258262"/>
                  </a:lnTo>
                  <a:lnTo>
                    <a:pt x="15447" y="210831"/>
                  </a:lnTo>
                  <a:lnTo>
                    <a:pt x="33820" y="166603"/>
                  </a:lnTo>
                  <a:lnTo>
                    <a:pt x="58461" y="126213"/>
                  </a:lnTo>
                  <a:lnTo>
                    <a:pt x="88746" y="90296"/>
                  </a:lnTo>
                  <a:lnTo>
                    <a:pt x="124052" y="59486"/>
                  </a:lnTo>
                  <a:lnTo>
                    <a:pt x="163754" y="34418"/>
                  </a:lnTo>
                  <a:lnTo>
                    <a:pt x="207228" y="15726"/>
                  </a:lnTo>
                  <a:lnTo>
                    <a:pt x="253851" y="4046"/>
                  </a:lnTo>
                  <a:lnTo>
                    <a:pt x="302999" y="11"/>
                  </a:lnTo>
                  <a:lnTo>
                    <a:pt x="350685" y="3851"/>
                  </a:lnTo>
                  <a:lnTo>
                    <a:pt x="396767" y="15143"/>
                  </a:lnTo>
                  <a:lnTo>
                    <a:pt x="440432" y="33543"/>
                  </a:lnTo>
                  <a:lnTo>
                    <a:pt x="480865" y="58708"/>
                  </a:lnTo>
                  <a:lnTo>
                    <a:pt x="517253" y="90296"/>
                  </a:lnTo>
                  <a:lnTo>
                    <a:pt x="548303" y="127314"/>
                  </a:lnTo>
                  <a:lnTo>
                    <a:pt x="573040" y="168448"/>
                  </a:lnTo>
                  <a:lnTo>
                    <a:pt x="591126" y="212869"/>
                  </a:lnTo>
                  <a:lnTo>
                    <a:pt x="602225" y="259749"/>
                  </a:lnTo>
                  <a:lnTo>
                    <a:pt x="605999" y="308261"/>
                  </a:lnTo>
                  <a:lnTo>
                    <a:pt x="602034" y="358261"/>
                  </a:lnTo>
                  <a:lnTo>
                    <a:pt x="590552" y="405692"/>
                  </a:lnTo>
                  <a:lnTo>
                    <a:pt x="572179" y="449920"/>
                  </a:lnTo>
                  <a:lnTo>
                    <a:pt x="547538" y="490310"/>
                  </a:lnTo>
                  <a:lnTo>
                    <a:pt x="517253" y="526227"/>
                  </a:lnTo>
                  <a:lnTo>
                    <a:pt x="481947" y="557037"/>
                  </a:lnTo>
                  <a:lnTo>
                    <a:pt x="442245" y="582105"/>
                  </a:lnTo>
                  <a:lnTo>
                    <a:pt x="398771" y="600797"/>
                  </a:lnTo>
                  <a:lnTo>
                    <a:pt x="352148" y="612477"/>
                  </a:lnTo>
                  <a:lnTo>
                    <a:pt x="302999" y="616511"/>
                  </a:lnTo>
                  <a:lnTo>
                    <a:pt x="253851" y="612477"/>
                  </a:lnTo>
                  <a:lnTo>
                    <a:pt x="207228" y="600797"/>
                  </a:lnTo>
                  <a:lnTo>
                    <a:pt x="163754" y="582105"/>
                  </a:lnTo>
                  <a:lnTo>
                    <a:pt x="124052" y="557037"/>
                  </a:lnTo>
                  <a:lnTo>
                    <a:pt x="88746" y="526227"/>
                  </a:lnTo>
                  <a:lnTo>
                    <a:pt x="58461" y="490310"/>
                  </a:lnTo>
                  <a:lnTo>
                    <a:pt x="33820" y="449920"/>
                  </a:lnTo>
                  <a:lnTo>
                    <a:pt x="15447" y="405692"/>
                  </a:lnTo>
                  <a:lnTo>
                    <a:pt x="3965" y="358261"/>
                  </a:lnTo>
                  <a:lnTo>
                    <a:pt x="0" y="308261"/>
                  </a:lnTo>
                  <a:close/>
                </a:path>
                <a:path w="1918970" h="616585">
                  <a:moveTo>
                    <a:pt x="1312374" y="308249"/>
                  </a:moveTo>
                  <a:lnTo>
                    <a:pt x="1316340" y="258250"/>
                  </a:lnTo>
                  <a:lnTo>
                    <a:pt x="1327822" y="210819"/>
                  </a:lnTo>
                  <a:lnTo>
                    <a:pt x="1346195" y="166591"/>
                  </a:lnTo>
                  <a:lnTo>
                    <a:pt x="1370836" y="126201"/>
                  </a:lnTo>
                  <a:lnTo>
                    <a:pt x="1401121" y="90284"/>
                  </a:lnTo>
                  <a:lnTo>
                    <a:pt x="1436427" y="59474"/>
                  </a:lnTo>
                  <a:lnTo>
                    <a:pt x="1476128" y="34406"/>
                  </a:lnTo>
                  <a:lnTo>
                    <a:pt x="1519603" y="15714"/>
                  </a:lnTo>
                  <a:lnTo>
                    <a:pt x="1566226" y="4034"/>
                  </a:lnTo>
                  <a:lnTo>
                    <a:pt x="1615374" y="0"/>
                  </a:lnTo>
                  <a:lnTo>
                    <a:pt x="1663060" y="3839"/>
                  </a:lnTo>
                  <a:lnTo>
                    <a:pt x="1709142" y="15131"/>
                  </a:lnTo>
                  <a:lnTo>
                    <a:pt x="1752807" y="33531"/>
                  </a:lnTo>
                  <a:lnTo>
                    <a:pt x="1793240" y="58696"/>
                  </a:lnTo>
                  <a:lnTo>
                    <a:pt x="1829627" y="90284"/>
                  </a:lnTo>
                  <a:lnTo>
                    <a:pt x="1860677" y="127302"/>
                  </a:lnTo>
                  <a:lnTo>
                    <a:pt x="1885414" y="168436"/>
                  </a:lnTo>
                  <a:lnTo>
                    <a:pt x="1903501" y="212857"/>
                  </a:lnTo>
                  <a:lnTo>
                    <a:pt x="1914600" y="259738"/>
                  </a:lnTo>
                  <a:lnTo>
                    <a:pt x="1918374" y="308249"/>
                  </a:lnTo>
                  <a:lnTo>
                    <a:pt x="1914409" y="358249"/>
                  </a:lnTo>
                  <a:lnTo>
                    <a:pt x="1902927" y="405680"/>
                  </a:lnTo>
                  <a:lnTo>
                    <a:pt x="1884554" y="449908"/>
                  </a:lnTo>
                  <a:lnTo>
                    <a:pt x="1859913" y="490298"/>
                  </a:lnTo>
                  <a:lnTo>
                    <a:pt x="1829628" y="526215"/>
                  </a:lnTo>
                  <a:lnTo>
                    <a:pt x="1794322" y="557025"/>
                  </a:lnTo>
                  <a:lnTo>
                    <a:pt x="1754621" y="582093"/>
                  </a:lnTo>
                  <a:lnTo>
                    <a:pt x="1711146" y="600785"/>
                  </a:lnTo>
                  <a:lnTo>
                    <a:pt x="1664523" y="612465"/>
                  </a:lnTo>
                  <a:lnTo>
                    <a:pt x="1615374" y="616499"/>
                  </a:lnTo>
                  <a:lnTo>
                    <a:pt x="1566226" y="612465"/>
                  </a:lnTo>
                  <a:lnTo>
                    <a:pt x="1519603" y="600785"/>
                  </a:lnTo>
                  <a:lnTo>
                    <a:pt x="1476128" y="582093"/>
                  </a:lnTo>
                  <a:lnTo>
                    <a:pt x="1436427" y="557025"/>
                  </a:lnTo>
                  <a:lnTo>
                    <a:pt x="1401121" y="526215"/>
                  </a:lnTo>
                  <a:lnTo>
                    <a:pt x="1370836" y="490298"/>
                  </a:lnTo>
                  <a:lnTo>
                    <a:pt x="1346195" y="449908"/>
                  </a:lnTo>
                  <a:lnTo>
                    <a:pt x="1327822" y="405680"/>
                  </a:lnTo>
                  <a:lnTo>
                    <a:pt x="1316340" y="358249"/>
                  </a:lnTo>
                  <a:lnTo>
                    <a:pt x="1312374" y="308249"/>
                  </a:lnTo>
                  <a:close/>
                </a:path>
                <a:path w="1918970" h="616585">
                  <a:moveTo>
                    <a:pt x="605999" y="308261"/>
                  </a:moveTo>
                  <a:lnTo>
                    <a:pt x="1198199" y="308261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6775" y="2832859"/>
              <a:ext cx="105500" cy="8198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214663" y="2872195"/>
              <a:ext cx="429259" cy="1905"/>
            </a:xfrm>
            <a:custGeom>
              <a:avLst/>
              <a:gdLst/>
              <a:ahLst/>
              <a:cxnLst/>
              <a:rect l="l" t="t" r="r" b="b"/>
              <a:pathLst>
                <a:path w="429260" h="1905">
                  <a:moveTo>
                    <a:pt x="0" y="0"/>
                  </a:moveTo>
                  <a:lnTo>
                    <a:pt x="429000" y="1421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34034" y="2832626"/>
              <a:ext cx="105604" cy="8198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139950" y="2654274"/>
              <a:ext cx="457834" cy="460375"/>
            </a:xfrm>
            <a:custGeom>
              <a:avLst/>
              <a:gdLst/>
              <a:ahLst/>
              <a:cxnLst/>
              <a:rect l="l" t="t" r="r" b="b"/>
              <a:pathLst>
                <a:path w="457834" h="460375">
                  <a:moveTo>
                    <a:pt x="228749" y="459899"/>
                  </a:moveTo>
                  <a:lnTo>
                    <a:pt x="182648" y="455228"/>
                  </a:lnTo>
                  <a:lnTo>
                    <a:pt x="139710" y="441829"/>
                  </a:lnTo>
                  <a:lnTo>
                    <a:pt x="100853" y="420628"/>
                  </a:lnTo>
                  <a:lnTo>
                    <a:pt x="66999" y="392549"/>
                  </a:lnTo>
                  <a:lnTo>
                    <a:pt x="39066" y="358517"/>
                  </a:lnTo>
                  <a:lnTo>
                    <a:pt x="17976" y="319456"/>
                  </a:lnTo>
                  <a:lnTo>
                    <a:pt x="4647" y="276292"/>
                  </a:lnTo>
                  <a:lnTo>
                    <a:pt x="0" y="229949"/>
                  </a:lnTo>
                  <a:lnTo>
                    <a:pt x="4647" y="183607"/>
                  </a:lnTo>
                  <a:lnTo>
                    <a:pt x="17976" y="140443"/>
                  </a:lnTo>
                  <a:lnTo>
                    <a:pt x="39066" y="101382"/>
                  </a:lnTo>
                  <a:lnTo>
                    <a:pt x="66999" y="67350"/>
                  </a:lnTo>
                  <a:lnTo>
                    <a:pt x="100853" y="39271"/>
                  </a:lnTo>
                  <a:lnTo>
                    <a:pt x="139710" y="18070"/>
                  </a:lnTo>
                  <a:lnTo>
                    <a:pt x="182648" y="4671"/>
                  </a:lnTo>
                  <a:lnTo>
                    <a:pt x="228749" y="0"/>
                  </a:lnTo>
                  <a:lnTo>
                    <a:pt x="273585" y="4459"/>
                  </a:lnTo>
                  <a:lnTo>
                    <a:pt x="316288" y="17503"/>
                  </a:lnTo>
                  <a:lnTo>
                    <a:pt x="355660" y="38634"/>
                  </a:lnTo>
                  <a:lnTo>
                    <a:pt x="390500" y="67350"/>
                  </a:lnTo>
                  <a:lnTo>
                    <a:pt x="419067" y="102373"/>
                  </a:lnTo>
                  <a:lnTo>
                    <a:pt x="440087" y="141951"/>
                  </a:lnTo>
                  <a:lnTo>
                    <a:pt x="453064" y="184879"/>
                  </a:lnTo>
                  <a:lnTo>
                    <a:pt x="457499" y="229949"/>
                  </a:lnTo>
                  <a:lnTo>
                    <a:pt x="452852" y="276292"/>
                  </a:lnTo>
                  <a:lnTo>
                    <a:pt x="439523" y="319456"/>
                  </a:lnTo>
                  <a:lnTo>
                    <a:pt x="418433" y="358517"/>
                  </a:lnTo>
                  <a:lnTo>
                    <a:pt x="390500" y="392549"/>
                  </a:lnTo>
                  <a:lnTo>
                    <a:pt x="356646" y="420628"/>
                  </a:lnTo>
                  <a:lnTo>
                    <a:pt x="317789" y="441829"/>
                  </a:lnTo>
                  <a:lnTo>
                    <a:pt x="274851" y="455228"/>
                  </a:lnTo>
                  <a:lnTo>
                    <a:pt x="228749" y="459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39950" y="2654274"/>
              <a:ext cx="457834" cy="460375"/>
            </a:xfrm>
            <a:custGeom>
              <a:avLst/>
              <a:gdLst/>
              <a:ahLst/>
              <a:cxnLst/>
              <a:rect l="l" t="t" r="r" b="b"/>
              <a:pathLst>
                <a:path w="457834" h="460375">
                  <a:moveTo>
                    <a:pt x="0" y="229949"/>
                  </a:moveTo>
                  <a:lnTo>
                    <a:pt x="4647" y="183607"/>
                  </a:lnTo>
                  <a:lnTo>
                    <a:pt x="17976" y="140443"/>
                  </a:lnTo>
                  <a:lnTo>
                    <a:pt x="39066" y="101382"/>
                  </a:lnTo>
                  <a:lnTo>
                    <a:pt x="66999" y="67350"/>
                  </a:lnTo>
                  <a:lnTo>
                    <a:pt x="100853" y="39271"/>
                  </a:lnTo>
                  <a:lnTo>
                    <a:pt x="139710" y="18070"/>
                  </a:lnTo>
                  <a:lnTo>
                    <a:pt x="182648" y="4671"/>
                  </a:lnTo>
                  <a:lnTo>
                    <a:pt x="228749" y="0"/>
                  </a:lnTo>
                  <a:lnTo>
                    <a:pt x="273585" y="4459"/>
                  </a:lnTo>
                  <a:lnTo>
                    <a:pt x="316288" y="17503"/>
                  </a:lnTo>
                  <a:lnTo>
                    <a:pt x="355660" y="38634"/>
                  </a:lnTo>
                  <a:lnTo>
                    <a:pt x="390500" y="67350"/>
                  </a:lnTo>
                  <a:lnTo>
                    <a:pt x="419067" y="102373"/>
                  </a:lnTo>
                  <a:lnTo>
                    <a:pt x="440087" y="141951"/>
                  </a:lnTo>
                  <a:lnTo>
                    <a:pt x="453064" y="184879"/>
                  </a:lnTo>
                  <a:lnTo>
                    <a:pt x="457499" y="229949"/>
                  </a:lnTo>
                  <a:lnTo>
                    <a:pt x="452852" y="276292"/>
                  </a:lnTo>
                  <a:lnTo>
                    <a:pt x="439523" y="319456"/>
                  </a:lnTo>
                  <a:lnTo>
                    <a:pt x="418433" y="358517"/>
                  </a:lnTo>
                  <a:lnTo>
                    <a:pt x="390500" y="392549"/>
                  </a:lnTo>
                  <a:lnTo>
                    <a:pt x="356646" y="420628"/>
                  </a:lnTo>
                  <a:lnTo>
                    <a:pt x="317789" y="441829"/>
                  </a:lnTo>
                  <a:lnTo>
                    <a:pt x="274851" y="455228"/>
                  </a:lnTo>
                  <a:lnTo>
                    <a:pt x="228749" y="459899"/>
                  </a:lnTo>
                  <a:lnTo>
                    <a:pt x="182648" y="455228"/>
                  </a:lnTo>
                  <a:lnTo>
                    <a:pt x="139710" y="441829"/>
                  </a:lnTo>
                  <a:lnTo>
                    <a:pt x="100853" y="420628"/>
                  </a:lnTo>
                  <a:lnTo>
                    <a:pt x="66999" y="392549"/>
                  </a:lnTo>
                  <a:lnTo>
                    <a:pt x="39066" y="358517"/>
                  </a:lnTo>
                  <a:lnTo>
                    <a:pt x="17976" y="319456"/>
                  </a:lnTo>
                  <a:lnTo>
                    <a:pt x="4647" y="276292"/>
                  </a:lnTo>
                  <a:lnTo>
                    <a:pt x="0" y="229949"/>
                  </a:lnTo>
                  <a:close/>
                </a:path>
              </a:pathLst>
            </a:custGeom>
            <a:ln w="9524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479175" y="2393125"/>
            <a:ext cx="457834" cy="355600"/>
          </a:xfrm>
          <a:prstGeom prst="rect">
            <a:avLst/>
          </a:prstGeom>
          <a:ln w="19049">
            <a:solidFill>
              <a:srgbClr val="FF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98175" y="2363971"/>
            <a:ext cx="1130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60" dirty="0">
                <a:latin typeface="Arial MT"/>
                <a:cs typeface="Arial MT"/>
              </a:rPr>
              <a:t>𝜺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latin typeface="Calibri"/>
                <a:cs typeface="Calibri"/>
              </a:rPr>
              <a:t>Try</a:t>
            </a:r>
            <a:r>
              <a:rPr sz="2800" b="0" spc="-14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this!!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3081400"/>
            <a:ext cx="492506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language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accepted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automaton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by,</a:t>
            </a:r>
            <a:endParaRPr sz="1800">
              <a:latin typeface="Calibri"/>
              <a:cs typeface="Calibri"/>
            </a:endParaRPr>
          </a:p>
          <a:p>
            <a:pPr marL="469265" indent="-407034">
              <a:lnSpc>
                <a:spcPct val="100000"/>
              </a:lnSpc>
              <a:buClr>
                <a:srgbClr val="000000"/>
              </a:buClr>
              <a:buAutoNum type="alphaLcParenR"/>
              <a:tabLst>
                <a:tab pos="469265" algn="l"/>
              </a:tabLst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b*ab*ab*ab*</a:t>
            </a:r>
            <a:endParaRPr sz="1800">
              <a:latin typeface="Calibri"/>
              <a:cs typeface="Calibri"/>
            </a:endParaRPr>
          </a:p>
          <a:p>
            <a:pPr marL="469265" indent="-417830">
              <a:lnSpc>
                <a:spcPct val="100000"/>
              </a:lnSpc>
              <a:buClr>
                <a:srgbClr val="000000"/>
              </a:buClr>
              <a:buAutoNum type="alphaLcParenR"/>
              <a:tabLst>
                <a:tab pos="469265" algn="l"/>
              </a:tabLst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(a+b)*</a:t>
            </a:r>
            <a:endParaRPr sz="1800">
              <a:latin typeface="Calibri"/>
              <a:cs typeface="Calibri"/>
            </a:endParaRPr>
          </a:p>
          <a:p>
            <a:pPr marL="469265" indent="-394335">
              <a:lnSpc>
                <a:spcPct val="100000"/>
              </a:lnSpc>
              <a:buClr>
                <a:srgbClr val="000000"/>
              </a:buClr>
              <a:buAutoNum type="alphaLcParenR"/>
              <a:tabLst>
                <a:tab pos="469265" algn="l"/>
              </a:tabLst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b*a(a+b)*</a:t>
            </a:r>
            <a:endParaRPr sz="1800">
              <a:latin typeface="Calibri"/>
              <a:cs typeface="Calibri"/>
            </a:endParaRPr>
          </a:p>
          <a:p>
            <a:pPr marL="469265" indent="-417830">
              <a:lnSpc>
                <a:spcPct val="100000"/>
              </a:lnSpc>
              <a:buClr>
                <a:srgbClr val="000000"/>
              </a:buClr>
              <a:buAutoNum type="alphaLcParenR"/>
              <a:tabLst>
                <a:tab pos="469265" algn="l"/>
              </a:tabLst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b*ab*ab*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8464" y="633297"/>
            <a:ext cx="4581524" cy="19145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1161160"/>
            <a:ext cx="248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a+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2258441"/>
            <a:ext cx="621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(a+b)*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2623" y="1192163"/>
            <a:ext cx="2619375" cy="713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500" b="0" spc="-10" dirty="0">
                <a:solidFill>
                  <a:srgbClr val="404040"/>
                </a:solidFill>
                <a:latin typeface="Calibri"/>
                <a:cs typeface="Calibri"/>
              </a:rPr>
              <a:t>NFA</a:t>
            </a:r>
            <a:r>
              <a:rPr sz="4500" b="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500" b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500" b="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500" b="0" spc="-40" dirty="0">
                <a:solidFill>
                  <a:srgbClr val="404040"/>
                </a:solidFill>
                <a:latin typeface="Calibri"/>
                <a:cs typeface="Calibri"/>
              </a:rPr>
              <a:t>DFA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90996" y="2124580"/>
            <a:ext cx="4364990" cy="92710"/>
            <a:chOff x="4190996" y="2124580"/>
            <a:chExt cx="4364990" cy="927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0996" y="2124580"/>
              <a:ext cx="4364742" cy="927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24908" y="2150490"/>
              <a:ext cx="4297680" cy="0"/>
            </a:xfrm>
            <a:custGeom>
              <a:avLst/>
              <a:gdLst/>
              <a:ahLst/>
              <a:cxnLst/>
              <a:rect l="l" t="t" r="r" b="b"/>
              <a:pathLst>
                <a:path w="4297680">
                  <a:moveTo>
                    <a:pt x="0" y="0"/>
                  </a:moveTo>
                  <a:lnTo>
                    <a:pt x="4297680" y="0"/>
                  </a:lnTo>
                </a:path>
              </a:pathLst>
            </a:custGeom>
            <a:ln w="25399">
              <a:solidFill>
                <a:srgbClr val="4F81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868" y="282981"/>
            <a:ext cx="7802245" cy="44259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b="1" dirty="0">
                <a:latin typeface="Arial"/>
                <a:cs typeface="Arial"/>
              </a:rPr>
              <a:t>EPSILON</a:t>
            </a:r>
            <a:r>
              <a:rPr sz="1900" b="1" spc="6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CLOSURE</a:t>
            </a:r>
            <a:r>
              <a:rPr sz="1900" b="1" spc="6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(ε-</a:t>
            </a:r>
            <a:r>
              <a:rPr sz="1900" b="1" spc="-10" dirty="0">
                <a:latin typeface="Arial"/>
                <a:cs typeface="Arial"/>
              </a:rPr>
              <a:t>closure):</a:t>
            </a:r>
            <a:endParaRPr sz="1900">
              <a:latin typeface="Arial"/>
              <a:cs typeface="Arial"/>
            </a:endParaRPr>
          </a:p>
          <a:p>
            <a:pPr marL="12700" marR="938530">
              <a:lnSpc>
                <a:spcPct val="101299"/>
              </a:lnSpc>
            </a:pPr>
            <a:r>
              <a:rPr sz="1900" dirty="0">
                <a:latin typeface="Arial MT"/>
                <a:cs typeface="Arial MT"/>
              </a:rPr>
              <a:t>For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any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state,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set of all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states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that can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reached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following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the </a:t>
            </a:r>
            <a:r>
              <a:rPr sz="1900" spc="-10" dirty="0">
                <a:latin typeface="Arial MT"/>
                <a:cs typeface="Arial MT"/>
              </a:rPr>
              <a:t>epsilon-moves.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States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DFA</a:t>
            </a:r>
            <a:r>
              <a:rPr sz="1900" spc="-25" dirty="0">
                <a:latin typeface="Arial MT"/>
                <a:cs typeface="Arial MT"/>
              </a:rPr>
              <a:t>=</a:t>
            </a:r>
            <a:r>
              <a:rPr sz="1900" spc="-10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All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possible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subsets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NFA.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Start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DFA</a:t>
            </a:r>
            <a:r>
              <a:rPr sz="1800" b="1" spc="120" dirty="0">
                <a:latin typeface="Calibri"/>
                <a:cs typeface="Calibri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Epsilon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closure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Start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state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NFA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00">
              <a:latin typeface="Arial MT"/>
              <a:cs typeface="Arial MT"/>
            </a:endParaRPr>
          </a:p>
          <a:p>
            <a:pPr marL="12700" marR="5080">
              <a:lnSpc>
                <a:spcPct val="101299"/>
              </a:lnSpc>
            </a:pPr>
            <a:r>
              <a:rPr sz="1800" b="1" dirty="0">
                <a:latin typeface="Calibri"/>
                <a:cs typeface="Calibri"/>
              </a:rPr>
              <a:t>Final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States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DFA</a:t>
            </a:r>
            <a:r>
              <a:rPr sz="1800" b="1" spc="135" dirty="0">
                <a:latin typeface="Calibri"/>
                <a:cs typeface="Calibri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-114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Any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state that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has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at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least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final state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the </a:t>
            </a:r>
            <a:r>
              <a:rPr sz="1900" spc="-20" dirty="0">
                <a:latin typeface="Arial MT"/>
                <a:cs typeface="Arial MT"/>
              </a:rPr>
              <a:t>NFA.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00">
              <a:latin typeface="Arial MT"/>
              <a:cs typeface="Arial MT"/>
            </a:endParaRPr>
          </a:p>
          <a:p>
            <a:pPr marL="1068705" marR="1059815" indent="-1056640">
              <a:lnSpc>
                <a:spcPct val="101299"/>
              </a:lnSpc>
            </a:pPr>
            <a:r>
              <a:rPr sz="1900" dirty="0">
                <a:latin typeface="Arial MT"/>
                <a:cs typeface="Arial MT"/>
              </a:rPr>
              <a:t>A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800" b="1" dirty="0">
                <a:latin typeface="Calibri"/>
                <a:cs typeface="Calibri"/>
              </a:rPr>
              <a:t>transition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from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Y</a:t>
            </a:r>
            <a:r>
              <a:rPr sz="1900" dirty="0">
                <a:latin typeface="Arial MT"/>
                <a:cs typeface="Arial MT"/>
              </a:rPr>
              <a:t>,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input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symbol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‘a’</a:t>
            </a:r>
            <a:r>
              <a:rPr sz="1900" spc="-9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possible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if, </a:t>
            </a:r>
            <a:r>
              <a:rPr sz="1900" dirty="0">
                <a:latin typeface="Arial MT"/>
                <a:cs typeface="Arial MT"/>
              </a:rPr>
              <a:t>Y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525" dirty="0">
                <a:latin typeface="Arial MT"/>
                <a:cs typeface="Arial MT"/>
              </a:rPr>
              <a:t>ε(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a(X)),</a:t>
            </a:r>
            <a:endParaRPr sz="1900">
              <a:latin typeface="Arial MT"/>
              <a:cs typeface="Arial MT"/>
            </a:endParaRPr>
          </a:p>
          <a:p>
            <a:pPr marL="12700" marR="269240" indent="1056005">
              <a:lnSpc>
                <a:spcPct val="101299"/>
              </a:lnSpc>
            </a:pPr>
            <a:r>
              <a:rPr sz="1900" dirty="0">
                <a:latin typeface="Arial MT"/>
                <a:cs typeface="Arial MT"/>
              </a:rPr>
              <a:t>where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a(X)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=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set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all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states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that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can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reached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X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on </a:t>
            </a:r>
            <a:r>
              <a:rPr sz="1900" dirty="0">
                <a:latin typeface="Arial MT"/>
                <a:cs typeface="Arial MT"/>
              </a:rPr>
              <a:t>reading</a:t>
            </a:r>
            <a:r>
              <a:rPr sz="1900" spc="-25" dirty="0">
                <a:latin typeface="Arial MT"/>
                <a:cs typeface="Arial MT"/>
              </a:rPr>
              <a:t> ‘a’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1658" y="-26923"/>
            <a:ext cx="332232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65" dirty="0">
                <a:solidFill>
                  <a:srgbClr val="404040"/>
                </a:solidFill>
              </a:rPr>
              <a:t>Convert</a:t>
            </a:r>
            <a:r>
              <a:rPr sz="2800" spc="-125" dirty="0">
                <a:solidFill>
                  <a:srgbClr val="404040"/>
                </a:solidFill>
              </a:rPr>
              <a:t> </a:t>
            </a:r>
            <a:r>
              <a:rPr sz="2800" spc="-75" dirty="0">
                <a:solidFill>
                  <a:srgbClr val="404040"/>
                </a:solidFill>
              </a:rPr>
              <a:t>this</a:t>
            </a:r>
            <a:r>
              <a:rPr sz="2800" spc="-125" dirty="0">
                <a:solidFill>
                  <a:srgbClr val="404040"/>
                </a:solidFill>
              </a:rPr>
              <a:t> </a:t>
            </a:r>
            <a:r>
              <a:rPr sz="2800" spc="-45" dirty="0">
                <a:solidFill>
                  <a:srgbClr val="404040"/>
                </a:solidFill>
              </a:rPr>
              <a:t>NFA</a:t>
            </a:r>
            <a:r>
              <a:rPr sz="2800" spc="-125" dirty="0">
                <a:solidFill>
                  <a:srgbClr val="404040"/>
                </a:solidFill>
              </a:rPr>
              <a:t> </a:t>
            </a:r>
            <a:r>
              <a:rPr sz="2800" spc="-90" dirty="0">
                <a:solidFill>
                  <a:srgbClr val="404040"/>
                </a:solidFill>
              </a:rPr>
              <a:t>to </a:t>
            </a:r>
            <a:r>
              <a:rPr sz="2800" spc="-25" dirty="0">
                <a:solidFill>
                  <a:srgbClr val="404040"/>
                </a:solidFill>
              </a:rPr>
              <a:t>DFA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83005"/>
            <a:ext cx="8229472" cy="19035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9501" y="4969891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alibri"/>
                <a:cs typeface="Calibri"/>
              </a:rPr>
              <a:t>Alex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Aiken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1200" y="0"/>
            <a:ext cx="3352800" cy="51435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3250"/>
              </a:lnSpc>
            </a:pPr>
            <a:r>
              <a:rPr sz="2800" b="0" dirty="0">
                <a:latin typeface="Calibri"/>
                <a:cs typeface="Calibri"/>
              </a:rPr>
              <a:t>Epsilon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closure-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spc="-20" dirty="0">
                <a:latin typeface="Calibri"/>
                <a:cs typeface="Calibri"/>
              </a:rPr>
              <a:t>e.g.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8375" y="1279776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6975" y="1729357"/>
            <a:ext cx="205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8875" y="2578478"/>
            <a:ext cx="205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15300" y="24681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63500" y="31750"/>
                </a:lnTo>
                <a:lnTo>
                  <a:pt x="0" y="0"/>
                </a:lnTo>
                <a:lnTo>
                  <a:pt x="0" y="76200"/>
                </a:lnTo>
                <a:lnTo>
                  <a:pt x="63500" y="44450"/>
                </a:lnTo>
                <a:lnTo>
                  <a:pt x="76200" y="381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645397" y="2034107"/>
            <a:ext cx="482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800" u="heavy" spc="325" dirty="0">
                <a:solidFill>
                  <a:srgbClr val="C0504D"/>
                </a:solidFill>
                <a:uFill>
                  <a:solidFill>
                    <a:srgbClr val="C0504D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50" dirty="0">
                <a:solidFill>
                  <a:srgbClr val="C0504D"/>
                </a:solidFill>
                <a:uFill>
                  <a:solidFill>
                    <a:srgbClr val="C0504D"/>
                  </a:solidFill>
                </a:uFill>
                <a:latin typeface="Calibri"/>
                <a:cs typeface="Calibri"/>
              </a:rPr>
              <a:t>1</a:t>
            </a:r>
            <a:r>
              <a:rPr sz="2800" u="heavy" dirty="0">
                <a:solidFill>
                  <a:srgbClr val="C0504D"/>
                </a:solidFill>
                <a:uFill>
                  <a:solidFill>
                    <a:srgbClr val="C0504D"/>
                  </a:solidFill>
                </a:uFill>
                <a:latin typeface="Calibri"/>
                <a:cs typeface="Calibri"/>
              </a:rPr>
              <a:t>	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91500" y="2340736"/>
            <a:ext cx="419100" cy="314325"/>
          </a:xfrm>
          <a:custGeom>
            <a:avLst/>
            <a:gdLst/>
            <a:ahLst/>
            <a:cxnLst/>
            <a:rect l="l" t="t" r="r" b="b"/>
            <a:pathLst>
              <a:path w="419100" h="314325">
                <a:moveTo>
                  <a:pt x="0" y="157221"/>
                </a:moveTo>
                <a:lnTo>
                  <a:pt x="7489" y="115412"/>
                </a:lnTo>
                <a:lnTo>
                  <a:pt x="28618" y="77853"/>
                </a:lnTo>
                <a:lnTo>
                  <a:pt x="61390" y="46042"/>
                </a:lnTo>
                <a:lnTo>
                  <a:pt x="103804" y="21464"/>
                </a:lnTo>
                <a:lnTo>
                  <a:pt x="153863" y="5617"/>
                </a:lnTo>
                <a:lnTo>
                  <a:pt x="209549" y="0"/>
                </a:lnTo>
                <a:lnTo>
                  <a:pt x="265235" y="5617"/>
                </a:lnTo>
                <a:lnTo>
                  <a:pt x="315294" y="21464"/>
                </a:lnTo>
                <a:lnTo>
                  <a:pt x="357709" y="46042"/>
                </a:lnTo>
                <a:lnTo>
                  <a:pt x="390481" y="77853"/>
                </a:lnTo>
                <a:lnTo>
                  <a:pt x="411609" y="115412"/>
                </a:lnTo>
                <a:lnTo>
                  <a:pt x="419099" y="157221"/>
                </a:lnTo>
                <a:lnTo>
                  <a:pt x="411609" y="198985"/>
                </a:lnTo>
                <a:lnTo>
                  <a:pt x="390481" y="236501"/>
                </a:lnTo>
                <a:lnTo>
                  <a:pt x="357709" y="268297"/>
                </a:lnTo>
                <a:lnTo>
                  <a:pt x="315294" y="292876"/>
                </a:lnTo>
                <a:lnTo>
                  <a:pt x="265235" y="308708"/>
                </a:lnTo>
                <a:lnTo>
                  <a:pt x="209549" y="314325"/>
                </a:lnTo>
                <a:lnTo>
                  <a:pt x="153863" y="308708"/>
                </a:lnTo>
                <a:lnTo>
                  <a:pt x="103804" y="292876"/>
                </a:lnTo>
                <a:lnTo>
                  <a:pt x="61390" y="268297"/>
                </a:lnTo>
                <a:lnTo>
                  <a:pt x="28618" y="236501"/>
                </a:lnTo>
                <a:lnTo>
                  <a:pt x="7489" y="198985"/>
                </a:lnTo>
                <a:lnTo>
                  <a:pt x="0" y="157221"/>
                </a:lnTo>
                <a:close/>
              </a:path>
              <a:path w="419100" h="314325">
                <a:moveTo>
                  <a:pt x="41274" y="159638"/>
                </a:moveTo>
                <a:lnTo>
                  <a:pt x="50006" y="117066"/>
                </a:lnTo>
                <a:lnTo>
                  <a:pt x="74342" y="80100"/>
                </a:lnTo>
                <a:lnTo>
                  <a:pt x="111442" y="50971"/>
                </a:lnTo>
                <a:lnTo>
                  <a:pt x="158511" y="31871"/>
                </a:lnTo>
                <a:lnTo>
                  <a:pt x="212724" y="25018"/>
                </a:lnTo>
                <a:lnTo>
                  <a:pt x="266938" y="31871"/>
                </a:lnTo>
                <a:lnTo>
                  <a:pt x="314007" y="50971"/>
                </a:lnTo>
                <a:lnTo>
                  <a:pt x="351106" y="80100"/>
                </a:lnTo>
                <a:lnTo>
                  <a:pt x="375443" y="117066"/>
                </a:lnTo>
                <a:lnTo>
                  <a:pt x="384174" y="159638"/>
                </a:lnTo>
                <a:lnTo>
                  <a:pt x="375443" y="202161"/>
                </a:lnTo>
                <a:lnTo>
                  <a:pt x="351106" y="239077"/>
                </a:lnTo>
                <a:lnTo>
                  <a:pt x="314007" y="268194"/>
                </a:lnTo>
                <a:lnTo>
                  <a:pt x="266938" y="287281"/>
                </a:lnTo>
                <a:lnTo>
                  <a:pt x="212724" y="294133"/>
                </a:lnTo>
                <a:lnTo>
                  <a:pt x="158511" y="287281"/>
                </a:lnTo>
                <a:lnTo>
                  <a:pt x="111442" y="268194"/>
                </a:lnTo>
                <a:lnTo>
                  <a:pt x="74342" y="239077"/>
                </a:lnTo>
                <a:lnTo>
                  <a:pt x="50006" y="202161"/>
                </a:lnTo>
                <a:lnTo>
                  <a:pt x="41274" y="159638"/>
                </a:lnTo>
                <a:close/>
              </a:path>
            </a:pathLst>
          </a:custGeom>
          <a:ln w="9524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04569" y="2313253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7509" y="2346830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7828" y="1812873"/>
            <a:ext cx="186055" cy="113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0175" y="1609809"/>
            <a:ext cx="175260" cy="128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6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 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83707" y="2363291"/>
            <a:ext cx="175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1194" y="2201672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363" y="1748533"/>
            <a:ext cx="7017398" cy="150317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157222" y="2201672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12973" y="1883834"/>
            <a:ext cx="318135" cy="160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660" indent="20320">
              <a:lnSpc>
                <a:spcPct val="1243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C D</a:t>
            </a:r>
            <a:endParaRPr sz="24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  <a:spcBef>
                <a:spcPts val="1885"/>
              </a:spcBef>
            </a:pPr>
            <a:r>
              <a:rPr sz="2800" spc="-50" dirty="0">
                <a:solidFill>
                  <a:srgbClr val="C0504D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46626" y="1883834"/>
            <a:ext cx="212090" cy="934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E 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3453" y="227304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07582" y="227304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38186" y="2273046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2535" y="2273046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C0504D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6327" y="318388"/>
            <a:ext cx="348665" cy="2235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8844" y="274826"/>
            <a:ext cx="908686" cy="23266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32532" y="116586"/>
            <a:ext cx="562610" cy="3556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17696" y="243204"/>
            <a:ext cx="166750" cy="12039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811523" y="145795"/>
            <a:ext cx="1499870" cy="762635"/>
            <a:chOff x="3811523" y="145795"/>
            <a:chExt cx="1499870" cy="76263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91940" y="236599"/>
              <a:ext cx="453517" cy="26542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1523" y="145795"/>
              <a:ext cx="529463" cy="76250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16297" y="651508"/>
              <a:ext cx="894588" cy="247904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37532" y="394081"/>
            <a:ext cx="44450" cy="7289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55515" y="130302"/>
            <a:ext cx="399288" cy="35560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24074" y="740155"/>
            <a:ext cx="329133" cy="17398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17548" y="668401"/>
            <a:ext cx="918082" cy="18072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31641" y="595502"/>
            <a:ext cx="563499" cy="26923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18078" y="660144"/>
            <a:ext cx="177926" cy="9093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384546" y="644651"/>
            <a:ext cx="284733" cy="23164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765546" y="661162"/>
            <a:ext cx="261874" cy="22885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17082" y="623569"/>
            <a:ext cx="496442" cy="4203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40" y="101162"/>
            <a:ext cx="3898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"/>
                <a:cs typeface="Arial"/>
              </a:rPr>
              <a:t>Subset</a:t>
            </a:r>
            <a:r>
              <a:rPr sz="3000" spc="-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Construction: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040" y="1198443"/>
            <a:ext cx="4974590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1.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Find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start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state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DFA.</a:t>
            </a:r>
            <a:endParaRPr sz="3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30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</a:pPr>
            <a:r>
              <a:rPr sz="3000" dirty="0">
                <a:latin typeface="Arial MT"/>
                <a:cs typeface="Arial MT"/>
              </a:rPr>
              <a:t>=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spc="-185" dirty="0">
                <a:latin typeface="Arial MT"/>
                <a:cs typeface="Arial MT"/>
              </a:rPr>
              <a:t>ε-</a:t>
            </a:r>
            <a:r>
              <a:rPr sz="3000" spc="-125" dirty="0">
                <a:latin typeface="Arial MT"/>
                <a:cs typeface="Arial MT"/>
              </a:rPr>
              <a:t>closure(A)=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(ABCDHI)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214" y="250317"/>
            <a:ext cx="7712709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300" b="0" dirty="0">
                <a:latin typeface="Calibri"/>
                <a:cs typeface="Calibri"/>
              </a:rPr>
              <a:t>2.</a:t>
            </a:r>
            <a:r>
              <a:rPr sz="2300" b="0" spc="-75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Find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the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possible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transition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from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this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start</a:t>
            </a:r>
            <a:r>
              <a:rPr sz="2300" b="0" spc="-75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state,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for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dirty="0">
                <a:latin typeface="Calibri"/>
                <a:cs typeface="Calibri"/>
              </a:rPr>
              <a:t>each</a:t>
            </a:r>
            <a:r>
              <a:rPr sz="2300" b="0" spc="-70" dirty="0">
                <a:latin typeface="Calibri"/>
                <a:cs typeface="Calibri"/>
              </a:rPr>
              <a:t> </a:t>
            </a:r>
            <a:r>
              <a:rPr sz="2300" b="0" spc="-10" dirty="0">
                <a:latin typeface="Calibri"/>
                <a:cs typeface="Calibri"/>
              </a:rPr>
              <a:t>input symbol.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6614" y="1091565"/>
            <a:ext cx="3226435" cy="25495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300" b="1" spc="-90" dirty="0">
                <a:latin typeface="Tahoma"/>
                <a:cs typeface="Tahoma"/>
              </a:rPr>
              <a:t>Transitions</a:t>
            </a:r>
            <a:r>
              <a:rPr sz="2300" b="1" spc="-80" dirty="0">
                <a:latin typeface="Tahoma"/>
                <a:cs typeface="Tahoma"/>
              </a:rPr>
              <a:t> </a:t>
            </a:r>
            <a:r>
              <a:rPr sz="2300" b="1" spc="-30" dirty="0">
                <a:latin typeface="Tahoma"/>
                <a:cs typeface="Tahoma"/>
              </a:rPr>
              <a:t>on</a:t>
            </a:r>
            <a:r>
              <a:rPr sz="2300" b="1" spc="-130" dirty="0">
                <a:latin typeface="Tahoma"/>
                <a:cs typeface="Tahoma"/>
              </a:rPr>
              <a:t> </a:t>
            </a:r>
            <a:r>
              <a:rPr sz="2300" b="1" spc="-25" dirty="0">
                <a:latin typeface="Tahoma"/>
                <a:cs typeface="Tahoma"/>
              </a:rPr>
              <a:t>0:</a:t>
            </a:r>
            <a:endParaRPr sz="2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50"/>
              </a:spcBef>
            </a:pPr>
            <a:r>
              <a:rPr sz="2300" dirty="0">
                <a:latin typeface="Calibri"/>
                <a:cs typeface="Calibri"/>
              </a:rPr>
              <a:t>0(ABCDHI)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=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(F)</a:t>
            </a:r>
            <a:endParaRPr sz="23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55"/>
              </a:spcBef>
            </a:pPr>
            <a:r>
              <a:rPr sz="2300" spc="-650" dirty="0">
                <a:latin typeface="Arial MT"/>
                <a:cs typeface="Arial MT"/>
              </a:rPr>
              <a:t>ε</a:t>
            </a:r>
            <a:r>
              <a:rPr sz="2300" spc="-650" dirty="0">
                <a:latin typeface="Calibri"/>
                <a:cs typeface="Calibri"/>
              </a:rPr>
              <a:t>-</a:t>
            </a:r>
            <a:r>
              <a:rPr sz="2300" spc="-10" dirty="0">
                <a:latin typeface="Calibri"/>
                <a:cs typeface="Calibri"/>
              </a:rPr>
              <a:t>closure(F)=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(FGHIABCD)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300" b="1" spc="-90" dirty="0">
                <a:latin typeface="Tahoma"/>
                <a:cs typeface="Tahoma"/>
              </a:rPr>
              <a:t>Transitions</a:t>
            </a:r>
            <a:r>
              <a:rPr sz="2300" b="1" spc="-80" dirty="0">
                <a:latin typeface="Tahoma"/>
                <a:cs typeface="Tahoma"/>
              </a:rPr>
              <a:t> </a:t>
            </a:r>
            <a:r>
              <a:rPr sz="2300" b="1" spc="-30" dirty="0">
                <a:latin typeface="Tahoma"/>
                <a:cs typeface="Tahoma"/>
              </a:rPr>
              <a:t>on</a:t>
            </a:r>
            <a:r>
              <a:rPr sz="2300" b="1" spc="-130" dirty="0">
                <a:latin typeface="Tahoma"/>
                <a:cs typeface="Tahoma"/>
              </a:rPr>
              <a:t> </a:t>
            </a:r>
            <a:r>
              <a:rPr sz="2300" b="1" spc="-25" dirty="0">
                <a:latin typeface="Tahoma"/>
                <a:cs typeface="Tahoma"/>
              </a:rPr>
              <a:t>1:</a:t>
            </a:r>
            <a:endParaRPr sz="2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55"/>
              </a:spcBef>
            </a:pPr>
            <a:r>
              <a:rPr sz="2300" dirty="0">
                <a:latin typeface="Calibri"/>
                <a:cs typeface="Calibri"/>
              </a:rPr>
              <a:t>1(ABCDHI)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=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(EJ)</a:t>
            </a:r>
            <a:endParaRPr sz="23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50"/>
              </a:spcBef>
            </a:pPr>
            <a:r>
              <a:rPr sz="2300" spc="-650" dirty="0">
                <a:latin typeface="Arial MT"/>
                <a:cs typeface="Arial MT"/>
              </a:rPr>
              <a:t>ε</a:t>
            </a:r>
            <a:r>
              <a:rPr sz="2300" spc="-650" dirty="0">
                <a:latin typeface="Calibri"/>
                <a:cs typeface="Calibri"/>
              </a:rPr>
              <a:t>-</a:t>
            </a:r>
            <a:r>
              <a:rPr sz="2300" spc="-10" dirty="0">
                <a:latin typeface="Calibri"/>
                <a:cs typeface="Calibri"/>
              </a:rPr>
              <a:t>closure(EJ)=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(EGHIABCD)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7073" y="3795043"/>
            <a:ext cx="8557895" cy="913130"/>
            <a:chOff x="197073" y="3795043"/>
            <a:chExt cx="8557895" cy="913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073" y="3795043"/>
              <a:ext cx="8557567" cy="9129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936" y="3814905"/>
              <a:ext cx="8471841" cy="82717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39936" y="3814905"/>
            <a:ext cx="8472170" cy="827405"/>
          </a:xfrm>
          <a:prstGeom prst="rect">
            <a:avLst/>
          </a:prstGeom>
          <a:ln w="9524">
            <a:solidFill>
              <a:srgbClr val="46AAC4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38100" marR="292735">
              <a:lnSpc>
                <a:spcPct val="100000"/>
              </a:lnSpc>
              <a:spcBef>
                <a:spcPts val="200"/>
              </a:spcBef>
            </a:pP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2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two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subsets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states(given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red)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be </a:t>
            </a:r>
            <a:r>
              <a:rPr sz="2500" b="1" dirty="0">
                <a:solidFill>
                  <a:srgbClr val="FFFFFF"/>
                </a:solidFill>
                <a:latin typeface="Arial"/>
                <a:cs typeface="Arial"/>
              </a:rPr>
              <a:t>states</a:t>
            </a:r>
            <a:r>
              <a:rPr sz="25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5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5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00" b="1" spc="-25" dirty="0">
                <a:solidFill>
                  <a:srgbClr val="FFFFFF"/>
                </a:solidFill>
                <a:latin typeface="Arial"/>
                <a:cs typeface="Arial"/>
              </a:rPr>
              <a:t>DFA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161160"/>
            <a:ext cx="7436484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transition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subsets,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symbol.</a:t>
            </a:r>
            <a:endParaRPr sz="1800">
              <a:latin typeface="Calibri"/>
              <a:cs typeface="Calibri"/>
            </a:endParaRPr>
          </a:p>
          <a:p>
            <a:pPr marL="927100" marR="3475354" indent="-914400">
              <a:lnSpc>
                <a:spcPct val="100000"/>
              </a:lnSpc>
            </a:pPr>
            <a:r>
              <a:rPr sz="1800" b="1" spc="-25" dirty="0">
                <a:latin typeface="Tahoma"/>
                <a:cs typeface="Tahoma"/>
              </a:rPr>
              <a:t>Possible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Transitions </a:t>
            </a:r>
            <a:r>
              <a:rPr sz="1800" b="1" spc="-45" dirty="0">
                <a:latin typeface="Tahoma"/>
                <a:cs typeface="Tahoma"/>
              </a:rPr>
              <a:t>for</a:t>
            </a:r>
            <a:r>
              <a:rPr sz="1800" b="1" spc="-75" dirty="0">
                <a:latin typeface="Tahoma"/>
                <a:cs typeface="Tahoma"/>
              </a:rPr>
              <a:t> (FGHIABCD) </a:t>
            </a:r>
            <a:r>
              <a:rPr sz="1800" b="1" spc="-65" dirty="0">
                <a:latin typeface="Tahoma"/>
                <a:cs typeface="Tahoma"/>
              </a:rPr>
              <a:t>Transitions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on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0:</a:t>
            </a:r>
            <a:endParaRPr sz="1800">
              <a:latin typeface="Tahoma"/>
              <a:cs typeface="Tahoma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0(FGHIABCD)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(F)</a:t>
            </a:r>
            <a:endParaRPr sz="18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</a:pPr>
            <a:r>
              <a:rPr sz="1800" spc="-509" dirty="0">
                <a:latin typeface="Arial MT"/>
                <a:cs typeface="Arial MT"/>
              </a:rPr>
              <a:t>ε</a:t>
            </a:r>
            <a:r>
              <a:rPr sz="1800" spc="-509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closure(F)=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(FGHIABCD)</a:t>
            </a:r>
            <a:endParaRPr sz="1800">
              <a:latin typeface="Calibri"/>
              <a:cs typeface="Calibri"/>
            </a:endParaRPr>
          </a:p>
          <a:p>
            <a:pPr marL="2675890">
              <a:lnSpc>
                <a:spcPct val="100000"/>
              </a:lnSpc>
            </a:pP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This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state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is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already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part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of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2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DFA.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800" b="1" spc="-65" dirty="0">
                <a:latin typeface="Tahoma"/>
                <a:cs typeface="Tahoma"/>
              </a:rPr>
              <a:t>Transitions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on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1:</a:t>
            </a:r>
            <a:endParaRPr sz="1800">
              <a:latin typeface="Tahoma"/>
              <a:cs typeface="Tahoma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1(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FGHIABCD</a:t>
            </a:r>
            <a:r>
              <a:rPr sz="1800" spc="-10" dirty="0">
                <a:latin typeface="Calibri"/>
                <a:cs typeface="Calibri"/>
              </a:rPr>
              <a:t>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(EJ)</a:t>
            </a:r>
            <a:endParaRPr sz="18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</a:pPr>
            <a:r>
              <a:rPr sz="1800" spc="-509" dirty="0">
                <a:latin typeface="Arial MT"/>
                <a:cs typeface="Arial MT"/>
              </a:rPr>
              <a:t>ε</a:t>
            </a:r>
            <a:r>
              <a:rPr sz="1800" spc="-509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closure(EJ)=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(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EGHIABCDJ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2675890">
              <a:lnSpc>
                <a:spcPct val="100000"/>
              </a:lnSpc>
            </a:pP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This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state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is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already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part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of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2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DFA.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161160"/>
            <a:ext cx="601535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2041525" indent="-9144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ahoma"/>
                <a:cs typeface="Tahoma"/>
              </a:rPr>
              <a:t>Possible</a:t>
            </a:r>
            <a:r>
              <a:rPr sz="1800" b="1" spc="-80" dirty="0">
                <a:latin typeface="Tahoma"/>
                <a:cs typeface="Tahoma"/>
              </a:rPr>
              <a:t> </a:t>
            </a:r>
            <a:r>
              <a:rPr sz="1800" b="1" spc="-65" dirty="0">
                <a:latin typeface="Tahoma"/>
                <a:cs typeface="Tahoma"/>
              </a:rPr>
              <a:t>Transitions </a:t>
            </a:r>
            <a:r>
              <a:rPr sz="1800" b="1" spc="-45" dirty="0">
                <a:latin typeface="Tahoma"/>
                <a:cs typeface="Tahoma"/>
              </a:rPr>
              <a:t>for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(EGHIABCD) </a:t>
            </a:r>
            <a:r>
              <a:rPr sz="1800" b="1" spc="-65" dirty="0">
                <a:latin typeface="Tahoma"/>
                <a:cs typeface="Tahoma"/>
              </a:rPr>
              <a:t>Transitions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on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0:</a:t>
            </a:r>
            <a:endParaRPr sz="1800">
              <a:latin typeface="Tahoma"/>
              <a:cs typeface="Tahoma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0(EGHIABCD)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(F)</a:t>
            </a:r>
            <a:endParaRPr sz="18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</a:pPr>
            <a:r>
              <a:rPr sz="1800" spc="-509" dirty="0">
                <a:latin typeface="Arial MT"/>
                <a:cs typeface="Arial MT"/>
              </a:rPr>
              <a:t>ε</a:t>
            </a:r>
            <a:r>
              <a:rPr sz="1800" spc="-509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closure(F)=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(FGHIABCD)</a:t>
            </a:r>
            <a:endParaRPr sz="1800">
              <a:latin typeface="Calibri"/>
              <a:cs typeface="Calibri"/>
            </a:endParaRPr>
          </a:p>
          <a:p>
            <a:pPr marL="2675890">
              <a:lnSpc>
                <a:spcPct val="100000"/>
              </a:lnSpc>
            </a:pP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This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state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is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already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part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of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2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DFA.</a:t>
            </a:r>
            <a:endParaRPr sz="18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800" b="1" spc="-65" dirty="0">
                <a:latin typeface="Tahoma"/>
                <a:cs typeface="Tahoma"/>
              </a:rPr>
              <a:t>Transitions</a:t>
            </a:r>
            <a:r>
              <a:rPr sz="1800" b="1" spc="-70" dirty="0">
                <a:latin typeface="Tahoma"/>
                <a:cs typeface="Tahoma"/>
              </a:rPr>
              <a:t> </a:t>
            </a:r>
            <a:r>
              <a:rPr sz="1800" b="1" spc="-30" dirty="0">
                <a:latin typeface="Tahoma"/>
                <a:cs typeface="Tahoma"/>
              </a:rPr>
              <a:t>on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1:</a:t>
            </a:r>
            <a:endParaRPr sz="1800">
              <a:latin typeface="Tahoma"/>
              <a:cs typeface="Tahoma"/>
            </a:endParaRPr>
          </a:p>
          <a:p>
            <a:pPr marL="13843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1(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EGHIABCDJ</a:t>
            </a:r>
            <a:r>
              <a:rPr sz="1800" spc="-10" dirty="0">
                <a:latin typeface="Calibri"/>
                <a:cs typeface="Calibri"/>
              </a:rPr>
              <a:t>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(EJ)</a:t>
            </a:r>
            <a:endParaRPr sz="18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</a:pPr>
            <a:r>
              <a:rPr sz="1800" spc="-509" dirty="0">
                <a:latin typeface="Arial MT"/>
                <a:cs typeface="Arial MT"/>
              </a:rPr>
              <a:t>ε</a:t>
            </a:r>
            <a:r>
              <a:rPr sz="1800" spc="-509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closure(EJ)=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(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EGHIABCDJ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2675890">
              <a:lnSpc>
                <a:spcPct val="100000"/>
              </a:lnSpc>
            </a:pP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This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state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is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already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part</a:t>
            </a:r>
            <a:r>
              <a:rPr sz="1800" u="heavy" spc="-4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of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the</a:t>
            </a:r>
            <a:r>
              <a:rPr sz="1800" u="heavy" spc="-45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20"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Calibri"/>
                <a:cs typeface="Calibri"/>
              </a:rPr>
              <a:t>DFA.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87541"/>
            <a:ext cx="7968615" cy="912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100"/>
              </a:spcBef>
            </a:pPr>
            <a:r>
              <a:rPr sz="2900" b="0" dirty="0">
                <a:latin typeface="Arial MT"/>
                <a:cs typeface="Arial MT"/>
              </a:rPr>
              <a:t>No</a:t>
            </a:r>
            <a:r>
              <a:rPr sz="2900" b="0" spc="-30" dirty="0">
                <a:latin typeface="Arial MT"/>
                <a:cs typeface="Arial MT"/>
              </a:rPr>
              <a:t> </a:t>
            </a:r>
            <a:r>
              <a:rPr sz="2900" b="0" dirty="0">
                <a:latin typeface="Arial MT"/>
                <a:cs typeface="Arial MT"/>
              </a:rPr>
              <a:t>new</a:t>
            </a:r>
            <a:r>
              <a:rPr sz="2900" b="0" spc="-15" dirty="0">
                <a:latin typeface="Arial MT"/>
                <a:cs typeface="Arial MT"/>
              </a:rPr>
              <a:t> </a:t>
            </a:r>
            <a:r>
              <a:rPr sz="2900" b="0" dirty="0">
                <a:latin typeface="Arial MT"/>
                <a:cs typeface="Arial MT"/>
              </a:rPr>
              <a:t>states</a:t>
            </a:r>
            <a:r>
              <a:rPr sz="2900" b="0" spc="-10" dirty="0">
                <a:latin typeface="Arial MT"/>
                <a:cs typeface="Arial MT"/>
              </a:rPr>
              <a:t> </a:t>
            </a:r>
            <a:r>
              <a:rPr sz="2900" b="0" dirty="0">
                <a:latin typeface="Arial MT"/>
                <a:cs typeface="Arial MT"/>
              </a:rPr>
              <a:t>are</a:t>
            </a:r>
            <a:r>
              <a:rPr sz="2900" b="0" spc="-20" dirty="0">
                <a:latin typeface="Arial MT"/>
                <a:cs typeface="Arial MT"/>
              </a:rPr>
              <a:t> </a:t>
            </a:r>
            <a:r>
              <a:rPr sz="2900" b="0" dirty="0">
                <a:latin typeface="Arial MT"/>
                <a:cs typeface="Arial MT"/>
              </a:rPr>
              <a:t>found.</a:t>
            </a:r>
            <a:r>
              <a:rPr sz="2900" b="0" spc="-15" dirty="0">
                <a:latin typeface="Arial MT"/>
                <a:cs typeface="Arial MT"/>
              </a:rPr>
              <a:t> </a:t>
            </a:r>
            <a:r>
              <a:rPr sz="2900" b="0" dirty="0">
                <a:latin typeface="Arial MT"/>
                <a:cs typeface="Arial MT"/>
              </a:rPr>
              <a:t>So</a:t>
            </a:r>
            <a:r>
              <a:rPr sz="2900" b="0" spc="-15" dirty="0">
                <a:latin typeface="Arial MT"/>
                <a:cs typeface="Arial MT"/>
              </a:rPr>
              <a:t> </a:t>
            </a:r>
            <a:r>
              <a:rPr sz="2900" b="0" dirty="0">
                <a:latin typeface="Arial MT"/>
                <a:cs typeface="Arial MT"/>
              </a:rPr>
              <a:t>subset</a:t>
            </a:r>
            <a:r>
              <a:rPr sz="2900" b="0" spc="-15" dirty="0">
                <a:latin typeface="Arial MT"/>
                <a:cs typeface="Arial MT"/>
              </a:rPr>
              <a:t> </a:t>
            </a:r>
            <a:r>
              <a:rPr sz="2900" b="0" spc="-10" dirty="0">
                <a:latin typeface="Arial MT"/>
                <a:cs typeface="Arial MT"/>
              </a:rPr>
              <a:t>construction </a:t>
            </a:r>
            <a:r>
              <a:rPr sz="2900" b="0" dirty="0">
                <a:latin typeface="Arial MT"/>
                <a:cs typeface="Arial MT"/>
              </a:rPr>
              <a:t>has </a:t>
            </a:r>
            <a:r>
              <a:rPr sz="2900" b="0" spc="-10" dirty="0">
                <a:latin typeface="Arial MT"/>
                <a:cs typeface="Arial MT"/>
              </a:rPr>
              <a:t>converged.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States</a:t>
            </a:r>
            <a:r>
              <a:rPr spc="-2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Equivalent</a:t>
            </a:r>
            <a:r>
              <a:rPr spc="-20" dirty="0"/>
              <a:t> DFA:</a:t>
            </a:r>
          </a:p>
          <a:p>
            <a:pPr marL="1343025">
              <a:lnSpc>
                <a:spcPct val="100000"/>
              </a:lnSpc>
              <a:spcBef>
                <a:spcPts val="10"/>
              </a:spcBef>
            </a:pPr>
            <a:r>
              <a:rPr dirty="0"/>
              <a:t>(ABCDHI)</a:t>
            </a:r>
            <a:r>
              <a:rPr spc="-400" dirty="0"/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=</a:t>
            </a:r>
            <a:r>
              <a:rPr sz="1800" spc="-4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Start</a:t>
            </a:r>
            <a:r>
              <a:rPr sz="1800" spc="-20" dirty="0">
                <a:solidFill>
                  <a:srgbClr val="FF2600"/>
                </a:solidFill>
                <a:latin typeface="Calibri"/>
                <a:cs typeface="Calibri"/>
              </a:rPr>
              <a:t> state</a:t>
            </a:r>
            <a:endParaRPr sz="1800">
              <a:latin typeface="Calibri"/>
              <a:cs typeface="Calibri"/>
            </a:endParaRPr>
          </a:p>
          <a:p>
            <a:pPr marL="1343025">
              <a:lnSpc>
                <a:spcPct val="100000"/>
              </a:lnSpc>
              <a:spcBef>
                <a:spcPts val="710"/>
              </a:spcBef>
            </a:pPr>
            <a:r>
              <a:rPr spc="-10" dirty="0"/>
              <a:t>(FGHIABCD)</a:t>
            </a:r>
          </a:p>
          <a:p>
            <a:pPr marL="12700" marR="5080" indent="1330325">
              <a:lnSpc>
                <a:spcPts val="3120"/>
              </a:lnSpc>
              <a:spcBef>
                <a:spcPts val="955"/>
              </a:spcBef>
            </a:pPr>
            <a:r>
              <a:rPr dirty="0"/>
              <a:t>(EGHIABCDJ)</a:t>
            </a:r>
            <a:r>
              <a:rPr spc="-405" dirty="0"/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=</a:t>
            </a:r>
            <a:r>
              <a:rPr sz="1800" spc="-6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Final</a:t>
            </a:r>
            <a:r>
              <a:rPr sz="1800" spc="-3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state,</a:t>
            </a:r>
            <a:r>
              <a:rPr sz="1800" spc="-3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as</a:t>
            </a:r>
            <a:r>
              <a:rPr sz="1800" spc="-3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it</a:t>
            </a:r>
            <a:r>
              <a:rPr sz="1800" spc="-3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contains</a:t>
            </a:r>
            <a:r>
              <a:rPr sz="1800" spc="-3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final</a:t>
            </a:r>
            <a:r>
              <a:rPr sz="1800" spc="-3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2600"/>
                </a:solidFill>
                <a:latin typeface="Calibri"/>
                <a:cs typeface="Calibri"/>
              </a:rPr>
              <a:t>state,</a:t>
            </a:r>
            <a:r>
              <a:rPr sz="1800" spc="-3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J</a:t>
            </a:r>
            <a:r>
              <a:rPr sz="1800" spc="-35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2600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2600"/>
                </a:solidFill>
                <a:latin typeface="Calibri"/>
                <a:cs typeface="Calibri"/>
              </a:rPr>
              <a:t>given</a:t>
            </a:r>
            <a:r>
              <a:rPr sz="1800" spc="-60" dirty="0">
                <a:solidFill>
                  <a:srgbClr val="FF26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2600"/>
                </a:solidFill>
                <a:latin typeface="Calibri"/>
                <a:cs typeface="Calibri"/>
              </a:rPr>
              <a:t>NFA.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03900">
              <a:lnSpc>
                <a:spcPct val="100000"/>
              </a:lnSpc>
              <a:spcBef>
                <a:spcPts val="100"/>
              </a:spcBef>
            </a:pPr>
            <a:r>
              <a:rPr sz="2800" b="0" spc="-10" dirty="0">
                <a:solidFill>
                  <a:srgbClr val="404040"/>
                </a:solidFill>
                <a:latin typeface="Calibri"/>
                <a:cs typeface="Calibri"/>
              </a:rPr>
              <a:t>Equivalent</a:t>
            </a:r>
            <a:r>
              <a:rPr sz="2800" b="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404040"/>
                </a:solidFill>
                <a:latin typeface="Calibri"/>
                <a:cs typeface="Calibri"/>
              </a:rPr>
              <a:t>DFA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183005"/>
            <a:ext cx="8229472" cy="19319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7" y="3493348"/>
            <a:ext cx="6863317" cy="952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5413" y="3714748"/>
            <a:ext cx="6870700" cy="1428750"/>
            <a:chOff x="1135413" y="3714748"/>
            <a:chExt cx="6870700" cy="1428750"/>
          </a:xfrm>
        </p:grpSpPr>
        <p:sp>
          <p:nvSpPr>
            <p:cNvPr id="4" name="object 4"/>
            <p:cNvSpPr/>
            <p:nvPr/>
          </p:nvSpPr>
          <p:spPr>
            <a:xfrm>
              <a:off x="2408634" y="3714748"/>
              <a:ext cx="5592445" cy="366395"/>
            </a:xfrm>
            <a:custGeom>
              <a:avLst/>
              <a:gdLst/>
              <a:ahLst/>
              <a:cxnLst/>
              <a:rect l="l" t="t" r="r" b="b"/>
              <a:pathLst>
                <a:path w="5592445" h="366395">
                  <a:moveTo>
                    <a:pt x="5592366" y="366117"/>
                  </a:moveTo>
                  <a:lnTo>
                    <a:pt x="0" y="217483"/>
                  </a:lnTo>
                  <a:lnTo>
                    <a:pt x="5592366" y="0"/>
                  </a:lnTo>
                  <a:lnTo>
                    <a:pt x="5592366" y="366117"/>
                  </a:lnTo>
                  <a:close/>
                </a:path>
              </a:pathLst>
            </a:custGeom>
            <a:solidFill>
              <a:srgbClr val="9D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6509" y="3928307"/>
              <a:ext cx="6774815" cy="591820"/>
            </a:xfrm>
            <a:custGeom>
              <a:avLst/>
              <a:gdLst/>
              <a:ahLst/>
              <a:cxnLst/>
              <a:rect l="l" t="t" r="r" b="b"/>
              <a:pathLst>
                <a:path w="6774815" h="591820">
                  <a:moveTo>
                    <a:pt x="6774491" y="591497"/>
                  </a:moveTo>
                  <a:lnTo>
                    <a:pt x="0" y="0"/>
                  </a:lnTo>
                  <a:lnTo>
                    <a:pt x="6774491" y="0"/>
                  </a:lnTo>
                  <a:lnTo>
                    <a:pt x="6774491" y="5914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8" y="3750732"/>
              <a:ext cx="6858002" cy="13927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40175" y="3748252"/>
              <a:ext cx="6861175" cy="593090"/>
            </a:xfrm>
            <a:custGeom>
              <a:avLst/>
              <a:gdLst/>
              <a:ahLst/>
              <a:cxnLst/>
              <a:rect l="l" t="t" r="r" b="b"/>
              <a:pathLst>
                <a:path w="6861175" h="593089">
                  <a:moveTo>
                    <a:pt x="0" y="0"/>
                  </a:moveTo>
                  <a:lnTo>
                    <a:pt x="6860824" y="592727"/>
                  </a:lnTo>
                </a:path>
              </a:pathLst>
            </a:custGeom>
            <a:ln w="9524">
              <a:solidFill>
                <a:srgbClr val="559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68238" y="912048"/>
            <a:ext cx="2743835" cy="76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895" marR="5080" indent="-163830">
              <a:lnSpc>
                <a:spcPct val="121700"/>
              </a:lnSpc>
              <a:spcBef>
                <a:spcPts val="95"/>
              </a:spcBef>
              <a:buChar char="•"/>
              <a:tabLst>
                <a:tab pos="177165" algn="l"/>
                <a:tab pos="1355090" algn="l"/>
              </a:tabLst>
            </a:pPr>
            <a:r>
              <a:rPr sz="2000" spc="-10" dirty="0">
                <a:solidFill>
                  <a:srgbClr val="011993"/>
                </a:solidFill>
                <a:latin typeface="Arial MT"/>
                <a:cs typeface="Arial MT"/>
              </a:rPr>
              <a:t>Regular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011993"/>
                </a:solidFill>
                <a:latin typeface="Arial MT"/>
                <a:cs typeface="Arial MT"/>
              </a:rPr>
              <a:t>expressions 	patterns.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1924" y="973891"/>
            <a:ext cx="3085465" cy="334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60400" algn="l"/>
                <a:tab pos="1494790" algn="l"/>
                <a:tab pos="1985010" algn="l"/>
              </a:tabLst>
            </a:pPr>
            <a:r>
              <a:rPr sz="2000" spc="-25" dirty="0">
                <a:solidFill>
                  <a:srgbClr val="011993"/>
                </a:solidFill>
                <a:latin typeface="Arial MT"/>
                <a:cs typeface="Arial MT"/>
              </a:rPr>
              <a:t>are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011993"/>
                </a:solidFill>
                <a:latin typeface="Arial MT"/>
                <a:cs typeface="Arial MT"/>
              </a:rPr>
              <a:t>used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011993"/>
                </a:solidFill>
                <a:latin typeface="Arial MT"/>
                <a:cs typeface="Arial MT"/>
              </a:rPr>
              <a:t>to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011993"/>
                </a:solidFill>
                <a:latin typeface="Arial MT"/>
                <a:cs typeface="Arial MT"/>
              </a:rPr>
              <a:t>represent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8238" y="1666874"/>
            <a:ext cx="6077585" cy="1893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895" marR="5080" indent="-163830" algn="just">
              <a:lnSpc>
                <a:spcPct val="121700"/>
              </a:lnSpc>
              <a:spcBef>
                <a:spcPts val="95"/>
              </a:spcBef>
              <a:buChar char="•"/>
              <a:tabLst>
                <a:tab pos="177165" algn="l"/>
              </a:tabLst>
            </a:pP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Any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regular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expression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can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be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converted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to</a:t>
            </a:r>
            <a:r>
              <a:rPr sz="2000" spc="3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11993"/>
                </a:solidFill>
                <a:latin typeface="Arial MT"/>
                <a:cs typeface="Arial MT"/>
              </a:rPr>
              <a:t>NFA, 	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which</a:t>
            </a:r>
            <a:r>
              <a:rPr sz="2000" spc="4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recognises</a:t>
            </a:r>
            <a:r>
              <a:rPr sz="2000" spc="4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the</a:t>
            </a:r>
            <a:r>
              <a:rPr sz="2000" spc="4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same</a:t>
            </a:r>
            <a:r>
              <a:rPr sz="2000" spc="459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language,</a:t>
            </a:r>
            <a:r>
              <a:rPr sz="2000" spc="4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as</a:t>
            </a:r>
            <a:r>
              <a:rPr sz="2000" spc="45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11993"/>
                </a:solidFill>
                <a:latin typeface="Arial MT"/>
                <a:cs typeface="Arial MT"/>
              </a:rPr>
              <a:t>defined 	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by</a:t>
            </a:r>
            <a:r>
              <a:rPr sz="2000" spc="3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the</a:t>
            </a:r>
            <a:r>
              <a:rPr sz="2000" spc="4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regular</a:t>
            </a:r>
            <a:r>
              <a:rPr sz="2000" spc="4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11993"/>
                </a:solidFill>
                <a:latin typeface="Arial MT"/>
                <a:cs typeface="Arial MT"/>
              </a:rPr>
              <a:t>expression.</a:t>
            </a:r>
            <a:endParaRPr sz="2000">
              <a:latin typeface="Arial MT"/>
              <a:cs typeface="Arial MT"/>
            </a:endParaRPr>
          </a:p>
          <a:p>
            <a:pPr marL="175895" marR="46990" indent="-163830" algn="just">
              <a:lnSpc>
                <a:spcPct val="121700"/>
              </a:lnSpc>
              <a:spcBef>
                <a:spcPts val="100"/>
              </a:spcBef>
              <a:buChar char="•"/>
              <a:tabLst>
                <a:tab pos="177165" algn="l"/>
              </a:tabLst>
            </a:pP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Any</a:t>
            </a:r>
            <a:r>
              <a:rPr sz="2000" spc="310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NFA</a:t>
            </a:r>
            <a:r>
              <a:rPr sz="2000" spc="250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can</a:t>
            </a:r>
            <a:r>
              <a:rPr sz="2000" spc="315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be</a:t>
            </a:r>
            <a:r>
              <a:rPr sz="2000" spc="310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converted</a:t>
            </a:r>
            <a:r>
              <a:rPr sz="2000" spc="310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to</a:t>
            </a:r>
            <a:r>
              <a:rPr sz="2000" spc="310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DFA,</a:t>
            </a:r>
            <a:r>
              <a:rPr sz="2000" spc="310" dirty="0">
                <a:solidFill>
                  <a:srgbClr val="011993"/>
                </a:solidFill>
                <a:latin typeface="Arial MT"/>
                <a:cs typeface="Arial MT"/>
              </a:rPr>
              <a:t>  </a:t>
            </a:r>
            <a:r>
              <a:rPr sz="2000" spc="-10" dirty="0">
                <a:solidFill>
                  <a:srgbClr val="011993"/>
                </a:solidFill>
                <a:latin typeface="Arial MT"/>
                <a:cs typeface="Arial MT"/>
              </a:rPr>
              <a:t>whose 	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language</a:t>
            </a:r>
            <a:r>
              <a:rPr sz="2000" spc="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is</a:t>
            </a:r>
            <a:r>
              <a:rPr sz="2000" spc="3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the</a:t>
            </a:r>
            <a:r>
              <a:rPr sz="2000" spc="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same</a:t>
            </a:r>
            <a:r>
              <a:rPr sz="2000" spc="3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as</a:t>
            </a:r>
            <a:r>
              <a:rPr sz="2000" spc="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that</a:t>
            </a:r>
            <a:r>
              <a:rPr sz="2000" spc="25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of</a:t>
            </a:r>
            <a:r>
              <a:rPr sz="2000" spc="2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11993"/>
                </a:solidFill>
                <a:latin typeface="Arial MT"/>
                <a:cs typeface="Arial MT"/>
              </a:rPr>
              <a:t>the</a:t>
            </a:r>
            <a:r>
              <a:rPr sz="2000" spc="30" dirty="0">
                <a:solidFill>
                  <a:srgbClr val="011993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11993"/>
                </a:solidFill>
                <a:latin typeface="Arial MT"/>
                <a:cs typeface="Arial MT"/>
              </a:rPr>
              <a:t>NFA.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81496" y="76020"/>
            <a:ext cx="3479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00" dirty="0">
                <a:solidFill>
                  <a:srgbClr val="941100"/>
                </a:solidFill>
              </a:rPr>
              <a:t>In</a:t>
            </a:r>
            <a:r>
              <a:rPr sz="4000" spc="-65" dirty="0">
                <a:solidFill>
                  <a:srgbClr val="941100"/>
                </a:solidFill>
              </a:rPr>
              <a:t> </a:t>
            </a:r>
            <a:r>
              <a:rPr sz="4000" spc="-75" dirty="0">
                <a:solidFill>
                  <a:srgbClr val="941100"/>
                </a:solidFill>
              </a:rPr>
              <a:t>Conclusion:</a:t>
            </a:r>
            <a:endParaRPr sz="4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7" y="3493348"/>
            <a:ext cx="6863317" cy="952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5413" y="3714748"/>
            <a:ext cx="6870700" cy="1428750"/>
            <a:chOff x="1135413" y="3714748"/>
            <a:chExt cx="6870700" cy="1428750"/>
          </a:xfrm>
        </p:grpSpPr>
        <p:sp>
          <p:nvSpPr>
            <p:cNvPr id="4" name="object 4"/>
            <p:cNvSpPr/>
            <p:nvPr/>
          </p:nvSpPr>
          <p:spPr>
            <a:xfrm>
              <a:off x="2408634" y="3714748"/>
              <a:ext cx="5592445" cy="366395"/>
            </a:xfrm>
            <a:custGeom>
              <a:avLst/>
              <a:gdLst/>
              <a:ahLst/>
              <a:cxnLst/>
              <a:rect l="l" t="t" r="r" b="b"/>
              <a:pathLst>
                <a:path w="5592445" h="366395">
                  <a:moveTo>
                    <a:pt x="5592366" y="366117"/>
                  </a:moveTo>
                  <a:lnTo>
                    <a:pt x="0" y="217483"/>
                  </a:lnTo>
                  <a:lnTo>
                    <a:pt x="5592366" y="0"/>
                  </a:lnTo>
                  <a:lnTo>
                    <a:pt x="5592366" y="366117"/>
                  </a:lnTo>
                  <a:close/>
                </a:path>
              </a:pathLst>
            </a:custGeom>
            <a:solidFill>
              <a:srgbClr val="9D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6509" y="3928307"/>
              <a:ext cx="6774815" cy="591820"/>
            </a:xfrm>
            <a:custGeom>
              <a:avLst/>
              <a:gdLst/>
              <a:ahLst/>
              <a:cxnLst/>
              <a:rect l="l" t="t" r="r" b="b"/>
              <a:pathLst>
                <a:path w="6774815" h="591820">
                  <a:moveTo>
                    <a:pt x="6774491" y="591497"/>
                  </a:moveTo>
                  <a:lnTo>
                    <a:pt x="0" y="0"/>
                  </a:lnTo>
                  <a:lnTo>
                    <a:pt x="6774491" y="0"/>
                  </a:lnTo>
                  <a:lnTo>
                    <a:pt x="6774491" y="5914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998" y="3750732"/>
              <a:ext cx="6858002" cy="13927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40175" y="3748252"/>
              <a:ext cx="6861175" cy="593090"/>
            </a:xfrm>
            <a:custGeom>
              <a:avLst/>
              <a:gdLst/>
              <a:ahLst/>
              <a:cxnLst/>
              <a:rect l="l" t="t" r="r" b="b"/>
              <a:pathLst>
                <a:path w="6861175" h="593089">
                  <a:moveTo>
                    <a:pt x="0" y="0"/>
                  </a:moveTo>
                  <a:lnTo>
                    <a:pt x="6860824" y="592727"/>
                  </a:lnTo>
                </a:path>
              </a:pathLst>
            </a:custGeom>
            <a:ln w="9524">
              <a:solidFill>
                <a:srgbClr val="5599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998" y="4780189"/>
              <a:ext cx="6858000" cy="36331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5559" y="111459"/>
            <a:ext cx="7032881" cy="9789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47577" y="392510"/>
            <a:ext cx="3283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YOU,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THINK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SOLVE!!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2999" y="4623977"/>
            <a:ext cx="6858000" cy="241935"/>
          </a:xfrm>
          <a:prstGeom prst="rect">
            <a:avLst/>
          </a:prstGeom>
          <a:solidFill>
            <a:srgbClr val="D3EEF4"/>
          </a:solidFill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1200" b="1" spc="-10" dirty="0">
                <a:latin typeface="Arial"/>
                <a:cs typeface="Arial"/>
                <a:hlinkClick r:id="rId6"/>
              </a:rPr>
              <a:t>www.skcet.ac.in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50673" y="160189"/>
            <a:ext cx="6993255" cy="3145790"/>
            <a:chOff x="1050673" y="160189"/>
            <a:chExt cx="6993255" cy="314579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3569" y="160189"/>
              <a:ext cx="1413347" cy="144473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0673" y="1381710"/>
              <a:ext cx="3368690" cy="192015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4539" y="1589487"/>
              <a:ext cx="2809323" cy="17159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77401" y="1609349"/>
              <a:ext cx="2724150" cy="1630680"/>
            </a:xfrm>
            <a:custGeom>
              <a:avLst/>
              <a:gdLst/>
              <a:ahLst/>
              <a:cxnLst/>
              <a:rect l="l" t="t" r="r" b="b"/>
              <a:pathLst>
                <a:path w="2724150" h="1630680">
                  <a:moveTo>
                    <a:pt x="2658281" y="1630205"/>
                  </a:moveTo>
                  <a:lnTo>
                    <a:pt x="326957" y="1630205"/>
                  </a:lnTo>
                  <a:lnTo>
                    <a:pt x="301538" y="1623735"/>
                  </a:lnTo>
                  <a:lnTo>
                    <a:pt x="280776" y="1606120"/>
                  </a:lnTo>
                  <a:lnTo>
                    <a:pt x="266776" y="1580058"/>
                  </a:lnTo>
                  <a:lnTo>
                    <a:pt x="261641" y="1548242"/>
                  </a:lnTo>
                  <a:lnTo>
                    <a:pt x="261641" y="977897"/>
                  </a:lnTo>
                  <a:lnTo>
                    <a:pt x="0" y="815102"/>
                  </a:lnTo>
                  <a:lnTo>
                    <a:pt x="261641" y="652308"/>
                  </a:lnTo>
                  <a:lnTo>
                    <a:pt x="261641" y="81434"/>
                  </a:lnTo>
                  <a:lnTo>
                    <a:pt x="266776" y="49702"/>
                  </a:lnTo>
                  <a:lnTo>
                    <a:pt x="280776" y="23820"/>
                  </a:lnTo>
                  <a:lnTo>
                    <a:pt x="301538" y="6388"/>
                  </a:lnTo>
                  <a:lnTo>
                    <a:pt x="326957" y="0"/>
                  </a:lnTo>
                  <a:lnTo>
                    <a:pt x="2658281" y="0"/>
                  </a:lnTo>
                  <a:lnTo>
                    <a:pt x="2683700" y="6388"/>
                  </a:lnTo>
                  <a:lnTo>
                    <a:pt x="2704463" y="23820"/>
                  </a:lnTo>
                  <a:lnTo>
                    <a:pt x="2718463" y="49702"/>
                  </a:lnTo>
                  <a:lnTo>
                    <a:pt x="2723597" y="81434"/>
                  </a:lnTo>
                  <a:lnTo>
                    <a:pt x="2723597" y="1548242"/>
                  </a:lnTo>
                  <a:lnTo>
                    <a:pt x="2718463" y="1580058"/>
                  </a:lnTo>
                  <a:lnTo>
                    <a:pt x="2704463" y="1606120"/>
                  </a:lnTo>
                  <a:lnTo>
                    <a:pt x="2683700" y="1623735"/>
                  </a:lnTo>
                  <a:lnTo>
                    <a:pt x="2658281" y="1630205"/>
                  </a:lnTo>
                  <a:close/>
                </a:path>
              </a:pathLst>
            </a:custGeom>
            <a:solidFill>
              <a:srgbClr val="4BAB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77401" y="1609349"/>
              <a:ext cx="2724150" cy="1630680"/>
            </a:xfrm>
            <a:custGeom>
              <a:avLst/>
              <a:gdLst/>
              <a:ahLst/>
              <a:cxnLst/>
              <a:rect l="l" t="t" r="r" b="b"/>
              <a:pathLst>
                <a:path w="2724150" h="1630680">
                  <a:moveTo>
                    <a:pt x="326957" y="0"/>
                  </a:moveTo>
                  <a:lnTo>
                    <a:pt x="301538" y="6388"/>
                  </a:lnTo>
                  <a:lnTo>
                    <a:pt x="280776" y="23820"/>
                  </a:lnTo>
                  <a:lnTo>
                    <a:pt x="266776" y="49702"/>
                  </a:lnTo>
                  <a:lnTo>
                    <a:pt x="261641" y="81434"/>
                  </a:lnTo>
                  <a:lnTo>
                    <a:pt x="261641" y="652308"/>
                  </a:lnTo>
                  <a:lnTo>
                    <a:pt x="0" y="815102"/>
                  </a:lnTo>
                  <a:lnTo>
                    <a:pt x="261641" y="977897"/>
                  </a:lnTo>
                  <a:lnTo>
                    <a:pt x="261641" y="1548242"/>
                  </a:lnTo>
                  <a:lnTo>
                    <a:pt x="266776" y="1580058"/>
                  </a:lnTo>
                  <a:lnTo>
                    <a:pt x="280776" y="1606120"/>
                  </a:lnTo>
                  <a:lnTo>
                    <a:pt x="301538" y="1623735"/>
                  </a:lnTo>
                  <a:lnTo>
                    <a:pt x="326957" y="1630205"/>
                  </a:lnTo>
                  <a:lnTo>
                    <a:pt x="2658281" y="1630205"/>
                  </a:lnTo>
                  <a:lnTo>
                    <a:pt x="2683700" y="1623735"/>
                  </a:lnTo>
                  <a:lnTo>
                    <a:pt x="2704463" y="1606120"/>
                  </a:lnTo>
                  <a:lnTo>
                    <a:pt x="2718463" y="1580058"/>
                  </a:lnTo>
                  <a:lnTo>
                    <a:pt x="2723597" y="1548242"/>
                  </a:lnTo>
                  <a:lnTo>
                    <a:pt x="2723597" y="81434"/>
                  </a:lnTo>
                  <a:lnTo>
                    <a:pt x="2718463" y="49702"/>
                  </a:lnTo>
                  <a:lnTo>
                    <a:pt x="2704463" y="23820"/>
                  </a:lnTo>
                  <a:lnTo>
                    <a:pt x="2683700" y="6388"/>
                  </a:lnTo>
                  <a:lnTo>
                    <a:pt x="2658281" y="0"/>
                  </a:lnTo>
                  <a:lnTo>
                    <a:pt x="326957" y="0"/>
                  </a:lnTo>
                  <a:close/>
                </a:path>
              </a:pathLst>
            </a:custGeom>
            <a:ln w="9524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789325" y="1790456"/>
            <a:ext cx="20269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b="0" dirty="0">
                <a:solidFill>
                  <a:srgbClr val="FFFFFF"/>
                </a:solidFill>
                <a:latin typeface="Arial MT"/>
                <a:cs typeface="Arial MT"/>
              </a:rPr>
              <a:t>onvert</a:t>
            </a:r>
            <a:r>
              <a:rPr sz="1800" b="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00" b="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Arial MT"/>
                <a:cs typeface="Arial MT"/>
              </a:rPr>
              <a:t>Regular </a:t>
            </a:r>
            <a:r>
              <a:rPr sz="1800" b="0" dirty="0">
                <a:solidFill>
                  <a:srgbClr val="FFFFFF"/>
                </a:solidFill>
                <a:latin typeface="Arial MT"/>
                <a:cs typeface="Arial MT"/>
              </a:rPr>
              <a:t>expressions</a:t>
            </a:r>
            <a:r>
              <a:rPr sz="1800" b="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0" spc="-45" dirty="0">
                <a:solidFill>
                  <a:srgbClr val="FFFFFF"/>
                </a:solidFill>
                <a:latin typeface="Arial MT"/>
                <a:cs typeface="Arial MT"/>
              </a:rPr>
              <a:t>NFA</a:t>
            </a:r>
            <a:r>
              <a:rPr sz="1800" b="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800" b="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Arial MT"/>
                <a:cs typeface="Arial MT"/>
              </a:rPr>
              <a:t>then</a:t>
            </a:r>
            <a:r>
              <a:rPr sz="1800" b="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b="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Arial MT"/>
                <a:cs typeface="Arial MT"/>
              </a:rPr>
              <a:t>DFA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879" rIns="0" bIns="0" rtlCol="0">
            <a:spAutoFit/>
          </a:bodyPr>
          <a:lstStyle/>
          <a:p>
            <a:pPr marL="579755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Supplementary</a:t>
            </a:r>
            <a:r>
              <a:rPr spc="-60" dirty="0"/>
              <a:t> </a:t>
            </a:r>
            <a:r>
              <a:rPr spc="-114" dirty="0"/>
              <a:t>Learning</a:t>
            </a:r>
            <a:r>
              <a:rPr spc="-60" dirty="0"/>
              <a:t> </a:t>
            </a:r>
            <a:r>
              <a:rPr spc="-45" dirty="0"/>
              <a:t>Content</a:t>
            </a: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3325" y="3404082"/>
            <a:ext cx="576068" cy="568729"/>
          </a:xfrm>
          <a:prstGeom prst="rect">
            <a:avLst/>
          </a:prstGeom>
        </p:spPr>
      </p:pic>
      <p:pic>
        <p:nvPicPr>
          <p:cNvPr id="5" name="object 5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11575" y="938680"/>
            <a:ext cx="933434" cy="8183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17519" y="2385726"/>
            <a:ext cx="25139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FF2600"/>
                </a:solidFill>
                <a:latin typeface="Arial"/>
                <a:cs typeface="Arial"/>
              </a:rPr>
              <a:t>Follow</a:t>
            </a:r>
            <a:r>
              <a:rPr sz="2100" b="1" spc="-70" dirty="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2600"/>
                </a:solidFill>
                <a:latin typeface="Arial"/>
                <a:cs typeface="Arial"/>
              </a:rPr>
              <a:t>the</a:t>
            </a:r>
            <a:r>
              <a:rPr sz="2100" b="1" spc="-65" dirty="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2600"/>
                </a:solidFill>
                <a:latin typeface="Arial"/>
                <a:cs typeface="Arial"/>
              </a:rPr>
              <a:t>Links,</a:t>
            </a:r>
            <a:r>
              <a:rPr sz="2100" b="1" spc="-70" dirty="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FF2600"/>
                </a:solidFill>
                <a:latin typeface="Arial"/>
                <a:cs typeface="Arial"/>
              </a:rPr>
              <a:t>to </a:t>
            </a:r>
            <a:r>
              <a:rPr sz="2100" b="1" dirty="0">
                <a:solidFill>
                  <a:srgbClr val="FF2600"/>
                </a:solidFill>
                <a:latin typeface="Arial"/>
                <a:cs typeface="Arial"/>
              </a:rPr>
              <a:t>continue</a:t>
            </a:r>
            <a:r>
              <a:rPr sz="2100" b="1" spc="-130" dirty="0">
                <a:solidFill>
                  <a:srgbClr val="FF2600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2600"/>
                </a:solidFill>
                <a:latin typeface="Arial"/>
                <a:cs typeface="Arial"/>
              </a:rPr>
              <a:t>Learning!!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2313" y="4274219"/>
            <a:ext cx="127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Chapter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3.7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Arial"/>
                <a:cs typeface="Arial"/>
              </a:rPr>
              <a:t>Coming</a:t>
            </a:r>
            <a:r>
              <a:rPr sz="23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"/>
                <a:cs typeface="Arial"/>
              </a:rPr>
              <a:t>Up: </a:t>
            </a:r>
            <a:r>
              <a:rPr sz="2300" b="0" dirty="0">
                <a:solidFill>
                  <a:srgbClr val="FFFFFF"/>
                </a:solidFill>
                <a:latin typeface="Arial MT"/>
                <a:cs typeface="Arial MT"/>
              </a:rPr>
              <a:t>Syntax</a:t>
            </a:r>
            <a:r>
              <a:rPr sz="2300" b="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b="0" spc="-10" dirty="0">
                <a:solidFill>
                  <a:srgbClr val="FFFFFF"/>
                </a:solidFill>
                <a:latin typeface="Arial MT"/>
                <a:cs typeface="Arial MT"/>
              </a:rPr>
              <a:t>Analysis. </a:t>
            </a:r>
            <a:r>
              <a:rPr sz="2300" b="0" dirty="0">
                <a:solidFill>
                  <a:srgbClr val="FFFFFF"/>
                </a:solidFill>
                <a:latin typeface="Arial MT"/>
                <a:cs typeface="Arial MT"/>
              </a:rPr>
              <a:t>Role</a:t>
            </a:r>
            <a:r>
              <a:rPr sz="2300" b="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b="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300" b="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b="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300" b="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b="0" spc="-20" dirty="0">
                <a:solidFill>
                  <a:srgbClr val="FFFFFF"/>
                </a:solidFill>
                <a:latin typeface="Arial MT"/>
                <a:cs typeface="Arial MT"/>
              </a:rPr>
              <a:t>parser.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20259" y="1893577"/>
            <a:ext cx="3347085" cy="1402715"/>
            <a:chOff x="4320259" y="1893577"/>
            <a:chExt cx="3347085" cy="1402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0259" y="1893577"/>
              <a:ext cx="3346721" cy="14023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3121" y="1913440"/>
              <a:ext cx="3260995" cy="1316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63121" y="1913440"/>
              <a:ext cx="3261360" cy="1316990"/>
            </a:xfrm>
            <a:custGeom>
              <a:avLst/>
              <a:gdLst/>
              <a:ahLst/>
              <a:cxnLst/>
              <a:rect l="l" t="t" r="r" b="b"/>
              <a:pathLst>
                <a:path w="3261359" h="1316989">
                  <a:moveTo>
                    <a:pt x="0" y="197492"/>
                  </a:moveTo>
                  <a:lnTo>
                    <a:pt x="5215" y="152209"/>
                  </a:lnTo>
                  <a:lnTo>
                    <a:pt x="20073" y="110640"/>
                  </a:lnTo>
                  <a:lnTo>
                    <a:pt x="43386" y="73971"/>
                  </a:lnTo>
                  <a:lnTo>
                    <a:pt x="73971" y="43386"/>
                  </a:lnTo>
                  <a:lnTo>
                    <a:pt x="110640" y="20073"/>
                  </a:lnTo>
                  <a:lnTo>
                    <a:pt x="152209" y="5215"/>
                  </a:lnTo>
                  <a:lnTo>
                    <a:pt x="197492" y="0"/>
                  </a:lnTo>
                  <a:lnTo>
                    <a:pt x="3063502" y="0"/>
                  </a:lnTo>
                  <a:lnTo>
                    <a:pt x="3102211" y="3829"/>
                  </a:lnTo>
                  <a:lnTo>
                    <a:pt x="3139080" y="15033"/>
                  </a:lnTo>
                  <a:lnTo>
                    <a:pt x="3173072" y="33181"/>
                  </a:lnTo>
                  <a:lnTo>
                    <a:pt x="3203151" y="57844"/>
                  </a:lnTo>
                  <a:lnTo>
                    <a:pt x="3227814" y="87923"/>
                  </a:lnTo>
                  <a:lnTo>
                    <a:pt x="3245962" y="121915"/>
                  </a:lnTo>
                  <a:lnTo>
                    <a:pt x="3257166" y="158784"/>
                  </a:lnTo>
                  <a:lnTo>
                    <a:pt x="3260995" y="197492"/>
                  </a:lnTo>
                  <a:lnTo>
                    <a:pt x="3260995" y="1119126"/>
                  </a:lnTo>
                  <a:lnTo>
                    <a:pt x="3255780" y="1164410"/>
                  </a:lnTo>
                  <a:lnTo>
                    <a:pt x="3240922" y="1205979"/>
                  </a:lnTo>
                  <a:lnTo>
                    <a:pt x="3217609" y="1242648"/>
                  </a:lnTo>
                  <a:lnTo>
                    <a:pt x="3187024" y="1273233"/>
                  </a:lnTo>
                  <a:lnTo>
                    <a:pt x="3150355" y="1296546"/>
                  </a:lnTo>
                  <a:lnTo>
                    <a:pt x="3108786" y="1311404"/>
                  </a:lnTo>
                  <a:lnTo>
                    <a:pt x="3063502" y="1316619"/>
                  </a:lnTo>
                  <a:lnTo>
                    <a:pt x="197492" y="1316619"/>
                  </a:lnTo>
                  <a:lnTo>
                    <a:pt x="152209" y="1311404"/>
                  </a:lnTo>
                  <a:lnTo>
                    <a:pt x="110640" y="1296546"/>
                  </a:lnTo>
                  <a:lnTo>
                    <a:pt x="73971" y="1273233"/>
                  </a:lnTo>
                  <a:lnTo>
                    <a:pt x="43386" y="1242648"/>
                  </a:lnTo>
                  <a:lnTo>
                    <a:pt x="20073" y="1205979"/>
                  </a:lnTo>
                  <a:lnTo>
                    <a:pt x="5215" y="1164410"/>
                  </a:lnTo>
                  <a:lnTo>
                    <a:pt x="0" y="1119126"/>
                  </a:lnTo>
                  <a:lnTo>
                    <a:pt x="0" y="197492"/>
                  </a:lnTo>
                  <a:close/>
                </a:path>
              </a:pathLst>
            </a:custGeom>
            <a:ln w="9524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74656" y="2315210"/>
            <a:ext cx="2036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Thank</a:t>
            </a:r>
            <a:r>
              <a:rPr sz="3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Arial MT"/>
                <a:cs typeface="Arial MT"/>
              </a:rPr>
              <a:t>You!!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851</Words>
  <Application>Microsoft Office PowerPoint</Application>
  <PresentationFormat>On-screen Show (16:9)</PresentationFormat>
  <Paragraphs>172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MT</vt:lpstr>
      <vt:lpstr>Calibri</vt:lpstr>
      <vt:lpstr>Tahoma</vt:lpstr>
      <vt:lpstr>Times New Roman</vt:lpstr>
      <vt:lpstr>Trebuchet MS</vt:lpstr>
      <vt:lpstr>Verdana</vt:lpstr>
      <vt:lpstr>Office Theme</vt:lpstr>
      <vt:lpstr>Course : 23CSC04- Principles Of Compiler Design Module I : Lexical Analysis And Syntax Analysis Topic : Regular Expression to NFA</vt:lpstr>
      <vt:lpstr>SESSION OUTCOMES</vt:lpstr>
      <vt:lpstr>Lexemes- Lexical analyser reads the stream of characters of the source program, and groups them into meaningful sequences, called lexemes.</vt:lpstr>
      <vt:lpstr>ROLE OF RE, NFA, DFA IN LEXICAL ANALYSIS</vt:lpstr>
      <vt:lpstr>For each kind of reg-exp, an NFA notation is defined Notations:</vt:lpstr>
      <vt:lpstr>PowerPoint Presentation</vt:lpstr>
      <vt:lpstr>PowerPoint Presentation</vt:lpstr>
      <vt:lpstr>PowerPoint Presentation</vt:lpstr>
      <vt:lpstr>(1+0)*</vt:lpstr>
      <vt:lpstr>(1+0)*1</vt:lpstr>
      <vt:lpstr>Try this!!</vt:lpstr>
      <vt:lpstr>PowerPoint Presentation</vt:lpstr>
      <vt:lpstr>NFA to DFA</vt:lpstr>
      <vt:lpstr>PowerPoint Presentation</vt:lpstr>
      <vt:lpstr>Convert this NFA to DFA</vt:lpstr>
      <vt:lpstr>Epsilon closure- e.g.</vt:lpstr>
      <vt:lpstr>Subset Construction:</vt:lpstr>
      <vt:lpstr>2. Find the possible transition from this start state, for each input symbol.</vt:lpstr>
      <vt:lpstr>PowerPoint Presentation</vt:lpstr>
      <vt:lpstr>PowerPoint Presentation</vt:lpstr>
      <vt:lpstr>No new states are found. So subset construction has converged.</vt:lpstr>
      <vt:lpstr>Equivalent DFA</vt:lpstr>
      <vt:lpstr>In Conclusion:</vt:lpstr>
      <vt:lpstr>Convert the Regular expressions to NFA &amp; then to DFA</vt:lpstr>
      <vt:lpstr>Supplementary Learning Content</vt:lpstr>
      <vt:lpstr>Coming Up: Syntax Analysis. Role of the parser.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7.RE to NFA.pptx</dc:title>
  <cp:lastModifiedBy>2515012_ Vidyasree</cp:lastModifiedBy>
  <cp:revision>1</cp:revision>
  <dcterms:created xsi:type="dcterms:W3CDTF">2026-02-27T13:07:57Z</dcterms:created>
  <dcterms:modified xsi:type="dcterms:W3CDTF">2026-02-28T18:47:05Z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2026-02-27T00:00:00Z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2026-02-27T00:00:00Z</vt:filetime>
  </property>
</Properties>
</file>