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9"/>
  </p:notesMasterIdLst>
  <p:sldIdLst>
    <p:sldId id="256" r:id="rId2"/>
    <p:sldId id="257" r:id="rId3"/>
    <p:sldId id="258" r:id="rId4"/>
    <p:sldId id="259" r:id="rId5"/>
    <p:sldId id="260" r:id="rId6"/>
    <p:sldId id="261" r:id="rId7"/>
    <p:sldId id="262" r:id="rId8"/>
    <p:sldId id="263" r:id="rId9"/>
    <p:sldId id="362"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FB66F0-4870-45AB-B29C-4ED65E40A06E}" v="13" dt="2026-02-20T14:46:41.88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660"/>
  </p:normalViewPr>
  <p:slideViewPr>
    <p:cSldViewPr>
      <p:cViewPr varScale="1">
        <p:scale>
          <a:sx n="78" d="100"/>
          <a:sy n="78" d="100"/>
        </p:scale>
        <p:origin x="1008"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115"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515012_ Vidyasree" userId="2633e80093b3d421" providerId="LiveId" clId="{12EBA23A-46CD-4FA7-9690-46E67EF4679B}"/>
    <pc:docChg chg="undo custSel addSld delSld modSld sldOrd">
      <pc:chgData name="2515012_ Vidyasree" userId="2633e80093b3d421" providerId="LiveId" clId="{12EBA23A-46CD-4FA7-9690-46E67EF4679B}" dt="2026-02-20T19:25:54.783" v="42" actId="21"/>
      <pc:docMkLst>
        <pc:docMk/>
      </pc:docMkLst>
      <pc:sldChg chg="ord">
        <pc:chgData name="2515012_ Vidyasree" userId="2633e80093b3d421" providerId="LiveId" clId="{12EBA23A-46CD-4FA7-9690-46E67EF4679B}" dt="2026-02-20T18:29:05.039" v="36"/>
        <pc:sldMkLst>
          <pc:docMk/>
          <pc:sldMk cId="0" sldId="264"/>
        </pc:sldMkLst>
      </pc:sldChg>
      <pc:sldChg chg="modSp mod">
        <pc:chgData name="2515012_ Vidyasree" userId="2633e80093b3d421" providerId="LiveId" clId="{12EBA23A-46CD-4FA7-9690-46E67EF4679B}" dt="2026-02-19T18:41:24.764" v="10" actId="207"/>
        <pc:sldMkLst>
          <pc:docMk/>
          <pc:sldMk cId="0" sldId="265"/>
        </pc:sldMkLst>
        <pc:spChg chg="mod">
          <ac:chgData name="2515012_ Vidyasree" userId="2633e80093b3d421" providerId="LiveId" clId="{12EBA23A-46CD-4FA7-9690-46E67EF4679B}" dt="2026-02-19T18:41:24.764" v="10" actId="207"/>
          <ac:spMkLst>
            <pc:docMk/>
            <pc:sldMk cId="0" sldId="265"/>
            <ac:spMk id="3" creationId="{00000000-0000-0000-0000-000000000000}"/>
          </ac:spMkLst>
        </pc:spChg>
      </pc:sldChg>
      <pc:sldChg chg="delSp mod">
        <pc:chgData name="2515012_ Vidyasree" userId="2633e80093b3d421" providerId="LiveId" clId="{12EBA23A-46CD-4FA7-9690-46E67EF4679B}" dt="2026-02-20T18:32:01.371" v="37" actId="21"/>
        <pc:sldMkLst>
          <pc:docMk/>
          <pc:sldMk cId="0" sldId="267"/>
        </pc:sldMkLst>
        <pc:grpChg chg="del">
          <ac:chgData name="2515012_ Vidyasree" userId="2633e80093b3d421" providerId="LiveId" clId="{12EBA23A-46CD-4FA7-9690-46E67EF4679B}" dt="2026-02-20T18:32:01.371" v="37" actId="21"/>
          <ac:grpSpMkLst>
            <pc:docMk/>
            <pc:sldMk cId="0" sldId="267"/>
            <ac:grpSpMk id="5" creationId="{00000000-0000-0000-0000-000000000000}"/>
          </ac:grpSpMkLst>
        </pc:grpChg>
      </pc:sldChg>
      <pc:sldChg chg="modSp mod">
        <pc:chgData name="2515012_ Vidyasree" userId="2633e80093b3d421" providerId="LiveId" clId="{12EBA23A-46CD-4FA7-9690-46E67EF4679B}" dt="2026-02-20T14:46:54.836" v="30" actId="115"/>
        <pc:sldMkLst>
          <pc:docMk/>
          <pc:sldMk cId="0" sldId="277"/>
        </pc:sldMkLst>
        <pc:spChg chg="mod">
          <ac:chgData name="2515012_ Vidyasree" userId="2633e80093b3d421" providerId="LiveId" clId="{12EBA23A-46CD-4FA7-9690-46E67EF4679B}" dt="2026-02-20T14:46:41.887" v="28"/>
          <ac:spMkLst>
            <pc:docMk/>
            <pc:sldMk cId="0" sldId="277"/>
            <ac:spMk id="2" creationId="{00000000-0000-0000-0000-000000000000}"/>
          </ac:spMkLst>
        </pc:spChg>
        <pc:spChg chg="mod">
          <ac:chgData name="2515012_ Vidyasree" userId="2633e80093b3d421" providerId="LiveId" clId="{12EBA23A-46CD-4FA7-9690-46E67EF4679B}" dt="2026-02-20T14:46:54.836" v="30" actId="115"/>
          <ac:spMkLst>
            <pc:docMk/>
            <pc:sldMk cId="0" sldId="277"/>
            <ac:spMk id="4" creationId="{00000000-0000-0000-0000-000000000000}"/>
          </ac:spMkLst>
        </pc:spChg>
      </pc:sldChg>
      <pc:sldChg chg="modSp mod">
        <pc:chgData name="2515012_ Vidyasree" userId="2633e80093b3d421" providerId="LiveId" clId="{12EBA23A-46CD-4FA7-9690-46E67EF4679B}" dt="2026-02-20T19:04:53.334" v="40" actId="20577"/>
        <pc:sldMkLst>
          <pc:docMk/>
          <pc:sldMk cId="0" sldId="287"/>
        </pc:sldMkLst>
        <pc:spChg chg="mod">
          <ac:chgData name="2515012_ Vidyasree" userId="2633e80093b3d421" providerId="LiveId" clId="{12EBA23A-46CD-4FA7-9690-46E67EF4679B}" dt="2026-02-20T19:04:53.334" v="40" actId="20577"/>
          <ac:spMkLst>
            <pc:docMk/>
            <pc:sldMk cId="0" sldId="287"/>
            <ac:spMk id="4" creationId="{00000000-0000-0000-0000-000000000000}"/>
          </ac:spMkLst>
        </pc:spChg>
      </pc:sldChg>
      <pc:sldChg chg="delSp mod">
        <pc:chgData name="2515012_ Vidyasree" userId="2633e80093b3d421" providerId="LiveId" clId="{12EBA23A-46CD-4FA7-9690-46E67EF4679B}" dt="2026-02-20T19:20:26.885" v="41" actId="21"/>
        <pc:sldMkLst>
          <pc:docMk/>
          <pc:sldMk cId="0" sldId="291"/>
        </pc:sldMkLst>
        <pc:grpChg chg="del">
          <ac:chgData name="2515012_ Vidyasree" userId="2633e80093b3d421" providerId="LiveId" clId="{12EBA23A-46CD-4FA7-9690-46E67EF4679B}" dt="2026-02-20T19:20:26.885" v="41" actId="21"/>
          <ac:grpSpMkLst>
            <pc:docMk/>
            <pc:sldMk cId="0" sldId="291"/>
            <ac:grpSpMk id="8" creationId="{00000000-0000-0000-0000-000000000000}"/>
          </ac:grpSpMkLst>
        </pc:grpChg>
      </pc:sldChg>
      <pc:sldChg chg="delSp mod ord">
        <pc:chgData name="2515012_ Vidyasree" userId="2633e80093b3d421" providerId="LiveId" clId="{12EBA23A-46CD-4FA7-9690-46E67EF4679B}" dt="2026-02-20T19:25:54.783" v="42" actId="21"/>
        <pc:sldMkLst>
          <pc:docMk/>
          <pc:sldMk cId="0" sldId="292"/>
        </pc:sldMkLst>
        <pc:grpChg chg="del">
          <ac:chgData name="2515012_ Vidyasree" userId="2633e80093b3d421" providerId="LiveId" clId="{12EBA23A-46CD-4FA7-9690-46E67EF4679B}" dt="2026-02-20T19:25:54.783" v="42" actId="21"/>
          <ac:grpSpMkLst>
            <pc:docMk/>
            <pc:sldMk cId="0" sldId="292"/>
            <ac:grpSpMk id="6" creationId="{00000000-0000-0000-0000-000000000000}"/>
          </ac:grpSpMkLst>
        </pc:grpChg>
      </pc:sldChg>
      <pc:sldChg chg="add">
        <pc:chgData name="2515012_ Vidyasree" userId="2633e80093b3d421" providerId="LiveId" clId="{12EBA23A-46CD-4FA7-9690-46E67EF4679B}" dt="2026-02-19T18:40:12.039" v="9"/>
        <pc:sldMkLst>
          <pc:docMk/>
          <pc:sldMk cId="0" sldId="362"/>
        </pc:sldMkLst>
      </pc:sldChg>
      <pc:sldChg chg="addSp modSp new del">
        <pc:chgData name="2515012_ Vidyasree" userId="2633e80093b3d421" providerId="LiveId" clId="{12EBA23A-46CD-4FA7-9690-46E67EF4679B}" dt="2026-02-19T18:38:54.946" v="8" actId="680"/>
        <pc:sldMkLst>
          <pc:docMk/>
          <pc:sldMk cId="2684901531" sldId="362"/>
        </pc:sldMkLst>
        <pc:spChg chg="mod">
          <ac:chgData name="2515012_ Vidyasree" userId="2633e80093b3d421" providerId="LiveId" clId="{12EBA23A-46CD-4FA7-9690-46E67EF4679B}" dt="2026-02-19T18:38:51.292" v="7" actId="14100"/>
          <ac:spMkLst>
            <pc:docMk/>
            <pc:sldMk cId="2684901531" sldId="362"/>
            <ac:spMk id="3" creationId="{19EAF458-7CA5-ED02-0FFD-8AA2D980F5A9}"/>
          </ac:spMkLst>
        </pc:spChg>
        <pc:picChg chg="add mod">
          <ac:chgData name="2515012_ Vidyasree" userId="2633e80093b3d421" providerId="LiveId" clId="{12EBA23A-46CD-4FA7-9690-46E67EF4679B}" dt="2026-02-19T18:38:51.292" v="7" actId="14100"/>
          <ac:picMkLst>
            <pc:docMk/>
            <pc:sldMk cId="2684901531" sldId="362"/>
            <ac:picMk id="1026" creationId="{10A9128D-CF72-0F08-FAAC-ACA926BBE5A9}"/>
          </ac:picMkLst>
        </pc:picChg>
      </pc:sldChg>
      <pc:sldChg chg="new del">
        <pc:chgData name="2515012_ Vidyasree" userId="2633e80093b3d421" providerId="LiveId" clId="{12EBA23A-46CD-4FA7-9690-46E67EF4679B}" dt="2026-02-20T18:52:38.708" v="39" actId="680"/>
        <pc:sldMkLst>
          <pc:docMk/>
          <pc:sldMk cId="2254631666" sldId="363"/>
        </pc:sldMkLst>
      </pc:sldChg>
      <pc:sldChg chg="new del">
        <pc:chgData name="2515012_ Vidyasree" userId="2633e80093b3d421" providerId="LiveId" clId="{12EBA23A-46CD-4FA7-9690-46E67EF4679B}" dt="2026-02-20T14:51:18.438" v="32" actId="680"/>
        <pc:sldMkLst>
          <pc:docMk/>
          <pc:sldMk cId="4101743596" sldId="3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C9E7FBB-7C7E-46F9-94CF-F5BEFD6C2821}" type="datetimeFigureOut">
              <a:rPr lang="en-IN" smtClean="0"/>
              <a:t>20-02-2026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7A5C1A4-84C5-4D86-907A-7301D7098EED}" type="slidenum">
              <a:rPr lang="en-IN" smtClean="0"/>
              <a:t>‹#›</a:t>
            </a:fld>
            <a:endParaRPr lang="en-IN"/>
          </a:p>
        </p:txBody>
      </p:sp>
    </p:spTree>
    <p:extLst>
      <p:ext uri="{BB962C8B-B14F-4D97-AF65-F5344CB8AC3E}">
        <p14:creationId xmlns:p14="http://schemas.microsoft.com/office/powerpoint/2010/main" val="2115159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bc37f7f7de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 name="Google Shape;75;g1bc37f7f7de_0_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762000"/>
            <a:ext cx="9141460" cy="5334000"/>
          </a:xfrm>
          <a:custGeom>
            <a:avLst/>
            <a:gdLst/>
            <a:ahLst/>
            <a:cxnLst/>
            <a:rect l="l" t="t" r="r" b="b"/>
            <a:pathLst>
              <a:path w="9141460" h="5334000">
                <a:moveTo>
                  <a:pt x="9140952" y="0"/>
                </a:moveTo>
                <a:lnTo>
                  <a:pt x="0" y="0"/>
                </a:lnTo>
                <a:lnTo>
                  <a:pt x="0" y="5334000"/>
                </a:lnTo>
                <a:lnTo>
                  <a:pt x="9140952" y="5334000"/>
                </a:lnTo>
                <a:lnTo>
                  <a:pt x="9140952" y="0"/>
                </a:lnTo>
                <a:close/>
              </a:path>
            </a:pathLst>
          </a:custGeom>
          <a:solidFill>
            <a:srgbClr val="40B9D2"/>
          </a:solidFill>
        </p:spPr>
        <p:txBody>
          <a:bodyPr wrap="square" lIns="0" tIns="0" rIns="0" bIns="0" rtlCol="0"/>
          <a:lstStyle/>
          <a:p>
            <a:endParaRPr/>
          </a:p>
        </p:txBody>
      </p:sp>
      <p:sp>
        <p:nvSpPr>
          <p:cNvPr id="17" name="bg object 17"/>
          <p:cNvSpPr/>
          <p:nvPr/>
        </p:nvSpPr>
        <p:spPr>
          <a:xfrm>
            <a:off x="9270492" y="762000"/>
            <a:ext cx="2921635" cy="5334000"/>
          </a:xfrm>
          <a:custGeom>
            <a:avLst/>
            <a:gdLst/>
            <a:ahLst/>
            <a:cxnLst/>
            <a:rect l="l" t="t" r="r" b="b"/>
            <a:pathLst>
              <a:path w="2921634" h="5334000">
                <a:moveTo>
                  <a:pt x="2921507" y="0"/>
                </a:moveTo>
                <a:lnTo>
                  <a:pt x="0" y="0"/>
                </a:lnTo>
                <a:lnTo>
                  <a:pt x="0" y="5334000"/>
                </a:lnTo>
                <a:lnTo>
                  <a:pt x="2921507" y="5334000"/>
                </a:lnTo>
                <a:lnTo>
                  <a:pt x="2921507" y="0"/>
                </a:lnTo>
                <a:close/>
              </a:path>
            </a:pathLst>
          </a:custGeom>
          <a:solidFill>
            <a:srgbClr val="C7C7C7">
              <a:alpha val="49803"/>
            </a:srgbClr>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9386316" y="841247"/>
            <a:ext cx="2735579" cy="914400"/>
          </a:xfrm>
          <a:prstGeom prst="rect">
            <a:avLst/>
          </a:prstGeom>
        </p:spPr>
      </p:pic>
      <p:sp>
        <p:nvSpPr>
          <p:cNvPr id="2" name="Holder 2"/>
          <p:cNvSpPr>
            <a:spLocks noGrp="1"/>
          </p:cNvSpPr>
          <p:nvPr>
            <p:ph type="ctrTitle"/>
          </p:nvPr>
        </p:nvSpPr>
        <p:spPr>
          <a:xfrm>
            <a:off x="1148892" y="1831594"/>
            <a:ext cx="6584315" cy="2555875"/>
          </a:xfrm>
          <a:prstGeom prst="rect">
            <a:avLst/>
          </a:prstGeom>
        </p:spPr>
        <p:txBody>
          <a:bodyPr wrap="square" lIns="0" tIns="0" rIns="0" bIns="0">
            <a:spAutoFit/>
          </a:bodyPr>
          <a:lstStyle>
            <a:lvl1pPr>
              <a:defRPr sz="2400" b="0"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20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220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815571" y="758951"/>
            <a:ext cx="376555" cy="5331460"/>
          </a:xfrm>
          <a:custGeom>
            <a:avLst/>
            <a:gdLst/>
            <a:ahLst/>
            <a:cxnLst/>
            <a:rect l="l" t="t" r="r" b="b"/>
            <a:pathLst>
              <a:path w="376554" h="5331460">
                <a:moveTo>
                  <a:pt x="376427" y="0"/>
                </a:moveTo>
                <a:lnTo>
                  <a:pt x="0" y="0"/>
                </a:lnTo>
                <a:lnTo>
                  <a:pt x="0" y="5330952"/>
                </a:lnTo>
                <a:lnTo>
                  <a:pt x="376427" y="5330952"/>
                </a:lnTo>
                <a:lnTo>
                  <a:pt x="376427" y="0"/>
                </a:lnTo>
                <a:close/>
              </a:path>
            </a:pathLst>
          </a:custGeom>
          <a:solidFill>
            <a:srgbClr val="C7C7C7">
              <a:alpha val="49803"/>
            </a:srgbClr>
          </a:solidFill>
        </p:spPr>
        <p:txBody>
          <a:bodyPr wrap="square" lIns="0" tIns="0" rIns="0" bIns="0" rtlCol="0"/>
          <a:lstStyle/>
          <a:p>
            <a:endParaRPr/>
          </a:p>
        </p:txBody>
      </p:sp>
      <p:sp>
        <p:nvSpPr>
          <p:cNvPr id="2" name="Holder 2"/>
          <p:cNvSpPr>
            <a:spLocks noGrp="1"/>
          </p:cNvSpPr>
          <p:nvPr>
            <p:ph type="title"/>
          </p:nvPr>
        </p:nvSpPr>
        <p:spPr>
          <a:xfrm>
            <a:off x="3948429" y="1334465"/>
            <a:ext cx="3452495" cy="391794"/>
          </a:xfrm>
          <a:prstGeom prst="rect">
            <a:avLst/>
          </a:prstGeom>
        </p:spPr>
        <p:txBody>
          <a:bodyPr wrap="square" lIns="0" tIns="0" rIns="0" bIns="0">
            <a:spAutoFit/>
          </a:bodyPr>
          <a:lstStyle>
            <a:lvl1pPr>
              <a:defRPr sz="2400" b="0" i="0">
                <a:solidFill>
                  <a:schemeClr val="tx1"/>
                </a:solidFill>
                <a:latin typeface="Cambria"/>
                <a:cs typeface="Cambria"/>
              </a:defRPr>
            </a:lvl1pPr>
          </a:lstStyle>
          <a:p>
            <a:endParaRPr/>
          </a:p>
        </p:txBody>
      </p:sp>
      <p:sp>
        <p:nvSpPr>
          <p:cNvPr id="3" name="Holder 3"/>
          <p:cNvSpPr>
            <a:spLocks noGrp="1"/>
          </p:cNvSpPr>
          <p:nvPr>
            <p:ph type="body" idx="1"/>
          </p:nvPr>
        </p:nvSpPr>
        <p:spPr>
          <a:xfrm>
            <a:off x="3577209" y="1510029"/>
            <a:ext cx="7878445" cy="4689475"/>
          </a:xfrm>
          <a:prstGeom prst="rect">
            <a:avLst/>
          </a:prstGeom>
        </p:spPr>
        <p:txBody>
          <a:bodyPr wrap="square" lIns="0" tIns="0" rIns="0" bIns="0">
            <a:spAutoFit/>
          </a:bodyPr>
          <a:lstStyle>
            <a:lvl1pPr>
              <a:defRPr sz="2200" b="0" i="0">
                <a:solidFill>
                  <a:schemeClr val="tx1"/>
                </a:solidFill>
                <a:latin typeface="Cambria"/>
                <a:cs typeface="Cambri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7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0"/>
            <a:ext cx="9141460" cy="5334000"/>
          </a:xfrm>
          <a:custGeom>
            <a:avLst/>
            <a:gdLst/>
            <a:ahLst/>
            <a:cxnLst/>
            <a:rect l="l" t="t" r="r" b="b"/>
            <a:pathLst>
              <a:path w="9141460" h="5334000">
                <a:moveTo>
                  <a:pt x="9140952" y="0"/>
                </a:moveTo>
                <a:lnTo>
                  <a:pt x="0" y="0"/>
                </a:lnTo>
                <a:lnTo>
                  <a:pt x="0" y="5334000"/>
                </a:lnTo>
                <a:lnTo>
                  <a:pt x="9140952" y="5334000"/>
                </a:lnTo>
                <a:lnTo>
                  <a:pt x="9140952" y="0"/>
                </a:lnTo>
                <a:close/>
              </a:path>
            </a:pathLst>
          </a:custGeom>
          <a:solidFill>
            <a:srgbClr val="40B9D2"/>
          </a:solidFill>
        </p:spPr>
        <p:txBody>
          <a:bodyPr wrap="square" lIns="0" tIns="0" rIns="0" bIns="0" rtlCol="0"/>
          <a:lstStyle/>
          <a:p>
            <a:endParaRPr/>
          </a:p>
        </p:txBody>
      </p:sp>
      <p:sp>
        <p:nvSpPr>
          <p:cNvPr id="3" name="object 3"/>
          <p:cNvSpPr/>
          <p:nvPr/>
        </p:nvSpPr>
        <p:spPr>
          <a:xfrm>
            <a:off x="9270492" y="762000"/>
            <a:ext cx="2921635" cy="5334000"/>
          </a:xfrm>
          <a:custGeom>
            <a:avLst/>
            <a:gdLst/>
            <a:ahLst/>
            <a:cxnLst/>
            <a:rect l="l" t="t" r="r" b="b"/>
            <a:pathLst>
              <a:path w="2921634" h="5334000">
                <a:moveTo>
                  <a:pt x="2921507" y="0"/>
                </a:moveTo>
                <a:lnTo>
                  <a:pt x="0" y="0"/>
                </a:lnTo>
                <a:lnTo>
                  <a:pt x="0" y="5334000"/>
                </a:lnTo>
                <a:lnTo>
                  <a:pt x="2921507" y="5334000"/>
                </a:lnTo>
                <a:lnTo>
                  <a:pt x="2921507" y="0"/>
                </a:lnTo>
                <a:close/>
              </a:path>
            </a:pathLst>
          </a:custGeom>
          <a:solidFill>
            <a:srgbClr val="C7C7C7">
              <a:alpha val="49803"/>
            </a:srgbClr>
          </a:solidFill>
        </p:spPr>
        <p:txBody>
          <a:bodyPr wrap="square" lIns="0" tIns="0" rIns="0" bIns="0" rtlCol="0"/>
          <a:lstStyle/>
          <a:p>
            <a:endParaRPr/>
          </a:p>
        </p:txBody>
      </p:sp>
      <p:sp>
        <p:nvSpPr>
          <p:cNvPr id="4" name="object 4"/>
          <p:cNvSpPr txBox="1"/>
          <p:nvPr/>
        </p:nvSpPr>
        <p:spPr>
          <a:xfrm>
            <a:off x="9270492" y="762000"/>
            <a:ext cx="2921635" cy="5409173"/>
          </a:xfrm>
          <a:prstGeom prst="rect">
            <a:avLst/>
          </a:prstGeom>
        </p:spPr>
        <p:txBody>
          <a:bodyPr vert="horz" wrap="square" lIns="0" tIns="0" rIns="0" bIns="0" rtlCol="0">
            <a:spAutoFit/>
          </a:bodyPr>
          <a:lstStyle/>
          <a:p>
            <a:pPr>
              <a:lnSpc>
                <a:spcPct val="100000"/>
              </a:lnSpc>
            </a:pPr>
            <a:endParaRPr sz="2200" dirty="0">
              <a:latin typeface="Times New Roman"/>
              <a:cs typeface="Times New Roman"/>
            </a:endParaRPr>
          </a:p>
          <a:p>
            <a:pPr>
              <a:lnSpc>
                <a:spcPct val="100000"/>
              </a:lnSpc>
            </a:pPr>
            <a:endParaRPr sz="2200" dirty="0">
              <a:latin typeface="Times New Roman"/>
              <a:cs typeface="Times New Roman"/>
            </a:endParaRPr>
          </a:p>
          <a:p>
            <a:pPr>
              <a:lnSpc>
                <a:spcPct val="100000"/>
              </a:lnSpc>
            </a:pPr>
            <a:endParaRPr sz="2200" dirty="0">
              <a:latin typeface="Times New Roman"/>
              <a:cs typeface="Times New Roman"/>
            </a:endParaRPr>
          </a:p>
          <a:p>
            <a:pPr>
              <a:lnSpc>
                <a:spcPct val="100000"/>
              </a:lnSpc>
              <a:spcBef>
                <a:spcPts val="75"/>
              </a:spcBef>
            </a:pPr>
            <a:endParaRPr sz="2200" dirty="0">
              <a:latin typeface="Times New Roman"/>
              <a:cs typeface="Times New Roman"/>
            </a:endParaRPr>
          </a:p>
          <a:p>
            <a:pPr marL="167005">
              <a:lnSpc>
                <a:spcPct val="100000"/>
              </a:lnSpc>
            </a:pPr>
            <a:r>
              <a:rPr sz="2200" spc="-10" dirty="0">
                <a:solidFill>
                  <a:srgbClr val="0097A2"/>
                </a:solidFill>
                <a:latin typeface="Candara"/>
                <a:cs typeface="Candara"/>
              </a:rPr>
              <a:t>Department</a:t>
            </a:r>
            <a:r>
              <a:rPr sz="2200" spc="-70" dirty="0">
                <a:solidFill>
                  <a:srgbClr val="0097A2"/>
                </a:solidFill>
                <a:latin typeface="Candara"/>
                <a:cs typeface="Candara"/>
              </a:rPr>
              <a:t> </a:t>
            </a:r>
            <a:r>
              <a:rPr sz="2200" dirty="0">
                <a:solidFill>
                  <a:srgbClr val="0097A2"/>
                </a:solidFill>
                <a:latin typeface="Candara"/>
                <a:cs typeface="Candara"/>
              </a:rPr>
              <a:t>of</a:t>
            </a:r>
            <a:r>
              <a:rPr sz="2200" spc="-70" dirty="0">
                <a:solidFill>
                  <a:srgbClr val="0097A2"/>
                </a:solidFill>
                <a:latin typeface="Candara"/>
                <a:cs typeface="Candara"/>
              </a:rPr>
              <a:t> </a:t>
            </a:r>
            <a:r>
              <a:rPr lang="en-IN" sz="2200" spc="-25" dirty="0">
                <a:solidFill>
                  <a:srgbClr val="0097A2"/>
                </a:solidFill>
                <a:latin typeface="Candara"/>
                <a:cs typeface="Candara"/>
              </a:rPr>
              <a:t>IT</a:t>
            </a:r>
            <a:endParaRPr sz="2200" dirty="0">
              <a:latin typeface="Candara"/>
              <a:cs typeface="Candara"/>
            </a:endParaRPr>
          </a:p>
          <a:p>
            <a:pPr>
              <a:lnSpc>
                <a:spcPct val="100000"/>
              </a:lnSpc>
              <a:spcBef>
                <a:spcPts val="1200"/>
              </a:spcBef>
            </a:pPr>
            <a:endParaRPr sz="2200" dirty="0">
              <a:latin typeface="Candara"/>
              <a:cs typeface="Candara"/>
            </a:endParaRPr>
          </a:p>
          <a:p>
            <a:pPr marL="270510" marR="1349375">
              <a:lnSpc>
                <a:spcPct val="100000"/>
              </a:lnSpc>
              <a:spcBef>
                <a:spcPts val="5"/>
              </a:spcBef>
            </a:pPr>
            <a:r>
              <a:rPr sz="2200" dirty="0">
                <a:solidFill>
                  <a:srgbClr val="0097A2"/>
                </a:solidFill>
                <a:latin typeface="Candara"/>
                <a:cs typeface="Candara"/>
              </a:rPr>
              <a:t>Unit</a:t>
            </a:r>
            <a:r>
              <a:rPr sz="2200" spc="-30" dirty="0">
                <a:solidFill>
                  <a:srgbClr val="0097A2"/>
                </a:solidFill>
                <a:latin typeface="Candara"/>
                <a:cs typeface="Candara"/>
              </a:rPr>
              <a:t> </a:t>
            </a:r>
            <a:r>
              <a:rPr sz="2200" dirty="0">
                <a:solidFill>
                  <a:srgbClr val="0097A2"/>
                </a:solidFill>
                <a:latin typeface="Candara"/>
                <a:cs typeface="Candara"/>
              </a:rPr>
              <a:t>no</a:t>
            </a:r>
            <a:r>
              <a:rPr sz="2200" spc="-35" dirty="0">
                <a:solidFill>
                  <a:srgbClr val="0097A2"/>
                </a:solidFill>
                <a:latin typeface="Candara"/>
                <a:cs typeface="Candara"/>
              </a:rPr>
              <a:t> </a:t>
            </a:r>
            <a:r>
              <a:rPr sz="2200" dirty="0">
                <a:solidFill>
                  <a:srgbClr val="0097A2"/>
                </a:solidFill>
                <a:latin typeface="Candara"/>
                <a:cs typeface="Candara"/>
              </a:rPr>
              <a:t>:</a:t>
            </a:r>
            <a:r>
              <a:rPr sz="2200" spc="-25" dirty="0">
                <a:solidFill>
                  <a:srgbClr val="0097A2"/>
                </a:solidFill>
                <a:latin typeface="Candara"/>
                <a:cs typeface="Candara"/>
              </a:rPr>
              <a:t> </a:t>
            </a:r>
            <a:r>
              <a:rPr lang="en-IN" sz="2200" spc="-50" dirty="0">
                <a:solidFill>
                  <a:srgbClr val="0097A2"/>
                </a:solidFill>
                <a:latin typeface="Candara"/>
                <a:cs typeface="Candara"/>
              </a:rPr>
              <a:t>1</a:t>
            </a:r>
            <a:r>
              <a:rPr sz="2200" spc="-50" dirty="0">
                <a:solidFill>
                  <a:srgbClr val="0097A2"/>
                </a:solidFill>
                <a:latin typeface="Candara"/>
                <a:cs typeface="Candara"/>
              </a:rPr>
              <a:t> </a:t>
            </a:r>
            <a:r>
              <a:rPr sz="2200" spc="-10" dirty="0">
                <a:solidFill>
                  <a:srgbClr val="0097A2"/>
                </a:solidFill>
                <a:latin typeface="Candara"/>
                <a:cs typeface="Candara"/>
              </a:rPr>
              <a:t>Parsing </a:t>
            </a:r>
            <a:endParaRPr sz="2200" dirty="0">
              <a:latin typeface="Candara"/>
              <a:cs typeface="Candara"/>
            </a:endParaRPr>
          </a:p>
          <a:p>
            <a:pPr>
              <a:lnSpc>
                <a:spcPct val="100000"/>
              </a:lnSpc>
            </a:pPr>
            <a:endParaRPr sz="2200" dirty="0">
              <a:latin typeface="Candara"/>
              <a:cs typeface="Candara"/>
            </a:endParaRPr>
          </a:p>
          <a:p>
            <a:pPr>
              <a:lnSpc>
                <a:spcPct val="100000"/>
              </a:lnSpc>
            </a:pPr>
            <a:endParaRPr sz="2200" dirty="0">
              <a:latin typeface="Candara"/>
              <a:cs typeface="Candara"/>
            </a:endParaRPr>
          </a:p>
          <a:p>
            <a:pPr>
              <a:lnSpc>
                <a:spcPct val="100000"/>
              </a:lnSpc>
            </a:pPr>
            <a:endParaRPr sz="2200" dirty="0">
              <a:latin typeface="Candara"/>
              <a:cs typeface="Candara"/>
            </a:endParaRPr>
          </a:p>
          <a:p>
            <a:pPr>
              <a:lnSpc>
                <a:spcPct val="100000"/>
              </a:lnSpc>
            </a:pPr>
            <a:endParaRPr sz="2200" dirty="0">
              <a:latin typeface="Candara"/>
              <a:cs typeface="Candara"/>
            </a:endParaRPr>
          </a:p>
          <a:p>
            <a:pPr>
              <a:lnSpc>
                <a:spcPct val="100000"/>
              </a:lnSpc>
              <a:spcBef>
                <a:spcPts val="830"/>
              </a:spcBef>
            </a:pPr>
            <a:endParaRPr sz="2200" dirty="0">
              <a:latin typeface="Candara"/>
              <a:cs typeface="Candara"/>
            </a:endParaRPr>
          </a:p>
          <a:p>
            <a:pPr marL="372110">
              <a:lnSpc>
                <a:spcPct val="100000"/>
              </a:lnSpc>
            </a:pPr>
            <a:r>
              <a:rPr lang="en-IN" sz="2000" dirty="0">
                <a:solidFill>
                  <a:srgbClr val="0070C0"/>
                </a:solidFill>
                <a:latin typeface="Candara"/>
                <a:cs typeface="Candara"/>
              </a:rPr>
              <a:t>FACULTY:</a:t>
            </a:r>
          </a:p>
          <a:p>
            <a:pPr marL="372110">
              <a:lnSpc>
                <a:spcPct val="100000"/>
              </a:lnSpc>
            </a:pPr>
            <a:r>
              <a:rPr lang="en-IN" sz="2000" dirty="0">
                <a:solidFill>
                  <a:srgbClr val="0070C0"/>
                </a:solidFill>
                <a:latin typeface="Candara"/>
                <a:cs typeface="Candara"/>
              </a:rPr>
              <a:t>MS.</a:t>
            </a:r>
            <a:r>
              <a:rPr lang="en-IN" sz="1800" dirty="0">
                <a:solidFill>
                  <a:srgbClr val="0070C0"/>
                </a:solidFill>
                <a:latin typeface="Candara"/>
                <a:cs typeface="Candara"/>
              </a:rPr>
              <a:t>G.VIDYASREE</a:t>
            </a:r>
          </a:p>
        </p:txBody>
      </p:sp>
      <p:sp>
        <p:nvSpPr>
          <p:cNvPr id="5" name="object 5"/>
          <p:cNvSpPr txBox="1">
            <a:spLocks noGrp="1"/>
          </p:cNvSpPr>
          <p:nvPr>
            <p:ph type="title"/>
          </p:nvPr>
        </p:nvSpPr>
        <p:spPr>
          <a:xfrm>
            <a:off x="2286000" y="2296675"/>
            <a:ext cx="6248399" cy="1737014"/>
          </a:xfrm>
          <a:prstGeom prst="rect">
            <a:avLst/>
          </a:prstGeom>
        </p:spPr>
        <p:txBody>
          <a:bodyPr vert="horz" wrap="square" lIns="0" tIns="36195" rIns="0" bIns="0" rtlCol="0">
            <a:spAutoFit/>
          </a:bodyPr>
          <a:lstStyle/>
          <a:p>
            <a:pPr algn="ctr">
              <a:lnSpc>
                <a:spcPct val="100000"/>
              </a:lnSpc>
              <a:spcBef>
                <a:spcPts val="285"/>
              </a:spcBef>
              <a:tabLst>
                <a:tab pos="2397125" algn="l"/>
              </a:tabLst>
            </a:pPr>
            <a:r>
              <a:rPr lang="en-IN" sz="2800" b="1" spc="-65" dirty="0">
                <a:solidFill>
                  <a:srgbClr val="FFFFFF"/>
                </a:solidFill>
                <a:latin typeface="Corbel"/>
                <a:cs typeface="Corbel"/>
              </a:rPr>
              <a:t>P</a:t>
            </a:r>
            <a:r>
              <a:rPr sz="2800" b="1" spc="-65" dirty="0">
                <a:solidFill>
                  <a:srgbClr val="FFFFFF"/>
                </a:solidFill>
                <a:latin typeface="Corbel"/>
                <a:cs typeface="Corbel"/>
              </a:rPr>
              <a:t>CD</a:t>
            </a:r>
            <a:r>
              <a:rPr sz="2800" b="1" spc="-195" dirty="0">
                <a:solidFill>
                  <a:srgbClr val="FFFFFF"/>
                </a:solidFill>
                <a:latin typeface="Corbel"/>
                <a:cs typeface="Corbel"/>
              </a:rPr>
              <a:t> </a:t>
            </a:r>
            <a:r>
              <a:rPr sz="2800" b="1" spc="-10" dirty="0">
                <a:solidFill>
                  <a:srgbClr val="FFFFFF"/>
                </a:solidFill>
                <a:latin typeface="Corbel"/>
                <a:cs typeface="Corbel"/>
              </a:rPr>
              <a:t>:</a:t>
            </a:r>
            <a:r>
              <a:rPr sz="2800" b="1" spc="-295" dirty="0">
                <a:solidFill>
                  <a:srgbClr val="FFFFFF"/>
                </a:solidFill>
                <a:latin typeface="Corbel"/>
                <a:cs typeface="Corbel"/>
              </a:rPr>
              <a:t> </a:t>
            </a:r>
            <a:r>
              <a:rPr lang="en-US" sz="2800" b="1" spc="-295" dirty="0">
                <a:solidFill>
                  <a:prstClr val="white"/>
                </a:solidFill>
                <a:latin typeface="Corbel"/>
                <a:cs typeface="Corbel"/>
              </a:rPr>
              <a:t>PRINCIPALS   OF  </a:t>
            </a:r>
            <a:r>
              <a:rPr sz="2800" b="1" spc="-10" dirty="0">
                <a:solidFill>
                  <a:srgbClr val="FFFFFF"/>
                </a:solidFill>
                <a:latin typeface="Corbel"/>
                <a:cs typeface="Corbel"/>
              </a:rPr>
              <a:t>COMPILER</a:t>
            </a:r>
            <a:r>
              <a:rPr lang="en-IN" sz="2800" b="1" spc="-10" dirty="0">
                <a:solidFill>
                  <a:srgbClr val="FFFFFF"/>
                </a:solidFill>
                <a:latin typeface="Corbel"/>
                <a:cs typeface="Corbel"/>
              </a:rPr>
              <a:t> </a:t>
            </a:r>
            <a:r>
              <a:rPr sz="2800" b="1" spc="-65" dirty="0">
                <a:solidFill>
                  <a:srgbClr val="FFFFFF"/>
                </a:solidFill>
                <a:latin typeface="Corbel"/>
                <a:cs typeface="Corbel"/>
              </a:rPr>
              <a:t>DESIGN</a:t>
            </a:r>
            <a:endParaRPr sz="2800" dirty="0">
              <a:latin typeface="Corbel"/>
              <a:cs typeface="Corbel"/>
            </a:endParaRPr>
          </a:p>
          <a:p>
            <a:pPr marR="51435" algn="ctr">
              <a:lnSpc>
                <a:spcPct val="100000"/>
              </a:lnSpc>
              <a:spcBef>
                <a:spcPts val="335"/>
              </a:spcBef>
            </a:pPr>
            <a:r>
              <a:rPr lang="en-US" sz="3200" dirty="0">
                <a:solidFill>
                  <a:schemeClr val="bg1"/>
                </a:solidFill>
              </a:rPr>
              <a:t>Syntax Analysis</a:t>
            </a:r>
            <a:br>
              <a:rPr lang="en-US" dirty="0"/>
            </a:br>
            <a:r>
              <a:rPr sz="4800" b="1" spc="-10" dirty="0">
                <a:solidFill>
                  <a:srgbClr val="FFFFFF"/>
                </a:solidFill>
                <a:latin typeface="Corbel"/>
                <a:cs typeface="Corbel"/>
              </a:rPr>
              <a:t>Parsing</a:t>
            </a:r>
            <a:endParaRPr sz="4800" dirty="0">
              <a:latin typeface="Corbel"/>
              <a:cs typeface="Corbel"/>
            </a:endParaRPr>
          </a:p>
        </p:txBody>
      </p:sp>
      <p:pic>
        <p:nvPicPr>
          <p:cNvPr id="6" name="object 6"/>
          <p:cNvPicPr/>
          <p:nvPr/>
        </p:nvPicPr>
        <p:blipFill>
          <a:blip r:embed="rId2" cstate="print"/>
          <a:stretch>
            <a:fillRect/>
          </a:stretch>
        </p:blipFill>
        <p:spPr>
          <a:xfrm>
            <a:off x="594359" y="2273807"/>
            <a:ext cx="1496567" cy="1498091"/>
          </a:xfrm>
          <a:prstGeom prst="rect">
            <a:avLst/>
          </a:prstGeom>
        </p:spPr>
      </p:pic>
      <p:pic>
        <p:nvPicPr>
          <p:cNvPr id="8" name="Google Shape;208;p37">
            <a:extLst>
              <a:ext uri="{FF2B5EF4-FFF2-40B4-BE49-F238E27FC236}">
                <a16:creationId xmlns:a16="http://schemas.microsoft.com/office/drawing/2014/main" id="{C09F5E95-4DD3-C8E3-A7D3-11FE57A99D72}"/>
              </a:ext>
            </a:extLst>
          </p:cNvPr>
          <p:cNvPicPr preferRelativeResize="0"/>
          <p:nvPr/>
        </p:nvPicPr>
        <p:blipFill>
          <a:blip r:embed="rId3">
            <a:alphaModFix/>
          </a:blip>
          <a:stretch>
            <a:fillRect/>
          </a:stretch>
        </p:blipFill>
        <p:spPr>
          <a:xfrm>
            <a:off x="-76200" y="-110077"/>
            <a:ext cx="12420600" cy="990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62000"/>
            <a:ext cx="9141460" cy="5334000"/>
          </a:xfrm>
          <a:custGeom>
            <a:avLst/>
            <a:gdLst/>
            <a:ahLst/>
            <a:cxnLst/>
            <a:rect l="l" t="t" r="r" b="b"/>
            <a:pathLst>
              <a:path w="9141460" h="5334000">
                <a:moveTo>
                  <a:pt x="9140952" y="0"/>
                </a:moveTo>
                <a:lnTo>
                  <a:pt x="0" y="0"/>
                </a:lnTo>
                <a:lnTo>
                  <a:pt x="0" y="5334000"/>
                </a:lnTo>
                <a:lnTo>
                  <a:pt x="9140952" y="5334000"/>
                </a:lnTo>
                <a:lnTo>
                  <a:pt x="9140952" y="0"/>
                </a:lnTo>
                <a:close/>
              </a:path>
            </a:pathLst>
          </a:custGeom>
          <a:solidFill>
            <a:srgbClr val="40B9D2"/>
          </a:solidFill>
        </p:spPr>
        <p:txBody>
          <a:bodyPr wrap="square" lIns="0" tIns="0" rIns="0" bIns="0" rtlCol="0"/>
          <a:lstStyle/>
          <a:p>
            <a:endParaRPr/>
          </a:p>
        </p:txBody>
      </p:sp>
      <p:sp>
        <p:nvSpPr>
          <p:cNvPr id="3" name="object 3"/>
          <p:cNvSpPr/>
          <p:nvPr/>
        </p:nvSpPr>
        <p:spPr>
          <a:xfrm>
            <a:off x="9270492" y="762000"/>
            <a:ext cx="2921635" cy="5334000"/>
          </a:xfrm>
          <a:custGeom>
            <a:avLst/>
            <a:gdLst/>
            <a:ahLst/>
            <a:cxnLst/>
            <a:rect l="l" t="t" r="r" b="b"/>
            <a:pathLst>
              <a:path w="2921634" h="5334000">
                <a:moveTo>
                  <a:pt x="2921507" y="0"/>
                </a:moveTo>
                <a:lnTo>
                  <a:pt x="0" y="0"/>
                </a:lnTo>
                <a:lnTo>
                  <a:pt x="0" y="5334000"/>
                </a:lnTo>
                <a:lnTo>
                  <a:pt x="2921507" y="5334000"/>
                </a:lnTo>
                <a:lnTo>
                  <a:pt x="2921507" y="0"/>
                </a:lnTo>
                <a:close/>
              </a:path>
            </a:pathLst>
          </a:custGeom>
          <a:solidFill>
            <a:srgbClr val="C7C7C7">
              <a:alpha val="49803"/>
            </a:srgbClr>
          </a:solidFill>
        </p:spPr>
        <p:txBody>
          <a:bodyPr wrap="square" lIns="0" tIns="0" rIns="0" bIns="0" rtlCol="0"/>
          <a:lstStyle/>
          <a:p>
            <a:endParaRPr/>
          </a:p>
        </p:txBody>
      </p:sp>
      <p:pic>
        <p:nvPicPr>
          <p:cNvPr id="4" name="object 4"/>
          <p:cNvPicPr/>
          <p:nvPr/>
        </p:nvPicPr>
        <p:blipFill>
          <a:blip r:embed="rId2" cstate="print"/>
          <a:stretch>
            <a:fillRect/>
          </a:stretch>
        </p:blipFill>
        <p:spPr>
          <a:xfrm>
            <a:off x="213359" y="996696"/>
            <a:ext cx="1498092" cy="1496567"/>
          </a:xfrm>
          <a:prstGeom prst="rect">
            <a:avLst/>
          </a:prstGeom>
        </p:spPr>
      </p:pic>
      <p:sp>
        <p:nvSpPr>
          <p:cNvPr id="5" name="object 5"/>
          <p:cNvSpPr txBox="1">
            <a:spLocks noGrp="1"/>
          </p:cNvSpPr>
          <p:nvPr>
            <p:ph type="title"/>
          </p:nvPr>
        </p:nvSpPr>
        <p:spPr>
          <a:xfrm>
            <a:off x="1789938" y="962025"/>
            <a:ext cx="1816100" cy="574040"/>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FFFFFF"/>
                </a:solidFill>
                <a:latin typeface="Cambria"/>
                <a:cs typeface="Cambria"/>
              </a:rPr>
              <a:t>Outline</a:t>
            </a:r>
            <a:r>
              <a:rPr sz="3600" b="1" spc="-125" dirty="0">
                <a:solidFill>
                  <a:srgbClr val="FFFFFF"/>
                </a:solidFill>
                <a:latin typeface="Cambria"/>
                <a:cs typeface="Cambria"/>
              </a:rPr>
              <a:t> </a:t>
            </a:r>
            <a:r>
              <a:rPr sz="3600" b="1" spc="-50" dirty="0">
                <a:solidFill>
                  <a:srgbClr val="FFFFFF"/>
                </a:solidFill>
                <a:latin typeface="Cambria"/>
                <a:cs typeface="Cambria"/>
              </a:rPr>
              <a:t>:</a:t>
            </a:r>
            <a:endParaRPr sz="3600">
              <a:latin typeface="Cambria"/>
              <a:cs typeface="Cambria"/>
            </a:endParaRPr>
          </a:p>
        </p:txBody>
      </p:sp>
      <p:sp>
        <p:nvSpPr>
          <p:cNvPr id="6" name="object 6"/>
          <p:cNvSpPr txBox="1"/>
          <p:nvPr/>
        </p:nvSpPr>
        <p:spPr>
          <a:xfrm>
            <a:off x="1789938" y="1514532"/>
            <a:ext cx="4648200" cy="4032250"/>
          </a:xfrm>
          <a:prstGeom prst="rect">
            <a:avLst/>
          </a:prstGeom>
        </p:spPr>
        <p:txBody>
          <a:bodyPr vert="horz" wrap="square" lIns="0" tIns="92710" rIns="0" bIns="0" rtlCol="0">
            <a:spAutoFit/>
          </a:bodyPr>
          <a:lstStyle/>
          <a:p>
            <a:pPr marL="12700" algn="just">
              <a:lnSpc>
                <a:spcPct val="100000"/>
              </a:lnSpc>
              <a:spcBef>
                <a:spcPts val="730"/>
              </a:spcBef>
            </a:pPr>
            <a:r>
              <a:rPr sz="2400" dirty="0">
                <a:solidFill>
                  <a:srgbClr val="FFFFFF"/>
                </a:solidFill>
                <a:latin typeface="Cambria"/>
                <a:cs typeface="Cambria"/>
              </a:rPr>
              <a:t>Role</a:t>
            </a:r>
            <a:r>
              <a:rPr sz="2400" spc="-50" dirty="0">
                <a:solidFill>
                  <a:srgbClr val="FFFFFF"/>
                </a:solidFill>
                <a:latin typeface="Cambria"/>
                <a:cs typeface="Cambria"/>
              </a:rPr>
              <a:t> </a:t>
            </a:r>
            <a:r>
              <a:rPr sz="2400" dirty="0">
                <a:solidFill>
                  <a:srgbClr val="FFFFFF"/>
                </a:solidFill>
                <a:latin typeface="Cambria"/>
                <a:cs typeface="Cambria"/>
              </a:rPr>
              <a:t>of</a:t>
            </a:r>
            <a:r>
              <a:rPr sz="2400" spc="-50" dirty="0">
                <a:solidFill>
                  <a:srgbClr val="FFFFFF"/>
                </a:solidFill>
                <a:latin typeface="Cambria"/>
                <a:cs typeface="Cambria"/>
              </a:rPr>
              <a:t> </a:t>
            </a:r>
            <a:r>
              <a:rPr sz="2400" spc="-10" dirty="0">
                <a:solidFill>
                  <a:srgbClr val="FFFFFF"/>
                </a:solidFill>
                <a:latin typeface="Cambria"/>
                <a:cs typeface="Cambria"/>
              </a:rPr>
              <a:t>parser</a:t>
            </a:r>
            <a:endParaRPr sz="2400">
              <a:latin typeface="Cambria"/>
              <a:cs typeface="Cambria"/>
            </a:endParaRPr>
          </a:p>
          <a:p>
            <a:pPr marL="12700" algn="just">
              <a:lnSpc>
                <a:spcPct val="100000"/>
              </a:lnSpc>
              <a:spcBef>
                <a:spcPts val="625"/>
              </a:spcBef>
            </a:pPr>
            <a:r>
              <a:rPr sz="2400" dirty="0">
                <a:solidFill>
                  <a:srgbClr val="FFFFFF"/>
                </a:solidFill>
                <a:latin typeface="Cambria"/>
                <a:cs typeface="Cambria"/>
              </a:rPr>
              <a:t>Parse</a:t>
            </a:r>
            <a:r>
              <a:rPr sz="2400" spc="-95" dirty="0">
                <a:solidFill>
                  <a:srgbClr val="FFFFFF"/>
                </a:solidFill>
                <a:latin typeface="Cambria"/>
                <a:cs typeface="Cambria"/>
              </a:rPr>
              <a:t> </a:t>
            </a:r>
            <a:r>
              <a:rPr sz="2400" spc="-20" dirty="0">
                <a:solidFill>
                  <a:srgbClr val="FFFFFF"/>
                </a:solidFill>
                <a:latin typeface="Cambria"/>
                <a:cs typeface="Cambria"/>
              </a:rPr>
              <a:t>tree</a:t>
            </a:r>
            <a:endParaRPr sz="2400">
              <a:latin typeface="Cambria"/>
              <a:cs typeface="Cambria"/>
            </a:endParaRPr>
          </a:p>
          <a:p>
            <a:pPr marL="12700" marR="1305560" algn="just">
              <a:lnSpc>
                <a:spcPct val="121700"/>
              </a:lnSpc>
            </a:pPr>
            <a:r>
              <a:rPr sz="2400" spc="-10" dirty="0">
                <a:solidFill>
                  <a:srgbClr val="FFFFFF"/>
                </a:solidFill>
                <a:latin typeface="Cambria"/>
                <a:cs typeface="Cambria"/>
              </a:rPr>
              <a:t>Classification</a:t>
            </a:r>
            <a:r>
              <a:rPr sz="2400" spc="-25" dirty="0">
                <a:solidFill>
                  <a:srgbClr val="FFFFFF"/>
                </a:solidFill>
                <a:latin typeface="Cambria"/>
                <a:cs typeface="Cambria"/>
              </a:rPr>
              <a:t> </a:t>
            </a:r>
            <a:r>
              <a:rPr sz="2400" dirty="0">
                <a:solidFill>
                  <a:srgbClr val="FFFFFF"/>
                </a:solidFill>
                <a:latin typeface="Cambria"/>
                <a:cs typeface="Cambria"/>
              </a:rPr>
              <a:t>of</a:t>
            </a:r>
            <a:r>
              <a:rPr sz="2400" spc="5" dirty="0">
                <a:solidFill>
                  <a:srgbClr val="FFFFFF"/>
                </a:solidFill>
                <a:latin typeface="Cambria"/>
                <a:cs typeface="Cambria"/>
              </a:rPr>
              <a:t> </a:t>
            </a:r>
            <a:r>
              <a:rPr sz="2400" spc="-10" dirty="0">
                <a:solidFill>
                  <a:srgbClr val="FFFFFF"/>
                </a:solidFill>
                <a:latin typeface="Cambria"/>
                <a:cs typeface="Cambria"/>
              </a:rPr>
              <a:t>grammar Derivation</a:t>
            </a:r>
            <a:r>
              <a:rPr sz="2400" spc="-80" dirty="0">
                <a:solidFill>
                  <a:srgbClr val="FFFFFF"/>
                </a:solidFill>
                <a:latin typeface="Cambria"/>
                <a:cs typeface="Cambria"/>
              </a:rPr>
              <a:t> </a:t>
            </a:r>
            <a:r>
              <a:rPr sz="2400" dirty="0">
                <a:solidFill>
                  <a:srgbClr val="FFFFFF"/>
                </a:solidFill>
                <a:latin typeface="Cambria"/>
                <a:cs typeface="Cambria"/>
              </a:rPr>
              <a:t>and</a:t>
            </a:r>
            <a:r>
              <a:rPr sz="2400" spc="-45" dirty="0">
                <a:solidFill>
                  <a:srgbClr val="FFFFFF"/>
                </a:solidFill>
                <a:latin typeface="Cambria"/>
                <a:cs typeface="Cambria"/>
              </a:rPr>
              <a:t> </a:t>
            </a:r>
            <a:r>
              <a:rPr sz="2400" spc="-10" dirty="0">
                <a:solidFill>
                  <a:srgbClr val="FFFFFF"/>
                </a:solidFill>
                <a:latin typeface="Cambria"/>
                <a:cs typeface="Cambria"/>
              </a:rPr>
              <a:t>Reduction Ambiguous</a:t>
            </a:r>
            <a:r>
              <a:rPr sz="2400" spc="-75" dirty="0">
                <a:solidFill>
                  <a:srgbClr val="FFFFFF"/>
                </a:solidFill>
                <a:latin typeface="Cambria"/>
                <a:cs typeface="Cambria"/>
              </a:rPr>
              <a:t> </a:t>
            </a:r>
            <a:r>
              <a:rPr sz="2400" spc="-10" dirty="0">
                <a:solidFill>
                  <a:srgbClr val="FFFFFF"/>
                </a:solidFill>
                <a:latin typeface="Cambria"/>
                <a:cs typeface="Cambria"/>
              </a:rPr>
              <a:t>grammar</a:t>
            </a:r>
            <a:endParaRPr sz="2400">
              <a:latin typeface="Cambria"/>
              <a:cs typeface="Cambria"/>
            </a:endParaRPr>
          </a:p>
          <a:p>
            <a:pPr marL="12700" marR="2745740">
              <a:lnSpc>
                <a:spcPct val="121700"/>
              </a:lnSpc>
            </a:pPr>
            <a:r>
              <a:rPr sz="2400" dirty="0">
                <a:solidFill>
                  <a:srgbClr val="FFFFFF"/>
                </a:solidFill>
                <a:latin typeface="Cambria"/>
                <a:cs typeface="Cambria"/>
              </a:rPr>
              <a:t>Left</a:t>
            </a:r>
            <a:r>
              <a:rPr sz="2400" spc="-75" dirty="0">
                <a:solidFill>
                  <a:srgbClr val="FFFFFF"/>
                </a:solidFill>
                <a:latin typeface="Cambria"/>
                <a:cs typeface="Cambria"/>
              </a:rPr>
              <a:t> </a:t>
            </a:r>
            <a:r>
              <a:rPr sz="2400" spc="-10" dirty="0">
                <a:solidFill>
                  <a:srgbClr val="FFFFFF"/>
                </a:solidFill>
                <a:latin typeface="Cambria"/>
                <a:cs typeface="Cambria"/>
              </a:rPr>
              <a:t>Recursion </a:t>
            </a:r>
            <a:r>
              <a:rPr sz="2400" dirty="0">
                <a:solidFill>
                  <a:srgbClr val="FFFFFF"/>
                </a:solidFill>
                <a:latin typeface="Cambria"/>
                <a:cs typeface="Cambria"/>
              </a:rPr>
              <a:t>Left</a:t>
            </a:r>
            <a:r>
              <a:rPr sz="2400" spc="-20" dirty="0">
                <a:solidFill>
                  <a:srgbClr val="FFFFFF"/>
                </a:solidFill>
                <a:latin typeface="Cambria"/>
                <a:cs typeface="Cambria"/>
              </a:rPr>
              <a:t> </a:t>
            </a:r>
            <a:r>
              <a:rPr sz="2400" spc="-10" dirty="0">
                <a:solidFill>
                  <a:srgbClr val="FFFFFF"/>
                </a:solidFill>
                <a:latin typeface="Cambria"/>
                <a:cs typeface="Cambria"/>
              </a:rPr>
              <a:t>Factoring</a:t>
            </a:r>
            <a:endParaRPr sz="2400">
              <a:latin typeface="Cambria"/>
              <a:cs typeface="Cambria"/>
            </a:endParaRPr>
          </a:p>
          <a:p>
            <a:pPr marL="12700">
              <a:lnSpc>
                <a:spcPct val="100000"/>
              </a:lnSpc>
              <a:spcBef>
                <a:spcPts val="625"/>
              </a:spcBef>
            </a:pPr>
            <a:r>
              <a:rPr sz="2400" spc="-70" dirty="0">
                <a:solidFill>
                  <a:srgbClr val="FFFFFF"/>
                </a:solidFill>
                <a:latin typeface="Cambria"/>
                <a:cs typeface="Cambria"/>
              </a:rPr>
              <a:t>Top-</a:t>
            </a:r>
            <a:r>
              <a:rPr sz="2400" dirty="0">
                <a:solidFill>
                  <a:srgbClr val="FFFFFF"/>
                </a:solidFill>
                <a:latin typeface="Cambria"/>
                <a:cs typeface="Cambria"/>
              </a:rPr>
              <a:t>down</a:t>
            </a:r>
            <a:r>
              <a:rPr sz="2400" spc="-5" dirty="0">
                <a:solidFill>
                  <a:srgbClr val="FFFFFF"/>
                </a:solidFill>
                <a:latin typeface="Cambria"/>
                <a:cs typeface="Cambria"/>
              </a:rPr>
              <a:t> </a:t>
            </a:r>
            <a:r>
              <a:rPr sz="2400" spc="-20" dirty="0">
                <a:solidFill>
                  <a:srgbClr val="FFFFFF"/>
                </a:solidFill>
                <a:latin typeface="Cambria"/>
                <a:cs typeface="Cambria"/>
              </a:rPr>
              <a:t>Bottom-</a:t>
            </a:r>
            <a:r>
              <a:rPr sz="2400" dirty="0">
                <a:solidFill>
                  <a:srgbClr val="FFFFFF"/>
                </a:solidFill>
                <a:latin typeface="Cambria"/>
                <a:cs typeface="Cambria"/>
              </a:rPr>
              <a:t>up</a:t>
            </a:r>
            <a:r>
              <a:rPr sz="2400" spc="-10" dirty="0">
                <a:solidFill>
                  <a:srgbClr val="FFFFFF"/>
                </a:solidFill>
                <a:latin typeface="Cambria"/>
                <a:cs typeface="Cambria"/>
              </a:rPr>
              <a:t> parsing</a:t>
            </a:r>
            <a:endParaRPr sz="2400">
              <a:latin typeface="Cambria"/>
              <a:cs typeface="Cambria"/>
            </a:endParaRPr>
          </a:p>
          <a:p>
            <a:pPr marL="12700">
              <a:lnSpc>
                <a:spcPct val="100000"/>
              </a:lnSpc>
              <a:spcBef>
                <a:spcPts val="625"/>
              </a:spcBef>
            </a:pPr>
            <a:r>
              <a:rPr sz="2400" dirty="0">
                <a:solidFill>
                  <a:srgbClr val="FFFFFF"/>
                </a:solidFill>
                <a:latin typeface="Cambria"/>
                <a:cs typeface="Cambria"/>
              </a:rPr>
              <a:t>LR</a:t>
            </a:r>
            <a:r>
              <a:rPr sz="2400" spc="-35" dirty="0">
                <a:solidFill>
                  <a:srgbClr val="FFFFFF"/>
                </a:solidFill>
                <a:latin typeface="Cambria"/>
                <a:cs typeface="Cambria"/>
              </a:rPr>
              <a:t> </a:t>
            </a:r>
            <a:r>
              <a:rPr sz="2400" dirty="0">
                <a:solidFill>
                  <a:srgbClr val="FFFFFF"/>
                </a:solidFill>
                <a:latin typeface="Cambria"/>
                <a:cs typeface="Cambria"/>
              </a:rPr>
              <a:t>Parsers</a:t>
            </a:r>
            <a:r>
              <a:rPr sz="2400" spc="-30" dirty="0">
                <a:solidFill>
                  <a:srgbClr val="FFFFFF"/>
                </a:solidFill>
                <a:latin typeface="Cambria"/>
                <a:cs typeface="Cambria"/>
              </a:rPr>
              <a:t> </a:t>
            </a:r>
            <a:r>
              <a:rPr sz="2400" dirty="0">
                <a:solidFill>
                  <a:srgbClr val="FFFFFF"/>
                </a:solidFill>
                <a:latin typeface="Cambria"/>
                <a:cs typeface="Cambria"/>
              </a:rPr>
              <a:t>–</a:t>
            </a:r>
            <a:r>
              <a:rPr sz="2400" spc="-40" dirty="0">
                <a:solidFill>
                  <a:srgbClr val="FFFFFF"/>
                </a:solidFill>
                <a:latin typeface="Cambria"/>
                <a:cs typeface="Cambria"/>
              </a:rPr>
              <a:t> </a:t>
            </a:r>
            <a:r>
              <a:rPr sz="2400" dirty="0">
                <a:solidFill>
                  <a:srgbClr val="FFFFFF"/>
                </a:solidFill>
                <a:latin typeface="Cambria"/>
                <a:cs typeface="Cambria"/>
              </a:rPr>
              <a:t>LR(0),</a:t>
            </a:r>
            <a:r>
              <a:rPr sz="2400" spc="-30" dirty="0">
                <a:solidFill>
                  <a:srgbClr val="FFFFFF"/>
                </a:solidFill>
                <a:latin typeface="Cambria"/>
                <a:cs typeface="Cambria"/>
              </a:rPr>
              <a:t> </a:t>
            </a:r>
            <a:r>
              <a:rPr sz="2400" dirty="0">
                <a:solidFill>
                  <a:srgbClr val="FFFFFF"/>
                </a:solidFill>
                <a:latin typeface="Cambria"/>
                <a:cs typeface="Cambria"/>
              </a:rPr>
              <a:t>SLR,</a:t>
            </a:r>
            <a:r>
              <a:rPr sz="2400" spc="-40" dirty="0">
                <a:solidFill>
                  <a:srgbClr val="FFFFFF"/>
                </a:solidFill>
                <a:latin typeface="Cambria"/>
                <a:cs typeface="Cambria"/>
              </a:rPr>
              <a:t> </a:t>
            </a:r>
            <a:r>
              <a:rPr sz="2400" dirty="0">
                <a:solidFill>
                  <a:srgbClr val="FFFFFF"/>
                </a:solidFill>
                <a:latin typeface="Cambria"/>
                <a:cs typeface="Cambria"/>
              </a:rPr>
              <a:t>CLR</a:t>
            </a:r>
            <a:r>
              <a:rPr sz="2400" spc="-30" dirty="0">
                <a:solidFill>
                  <a:srgbClr val="FFFFFF"/>
                </a:solidFill>
                <a:latin typeface="Cambria"/>
                <a:cs typeface="Cambria"/>
              </a:rPr>
              <a:t> </a:t>
            </a:r>
            <a:r>
              <a:rPr sz="2400" dirty="0">
                <a:solidFill>
                  <a:srgbClr val="FFFFFF"/>
                </a:solidFill>
                <a:latin typeface="Cambria"/>
                <a:cs typeface="Cambria"/>
              </a:rPr>
              <a:t>,</a:t>
            </a:r>
            <a:r>
              <a:rPr sz="2400" spc="-40" dirty="0">
                <a:solidFill>
                  <a:srgbClr val="FFFFFF"/>
                </a:solidFill>
                <a:latin typeface="Cambria"/>
                <a:cs typeface="Cambria"/>
              </a:rPr>
              <a:t> </a:t>
            </a:r>
            <a:r>
              <a:rPr sz="2400" spc="-20" dirty="0">
                <a:solidFill>
                  <a:srgbClr val="FFFFFF"/>
                </a:solidFill>
                <a:latin typeface="Cambria"/>
                <a:cs typeface="Cambria"/>
              </a:rPr>
              <a:t>LALR</a:t>
            </a:r>
            <a:endParaRPr sz="2400">
              <a:latin typeface="Cambria"/>
              <a:cs typeface="Cambria"/>
            </a:endParaRPr>
          </a:p>
        </p:txBody>
      </p:sp>
      <p:sp>
        <p:nvSpPr>
          <p:cNvPr id="7" name="object 7"/>
          <p:cNvSpPr txBox="1"/>
          <p:nvPr/>
        </p:nvSpPr>
        <p:spPr>
          <a:xfrm>
            <a:off x="9270492" y="762000"/>
            <a:ext cx="2921635" cy="4947508"/>
          </a:xfrm>
          <a:prstGeom prst="rect">
            <a:avLst/>
          </a:prstGeom>
        </p:spPr>
        <p:txBody>
          <a:bodyPr vert="horz" wrap="square" lIns="0" tIns="0" rIns="0" bIns="0" rtlCol="0">
            <a:spAutoFit/>
          </a:bodyPr>
          <a:lstStyle/>
          <a:p>
            <a:pPr>
              <a:lnSpc>
                <a:spcPct val="100000"/>
              </a:lnSpc>
            </a:pPr>
            <a:endParaRPr sz="2200" dirty="0">
              <a:latin typeface="Times New Roman"/>
              <a:cs typeface="Times New Roman"/>
            </a:endParaRPr>
          </a:p>
          <a:p>
            <a:pPr>
              <a:lnSpc>
                <a:spcPct val="100000"/>
              </a:lnSpc>
            </a:pPr>
            <a:endParaRPr sz="2200" dirty="0">
              <a:latin typeface="Times New Roman"/>
              <a:cs typeface="Times New Roman"/>
            </a:endParaRPr>
          </a:p>
          <a:p>
            <a:pPr>
              <a:lnSpc>
                <a:spcPct val="100000"/>
              </a:lnSpc>
              <a:spcBef>
                <a:spcPts val="2185"/>
              </a:spcBef>
            </a:pPr>
            <a:endParaRPr sz="2200" dirty="0">
              <a:latin typeface="Times New Roman"/>
              <a:cs typeface="Times New Roman"/>
            </a:endParaRPr>
          </a:p>
          <a:p>
            <a:pPr marL="141605">
              <a:lnSpc>
                <a:spcPct val="100000"/>
              </a:lnSpc>
            </a:pPr>
            <a:r>
              <a:rPr sz="2200" spc="-10" dirty="0">
                <a:solidFill>
                  <a:srgbClr val="0097A2"/>
                </a:solidFill>
                <a:latin typeface="Candara"/>
                <a:cs typeface="Candara"/>
              </a:rPr>
              <a:t>Department</a:t>
            </a:r>
            <a:r>
              <a:rPr sz="2200" spc="-70" dirty="0">
                <a:solidFill>
                  <a:srgbClr val="0097A2"/>
                </a:solidFill>
                <a:latin typeface="Candara"/>
                <a:cs typeface="Candara"/>
              </a:rPr>
              <a:t> </a:t>
            </a:r>
            <a:r>
              <a:rPr sz="2200" dirty="0">
                <a:solidFill>
                  <a:srgbClr val="0097A2"/>
                </a:solidFill>
                <a:latin typeface="Candara"/>
                <a:cs typeface="Candara"/>
              </a:rPr>
              <a:t>of</a:t>
            </a:r>
            <a:r>
              <a:rPr sz="2200" spc="-70" dirty="0">
                <a:solidFill>
                  <a:srgbClr val="0097A2"/>
                </a:solidFill>
                <a:latin typeface="Candara"/>
                <a:cs typeface="Candara"/>
              </a:rPr>
              <a:t> </a:t>
            </a:r>
            <a:r>
              <a:rPr lang="en-IN" sz="2200" spc="-25" dirty="0">
                <a:solidFill>
                  <a:srgbClr val="0097A2"/>
                </a:solidFill>
                <a:latin typeface="Candara"/>
                <a:cs typeface="Candara"/>
              </a:rPr>
              <a:t>IT</a:t>
            </a:r>
            <a:endParaRPr sz="2200" dirty="0">
              <a:latin typeface="Candara"/>
              <a:cs typeface="Candara"/>
            </a:endParaRPr>
          </a:p>
          <a:p>
            <a:pPr>
              <a:lnSpc>
                <a:spcPct val="100000"/>
              </a:lnSpc>
              <a:spcBef>
                <a:spcPts val="1620"/>
              </a:spcBef>
            </a:pPr>
            <a:endParaRPr sz="2200" dirty="0">
              <a:latin typeface="Candara"/>
              <a:cs typeface="Candara"/>
            </a:endParaRPr>
          </a:p>
          <a:p>
            <a:pPr marL="270510" marR="1349375">
              <a:lnSpc>
                <a:spcPct val="100000"/>
              </a:lnSpc>
              <a:spcBef>
                <a:spcPts val="5"/>
              </a:spcBef>
            </a:pPr>
            <a:r>
              <a:rPr sz="2200" dirty="0">
                <a:solidFill>
                  <a:srgbClr val="0097A2"/>
                </a:solidFill>
                <a:latin typeface="Candara"/>
                <a:cs typeface="Candara"/>
              </a:rPr>
              <a:t>Unit</a:t>
            </a:r>
            <a:r>
              <a:rPr sz="2200" spc="-30" dirty="0">
                <a:solidFill>
                  <a:srgbClr val="0097A2"/>
                </a:solidFill>
                <a:latin typeface="Candara"/>
                <a:cs typeface="Candara"/>
              </a:rPr>
              <a:t> </a:t>
            </a:r>
            <a:r>
              <a:rPr sz="2200" dirty="0">
                <a:solidFill>
                  <a:srgbClr val="0097A2"/>
                </a:solidFill>
                <a:latin typeface="Candara"/>
                <a:cs typeface="Candara"/>
              </a:rPr>
              <a:t>no</a:t>
            </a:r>
            <a:r>
              <a:rPr sz="2200" spc="-35" dirty="0">
                <a:solidFill>
                  <a:srgbClr val="0097A2"/>
                </a:solidFill>
                <a:latin typeface="Candara"/>
                <a:cs typeface="Candara"/>
              </a:rPr>
              <a:t> </a:t>
            </a:r>
            <a:r>
              <a:rPr sz="2200" dirty="0">
                <a:solidFill>
                  <a:srgbClr val="0097A2"/>
                </a:solidFill>
                <a:latin typeface="Candara"/>
                <a:cs typeface="Candara"/>
              </a:rPr>
              <a:t>:</a:t>
            </a:r>
            <a:r>
              <a:rPr sz="2200" spc="-25" dirty="0">
                <a:solidFill>
                  <a:srgbClr val="0097A2"/>
                </a:solidFill>
                <a:latin typeface="Candara"/>
                <a:cs typeface="Candara"/>
              </a:rPr>
              <a:t> </a:t>
            </a:r>
            <a:r>
              <a:rPr lang="en-IN" sz="2200" spc="-50" dirty="0">
                <a:solidFill>
                  <a:srgbClr val="0097A2"/>
                </a:solidFill>
                <a:latin typeface="Candara"/>
                <a:cs typeface="Candara"/>
              </a:rPr>
              <a:t>1</a:t>
            </a:r>
            <a:r>
              <a:rPr sz="2200" spc="-50" dirty="0">
                <a:solidFill>
                  <a:srgbClr val="0097A2"/>
                </a:solidFill>
                <a:latin typeface="Candara"/>
                <a:cs typeface="Candara"/>
              </a:rPr>
              <a:t> </a:t>
            </a:r>
            <a:r>
              <a:rPr sz="2200" spc="-10" dirty="0">
                <a:solidFill>
                  <a:srgbClr val="0097A2"/>
                </a:solidFill>
                <a:latin typeface="Candara"/>
                <a:cs typeface="Candara"/>
              </a:rPr>
              <a:t>Parsing </a:t>
            </a:r>
            <a:endParaRPr sz="2200" dirty="0">
              <a:latin typeface="Candara"/>
              <a:cs typeface="Candara"/>
            </a:endParaRPr>
          </a:p>
          <a:p>
            <a:pPr>
              <a:lnSpc>
                <a:spcPct val="100000"/>
              </a:lnSpc>
            </a:pPr>
            <a:endParaRPr sz="2200" dirty="0">
              <a:latin typeface="Candara"/>
              <a:cs typeface="Candara"/>
            </a:endParaRPr>
          </a:p>
          <a:p>
            <a:pPr>
              <a:lnSpc>
                <a:spcPct val="100000"/>
              </a:lnSpc>
            </a:pPr>
            <a:endParaRPr sz="2200" dirty="0">
              <a:latin typeface="Candara"/>
              <a:cs typeface="Candara"/>
            </a:endParaRPr>
          </a:p>
          <a:p>
            <a:pPr>
              <a:lnSpc>
                <a:spcPct val="100000"/>
              </a:lnSpc>
            </a:pPr>
            <a:endParaRPr sz="2200" dirty="0">
              <a:latin typeface="Candara"/>
              <a:cs typeface="Candara"/>
            </a:endParaRPr>
          </a:p>
          <a:p>
            <a:pPr>
              <a:lnSpc>
                <a:spcPct val="100000"/>
              </a:lnSpc>
            </a:pPr>
            <a:endParaRPr sz="2200" dirty="0">
              <a:latin typeface="Candara"/>
              <a:cs typeface="Candara"/>
            </a:endParaRPr>
          </a:p>
          <a:p>
            <a:pPr>
              <a:lnSpc>
                <a:spcPct val="100000"/>
              </a:lnSpc>
              <a:spcBef>
                <a:spcPts val="720"/>
              </a:spcBef>
            </a:pPr>
            <a:endParaRPr sz="2200" dirty="0">
              <a:latin typeface="Candara"/>
              <a:cs typeface="Candara"/>
            </a:endParaRPr>
          </a:p>
          <a:p>
            <a:pPr marL="400685">
              <a:lnSpc>
                <a:spcPct val="100000"/>
              </a:lnSpc>
            </a:pPr>
            <a:endParaRPr sz="2000" dirty="0">
              <a:latin typeface="Candara"/>
              <a:cs typeface="Candar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1688464">
              <a:lnSpc>
                <a:spcPts val="3779"/>
              </a:lnSpc>
            </a:pPr>
            <a:r>
              <a:rPr sz="3600" b="1" spc="-85" dirty="0">
                <a:solidFill>
                  <a:srgbClr val="FFFFFF"/>
                </a:solidFill>
                <a:latin typeface="Cambria"/>
                <a:cs typeface="Cambria"/>
              </a:rPr>
              <a:t>Role</a:t>
            </a:r>
            <a:r>
              <a:rPr sz="3600" b="1" spc="-105" dirty="0">
                <a:solidFill>
                  <a:srgbClr val="FFFFFF"/>
                </a:solidFill>
                <a:latin typeface="Cambria"/>
                <a:cs typeface="Cambria"/>
              </a:rPr>
              <a:t> </a:t>
            </a:r>
            <a:r>
              <a:rPr sz="3600" b="1" spc="-25" dirty="0">
                <a:solidFill>
                  <a:srgbClr val="FFFFFF"/>
                </a:solidFill>
                <a:latin typeface="Cambria"/>
                <a:cs typeface="Cambria"/>
              </a:rPr>
              <a:t>of </a:t>
            </a:r>
            <a:r>
              <a:rPr sz="3600" b="1" spc="-10" dirty="0">
                <a:solidFill>
                  <a:srgbClr val="FFFFFF"/>
                </a:solidFill>
                <a:latin typeface="Cambria"/>
                <a:cs typeface="Cambria"/>
              </a:rPr>
              <a:t>Parser</a:t>
            </a:r>
            <a:endParaRPr sz="3600">
              <a:latin typeface="Cambria"/>
              <a:cs typeface="Cambria"/>
            </a:endParaRPr>
          </a:p>
        </p:txBody>
      </p:sp>
      <p:sp>
        <p:nvSpPr>
          <p:cNvPr id="3" name="object 3"/>
          <p:cNvSpPr txBox="1">
            <a:spLocks noGrp="1"/>
          </p:cNvSpPr>
          <p:nvPr>
            <p:ph type="title"/>
          </p:nvPr>
        </p:nvSpPr>
        <p:spPr>
          <a:xfrm>
            <a:off x="3948429" y="2139822"/>
            <a:ext cx="7158355" cy="1379220"/>
          </a:xfrm>
          <a:prstGeom prst="rect">
            <a:avLst/>
          </a:prstGeom>
        </p:spPr>
        <p:txBody>
          <a:bodyPr vert="horz" wrap="square" lIns="0" tIns="48895" rIns="0" bIns="0" rtlCol="0">
            <a:spAutoFit/>
          </a:bodyPr>
          <a:lstStyle/>
          <a:p>
            <a:pPr marL="195580" marR="5080" indent="-182880" algn="just">
              <a:lnSpc>
                <a:spcPct val="90000"/>
              </a:lnSpc>
              <a:spcBef>
                <a:spcPts val="385"/>
              </a:spcBef>
            </a:pPr>
            <a:r>
              <a:rPr spc="-1250" dirty="0">
                <a:solidFill>
                  <a:srgbClr val="40B9D2"/>
                </a:solidFill>
                <a:latin typeface="Arial MT"/>
                <a:cs typeface="Arial MT"/>
              </a:rPr>
              <a:t>🞄</a:t>
            </a:r>
            <a:r>
              <a:rPr spc="-95" dirty="0">
                <a:solidFill>
                  <a:srgbClr val="40B9D2"/>
                </a:solidFill>
                <a:latin typeface="Arial MT"/>
                <a:cs typeface="Arial MT"/>
              </a:rPr>
              <a:t> </a:t>
            </a:r>
            <a:r>
              <a:rPr dirty="0"/>
              <a:t>In</a:t>
            </a:r>
            <a:r>
              <a:rPr spc="155" dirty="0"/>
              <a:t> </a:t>
            </a:r>
            <a:r>
              <a:rPr spc="-15" dirty="0"/>
              <a:t>our</a:t>
            </a:r>
            <a:r>
              <a:rPr spc="150" dirty="0"/>
              <a:t> </a:t>
            </a:r>
            <a:r>
              <a:rPr spc="-10" dirty="0"/>
              <a:t>compiler</a:t>
            </a:r>
            <a:r>
              <a:rPr spc="155" dirty="0"/>
              <a:t> </a:t>
            </a:r>
            <a:r>
              <a:rPr spc="-20" dirty="0"/>
              <a:t>model,</a:t>
            </a:r>
            <a:r>
              <a:rPr spc="155" dirty="0"/>
              <a:t> </a:t>
            </a:r>
            <a:r>
              <a:rPr spc="-15" dirty="0"/>
              <a:t>the</a:t>
            </a:r>
            <a:r>
              <a:rPr spc="155" dirty="0"/>
              <a:t> </a:t>
            </a:r>
            <a:r>
              <a:rPr spc="-15" dirty="0"/>
              <a:t>parser</a:t>
            </a:r>
            <a:r>
              <a:rPr spc="140" dirty="0"/>
              <a:t> </a:t>
            </a:r>
            <a:r>
              <a:rPr spc="-10" dirty="0"/>
              <a:t>obtains</a:t>
            </a:r>
            <a:r>
              <a:rPr spc="155" dirty="0"/>
              <a:t> </a:t>
            </a:r>
            <a:r>
              <a:rPr spc="-15" dirty="0"/>
              <a:t>a</a:t>
            </a:r>
            <a:r>
              <a:rPr spc="155" dirty="0"/>
              <a:t> </a:t>
            </a:r>
            <a:r>
              <a:rPr spc="-10" dirty="0"/>
              <a:t>string</a:t>
            </a:r>
            <a:r>
              <a:rPr spc="150" dirty="0"/>
              <a:t> </a:t>
            </a:r>
            <a:r>
              <a:rPr spc="-95" dirty="0"/>
              <a:t>of</a:t>
            </a:r>
            <a:r>
              <a:rPr spc="-5" dirty="0"/>
              <a:t> </a:t>
            </a:r>
            <a:r>
              <a:rPr spc="-25" dirty="0"/>
              <a:t>tokens</a:t>
            </a:r>
            <a:r>
              <a:rPr spc="160" dirty="0"/>
              <a:t> </a:t>
            </a:r>
            <a:r>
              <a:rPr spc="-20" dirty="0"/>
              <a:t>from</a:t>
            </a:r>
            <a:r>
              <a:rPr spc="150" dirty="0"/>
              <a:t> </a:t>
            </a:r>
            <a:r>
              <a:rPr spc="-15" dirty="0"/>
              <a:t>the</a:t>
            </a:r>
            <a:r>
              <a:rPr spc="155" dirty="0"/>
              <a:t> </a:t>
            </a:r>
            <a:r>
              <a:rPr spc="-15" dirty="0"/>
              <a:t>lexical</a:t>
            </a:r>
            <a:r>
              <a:rPr spc="155" dirty="0"/>
              <a:t> </a:t>
            </a:r>
            <a:r>
              <a:rPr spc="-10" dirty="0"/>
              <a:t>analyzer</a:t>
            </a:r>
            <a:r>
              <a:rPr spc="140" dirty="0"/>
              <a:t> </a:t>
            </a:r>
            <a:r>
              <a:rPr spc="-10" dirty="0"/>
              <a:t>and</a:t>
            </a:r>
            <a:r>
              <a:rPr spc="150" dirty="0"/>
              <a:t> </a:t>
            </a:r>
            <a:r>
              <a:rPr spc="-10" dirty="0"/>
              <a:t>verifies</a:t>
            </a:r>
            <a:r>
              <a:rPr spc="145" dirty="0"/>
              <a:t> </a:t>
            </a:r>
            <a:r>
              <a:rPr spc="-15" dirty="0"/>
              <a:t>that</a:t>
            </a:r>
            <a:r>
              <a:rPr spc="165" dirty="0"/>
              <a:t> </a:t>
            </a:r>
            <a:r>
              <a:rPr spc="-15" dirty="0"/>
              <a:t>the</a:t>
            </a:r>
            <a:r>
              <a:rPr spc="-10" dirty="0"/>
              <a:t> </a:t>
            </a:r>
            <a:r>
              <a:rPr spc="-5" dirty="0"/>
              <a:t>strin</a:t>
            </a:r>
            <a:r>
              <a:rPr dirty="0"/>
              <a:t>g</a:t>
            </a:r>
            <a:r>
              <a:rPr spc="969" dirty="0"/>
              <a:t> </a:t>
            </a:r>
            <a:r>
              <a:rPr spc="-5" dirty="0"/>
              <a:t>o</a:t>
            </a:r>
            <a:r>
              <a:rPr dirty="0"/>
              <a:t>f</a:t>
            </a:r>
            <a:r>
              <a:rPr spc="965" dirty="0"/>
              <a:t> </a:t>
            </a:r>
            <a:r>
              <a:rPr spc="-25" dirty="0"/>
              <a:t>token</a:t>
            </a:r>
            <a:r>
              <a:rPr spc="969" dirty="0"/>
              <a:t> </a:t>
            </a:r>
            <a:r>
              <a:rPr spc="-20" dirty="0"/>
              <a:t>names</a:t>
            </a:r>
            <a:r>
              <a:rPr spc="960" dirty="0"/>
              <a:t> </a:t>
            </a:r>
            <a:r>
              <a:rPr spc="-20" dirty="0"/>
              <a:t>can</a:t>
            </a:r>
            <a:r>
              <a:rPr spc="965" dirty="0"/>
              <a:t> </a:t>
            </a:r>
            <a:r>
              <a:rPr spc="-20" dirty="0"/>
              <a:t>be</a:t>
            </a:r>
            <a:r>
              <a:rPr spc="965" dirty="0"/>
              <a:t> </a:t>
            </a:r>
            <a:r>
              <a:rPr spc="-20" dirty="0"/>
              <a:t>generated</a:t>
            </a:r>
            <a:r>
              <a:rPr spc="960" dirty="0"/>
              <a:t> </a:t>
            </a:r>
            <a:r>
              <a:rPr spc="-45" dirty="0"/>
              <a:t>b</a:t>
            </a:r>
            <a:r>
              <a:rPr dirty="0"/>
              <a:t>y</a:t>
            </a:r>
            <a:r>
              <a:rPr spc="960" dirty="0"/>
              <a:t> </a:t>
            </a:r>
            <a:r>
              <a:rPr spc="-15" dirty="0"/>
              <a:t>the</a:t>
            </a:r>
            <a:r>
              <a:rPr spc="-10" dirty="0"/>
              <a:t> </a:t>
            </a:r>
            <a:r>
              <a:rPr spc="-20" dirty="0"/>
              <a:t>grammar</a:t>
            </a:r>
            <a:r>
              <a:rPr spc="-15" dirty="0"/>
              <a:t> </a:t>
            </a:r>
            <a:r>
              <a:rPr spc="-20" dirty="0"/>
              <a:t>f</a:t>
            </a:r>
            <a:r>
              <a:rPr dirty="0"/>
              <a:t>or</a:t>
            </a:r>
            <a:r>
              <a:rPr spc="-25" dirty="0"/>
              <a:t> </a:t>
            </a:r>
            <a:r>
              <a:rPr spc="-15" dirty="0"/>
              <a:t>the</a:t>
            </a:r>
            <a:r>
              <a:rPr dirty="0"/>
              <a:t> </a:t>
            </a:r>
            <a:r>
              <a:rPr spc="-20" dirty="0"/>
              <a:t>source</a:t>
            </a:r>
            <a:r>
              <a:rPr spc="15" dirty="0"/>
              <a:t> </a:t>
            </a:r>
            <a:r>
              <a:rPr spc="-15" dirty="0"/>
              <a:t>language.</a:t>
            </a:r>
          </a:p>
        </p:txBody>
      </p:sp>
      <p:sp>
        <p:nvSpPr>
          <p:cNvPr id="4" name="object 4"/>
          <p:cNvSpPr txBox="1"/>
          <p:nvPr/>
        </p:nvSpPr>
        <p:spPr>
          <a:xfrm>
            <a:off x="3948429" y="3609213"/>
            <a:ext cx="7157720" cy="1050290"/>
          </a:xfrm>
          <a:prstGeom prst="rect">
            <a:avLst/>
          </a:prstGeom>
        </p:spPr>
        <p:txBody>
          <a:bodyPr vert="horz" wrap="square" lIns="0" tIns="48895" rIns="0" bIns="0" rtlCol="0">
            <a:spAutoFit/>
          </a:bodyPr>
          <a:lstStyle/>
          <a:p>
            <a:pPr marL="195580" marR="5080" indent="-182880" algn="just">
              <a:lnSpc>
                <a:spcPct val="90100"/>
              </a:lnSpc>
              <a:spcBef>
                <a:spcPts val="38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It</a:t>
            </a:r>
            <a:r>
              <a:rPr sz="2400" spc="395" dirty="0">
                <a:latin typeface="Cambria"/>
                <a:cs typeface="Cambria"/>
              </a:rPr>
              <a:t> </a:t>
            </a:r>
            <a:r>
              <a:rPr sz="2400" spc="-20" dirty="0">
                <a:latin typeface="Cambria"/>
                <a:cs typeface="Cambria"/>
              </a:rPr>
              <a:t>reports</a:t>
            </a:r>
            <a:r>
              <a:rPr sz="2400" spc="395" dirty="0">
                <a:latin typeface="Cambria"/>
                <a:cs typeface="Cambria"/>
              </a:rPr>
              <a:t> </a:t>
            </a:r>
            <a:r>
              <a:rPr sz="2400" spc="-30" dirty="0">
                <a:latin typeface="Cambria"/>
                <a:cs typeface="Cambria"/>
              </a:rPr>
              <a:t>any</a:t>
            </a:r>
            <a:r>
              <a:rPr sz="2400" spc="390" dirty="0">
                <a:latin typeface="Cambria"/>
                <a:cs typeface="Cambria"/>
              </a:rPr>
              <a:t> </a:t>
            </a:r>
            <a:r>
              <a:rPr sz="2400" spc="-15" dirty="0">
                <a:latin typeface="Cambria"/>
                <a:cs typeface="Cambria"/>
              </a:rPr>
              <a:t>syntax</a:t>
            </a:r>
            <a:r>
              <a:rPr sz="2400" spc="400" dirty="0">
                <a:latin typeface="Cambria"/>
                <a:cs typeface="Cambria"/>
              </a:rPr>
              <a:t> </a:t>
            </a:r>
            <a:r>
              <a:rPr sz="2400" spc="-15" dirty="0">
                <a:latin typeface="Cambria"/>
                <a:cs typeface="Cambria"/>
              </a:rPr>
              <a:t>errors</a:t>
            </a:r>
            <a:r>
              <a:rPr sz="2400" spc="385" dirty="0">
                <a:latin typeface="Cambria"/>
                <a:cs typeface="Cambria"/>
              </a:rPr>
              <a:t> </a:t>
            </a:r>
            <a:r>
              <a:rPr sz="2400" spc="-10" dirty="0">
                <a:latin typeface="Cambria"/>
                <a:cs typeface="Cambria"/>
              </a:rPr>
              <a:t>i</a:t>
            </a:r>
            <a:r>
              <a:rPr sz="2400" dirty="0">
                <a:latin typeface="Cambria"/>
                <a:cs typeface="Cambria"/>
              </a:rPr>
              <a:t>n</a:t>
            </a:r>
            <a:r>
              <a:rPr sz="2400" spc="395" dirty="0">
                <a:latin typeface="Cambria"/>
                <a:cs typeface="Cambria"/>
              </a:rPr>
              <a:t> </a:t>
            </a:r>
            <a:r>
              <a:rPr sz="2400" spc="-15" dirty="0">
                <a:latin typeface="Cambria"/>
                <a:cs typeface="Cambria"/>
              </a:rPr>
              <a:t>the</a:t>
            </a:r>
            <a:r>
              <a:rPr sz="2400" spc="395" dirty="0">
                <a:latin typeface="Cambria"/>
                <a:cs typeface="Cambria"/>
              </a:rPr>
              <a:t> </a:t>
            </a:r>
            <a:r>
              <a:rPr sz="2400" spc="-15" dirty="0">
                <a:latin typeface="Cambria"/>
                <a:cs typeface="Cambria"/>
              </a:rPr>
              <a:t>program.</a:t>
            </a:r>
            <a:r>
              <a:rPr sz="2400" spc="375" dirty="0">
                <a:latin typeface="Cambria"/>
                <a:cs typeface="Cambria"/>
              </a:rPr>
              <a:t> </a:t>
            </a:r>
            <a:r>
              <a:rPr sz="2400" dirty="0">
                <a:latin typeface="Cambria"/>
                <a:cs typeface="Cambria"/>
              </a:rPr>
              <a:t>It</a:t>
            </a:r>
            <a:r>
              <a:rPr sz="2400" spc="395" dirty="0">
                <a:latin typeface="Cambria"/>
                <a:cs typeface="Cambria"/>
              </a:rPr>
              <a:t> </a:t>
            </a:r>
            <a:r>
              <a:rPr sz="2400" spc="-60" dirty="0">
                <a:latin typeface="Cambria"/>
                <a:cs typeface="Cambria"/>
              </a:rPr>
              <a:t>also</a:t>
            </a:r>
            <a:r>
              <a:rPr sz="2400" spc="-10" dirty="0">
                <a:latin typeface="Cambria"/>
                <a:cs typeface="Cambria"/>
              </a:rPr>
              <a:t> </a:t>
            </a:r>
            <a:r>
              <a:rPr sz="2400" spc="-30" dirty="0">
                <a:latin typeface="Cambria"/>
                <a:cs typeface="Cambria"/>
              </a:rPr>
              <a:t>recovers</a:t>
            </a:r>
            <a:r>
              <a:rPr sz="2400" spc="320" dirty="0">
                <a:latin typeface="Cambria"/>
                <a:cs typeface="Cambria"/>
              </a:rPr>
              <a:t> </a:t>
            </a:r>
            <a:r>
              <a:rPr sz="2400" spc="-25" dirty="0">
                <a:latin typeface="Cambria"/>
                <a:cs typeface="Cambria"/>
              </a:rPr>
              <a:t>from</a:t>
            </a:r>
            <a:r>
              <a:rPr sz="2400" spc="320" dirty="0">
                <a:latin typeface="Cambria"/>
                <a:cs typeface="Cambria"/>
              </a:rPr>
              <a:t> </a:t>
            </a:r>
            <a:r>
              <a:rPr sz="2400" spc="-20" dirty="0">
                <a:latin typeface="Cambria"/>
                <a:cs typeface="Cambria"/>
              </a:rPr>
              <a:t>commonly</a:t>
            </a:r>
            <a:r>
              <a:rPr sz="2400" spc="330" dirty="0">
                <a:latin typeface="Cambria"/>
                <a:cs typeface="Cambria"/>
              </a:rPr>
              <a:t> </a:t>
            </a:r>
            <a:r>
              <a:rPr sz="2400" dirty="0">
                <a:latin typeface="Cambria"/>
                <a:cs typeface="Cambria"/>
              </a:rPr>
              <a:t>occur</a:t>
            </a:r>
            <a:r>
              <a:rPr sz="2400" spc="-15" dirty="0">
                <a:latin typeface="Cambria"/>
                <a:cs typeface="Cambria"/>
              </a:rPr>
              <a:t>r</a:t>
            </a:r>
            <a:r>
              <a:rPr sz="2400" spc="-10" dirty="0">
                <a:latin typeface="Cambria"/>
                <a:cs typeface="Cambria"/>
              </a:rPr>
              <a:t>i</a:t>
            </a:r>
            <a:r>
              <a:rPr sz="2400" spc="-5" dirty="0">
                <a:latin typeface="Cambria"/>
                <a:cs typeface="Cambria"/>
              </a:rPr>
              <a:t>n</a:t>
            </a:r>
            <a:r>
              <a:rPr sz="2400" dirty="0">
                <a:latin typeface="Cambria"/>
                <a:cs typeface="Cambria"/>
              </a:rPr>
              <a:t>g</a:t>
            </a:r>
            <a:r>
              <a:rPr sz="2400" spc="320" dirty="0">
                <a:latin typeface="Cambria"/>
                <a:cs typeface="Cambria"/>
              </a:rPr>
              <a:t> </a:t>
            </a:r>
            <a:r>
              <a:rPr sz="2400" dirty="0">
                <a:latin typeface="Cambria"/>
                <a:cs typeface="Cambria"/>
              </a:rPr>
              <a:t>er</a:t>
            </a:r>
            <a:r>
              <a:rPr sz="2400" spc="-40" dirty="0">
                <a:latin typeface="Cambria"/>
                <a:cs typeface="Cambria"/>
              </a:rPr>
              <a:t>r</a:t>
            </a:r>
            <a:r>
              <a:rPr sz="2400" dirty="0">
                <a:latin typeface="Cambria"/>
                <a:cs typeface="Cambria"/>
              </a:rPr>
              <a:t>ors</a:t>
            </a:r>
            <a:r>
              <a:rPr sz="2400" spc="315" dirty="0">
                <a:latin typeface="Cambria"/>
                <a:cs typeface="Cambria"/>
              </a:rPr>
              <a:t> </a:t>
            </a:r>
            <a:r>
              <a:rPr sz="2400" spc="-15" dirty="0">
                <a:latin typeface="Cambria"/>
                <a:cs typeface="Cambria"/>
              </a:rPr>
              <a:t>so</a:t>
            </a:r>
            <a:r>
              <a:rPr sz="2400" spc="315" dirty="0">
                <a:latin typeface="Cambria"/>
                <a:cs typeface="Cambria"/>
              </a:rPr>
              <a:t> </a:t>
            </a:r>
            <a:r>
              <a:rPr sz="2400" spc="-15" dirty="0">
                <a:latin typeface="Cambria"/>
                <a:cs typeface="Cambria"/>
              </a:rPr>
              <a:t>that</a:t>
            </a:r>
            <a:r>
              <a:rPr sz="2400" spc="325" dirty="0">
                <a:latin typeface="Cambria"/>
                <a:cs typeface="Cambria"/>
              </a:rPr>
              <a:t> </a:t>
            </a:r>
            <a:r>
              <a:rPr sz="2400" dirty="0">
                <a:latin typeface="Cambria"/>
                <a:cs typeface="Cambria"/>
              </a:rPr>
              <a:t>it </a:t>
            </a:r>
            <a:r>
              <a:rPr sz="2400" spc="-20" dirty="0">
                <a:latin typeface="Cambria"/>
                <a:cs typeface="Cambria"/>
              </a:rPr>
              <a:t>can</a:t>
            </a:r>
            <a:r>
              <a:rPr sz="2400" spc="5" dirty="0">
                <a:latin typeface="Cambria"/>
                <a:cs typeface="Cambria"/>
              </a:rPr>
              <a:t> </a:t>
            </a:r>
            <a:r>
              <a:rPr sz="2400" spc="-5" dirty="0">
                <a:latin typeface="Cambria"/>
                <a:cs typeface="Cambria"/>
              </a:rPr>
              <a:t>continue</a:t>
            </a:r>
            <a:r>
              <a:rPr sz="2400" spc="-20" dirty="0">
                <a:latin typeface="Cambria"/>
                <a:cs typeface="Cambria"/>
              </a:rPr>
              <a:t> </a:t>
            </a:r>
            <a:r>
              <a:rPr sz="2400" spc="-15" dirty="0">
                <a:latin typeface="Cambria"/>
                <a:cs typeface="Cambria"/>
              </a:rPr>
              <a:t>processing</a:t>
            </a:r>
            <a:r>
              <a:rPr sz="2400" spc="5" dirty="0">
                <a:latin typeface="Cambria"/>
                <a:cs typeface="Cambria"/>
              </a:rPr>
              <a:t> </a:t>
            </a:r>
            <a:r>
              <a:rPr sz="2400" spc="-5" dirty="0">
                <a:latin typeface="Cambria"/>
                <a:cs typeface="Cambria"/>
              </a:rPr>
              <a:t>its</a:t>
            </a:r>
            <a:r>
              <a:rPr sz="2400" spc="-15" dirty="0">
                <a:latin typeface="Cambria"/>
                <a:cs typeface="Cambria"/>
              </a:rPr>
              <a:t> </a:t>
            </a:r>
            <a:r>
              <a:rPr sz="2400" spc="-5" dirty="0">
                <a:latin typeface="Cambria"/>
                <a:cs typeface="Cambria"/>
              </a:rPr>
              <a:t>input.</a:t>
            </a:r>
            <a:endParaRPr sz="2400">
              <a:latin typeface="Cambria"/>
              <a:cs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695"/>
              </a:spcBef>
            </a:pPr>
            <a:endParaRPr sz="3600">
              <a:latin typeface="Times New Roman"/>
              <a:cs typeface="Times New Roman"/>
            </a:endParaRPr>
          </a:p>
          <a:p>
            <a:pPr marL="344170" marR="818515">
              <a:lnSpc>
                <a:spcPct val="88800"/>
              </a:lnSpc>
            </a:pPr>
            <a:r>
              <a:rPr sz="3600" b="1" spc="-70" dirty="0">
                <a:solidFill>
                  <a:srgbClr val="FFFFFF"/>
                </a:solidFill>
                <a:latin typeface="Cambria"/>
                <a:cs typeface="Cambria"/>
              </a:rPr>
              <a:t>Scanner</a:t>
            </a:r>
            <a:r>
              <a:rPr sz="3600" b="1" spc="-85" dirty="0">
                <a:solidFill>
                  <a:srgbClr val="FFFFFF"/>
                </a:solidFill>
                <a:latin typeface="Cambria"/>
                <a:cs typeface="Cambria"/>
              </a:rPr>
              <a:t> </a:t>
            </a:r>
            <a:r>
              <a:rPr sz="3600" b="1" spc="-50" dirty="0">
                <a:solidFill>
                  <a:srgbClr val="FFFFFF"/>
                </a:solidFill>
                <a:latin typeface="Cambria"/>
                <a:cs typeface="Cambria"/>
              </a:rPr>
              <a:t>– </a:t>
            </a:r>
            <a:r>
              <a:rPr sz="3600" b="1" spc="-10" dirty="0">
                <a:solidFill>
                  <a:srgbClr val="FFFFFF"/>
                </a:solidFill>
                <a:latin typeface="Cambria"/>
                <a:cs typeface="Cambria"/>
              </a:rPr>
              <a:t>Parser </a:t>
            </a:r>
            <a:r>
              <a:rPr sz="3600" b="1" spc="-75" dirty="0">
                <a:solidFill>
                  <a:srgbClr val="FFFFFF"/>
                </a:solidFill>
                <a:latin typeface="Cambria"/>
                <a:cs typeface="Cambria"/>
              </a:rPr>
              <a:t>Interaction</a:t>
            </a:r>
            <a:endParaRPr sz="3600">
              <a:latin typeface="Cambria"/>
              <a:cs typeface="Cambria"/>
            </a:endParaRPr>
          </a:p>
        </p:txBody>
      </p:sp>
      <p:sp>
        <p:nvSpPr>
          <p:cNvPr id="3" name="object 3"/>
          <p:cNvSpPr txBox="1"/>
          <p:nvPr/>
        </p:nvSpPr>
        <p:spPr>
          <a:xfrm>
            <a:off x="8521065" y="1858517"/>
            <a:ext cx="7156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a:cs typeface="Cambria"/>
              </a:rPr>
              <a:t>Parse</a:t>
            </a:r>
            <a:r>
              <a:rPr sz="1200" spc="-55" dirty="0">
                <a:latin typeface="Cambria"/>
                <a:cs typeface="Cambria"/>
              </a:rPr>
              <a:t> </a:t>
            </a:r>
            <a:r>
              <a:rPr sz="1200" spc="-20" dirty="0">
                <a:latin typeface="Cambria"/>
                <a:cs typeface="Cambria"/>
              </a:rPr>
              <a:t>Tree</a:t>
            </a:r>
            <a:endParaRPr sz="1200">
              <a:latin typeface="Cambria"/>
              <a:cs typeface="Cambria"/>
            </a:endParaRPr>
          </a:p>
        </p:txBody>
      </p:sp>
      <p:sp>
        <p:nvSpPr>
          <p:cNvPr id="4" name="object 4"/>
          <p:cNvSpPr txBox="1"/>
          <p:nvPr/>
        </p:nvSpPr>
        <p:spPr>
          <a:xfrm>
            <a:off x="3948429" y="3977385"/>
            <a:ext cx="7157084" cy="1049655"/>
          </a:xfrm>
          <a:prstGeom prst="rect">
            <a:avLst/>
          </a:prstGeom>
        </p:spPr>
        <p:txBody>
          <a:bodyPr vert="horz" wrap="square" lIns="0" tIns="53975" rIns="0" bIns="0" rtlCol="0">
            <a:spAutoFit/>
          </a:bodyPr>
          <a:lstStyle/>
          <a:p>
            <a:pPr marL="195580" marR="5080" indent="-182880" algn="just">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0" dirty="0">
                <a:latin typeface="Cambria"/>
                <a:cs typeface="Cambria"/>
              </a:rPr>
              <a:t>F</a:t>
            </a:r>
            <a:r>
              <a:rPr sz="2400" dirty="0">
                <a:latin typeface="Cambria"/>
                <a:cs typeface="Cambria"/>
              </a:rPr>
              <a:t>or</a:t>
            </a:r>
            <a:r>
              <a:rPr sz="2400" spc="520" dirty="0">
                <a:latin typeface="Cambria"/>
                <a:cs typeface="Cambria"/>
              </a:rPr>
              <a:t> </a:t>
            </a:r>
            <a:r>
              <a:rPr sz="2400" spc="-15" dirty="0">
                <a:latin typeface="Cambria"/>
                <a:cs typeface="Cambria"/>
              </a:rPr>
              <a:t>well-formed</a:t>
            </a:r>
            <a:r>
              <a:rPr sz="2400" spc="520" dirty="0">
                <a:latin typeface="Cambria"/>
                <a:cs typeface="Cambria"/>
              </a:rPr>
              <a:t> </a:t>
            </a:r>
            <a:r>
              <a:rPr sz="2400" spc="-20" dirty="0">
                <a:latin typeface="Cambria"/>
                <a:cs typeface="Cambria"/>
              </a:rPr>
              <a:t>programs,</a:t>
            </a:r>
            <a:r>
              <a:rPr sz="2400" spc="520" dirty="0">
                <a:latin typeface="Cambria"/>
                <a:cs typeface="Cambria"/>
              </a:rPr>
              <a:t> </a:t>
            </a:r>
            <a:r>
              <a:rPr sz="2400" spc="-15" dirty="0">
                <a:latin typeface="Cambria"/>
                <a:cs typeface="Cambria"/>
              </a:rPr>
              <a:t>the</a:t>
            </a:r>
            <a:r>
              <a:rPr sz="2400" dirty="0">
                <a:latin typeface="Cambria"/>
                <a:cs typeface="Cambria"/>
              </a:rPr>
              <a:t>  </a:t>
            </a:r>
            <a:r>
              <a:rPr sz="2400" spc="-10" dirty="0">
                <a:latin typeface="Cambria"/>
                <a:cs typeface="Cambria"/>
              </a:rPr>
              <a:t>parser</a:t>
            </a:r>
            <a:r>
              <a:rPr sz="2400" spc="530" dirty="0">
                <a:latin typeface="Cambria"/>
                <a:cs typeface="Cambria"/>
              </a:rPr>
              <a:t> </a:t>
            </a:r>
            <a:r>
              <a:rPr sz="2400" spc="-15" dirty="0">
                <a:latin typeface="Cambria"/>
                <a:cs typeface="Cambria"/>
              </a:rPr>
              <a:t>constructs</a:t>
            </a:r>
            <a:r>
              <a:rPr sz="2400" dirty="0">
                <a:latin typeface="Cambria"/>
                <a:cs typeface="Cambria"/>
              </a:rPr>
              <a:t>  </a:t>
            </a:r>
            <a:r>
              <a:rPr sz="2400" spc="-210" dirty="0">
                <a:latin typeface="Cambria"/>
                <a:cs typeface="Cambria"/>
              </a:rPr>
              <a:t>a</a:t>
            </a:r>
            <a:r>
              <a:rPr sz="2400" spc="-10" dirty="0">
                <a:latin typeface="Cambria"/>
                <a:cs typeface="Cambria"/>
              </a:rPr>
              <a:t> </a:t>
            </a:r>
            <a:r>
              <a:rPr sz="2400" spc="-15" dirty="0">
                <a:latin typeface="Cambria"/>
                <a:cs typeface="Cambria"/>
              </a:rPr>
              <a:t>parse</a:t>
            </a:r>
            <a:r>
              <a:rPr sz="2400" spc="35" dirty="0">
                <a:latin typeface="Cambria"/>
                <a:cs typeface="Cambria"/>
              </a:rPr>
              <a:t> </a:t>
            </a:r>
            <a:r>
              <a:rPr sz="2400" spc="-20" dirty="0">
                <a:latin typeface="Cambria"/>
                <a:cs typeface="Cambria"/>
              </a:rPr>
              <a:t>tree</a:t>
            </a:r>
            <a:r>
              <a:rPr sz="2400" spc="15" dirty="0">
                <a:latin typeface="Cambria"/>
                <a:cs typeface="Cambria"/>
              </a:rPr>
              <a:t> </a:t>
            </a:r>
            <a:r>
              <a:rPr sz="2400" spc="-20" dirty="0">
                <a:latin typeface="Cambria"/>
                <a:cs typeface="Cambria"/>
              </a:rPr>
              <a:t>and</a:t>
            </a:r>
            <a:r>
              <a:rPr sz="2400" spc="25" dirty="0">
                <a:latin typeface="Cambria"/>
                <a:cs typeface="Cambria"/>
              </a:rPr>
              <a:t> </a:t>
            </a:r>
            <a:r>
              <a:rPr sz="2400" spc="-15" dirty="0">
                <a:latin typeface="Cambria"/>
                <a:cs typeface="Cambria"/>
              </a:rPr>
              <a:t>passes</a:t>
            </a:r>
            <a:r>
              <a:rPr sz="2400" spc="25" dirty="0">
                <a:latin typeface="Cambria"/>
                <a:cs typeface="Cambria"/>
              </a:rPr>
              <a:t> </a:t>
            </a:r>
            <a:r>
              <a:rPr sz="2400" dirty="0">
                <a:latin typeface="Cambria"/>
                <a:cs typeface="Cambria"/>
              </a:rPr>
              <a:t>it</a:t>
            </a:r>
            <a:r>
              <a:rPr sz="2400" spc="15" dirty="0">
                <a:latin typeface="Cambria"/>
                <a:cs typeface="Cambria"/>
              </a:rPr>
              <a:t> </a:t>
            </a:r>
            <a:r>
              <a:rPr sz="2400" spc="-25" dirty="0">
                <a:latin typeface="Cambria"/>
                <a:cs typeface="Cambria"/>
              </a:rPr>
              <a:t>to</a:t>
            </a:r>
            <a:r>
              <a:rPr sz="2400" spc="5" dirty="0">
                <a:latin typeface="Cambria"/>
                <a:cs typeface="Cambria"/>
              </a:rPr>
              <a:t> </a:t>
            </a:r>
            <a:r>
              <a:rPr sz="2400" spc="-15" dirty="0">
                <a:latin typeface="Cambria"/>
                <a:cs typeface="Cambria"/>
              </a:rPr>
              <a:t>the</a:t>
            </a:r>
            <a:r>
              <a:rPr sz="2400" spc="15" dirty="0">
                <a:latin typeface="Cambria"/>
                <a:cs typeface="Cambria"/>
              </a:rPr>
              <a:t> </a:t>
            </a:r>
            <a:r>
              <a:rPr sz="2400" spc="-20" dirty="0">
                <a:latin typeface="Cambria"/>
                <a:cs typeface="Cambria"/>
              </a:rPr>
              <a:t>rest</a:t>
            </a:r>
            <a:r>
              <a:rPr sz="2400" spc="20" dirty="0">
                <a:latin typeface="Cambria"/>
                <a:cs typeface="Cambria"/>
              </a:rPr>
              <a:t> </a:t>
            </a:r>
            <a:r>
              <a:rPr sz="2400" spc="-5" dirty="0">
                <a:latin typeface="Cambria"/>
                <a:cs typeface="Cambria"/>
              </a:rPr>
              <a:t>o</a:t>
            </a:r>
            <a:r>
              <a:rPr sz="2400" dirty="0">
                <a:latin typeface="Cambria"/>
                <a:cs typeface="Cambria"/>
              </a:rPr>
              <a:t>f</a:t>
            </a:r>
            <a:r>
              <a:rPr sz="2400" spc="25" dirty="0">
                <a:latin typeface="Cambria"/>
                <a:cs typeface="Cambria"/>
              </a:rPr>
              <a:t> </a:t>
            </a:r>
            <a:r>
              <a:rPr sz="2400" spc="-15" dirty="0">
                <a:latin typeface="Cambria"/>
                <a:cs typeface="Cambria"/>
              </a:rPr>
              <a:t>the</a:t>
            </a:r>
            <a:r>
              <a:rPr sz="2400" spc="15" dirty="0">
                <a:latin typeface="Cambria"/>
                <a:cs typeface="Cambria"/>
              </a:rPr>
              <a:t> </a:t>
            </a:r>
            <a:r>
              <a:rPr sz="2400" spc="-10" dirty="0">
                <a:latin typeface="Cambria"/>
                <a:cs typeface="Cambria"/>
              </a:rPr>
              <a:t>compiler</a:t>
            </a:r>
            <a:r>
              <a:rPr sz="2400" spc="10" dirty="0">
                <a:latin typeface="Cambria"/>
                <a:cs typeface="Cambria"/>
              </a:rPr>
              <a:t> </a:t>
            </a:r>
            <a:r>
              <a:rPr sz="2400" spc="-20" dirty="0">
                <a:latin typeface="Cambria"/>
                <a:cs typeface="Cambria"/>
              </a:rPr>
              <a:t>for</a:t>
            </a:r>
            <a:r>
              <a:rPr sz="2400" dirty="0">
                <a:latin typeface="Cambria"/>
                <a:cs typeface="Cambria"/>
              </a:rPr>
              <a:t> further</a:t>
            </a:r>
            <a:r>
              <a:rPr sz="2400" spc="-25" dirty="0">
                <a:latin typeface="Cambria"/>
                <a:cs typeface="Cambria"/>
              </a:rPr>
              <a:t> </a:t>
            </a:r>
            <a:r>
              <a:rPr sz="2400" spc="-15" dirty="0">
                <a:latin typeface="Cambria"/>
                <a:cs typeface="Cambria"/>
              </a:rPr>
              <a:t>processing.</a:t>
            </a:r>
            <a:endParaRPr sz="2400">
              <a:latin typeface="Cambria"/>
              <a:cs typeface="Cambria"/>
            </a:endParaRPr>
          </a:p>
        </p:txBody>
      </p:sp>
      <p:pic>
        <p:nvPicPr>
          <p:cNvPr id="5" name="object 5"/>
          <p:cNvPicPr/>
          <p:nvPr/>
        </p:nvPicPr>
        <p:blipFill>
          <a:blip r:embed="rId2" cstate="print"/>
          <a:stretch>
            <a:fillRect/>
          </a:stretch>
        </p:blipFill>
        <p:spPr>
          <a:xfrm>
            <a:off x="4032503" y="2109216"/>
            <a:ext cx="6696456" cy="19309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529590">
              <a:lnSpc>
                <a:spcPts val="3779"/>
              </a:lnSpc>
            </a:pPr>
            <a:r>
              <a:rPr sz="3600" b="1" spc="-80" dirty="0">
                <a:solidFill>
                  <a:srgbClr val="FFFFFF"/>
                </a:solidFill>
                <a:latin typeface="Cambria"/>
                <a:cs typeface="Cambria"/>
              </a:rPr>
              <a:t>Syntax </a:t>
            </a:r>
            <a:r>
              <a:rPr sz="3600" b="1" spc="-60" dirty="0">
                <a:solidFill>
                  <a:srgbClr val="FFFFFF"/>
                </a:solidFill>
                <a:latin typeface="Cambria"/>
                <a:cs typeface="Cambria"/>
              </a:rPr>
              <a:t>Error </a:t>
            </a:r>
            <a:r>
              <a:rPr sz="3600" b="1" spc="-10" dirty="0">
                <a:solidFill>
                  <a:srgbClr val="FFFFFF"/>
                </a:solidFill>
                <a:latin typeface="Cambria"/>
                <a:cs typeface="Cambria"/>
              </a:rPr>
              <a:t>Handling</a:t>
            </a:r>
            <a:endParaRPr sz="3600">
              <a:latin typeface="Cambria"/>
              <a:cs typeface="Cambria"/>
            </a:endParaRPr>
          </a:p>
        </p:txBody>
      </p:sp>
      <p:sp>
        <p:nvSpPr>
          <p:cNvPr id="3" name="object 3"/>
          <p:cNvSpPr txBox="1"/>
          <p:nvPr/>
        </p:nvSpPr>
        <p:spPr>
          <a:xfrm>
            <a:off x="3948429" y="441705"/>
            <a:ext cx="7157720" cy="1049655"/>
          </a:xfrm>
          <a:prstGeom prst="rect">
            <a:avLst/>
          </a:prstGeom>
        </p:spPr>
        <p:txBody>
          <a:bodyPr vert="horz" wrap="square" lIns="0" tIns="53975" rIns="0" bIns="0" rtlCol="0">
            <a:spAutoFit/>
          </a:bodyPr>
          <a:lstStyle/>
          <a:p>
            <a:pPr marL="195580" marR="5080" indent="-182880" algn="just">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If</a:t>
            </a:r>
            <a:r>
              <a:rPr sz="2400" spc="335" dirty="0">
                <a:latin typeface="Cambria"/>
                <a:cs typeface="Cambria"/>
              </a:rPr>
              <a:t> </a:t>
            </a:r>
            <a:r>
              <a:rPr sz="2400" spc="-15" dirty="0">
                <a:latin typeface="Cambria"/>
                <a:cs typeface="Cambria"/>
              </a:rPr>
              <a:t>a</a:t>
            </a:r>
            <a:r>
              <a:rPr sz="2400" spc="345" dirty="0">
                <a:latin typeface="Cambria"/>
                <a:cs typeface="Cambria"/>
              </a:rPr>
              <a:t> </a:t>
            </a:r>
            <a:r>
              <a:rPr sz="2400" spc="-10" dirty="0">
                <a:latin typeface="Cambria"/>
                <a:cs typeface="Cambria"/>
              </a:rPr>
              <a:t>compiler</a:t>
            </a:r>
            <a:r>
              <a:rPr sz="2400" spc="330" dirty="0">
                <a:latin typeface="Cambria"/>
                <a:cs typeface="Cambria"/>
              </a:rPr>
              <a:t> </a:t>
            </a:r>
            <a:r>
              <a:rPr sz="2400" spc="-15" dirty="0">
                <a:latin typeface="Cambria"/>
                <a:cs typeface="Cambria"/>
              </a:rPr>
              <a:t>had</a:t>
            </a:r>
            <a:r>
              <a:rPr sz="2400" spc="340" dirty="0">
                <a:latin typeface="Cambria"/>
                <a:cs typeface="Cambria"/>
              </a:rPr>
              <a:t> </a:t>
            </a:r>
            <a:r>
              <a:rPr sz="2400" spc="-25" dirty="0">
                <a:latin typeface="Cambria"/>
                <a:cs typeface="Cambria"/>
              </a:rPr>
              <a:t>to</a:t>
            </a:r>
            <a:r>
              <a:rPr sz="2400" spc="325" dirty="0">
                <a:latin typeface="Cambria"/>
                <a:cs typeface="Cambria"/>
              </a:rPr>
              <a:t> </a:t>
            </a:r>
            <a:r>
              <a:rPr sz="2400" spc="-15" dirty="0">
                <a:latin typeface="Cambria"/>
                <a:cs typeface="Cambria"/>
              </a:rPr>
              <a:t>process</a:t>
            </a:r>
            <a:r>
              <a:rPr sz="2400" spc="340" dirty="0">
                <a:latin typeface="Cambria"/>
                <a:cs typeface="Cambria"/>
              </a:rPr>
              <a:t> </a:t>
            </a:r>
            <a:r>
              <a:rPr sz="2400" spc="-20" dirty="0">
                <a:latin typeface="Cambria"/>
                <a:cs typeface="Cambria"/>
              </a:rPr>
              <a:t>only</a:t>
            </a:r>
            <a:r>
              <a:rPr sz="2400" spc="345" dirty="0">
                <a:latin typeface="Cambria"/>
                <a:cs typeface="Cambria"/>
              </a:rPr>
              <a:t> </a:t>
            </a:r>
            <a:r>
              <a:rPr sz="2400" spc="-15" dirty="0">
                <a:latin typeface="Cambria"/>
                <a:cs typeface="Cambria"/>
              </a:rPr>
              <a:t>correct</a:t>
            </a:r>
            <a:r>
              <a:rPr sz="2400" spc="340" dirty="0">
                <a:latin typeface="Cambria"/>
                <a:cs typeface="Cambria"/>
              </a:rPr>
              <a:t> </a:t>
            </a:r>
            <a:r>
              <a:rPr sz="2400" spc="-45" dirty="0">
                <a:latin typeface="Cambria"/>
                <a:cs typeface="Cambria"/>
              </a:rPr>
              <a:t>programs,</a:t>
            </a:r>
            <a:r>
              <a:rPr sz="2400" spc="-15" dirty="0">
                <a:latin typeface="Cambria"/>
                <a:cs typeface="Cambria"/>
              </a:rPr>
              <a:t> </a:t>
            </a:r>
            <a:r>
              <a:rPr sz="2400" spc="-5" dirty="0">
                <a:latin typeface="Cambria"/>
                <a:cs typeface="Cambria"/>
              </a:rPr>
              <a:t>its</a:t>
            </a:r>
            <a:r>
              <a:rPr sz="2400" spc="994" dirty="0">
                <a:latin typeface="Cambria"/>
                <a:cs typeface="Cambria"/>
              </a:rPr>
              <a:t> </a:t>
            </a:r>
            <a:r>
              <a:rPr sz="2400" spc="-10" dirty="0">
                <a:latin typeface="Cambria"/>
                <a:cs typeface="Cambria"/>
              </a:rPr>
              <a:t>design</a:t>
            </a:r>
            <a:r>
              <a:rPr sz="2400" spc="994" dirty="0">
                <a:latin typeface="Cambria"/>
                <a:cs typeface="Cambria"/>
              </a:rPr>
              <a:t> </a:t>
            </a:r>
            <a:r>
              <a:rPr sz="2400" spc="-10" dirty="0">
                <a:latin typeface="Cambria"/>
                <a:cs typeface="Cambria"/>
              </a:rPr>
              <a:t>and</a:t>
            </a:r>
            <a:r>
              <a:rPr sz="2400" spc="985" dirty="0">
                <a:latin typeface="Cambria"/>
                <a:cs typeface="Cambria"/>
              </a:rPr>
              <a:t> </a:t>
            </a:r>
            <a:r>
              <a:rPr sz="2400" spc="-15" dirty="0">
                <a:latin typeface="Cambria"/>
                <a:cs typeface="Cambria"/>
              </a:rPr>
              <a:t>implementation</a:t>
            </a:r>
            <a:r>
              <a:rPr sz="2400" spc="1000" dirty="0">
                <a:latin typeface="Cambria"/>
                <a:cs typeface="Cambria"/>
              </a:rPr>
              <a:t> </a:t>
            </a:r>
            <a:r>
              <a:rPr sz="2400" spc="-25" dirty="0">
                <a:latin typeface="Cambria"/>
                <a:cs typeface="Cambria"/>
              </a:rPr>
              <a:t>would</a:t>
            </a:r>
            <a:r>
              <a:rPr sz="2400" spc="1000" dirty="0">
                <a:latin typeface="Cambria"/>
                <a:cs typeface="Cambria"/>
              </a:rPr>
              <a:t> </a:t>
            </a:r>
            <a:r>
              <a:rPr sz="2400" spc="-15" dirty="0">
                <a:latin typeface="Cambria"/>
                <a:cs typeface="Cambria"/>
              </a:rPr>
              <a:t>be</a:t>
            </a:r>
            <a:r>
              <a:rPr sz="2400" spc="1015" dirty="0">
                <a:latin typeface="Cambria"/>
                <a:cs typeface="Cambria"/>
              </a:rPr>
              <a:t> </a:t>
            </a:r>
            <a:r>
              <a:rPr sz="2400" spc="-25" dirty="0">
                <a:latin typeface="Cambria"/>
                <a:cs typeface="Cambria"/>
              </a:rPr>
              <a:t>greatly</a:t>
            </a:r>
            <a:r>
              <a:rPr sz="2400" spc="-10" dirty="0">
                <a:latin typeface="Cambria"/>
                <a:cs typeface="Cambria"/>
              </a:rPr>
              <a:t> </a:t>
            </a:r>
            <a:r>
              <a:rPr sz="2400" spc="-5" dirty="0">
                <a:latin typeface="Cambria"/>
                <a:cs typeface="Cambria"/>
              </a:rPr>
              <a:t>simplified.</a:t>
            </a:r>
            <a:endParaRPr sz="2400">
              <a:latin typeface="Cambria"/>
              <a:cs typeface="Cambria"/>
            </a:endParaRPr>
          </a:p>
        </p:txBody>
      </p:sp>
      <p:sp>
        <p:nvSpPr>
          <p:cNvPr id="4" name="object 4"/>
          <p:cNvSpPr txBox="1"/>
          <p:nvPr/>
        </p:nvSpPr>
        <p:spPr>
          <a:xfrm>
            <a:off x="3948429" y="1582039"/>
            <a:ext cx="7158355" cy="1049655"/>
          </a:xfrm>
          <a:prstGeom prst="rect">
            <a:avLst/>
          </a:prstGeom>
        </p:spPr>
        <p:txBody>
          <a:bodyPr vert="horz" wrap="square" lIns="0" tIns="53975" rIns="0" bIns="0" rtlCol="0">
            <a:spAutoFit/>
          </a:bodyPr>
          <a:lstStyle/>
          <a:p>
            <a:pPr marL="195580" marR="5080" indent="-182880" algn="just">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5" dirty="0">
                <a:latin typeface="Cambria"/>
                <a:cs typeface="Cambria"/>
              </a:rPr>
              <a:t>Bu</a:t>
            </a:r>
            <a:r>
              <a:rPr sz="2400" dirty="0">
                <a:latin typeface="Cambria"/>
                <a:cs typeface="Cambria"/>
              </a:rPr>
              <a:t>t</a:t>
            </a:r>
            <a:r>
              <a:rPr sz="2400" spc="2360" dirty="0">
                <a:latin typeface="Cambria"/>
                <a:cs typeface="Cambria"/>
              </a:rPr>
              <a:t> </a:t>
            </a:r>
            <a:r>
              <a:rPr sz="2400" spc="-15" dirty="0">
                <a:latin typeface="Cambria"/>
                <a:cs typeface="Cambria"/>
              </a:rPr>
              <a:t>programmers</a:t>
            </a:r>
            <a:r>
              <a:rPr sz="2400" spc="2355" dirty="0">
                <a:latin typeface="Cambria"/>
                <a:cs typeface="Cambria"/>
              </a:rPr>
              <a:t> </a:t>
            </a:r>
            <a:r>
              <a:rPr sz="2400" spc="-20" dirty="0">
                <a:latin typeface="Cambria"/>
                <a:cs typeface="Cambria"/>
              </a:rPr>
              <a:t>frequently</a:t>
            </a:r>
            <a:r>
              <a:rPr sz="2400" spc="2335" dirty="0">
                <a:latin typeface="Cambria"/>
                <a:cs typeface="Cambria"/>
              </a:rPr>
              <a:t> </a:t>
            </a:r>
            <a:r>
              <a:rPr sz="2400" spc="-10" dirty="0">
                <a:latin typeface="Cambria"/>
                <a:cs typeface="Cambria"/>
              </a:rPr>
              <a:t>write</a:t>
            </a:r>
            <a:r>
              <a:rPr sz="2400" spc="2355" dirty="0">
                <a:latin typeface="Cambria"/>
                <a:cs typeface="Cambria"/>
              </a:rPr>
              <a:t> </a:t>
            </a:r>
            <a:r>
              <a:rPr sz="2400" spc="-35" dirty="0">
                <a:latin typeface="Cambria"/>
                <a:cs typeface="Cambria"/>
              </a:rPr>
              <a:t>incorrect</a:t>
            </a:r>
            <a:r>
              <a:rPr sz="2400" spc="-15" dirty="0">
                <a:latin typeface="Cambria"/>
                <a:cs typeface="Cambria"/>
              </a:rPr>
              <a:t> programs,</a:t>
            </a:r>
            <a:r>
              <a:rPr sz="2400" spc="750" dirty="0">
                <a:latin typeface="Cambria"/>
                <a:cs typeface="Cambria"/>
              </a:rPr>
              <a:t> </a:t>
            </a:r>
            <a:r>
              <a:rPr sz="2400" spc="-10" dirty="0">
                <a:latin typeface="Cambria"/>
                <a:cs typeface="Cambria"/>
              </a:rPr>
              <a:t>and</a:t>
            </a:r>
            <a:r>
              <a:rPr sz="2400" spc="760" dirty="0">
                <a:latin typeface="Cambria"/>
                <a:cs typeface="Cambria"/>
              </a:rPr>
              <a:t> </a:t>
            </a:r>
            <a:r>
              <a:rPr sz="2400" spc="-15" dirty="0">
                <a:latin typeface="Cambria"/>
                <a:cs typeface="Cambria"/>
              </a:rPr>
              <a:t>a</a:t>
            </a:r>
            <a:r>
              <a:rPr sz="2400" spc="765" dirty="0">
                <a:latin typeface="Cambria"/>
                <a:cs typeface="Cambria"/>
              </a:rPr>
              <a:t> </a:t>
            </a:r>
            <a:r>
              <a:rPr sz="2400" spc="-20" dirty="0">
                <a:latin typeface="Cambria"/>
                <a:cs typeface="Cambria"/>
              </a:rPr>
              <a:t>good</a:t>
            </a:r>
            <a:r>
              <a:rPr sz="2400" spc="765" dirty="0">
                <a:latin typeface="Cambria"/>
                <a:cs typeface="Cambria"/>
              </a:rPr>
              <a:t> </a:t>
            </a:r>
            <a:r>
              <a:rPr sz="2400" spc="-10" dirty="0">
                <a:latin typeface="Cambria"/>
                <a:cs typeface="Cambria"/>
              </a:rPr>
              <a:t>compiler</a:t>
            </a:r>
            <a:r>
              <a:rPr sz="2400" spc="765" dirty="0">
                <a:latin typeface="Cambria"/>
                <a:cs typeface="Cambria"/>
              </a:rPr>
              <a:t> </a:t>
            </a:r>
            <a:r>
              <a:rPr sz="2400" spc="-15" dirty="0">
                <a:latin typeface="Cambria"/>
                <a:cs typeface="Cambria"/>
              </a:rPr>
              <a:t>should</a:t>
            </a:r>
            <a:r>
              <a:rPr sz="2400" spc="765" dirty="0">
                <a:latin typeface="Cambria"/>
                <a:cs typeface="Cambria"/>
              </a:rPr>
              <a:t> </a:t>
            </a:r>
            <a:r>
              <a:rPr sz="2400" spc="-10" dirty="0">
                <a:latin typeface="Cambria"/>
                <a:cs typeface="Cambria"/>
              </a:rPr>
              <a:t>assist</a:t>
            </a:r>
            <a:r>
              <a:rPr sz="2400" spc="775" dirty="0">
                <a:latin typeface="Cambria"/>
                <a:cs typeface="Cambria"/>
              </a:rPr>
              <a:t> </a:t>
            </a:r>
            <a:r>
              <a:rPr sz="2400" spc="-15" dirty="0">
                <a:latin typeface="Cambria"/>
                <a:cs typeface="Cambria"/>
              </a:rPr>
              <a:t>the</a:t>
            </a:r>
            <a:r>
              <a:rPr sz="2400" spc="-10" dirty="0">
                <a:latin typeface="Cambria"/>
                <a:cs typeface="Cambria"/>
              </a:rPr>
              <a:t> </a:t>
            </a:r>
            <a:r>
              <a:rPr sz="2400" spc="-15" dirty="0">
                <a:latin typeface="Cambria"/>
                <a:cs typeface="Cambria"/>
              </a:rPr>
              <a:t>programmer </a:t>
            </a:r>
            <a:r>
              <a:rPr sz="2400" dirty="0">
                <a:latin typeface="Cambria"/>
                <a:cs typeface="Cambria"/>
              </a:rPr>
              <a:t>in</a:t>
            </a:r>
            <a:r>
              <a:rPr sz="2400" spc="-10" dirty="0">
                <a:latin typeface="Cambria"/>
                <a:cs typeface="Cambria"/>
              </a:rPr>
              <a:t> </a:t>
            </a:r>
            <a:r>
              <a:rPr sz="2400" spc="-5" dirty="0">
                <a:latin typeface="Cambria"/>
                <a:cs typeface="Cambria"/>
              </a:rPr>
              <a:t>identifying</a:t>
            </a:r>
            <a:r>
              <a:rPr sz="2400" spc="-40" dirty="0">
                <a:latin typeface="Cambria"/>
                <a:cs typeface="Cambria"/>
              </a:rPr>
              <a:t> </a:t>
            </a:r>
            <a:r>
              <a:rPr sz="2400" spc="-10" dirty="0">
                <a:latin typeface="Cambria"/>
                <a:cs typeface="Cambria"/>
              </a:rPr>
              <a:t>and</a:t>
            </a:r>
            <a:r>
              <a:rPr sz="2400" spc="-5" dirty="0">
                <a:latin typeface="Cambria"/>
                <a:cs typeface="Cambria"/>
              </a:rPr>
              <a:t> </a:t>
            </a:r>
            <a:r>
              <a:rPr sz="2400" spc="-10" dirty="0">
                <a:latin typeface="Cambria"/>
                <a:cs typeface="Cambria"/>
              </a:rPr>
              <a:t>locating errors.</a:t>
            </a:r>
            <a:endParaRPr sz="2400">
              <a:latin typeface="Cambria"/>
              <a:cs typeface="Cambria"/>
            </a:endParaRPr>
          </a:p>
        </p:txBody>
      </p:sp>
      <p:sp>
        <p:nvSpPr>
          <p:cNvPr id="5" name="object 5"/>
          <p:cNvSpPr txBox="1"/>
          <p:nvPr/>
        </p:nvSpPr>
        <p:spPr>
          <a:xfrm>
            <a:off x="3948429" y="2721686"/>
            <a:ext cx="7157084" cy="1532255"/>
          </a:xfrm>
          <a:prstGeom prst="rect">
            <a:avLst/>
          </a:prstGeom>
        </p:spPr>
        <p:txBody>
          <a:bodyPr vert="horz" wrap="square" lIns="0" tIns="12700" rIns="0" bIns="0" rtlCol="0">
            <a:spAutoFit/>
          </a:bodyPr>
          <a:lstStyle/>
          <a:p>
            <a:pPr marL="12700">
              <a:lnSpc>
                <a:spcPts val="2735"/>
              </a:lnSpc>
              <a:spcBef>
                <a:spcPts val="1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We</a:t>
            </a:r>
            <a:r>
              <a:rPr sz="2400" spc="155" dirty="0">
                <a:latin typeface="Cambria"/>
                <a:cs typeface="Cambria"/>
              </a:rPr>
              <a:t> </a:t>
            </a:r>
            <a:r>
              <a:rPr sz="2400" dirty="0">
                <a:latin typeface="Cambria"/>
                <a:cs typeface="Cambria"/>
              </a:rPr>
              <a:t>know</a:t>
            </a:r>
            <a:r>
              <a:rPr sz="2400" spc="200" dirty="0">
                <a:latin typeface="Cambria"/>
                <a:cs typeface="Cambria"/>
              </a:rPr>
              <a:t> </a:t>
            </a:r>
            <a:r>
              <a:rPr sz="2400" dirty="0">
                <a:latin typeface="Cambria"/>
                <a:cs typeface="Cambria"/>
              </a:rPr>
              <a:t>that</a:t>
            </a:r>
            <a:r>
              <a:rPr sz="2400" spc="200" dirty="0">
                <a:latin typeface="Cambria"/>
                <a:cs typeface="Cambria"/>
              </a:rPr>
              <a:t> </a:t>
            </a:r>
            <a:r>
              <a:rPr sz="2400" dirty="0">
                <a:latin typeface="Cambria"/>
                <a:cs typeface="Cambria"/>
              </a:rPr>
              <a:t>programs</a:t>
            </a:r>
            <a:r>
              <a:rPr sz="2400" spc="190" dirty="0">
                <a:latin typeface="Cambria"/>
                <a:cs typeface="Cambria"/>
              </a:rPr>
              <a:t> </a:t>
            </a:r>
            <a:r>
              <a:rPr sz="2400" dirty="0">
                <a:latin typeface="Cambria"/>
                <a:cs typeface="Cambria"/>
              </a:rPr>
              <a:t>can</a:t>
            </a:r>
            <a:r>
              <a:rPr sz="2400" spc="204" dirty="0">
                <a:latin typeface="Cambria"/>
                <a:cs typeface="Cambria"/>
              </a:rPr>
              <a:t> </a:t>
            </a:r>
            <a:r>
              <a:rPr sz="2400" dirty="0">
                <a:latin typeface="Cambria"/>
                <a:cs typeface="Cambria"/>
              </a:rPr>
              <a:t>contain</a:t>
            </a:r>
            <a:r>
              <a:rPr sz="2400" spc="204" dirty="0">
                <a:latin typeface="Cambria"/>
                <a:cs typeface="Cambria"/>
              </a:rPr>
              <a:t> </a:t>
            </a:r>
            <a:r>
              <a:rPr sz="2400" dirty="0">
                <a:latin typeface="Cambria"/>
                <a:cs typeface="Cambria"/>
              </a:rPr>
              <a:t>errors</a:t>
            </a:r>
            <a:r>
              <a:rPr sz="2400" spc="190" dirty="0">
                <a:latin typeface="Cambria"/>
                <a:cs typeface="Cambria"/>
              </a:rPr>
              <a:t> </a:t>
            </a:r>
            <a:r>
              <a:rPr sz="2400" dirty="0">
                <a:latin typeface="Cambria"/>
                <a:cs typeface="Cambria"/>
              </a:rPr>
              <a:t>at</a:t>
            </a:r>
            <a:r>
              <a:rPr sz="2400" spc="204" dirty="0">
                <a:latin typeface="Cambria"/>
                <a:cs typeface="Cambria"/>
              </a:rPr>
              <a:t> </a:t>
            </a:r>
            <a:r>
              <a:rPr sz="2400" spc="-20" dirty="0">
                <a:latin typeface="Cambria"/>
                <a:cs typeface="Cambria"/>
              </a:rPr>
              <a:t>many</a:t>
            </a:r>
            <a:endParaRPr sz="2400">
              <a:latin typeface="Cambria"/>
              <a:cs typeface="Cambria"/>
            </a:endParaRPr>
          </a:p>
          <a:p>
            <a:pPr marL="195580">
              <a:lnSpc>
                <a:spcPts val="2735"/>
              </a:lnSpc>
            </a:pPr>
            <a:r>
              <a:rPr sz="2400" spc="-10" dirty="0">
                <a:latin typeface="Cambria"/>
                <a:cs typeface="Cambria"/>
              </a:rPr>
              <a:t>different</a:t>
            </a:r>
            <a:r>
              <a:rPr sz="2400" spc="-105" dirty="0">
                <a:latin typeface="Cambria"/>
                <a:cs typeface="Cambria"/>
              </a:rPr>
              <a:t> </a:t>
            </a:r>
            <a:r>
              <a:rPr sz="2400" spc="-10" dirty="0">
                <a:latin typeface="Cambria"/>
                <a:cs typeface="Cambria"/>
              </a:rPr>
              <a:t>levels.</a:t>
            </a:r>
            <a:r>
              <a:rPr sz="2400" spc="-70" dirty="0">
                <a:latin typeface="Cambria"/>
                <a:cs typeface="Cambria"/>
              </a:rPr>
              <a:t> </a:t>
            </a:r>
            <a:r>
              <a:rPr sz="2400" dirty="0">
                <a:latin typeface="Cambria"/>
                <a:cs typeface="Cambria"/>
              </a:rPr>
              <a:t>For</a:t>
            </a:r>
            <a:r>
              <a:rPr sz="2400" spc="-65" dirty="0">
                <a:latin typeface="Cambria"/>
                <a:cs typeface="Cambria"/>
              </a:rPr>
              <a:t> </a:t>
            </a:r>
            <a:r>
              <a:rPr sz="2400" spc="-10" dirty="0">
                <a:latin typeface="Cambria"/>
                <a:cs typeface="Cambria"/>
              </a:rPr>
              <a:t>example,</a:t>
            </a:r>
            <a:r>
              <a:rPr sz="2400" spc="-65" dirty="0">
                <a:latin typeface="Cambria"/>
                <a:cs typeface="Cambria"/>
              </a:rPr>
              <a:t> </a:t>
            </a:r>
            <a:r>
              <a:rPr sz="2400" dirty="0">
                <a:latin typeface="Cambria"/>
                <a:cs typeface="Cambria"/>
              </a:rPr>
              <a:t>errors</a:t>
            </a:r>
            <a:r>
              <a:rPr sz="2400" spc="-80" dirty="0">
                <a:latin typeface="Cambria"/>
                <a:cs typeface="Cambria"/>
              </a:rPr>
              <a:t> </a:t>
            </a:r>
            <a:r>
              <a:rPr sz="2400" dirty="0">
                <a:latin typeface="Cambria"/>
                <a:cs typeface="Cambria"/>
              </a:rPr>
              <a:t>can</a:t>
            </a:r>
            <a:r>
              <a:rPr sz="2400" spc="-70" dirty="0">
                <a:latin typeface="Cambria"/>
                <a:cs typeface="Cambria"/>
              </a:rPr>
              <a:t> </a:t>
            </a:r>
            <a:r>
              <a:rPr sz="2400" spc="-25" dirty="0">
                <a:latin typeface="Cambria"/>
                <a:cs typeface="Cambria"/>
              </a:rPr>
              <a:t>be</a:t>
            </a:r>
            <a:endParaRPr sz="2400">
              <a:latin typeface="Cambria"/>
              <a:cs typeface="Cambria"/>
            </a:endParaRPr>
          </a:p>
          <a:p>
            <a:pPr marL="195580" marR="5080" indent="-182880">
              <a:lnSpc>
                <a:spcPts val="2590"/>
              </a:lnSpc>
              <a:spcBef>
                <a:spcPts val="124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b="1" dirty="0">
                <a:latin typeface="Cambria"/>
                <a:cs typeface="Cambria"/>
              </a:rPr>
              <a:t>Lexical</a:t>
            </a:r>
            <a:r>
              <a:rPr sz="2400" b="1" spc="-65"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Such</a:t>
            </a:r>
            <a:r>
              <a:rPr sz="2400" spc="-20" dirty="0">
                <a:latin typeface="Cambria"/>
                <a:cs typeface="Cambria"/>
              </a:rPr>
              <a:t> </a:t>
            </a:r>
            <a:r>
              <a:rPr sz="2400" dirty="0">
                <a:latin typeface="Cambria"/>
                <a:cs typeface="Cambria"/>
              </a:rPr>
              <a:t>a</a:t>
            </a:r>
            <a:r>
              <a:rPr sz="2400" spc="-20" dirty="0">
                <a:latin typeface="Cambria"/>
                <a:cs typeface="Cambria"/>
              </a:rPr>
              <a:t> </a:t>
            </a:r>
            <a:r>
              <a:rPr sz="2400" dirty="0">
                <a:latin typeface="Cambria"/>
                <a:cs typeface="Cambria"/>
              </a:rPr>
              <a:t>misspelling</a:t>
            </a:r>
            <a:r>
              <a:rPr sz="2400" spc="-10" dirty="0">
                <a:latin typeface="Cambria"/>
                <a:cs typeface="Cambria"/>
              </a:rPr>
              <a:t> </a:t>
            </a:r>
            <a:r>
              <a:rPr sz="2400" dirty="0">
                <a:latin typeface="Cambria"/>
                <a:cs typeface="Cambria"/>
              </a:rPr>
              <a:t>an</a:t>
            </a:r>
            <a:r>
              <a:rPr sz="2400" spc="-25" dirty="0">
                <a:latin typeface="Cambria"/>
                <a:cs typeface="Cambria"/>
              </a:rPr>
              <a:t> </a:t>
            </a:r>
            <a:r>
              <a:rPr sz="2400" spc="-20" dirty="0">
                <a:latin typeface="Cambria"/>
                <a:cs typeface="Cambria"/>
              </a:rPr>
              <a:t>identifier, </a:t>
            </a:r>
            <a:r>
              <a:rPr sz="2400" spc="-10" dirty="0">
                <a:latin typeface="Cambria"/>
                <a:cs typeface="Cambria"/>
              </a:rPr>
              <a:t>keyword,</a:t>
            </a:r>
            <a:r>
              <a:rPr sz="2400" spc="-30" dirty="0">
                <a:latin typeface="Cambria"/>
                <a:cs typeface="Cambria"/>
              </a:rPr>
              <a:t> </a:t>
            </a:r>
            <a:r>
              <a:rPr sz="2400" spc="-25" dirty="0">
                <a:latin typeface="Cambria"/>
                <a:cs typeface="Cambria"/>
              </a:rPr>
              <a:t>or </a:t>
            </a:r>
            <a:r>
              <a:rPr sz="2400" spc="-10" dirty="0">
                <a:latin typeface="Cambria"/>
                <a:cs typeface="Cambria"/>
              </a:rPr>
              <a:t>operator</a:t>
            </a:r>
            <a:endParaRPr sz="2400">
              <a:latin typeface="Cambria"/>
              <a:cs typeface="Cambria"/>
            </a:endParaRPr>
          </a:p>
        </p:txBody>
      </p:sp>
      <p:sp>
        <p:nvSpPr>
          <p:cNvPr id="6" name="object 6"/>
          <p:cNvSpPr txBox="1"/>
          <p:nvPr/>
        </p:nvSpPr>
        <p:spPr>
          <a:xfrm>
            <a:off x="3948429" y="4344161"/>
            <a:ext cx="7158355" cy="391160"/>
          </a:xfrm>
          <a:prstGeom prst="rect">
            <a:avLst/>
          </a:prstGeom>
        </p:spPr>
        <p:txBody>
          <a:bodyPr vert="horz" wrap="square" lIns="0" tIns="12700" rIns="0" bIns="0" rtlCol="0">
            <a:spAutoFit/>
          </a:bodyPr>
          <a:lstStyle/>
          <a:p>
            <a:pPr marL="12700">
              <a:lnSpc>
                <a:spcPct val="100000"/>
              </a:lnSpc>
              <a:spcBef>
                <a:spcPts val="100"/>
              </a:spcBef>
              <a:tabLst>
                <a:tab pos="1682750" algn="l"/>
                <a:tab pos="1987550" algn="l"/>
                <a:tab pos="2832100" algn="l"/>
                <a:tab pos="3338195" algn="l"/>
                <a:tab pos="4915535" algn="l"/>
                <a:tab pos="6552565"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b="1" spc="-10" dirty="0">
                <a:latin typeface="Cambria"/>
                <a:cs typeface="Cambria"/>
              </a:rPr>
              <a:t>Syntactic</a:t>
            </a:r>
            <a:r>
              <a:rPr sz="2400" b="1" dirty="0">
                <a:latin typeface="Cambria"/>
                <a:cs typeface="Cambria"/>
              </a:rPr>
              <a:t>	</a:t>
            </a:r>
            <a:r>
              <a:rPr sz="2400" spc="-50" dirty="0">
                <a:latin typeface="Cambria"/>
                <a:cs typeface="Cambria"/>
              </a:rPr>
              <a:t>:</a:t>
            </a:r>
            <a:r>
              <a:rPr sz="2400" dirty="0">
                <a:latin typeface="Cambria"/>
                <a:cs typeface="Cambria"/>
              </a:rPr>
              <a:t>	</a:t>
            </a:r>
            <a:r>
              <a:rPr sz="2400" spc="-20" dirty="0">
                <a:latin typeface="Cambria"/>
                <a:cs typeface="Cambria"/>
              </a:rPr>
              <a:t>Such</a:t>
            </a:r>
            <a:r>
              <a:rPr sz="2400" dirty="0">
                <a:latin typeface="Cambria"/>
                <a:cs typeface="Cambria"/>
              </a:rPr>
              <a:t>	</a:t>
            </a:r>
            <a:r>
              <a:rPr sz="2400" spc="-25" dirty="0">
                <a:latin typeface="Cambria"/>
                <a:cs typeface="Cambria"/>
              </a:rPr>
              <a:t>as</a:t>
            </a:r>
            <a:r>
              <a:rPr sz="2400" dirty="0">
                <a:latin typeface="Cambria"/>
                <a:cs typeface="Cambria"/>
              </a:rPr>
              <a:t>	</a:t>
            </a:r>
            <a:r>
              <a:rPr sz="2400" spc="-10" dirty="0">
                <a:latin typeface="Cambria"/>
                <a:cs typeface="Cambria"/>
              </a:rPr>
              <a:t>arithmetic</a:t>
            </a:r>
            <a:r>
              <a:rPr sz="2400" dirty="0">
                <a:latin typeface="Cambria"/>
                <a:cs typeface="Cambria"/>
              </a:rPr>
              <a:t>	</a:t>
            </a:r>
            <a:r>
              <a:rPr sz="2400" spc="-10" dirty="0">
                <a:latin typeface="Cambria"/>
                <a:cs typeface="Cambria"/>
              </a:rPr>
              <a:t>expression</a:t>
            </a:r>
            <a:r>
              <a:rPr sz="2400" dirty="0">
                <a:latin typeface="Cambria"/>
                <a:cs typeface="Cambria"/>
              </a:rPr>
              <a:t>	</a:t>
            </a:r>
            <a:r>
              <a:rPr sz="2400" spc="-20" dirty="0">
                <a:latin typeface="Cambria"/>
                <a:cs typeface="Cambria"/>
              </a:rPr>
              <a:t>with</a:t>
            </a:r>
            <a:endParaRPr sz="2400">
              <a:latin typeface="Cambria"/>
              <a:cs typeface="Cambria"/>
            </a:endParaRPr>
          </a:p>
        </p:txBody>
      </p:sp>
      <p:sp>
        <p:nvSpPr>
          <p:cNvPr id="7" name="object 7"/>
          <p:cNvSpPr txBox="1"/>
          <p:nvPr/>
        </p:nvSpPr>
        <p:spPr>
          <a:xfrm>
            <a:off x="4131309" y="4673345"/>
            <a:ext cx="312991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unbalanced</a:t>
            </a:r>
            <a:r>
              <a:rPr sz="2400" spc="-70" dirty="0">
                <a:latin typeface="Cambria"/>
                <a:cs typeface="Cambria"/>
              </a:rPr>
              <a:t> </a:t>
            </a:r>
            <a:r>
              <a:rPr sz="2400" spc="-10" dirty="0">
                <a:latin typeface="Cambria"/>
                <a:cs typeface="Cambria"/>
              </a:rPr>
              <a:t>parenthesis</a:t>
            </a:r>
            <a:endParaRPr sz="2400">
              <a:latin typeface="Cambria"/>
              <a:cs typeface="Cambria"/>
            </a:endParaRPr>
          </a:p>
        </p:txBody>
      </p:sp>
      <p:sp>
        <p:nvSpPr>
          <p:cNvPr id="8" name="object 8"/>
          <p:cNvSpPr txBox="1"/>
          <p:nvPr/>
        </p:nvSpPr>
        <p:spPr>
          <a:xfrm>
            <a:off x="3948429" y="5154625"/>
            <a:ext cx="5407660" cy="1202690"/>
          </a:xfrm>
          <a:prstGeom prst="rect">
            <a:avLst/>
          </a:prstGeom>
        </p:spPr>
        <p:txBody>
          <a:bodyPr vert="horz" wrap="square" lIns="0" tIns="12700" rIns="0" bIns="0" rtlCol="0">
            <a:spAutoFit/>
          </a:bodyPr>
          <a:lstStyle/>
          <a:p>
            <a:pPr marL="12700">
              <a:lnSpc>
                <a:spcPts val="2735"/>
              </a:lnSpc>
              <a:spcBef>
                <a:spcPts val="100"/>
              </a:spcBef>
              <a:tabLst>
                <a:tab pos="1768475" algn="l"/>
                <a:tab pos="2132330" algn="l"/>
                <a:tab pos="3036570" algn="l"/>
                <a:tab pos="3600450" algn="l"/>
                <a:tab pos="4203700"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b="1" spc="-10" dirty="0">
                <a:latin typeface="Cambria"/>
                <a:cs typeface="Cambria"/>
              </a:rPr>
              <a:t>Semantic</a:t>
            </a:r>
            <a:r>
              <a:rPr sz="2400" b="1" dirty="0">
                <a:latin typeface="Cambria"/>
                <a:cs typeface="Cambria"/>
              </a:rPr>
              <a:t>	</a:t>
            </a:r>
            <a:r>
              <a:rPr sz="2400" spc="-50" dirty="0">
                <a:latin typeface="Cambria"/>
                <a:cs typeface="Cambria"/>
              </a:rPr>
              <a:t>:</a:t>
            </a:r>
            <a:r>
              <a:rPr sz="2400" dirty="0">
                <a:latin typeface="Cambria"/>
                <a:cs typeface="Cambria"/>
              </a:rPr>
              <a:t>	</a:t>
            </a:r>
            <a:r>
              <a:rPr sz="2400" spc="-20" dirty="0">
                <a:latin typeface="Cambria"/>
                <a:cs typeface="Cambria"/>
              </a:rPr>
              <a:t>Such</a:t>
            </a:r>
            <a:r>
              <a:rPr sz="2400" dirty="0">
                <a:latin typeface="Cambria"/>
                <a:cs typeface="Cambria"/>
              </a:rPr>
              <a:t>	</a:t>
            </a:r>
            <a:r>
              <a:rPr sz="2400" spc="-25" dirty="0">
                <a:latin typeface="Cambria"/>
                <a:cs typeface="Cambria"/>
              </a:rPr>
              <a:t>as</a:t>
            </a:r>
            <a:r>
              <a:rPr sz="2400" dirty="0">
                <a:latin typeface="Cambria"/>
                <a:cs typeface="Cambria"/>
              </a:rPr>
              <a:t>	</a:t>
            </a:r>
            <a:r>
              <a:rPr sz="2400" spc="-25" dirty="0">
                <a:latin typeface="Cambria"/>
                <a:cs typeface="Cambria"/>
              </a:rPr>
              <a:t>an</a:t>
            </a:r>
            <a:r>
              <a:rPr sz="2400" dirty="0">
                <a:latin typeface="Cambria"/>
                <a:cs typeface="Cambria"/>
              </a:rPr>
              <a:t>	</a:t>
            </a:r>
            <a:r>
              <a:rPr sz="2400" spc="-10" dirty="0">
                <a:latin typeface="Cambria"/>
                <a:cs typeface="Cambria"/>
              </a:rPr>
              <a:t>operator</a:t>
            </a:r>
            <a:endParaRPr sz="2400">
              <a:latin typeface="Cambria"/>
              <a:cs typeface="Cambria"/>
            </a:endParaRPr>
          </a:p>
          <a:p>
            <a:pPr marL="195580">
              <a:lnSpc>
                <a:spcPts val="2735"/>
              </a:lnSpc>
            </a:pPr>
            <a:r>
              <a:rPr sz="2400" dirty="0">
                <a:latin typeface="Cambria"/>
                <a:cs typeface="Cambria"/>
              </a:rPr>
              <a:t>incompatible</a:t>
            </a:r>
            <a:r>
              <a:rPr sz="2400" spc="-105" dirty="0">
                <a:latin typeface="Cambria"/>
                <a:cs typeface="Cambria"/>
              </a:rPr>
              <a:t> </a:t>
            </a:r>
            <a:r>
              <a:rPr sz="2400" spc="-10" dirty="0">
                <a:latin typeface="Cambria"/>
                <a:cs typeface="Cambria"/>
              </a:rPr>
              <a:t>operand</a:t>
            </a:r>
            <a:endParaRPr sz="2400">
              <a:latin typeface="Cambria"/>
              <a:cs typeface="Cambria"/>
            </a:endParaRPr>
          </a:p>
          <a:p>
            <a:pPr marL="12700">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b="1" dirty="0">
                <a:latin typeface="Cambria"/>
                <a:cs typeface="Cambria"/>
              </a:rPr>
              <a:t>Logical</a:t>
            </a:r>
            <a:r>
              <a:rPr sz="2400" b="1" spc="-50" dirty="0">
                <a:latin typeface="Cambria"/>
                <a:cs typeface="Cambria"/>
              </a:rPr>
              <a:t> </a:t>
            </a:r>
            <a:r>
              <a:rPr sz="2400" dirty="0">
                <a:latin typeface="Cambria"/>
                <a:cs typeface="Cambria"/>
              </a:rPr>
              <a:t>:</a:t>
            </a:r>
            <a:r>
              <a:rPr sz="2400" spc="-25" dirty="0">
                <a:latin typeface="Cambria"/>
                <a:cs typeface="Cambria"/>
              </a:rPr>
              <a:t> </a:t>
            </a:r>
            <a:r>
              <a:rPr sz="2400" dirty="0">
                <a:latin typeface="Cambria"/>
                <a:cs typeface="Cambria"/>
              </a:rPr>
              <a:t>Such</a:t>
            </a:r>
            <a:r>
              <a:rPr sz="2400" spc="-15" dirty="0">
                <a:latin typeface="Cambria"/>
                <a:cs typeface="Cambria"/>
              </a:rPr>
              <a:t> </a:t>
            </a:r>
            <a:r>
              <a:rPr sz="2400" dirty="0">
                <a:latin typeface="Cambria"/>
                <a:cs typeface="Cambria"/>
              </a:rPr>
              <a:t>as</a:t>
            </a:r>
            <a:r>
              <a:rPr sz="2400" spc="-30" dirty="0">
                <a:latin typeface="Cambria"/>
                <a:cs typeface="Cambria"/>
              </a:rPr>
              <a:t> </a:t>
            </a:r>
            <a:r>
              <a:rPr sz="2400" spc="-10" dirty="0">
                <a:latin typeface="Cambria"/>
                <a:cs typeface="Cambria"/>
              </a:rPr>
              <a:t>infinitely</a:t>
            </a:r>
            <a:r>
              <a:rPr sz="2400" spc="-45" dirty="0">
                <a:latin typeface="Cambria"/>
                <a:cs typeface="Cambria"/>
              </a:rPr>
              <a:t> </a:t>
            </a:r>
            <a:r>
              <a:rPr sz="2400" spc="-20" dirty="0">
                <a:latin typeface="Cambria"/>
                <a:cs typeface="Cambria"/>
              </a:rPr>
              <a:t>recursive</a:t>
            </a:r>
            <a:r>
              <a:rPr sz="2400" spc="-35" dirty="0">
                <a:latin typeface="Cambria"/>
                <a:cs typeface="Cambria"/>
              </a:rPr>
              <a:t> </a:t>
            </a:r>
            <a:r>
              <a:rPr sz="2400" spc="-20" dirty="0">
                <a:latin typeface="Cambria"/>
                <a:cs typeface="Cambria"/>
              </a:rPr>
              <a:t>call</a:t>
            </a:r>
            <a:endParaRPr sz="2400">
              <a:latin typeface="Cambria"/>
              <a:cs typeface="Cambria"/>
            </a:endParaRPr>
          </a:p>
        </p:txBody>
      </p:sp>
      <p:sp>
        <p:nvSpPr>
          <p:cNvPr id="9" name="object 9"/>
          <p:cNvSpPr txBox="1"/>
          <p:nvPr/>
        </p:nvSpPr>
        <p:spPr>
          <a:xfrm>
            <a:off x="9561956" y="5154625"/>
            <a:ext cx="1542415" cy="391795"/>
          </a:xfrm>
          <a:prstGeom prst="rect">
            <a:avLst/>
          </a:prstGeom>
        </p:spPr>
        <p:txBody>
          <a:bodyPr vert="horz" wrap="square" lIns="0" tIns="12700" rIns="0" bIns="0" rtlCol="0">
            <a:spAutoFit/>
          </a:bodyPr>
          <a:lstStyle/>
          <a:p>
            <a:pPr marL="12700">
              <a:lnSpc>
                <a:spcPct val="100000"/>
              </a:lnSpc>
              <a:spcBef>
                <a:spcPts val="100"/>
              </a:spcBef>
              <a:tabLst>
                <a:tab pos="1268730" algn="l"/>
              </a:tabLst>
            </a:pPr>
            <a:r>
              <a:rPr sz="2400" spc="-10" dirty="0">
                <a:latin typeface="Cambria"/>
                <a:cs typeface="Cambria"/>
              </a:rPr>
              <a:t>applied</a:t>
            </a:r>
            <a:r>
              <a:rPr sz="2400" dirty="0">
                <a:latin typeface="Cambria"/>
                <a:cs typeface="Cambria"/>
              </a:rPr>
              <a:t>	</a:t>
            </a:r>
            <a:r>
              <a:rPr sz="2400" spc="-25" dirty="0">
                <a:latin typeface="Cambria"/>
                <a:cs typeface="Cambria"/>
              </a:rPr>
              <a:t>to</a:t>
            </a:r>
            <a:endParaRPr sz="2400">
              <a:latin typeface="Cambria"/>
              <a:cs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529590">
              <a:lnSpc>
                <a:spcPts val="3779"/>
              </a:lnSpc>
            </a:pPr>
            <a:r>
              <a:rPr sz="3600" b="1" spc="-80" dirty="0">
                <a:solidFill>
                  <a:srgbClr val="FFFFFF"/>
                </a:solidFill>
                <a:latin typeface="Cambria"/>
                <a:cs typeface="Cambria"/>
              </a:rPr>
              <a:t>Syntax </a:t>
            </a:r>
            <a:r>
              <a:rPr sz="3600" b="1" spc="-60" dirty="0">
                <a:solidFill>
                  <a:srgbClr val="FFFFFF"/>
                </a:solidFill>
                <a:latin typeface="Cambria"/>
                <a:cs typeface="Cambria"/>
              </a:rPr>
              <a:t>Error </a:t>
            </a:r>
            <a:r>
              <a:rPr sz="3600" b="1" spc="-10" dirty="0">
                <a:solidFill>
                  <a:srgbClr val="FFFFFF"/>
                </a:solidFill>
                <a:latin typeface="Cambria"/>
                <a:cs typeface="Cambria"/>
              </a:rPr>
              <a:t>Handling</a:t>
            </a:r>
            <a:endParaRPr sz="3600">
              <a:latin typeface="Cambria"/>
              <a:cs typeface="Cambria"/>
            </a:endParaRPr>
          </a:p>
        </p:txBody>
      </p:sp>
      <p:sp>
        <p:nvSpPr>
          <p:cNvPr id="3" name="object 3"/>
          <p:cNvSpPr txBox="1"/>
          <p:nvPr/>
        </p:nvSpPr>
        <p:spPr>
          <a:xfrm>
            <a:off x="3948429" y="1822830"/>
            <a:ext cx="7155180" cy="720725"/>
          </a:xfrm>
          <a:prstGeom prst="rect">
            <a:avLst/>
          </a:prstGeom>
        </p:spPr>
        <p:txBody>
          <a:bodyPr vert="horz" wrap="square" lIns="0" tIns="53975" rIns="0" bIns="0" rtlCol="0">
            <a:spAutoFit/>
          </a:bodyPr>
          <a:lstStyle/>
          <a:p>
            <a:pPr marL="195580" marR="5080" indent="-182880">
              <a:lnSpc>
                <a:spcPts val="2590"/>
              </a:lnSpc>
              <a:spcBef>
                <a:spcPts val="425"/>
              </a:spcBef>
              <a:tabLst>
                <a:tab pos="847725" algn="l"/>
                <a:tab pos="1684655" algn="l"/>
                <a:tab pos="2853690" algn="l"/>
                <a:tab pos="3260090" algn="l"/>
                <a:tab pos="3563620" algn="l"/>
                <a:tab pos="4568190" algn="l"/>
                <a:tab pos="5170170"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25" dirty="0">
                <a:latin typeface="Cambria"/>
                <a:cs typeface="Cambria"/>
              </a:rPr>
              <a:t>The</a:t>
            </a:r>
            <a:r>
              <a:rPr sz="2400" dirty="0">
                <a:latin typeface="Cambria"/>
                <a:cs typeface="Cambria"/>
              </a:rPr>
              <a:t>	</a:t>
            </a:r>
            <a:r>
              <a:rPr sz="2400" spc="-20" dirty="0">
                <a:latin typeface="Cambria"/>
                <a:cs typeface="Cambria"/>
              </a:rPr>
              <a:t>error</a:t>
            </a:r>
            <a:r>
              <a:rPr sz="2400" dirty="0">
                <a:latin typeface="Cambria"/>
                <a:cs typeface="Cambria"/>
              </a:rPr>
              <a:t>	</a:t>
            </a:r>
            <a:r>
              <a:rPr sz="2400" spc="-10" dirty="0">
                <a:latin typeface="Cambria"/>
                <a:cs typeface="Cambria"/>
              </a:rPr>
              <a:t>handler</a:t>
            </a:r>
            <a:r>
              <a:rPr sz="2400" dirty="0">
                <a:latin typeface="Cambria"/>
                <a:cs typeface="Cambria"/>
              </a:rPr>
              <a:t>	</a:t>
            </a:r>
            <a:r>
              <a:rPr sz="2400" spc="-25" dirty="0">
                <a:latin typeface="Cambria"/>
                <a:cs typeface="Cambria"/>
              </a:rPr>
              <a:t>in</a:t>
            </a:r>
            <a:r>
              <a:rPr sz="2400" dirty="0">
                <a:latin typeface="Cambria"/>
                <a:cs typeface="Cambria"/>
              </a:rPr>
              <a:t>	</a:t>
            </a:r>
            <a:r>
              <a:rPr sz="2400" spc="-50" dirty="0">
                <a:latin typeface="Cambria"/>
                <a:cs typeface="Cambria"/>
              </a:rPr>
              <a:t>a</a:t>
            </a:r>
            <a:r>
              <a:rPr sz="2400" dirty="0">
                <a:latin typeface="Cambria"/>
                <a:cs typeface="Cambria"/>
              </a:rPr>
              <a:t>	</a:t>
            </a:r>
            <a:r>
              <a:rPr sz="2400" spc="-10" dirty="0">
                <a:latin typeface="Cambria"/>
                <a:cs typeface="Cambria"/>
              </a:rPr>
              <a:t>parser</a:t>
            </a:r>
            <a:r>
              <a:rPr sz="2400" dirty="0">
                <a:latin typeface="Cambria"/>
                <a:cs typeface="Cambria"/>
              </a:rPr>
              <a:t>	</a:t>
            </a:r>
            <a:r>
              <a:rPr sz="2400" spc="-25" dirty="0">
                <a:latin typeface="Cambria"/>
                <a:cs typeface="Cambria"/>
              </a:rPr>
              <a:t>has</a:t>
            </a:r>
            <a:r>
              <a:rPr sz="2400" dirty="0">
                <a:latin typeface="Cambria"/>
                <a:cs typeface="Cambria"/>
              </a:rPr>
              <a:t>	</a:t>
            </a:r>
            <a:r>
              <a:rPr sz="2400" spc="-20" dirty="0">
                <a:latin typeface="Cambria"/>
                <a:cs typeface="Cambria"/>
              </a:rPr>
              <a:t>simple-</a:t>
            </a:r>
            <a:r>
              <a:rPr sz="2400" spc="-25" dirty="0">
                <a:latin typeface="Cambria"/>
                <a:cs typeface="Cambria"/>
              </a:rPr>
              <a:t>to-</a:t>
            </a:r>
            <a:r>
              <a:rPr sz="2400" spc="-10" dirty="0">
                <a:latin typeface="Cambria"/>
                <a:cs typeface="Cambria"/>
              </a:rPr>
              <a:t>state </a:t>
            </a:r>
            <a:r>
              <a:rPr sz="2400" dirty="0">
                <a:latin typeface="Cambria"/>
                <a:cs typeface="Cambria"/>
              </a:rPr>
              <a:t>goals</a:t>
            </a:r>
            <a:r>
              <a:rPr sz="2400" spc="-55" dirty="0">
                <a:latin typeface="Cambria"/>
                <a:cs typeface="Cambria"/>
              </a:rPr>
              <a:t> </a:t>
            </a:r>
            <a:r>
              <a:rPr sz="2400" spc="-50" dirty="0">
                <a:latin typeface="Cambria"/>
                <a:cs typeface="Cambria"/>
              </a:rPr>
              <a:t>:</a:t>
            </a:r>
            <a:endParaRPr sz="2400">
              <a:latin typeface="Cambria"/>
              <a:cs typeface="Cambria"/>
            </a:endParaRPr>
          </a:p>
        </p:txBody>
      </p:sp>
      <p:sp>
        <p:nvSpPr>
          <p:cNvPr id="4" name="object 4"/>
          <p:cNvSpPr txBox="1">
            <a:spLocks noGrp="1"/>
          </p:cNvSpPr>
          <p:nvPr>
            <p:ph type="title"/>
          </p:nvPr>
        </p:nvSpPr>
        <p:spPr>
          <a:xfrm>
            <a:off x="3948429" y="2633294"/>
            <a:ext cx="7160259" cy="391795"/>
          </a:xfrm>
          <a:prstGeom prst="rect">
            <a:avLst/>
          </a:prstGeom>
        </p:spPr>
        <p:txBody>
          <a:bodyPr vert="horz" wrap="square" lIns="0" tIns="12700" rIns="0" bIns="0" rtlCol="0">
            <a:spAutoFit/>
          </a:bodyPr>
          <a:lstStyle/>
          <a:p>
            <a:pPr marL="12700">
              <a:lnSpc>
                <a:spcPct val="100000"/>
              </a:lnSpc>
              <a:spcBef>
                <a:spcPts val="100"/>
              </a:spcBef>
              <a:tabLst>
                <a:tab pos="1530350" algn="l"/>
                <a:tab pos="2489200" algn="l"/>
                <a:tab pos="4338320" algn="l"/>
              </a:tabLst>
            </a:pPr>
            <a:r>
              <a:rPr spc="-1250" dirty="0">
                <a:solidFill>
                  <a:srgbClr val="40B9D2"/>
                </a:solidFill>
                <a:latin typeface="Arial MT"/>
                <a:cs typeface="Arial MT"/>
              </a:rPr>
              <a:t>🞄</a:t>
            </a:r>
            <a:r>
              <a:rPr spc="-95" dirty="0">
                <a:solidFill>
                  <a:srgbClr val="40B9D2"/>
                </a:solidFill>
                <a:latin typeface="Arial MT"/>
                <a:cs typeface="Arial MT"/>
              </a:rPr>
              <a:t> </a:t>
            </a:r>
            <a:r>
              <a:rPr dirty="0"/>
              <a:t>It</a:t>
            </a:r>
            <a:r>
              <a:rPr spc="465" dirty="0"/>
              <a:t> </a:t>
            </a:r>
            <a:r>
              <a:rPr spc="-10" dirty="0"/>
              <a:t>should</a:t>
            </a:r>
            <a:r>
              <a:rPr dirty="0"/>
              <a:t>	</a:t>
            </a:r>
            <a:r>
              <a:rPr spc="-10" dirty="0"/>
              <a:t>report</a:t>
            </a:r>
            <a:r>
              <a:rPr dirty="0"/>
              <a:t>	the</a:t>
            </a:r>
            <a:r>
              <a:rPr spc="425" dirty="0"/>
              <a:t> </a:t>
            </a:r>
            <a:r>
              <a:rPr spc="-10" dirty="0"/>
              <a:t>presence</a:t>
            </a:r>
            <a:r>
              <a:rPr dirty="0"/>
              <a:t>	of</a:t>
            </a:r>
            <a:r>
              <a:rPr spc="395" dirty="0"/>
              <a:t> </a:t>
            </a:r>
            <a:r>
              <a:rPr dirty="0"/>
              <a:t>errors</a:t>
            </a:r>
            <a:r>
              <a:rPr spc="405" dirty="0"/>
              <a:t> </a:t>
            </a:r>
            <a:r>
              <a:rPr dirty="0"/>
              <a:t>clearly</a:t>
            </a:r>
            <a:r>
              <a:rPr spc="395" dirty="0"/>
              <a:t> </a:t>
            </a:r>
            <a:r>
              <a:rPr spc="-25" dirty="0"/>
              <a:t>and</a:t>
            </a:r>
          </a:p>
        </p:txBody>
      </p:sp>
      <p:sp>
        <p:nvSpPr>
          <p:cNvPr id="5" name="object 5"/>
          <p:cNvSpPr txBox="1"/>
          <p:nvPr/>
        </p:nvSpPr>
        <p:spPr>
          <a:xfrm>
            <a:off x="3948429" y="2847213"/>
            <a:ext cx="7158990" cy="2129155"/>
          </a:xfrm>
          <a:prstGeom prst="rect">
            <a:avLst/>
          </a:prstGeom>
        </p:spPr>
        <p:txBody>
          <a:bodyPr vert="horz" wrap="square" lIns="0" tIns="128270" rIns="0" bIns="0" rtlCol="0">
            <a:spAutoFit/>
          </a:bodyPr>
          <a:lstStyle/>
          <a:p>
            <a:pPr marL="195580">
              <a:lnSpc>
                <a:spcPct val="100000"/>
              </a:lnSpc>
              <a:spcBef>
                <a:spcPts val="1010"/>
              </a:spcBef>
            </a:pPr>
            <a:r>
              <a:rPr sz="2400" spc="-10" dirty="0">
                <a:latin typeface="Cambria"/>
                <a:cs typeface="Cambria"/>
              </a:rPr>
              <a:t>accurately.</a:t>
            </a:r>
            <a:endParaRPr sz="2400">
              <a:latin typeface="Cambria"/>
              <a:cs typeface="Cambria"/>
            </a:endParaRPr>
          </a:p>
          <a:p>
            <a:pPr marL="195580" marR="8255" indent="-182880">
              <a:lnSpc>
                <a:spcPts val="2590"/>
              </a:lnSpc>
              <a:spcBef>
                <a:spcPts val="1240"/>
              </a:spcBef>
              <a:tabLst>
                <a:tab pos="1543050"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It</a:t>
            </a:r>
            <a:r>
              <a:rPr sz="2400" spc="170" dirty="0">
                <a:latin typeface="Cambria"/>
                <a:cs typeface="Cambria"/>
              </a:rPr>
              <a:t> </a:t>
            </a:r>
            <a:r>
              <a:rPr sz="2400" spc="-10" dirty="0">
                <a:latin typeface="Cambria"/>
                <a:cs typeface="Cambria"/>
              </a:rPr>
              <a:t>should</a:t>
            </a:r>
            <a:r>
              <a:rPr sz="2400" dirty="0">
                <a:latin typeface="Cambria"/>
                <a:cs typeface="Cambria"/>
              </a:rPr>
              <a:t>	recover</a:t>
            </a:r>
            <a:r>
              <a:rPr sz="2400" spc="70" dirty="0">
                <a:latin typeface="Cambria"/>
                <a:cs typeface="Cambria"/>
              </a:rPr>
              <a:t> </a:t>
            </a:r>
            <a:r>
              <a:rPr sz="2400" dirty="0">
                <a:latin typeface="Cambria"/>
                <a:cs typeface="Cambria"/>
              </a:rPr>
              <a:t>from</a:t>
            </a:r>
            <a:r>
              <a:rPr sz="2400" spc="65" dirty="0">
                <a:latin typeface="Cambria"/>
                <a:cs typeface="Cambria"/>
              </a:rPr>
              <a:t> </a:t>
            </a:r>
            <a:r>
              <a:rPr sz="2400" dirty="0">
                <a:latin typeface="Cambria"/>
                <a:cs typeface="Cambria"/>
              </a:rPr>
              <a:t>each</a:t>
            </a:r>
            <a:r>
              <a:rPr sz="2400" spc="70" dirty="0">
                <a:latin typeface="Cambria"/>
                <a:cs typeface="Cambria"/>
              </a:rPr>
              <a:t> </a:t>
            </a:r>
            <a:r>
              <a:rPr sz="2400" dirty="0">
                <a:latin typeface="Cambria"/>
                <a:cs typeface="Cambria"/>
              </a:rPr>
              <a:t>error</a:t>
            </a:r>
            <a:r>
              <a:rPr sz="2400" spc="65" dirty="0">
                <a:latin typeface="Cambria"/>
                <a:cs typeface="Cambria"/>
              </a:rPr>
              <a:t> </a:t>
            </a:r>
            <a:r>
              <a:rPr sz="2400" dirty="0">
                <a:latin typeface="Cambria"/>
                <a:cs typeface="Cambria"/>
              </a:rPr>
              <a:t>quickly</a:t>
            </a:r>
            <a:r>
              <a:rPr sz="2400" spc="80" dirty="0">
                <a:latin typeface="Cambria"/>
                <a:cs typeface="Cambria"/>
              </a:rPr>
              <a:t> </a:t>
            </a:r>
            <a:r>
              <a:rPr sz="2400" dirty="0">
                <a:latin typeface="Cambria"/>
                <a:cs typeface="Cambria"/>
              </a:rPr>
              <a:t>enough</a:t>
            </a:r>
            <a:r>
              <a:rPr sz="2400" spc="70" dirty="0">
                <a:latin typeface="Cambria"/>
                <a:cs typeface="Cambria"/>
              </a:rPr>
              <a:t> </a:t>
            </a:r>
            <a:r>
              <a:rPr sz="2400" spc="-25" dirty="0">
                <a:latin typeface="Cambria"/>
                <a:cs typeface="Cambria"/>
              </a:rPr>
              <a:t>to </a:t>
            </a:r>
            <a:r>
              <a:rPr sz="2400" dirty="0">
                <a:latin typeface="Cambria"/>
                <a:cs typeface="Cambria"/>
              </a:rPr>
              <a:t>be</a:t>
            </a:r>
            <a:r>
              <a:rPr sz="2400" spc="-65" dirty="0">
                <a:latin typeface="Cambria"/>
                <a:cs typeface="Cambria"/>
              </a:rPr>
              <a:t> </a:t>
            </a:r>
            <a:r>
              <a:rPr sz="2400" dirty="0">
                <a:latin typeface="Cambria"/>
                <a:cs typeface="Cambria"/>
              </a:rPr>
              <a:t>able</a:t>
            </a:r>
            <a:r>
              <a:rPr sz="2400" spc="-60" dirty="0">
                <a:latin typeface="Cambria"/>
                <a:cs typeface="Cambria"/>
              </a:rPr>
              <a:t> </a:t>
            </a:r>
            <a:r>
              <a:rPr sz="2400" dirty="0">
                <a:latin typeface="Cambria"/>
                <a:cs typeface="Cambria"/>
              </a:rPr>
              <a:t>to</a:t>
            </a:r>
            <a:r>
              <a:rPr sz="2400" spc="-70" dirty="0">
                <a:latin typeface="Cambria"/>
                <a:cs typeface="Cambria"/>
              </a:rPr>
              <a:t> </a:t>
            </a:r>
            <a:r>
              <a:rPr sz="2400" dirty="0">
                <a:latin typeface="Cambria"/>
                <a:cs typeface="Cambria"/>
              </a:rPr>
              <a:t>detect</a:t>
            </a:r>
            <a:r>
              <a:rPr sz="2400" spc="-50" dirty="0">
                <a:latin typeface="Cambria"/>
                <a:cs typeface="Cambria"/>
              </a:rPr>
              <a:t> </a:t>
            </a:r>
            <a:r>
              <a:rPr sz="2400" dirty="0">
                <a:latin typeface="Cambria"/>
                <a:cs typeface="Cambria"/>
              </a:rPr>
              <a:t>sub</a:t>
            </a:r>
            <a:r>
              <a:rPr sz="2400" spc="-65" dirty="0">
                <a:latin typeface="Cambria"/>
                <a:cs typeface="Cambria"/>
              </a:rPr>
              <a:t> </a:t>
            </a:r>
            <a:r>
              <a:rPr sz="2400" dirty="0">
                <a:latin typeface="Cambria"/>
                <a:cs typeface="Cambria"/>
              </a:rPr>
              <a:t>sequent</a:t>
            </a:r>
            <a:r>
              <a:rPr sz="2400" spc="-50" dirty="0">
                <a:latin typeface="Cambria"/>
                <a:cs typeface="Cambria"/>
              </a:rPr>
              <a:t> </a:t>
            </a:r>
            <a:r>
              <a:rPr sz="2400" spc="-10" dirty="0">
                <a:latin typeface="Cambria"/>
                <a:cs typeface="Cambria"/>
              </a:rPr>
              <a:t>errors.</a:t>
            </a:r>
            <a:endParaRPr sz="2400">
              <a:latin typeface="Cambria"/>
              <a:cs typeface="Cambria"/>
            </a:endParaRPr>
          </a:p>
          <a:p>
            <a:pPr marL="195580" marR="5080" indent="-182880">
              <a:lnSpc>
                <a:spcPts val="2590"/>
              </a:lnSpc>
              <a:spcBef>
                <a:spcPts val="12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It</a:t>
            </a:r>
            <a:r>
              <a:rPr sz="2400" spc="140" dirty="0">
                <a:latin typeface="Cambria"/>
                <a:cs typeface="Cambria"/>
              </a:rPr>
              <a:t> </a:t>
            </a:r>
            <a:r>
              <a:rPr sz="2400" dirty="0">
                <a:latin typeface="Cambria"/>
                <a:cs typeface="Cambria"/>
              </a:rPr>
              <a:t>should</a:t>
            </a:r>
            <a:r>
              <a:rPr sz="2400" spc="175" dirty="0">
                <a:latin typeface="Cambria"/>
                <a:cs typeface="Cambria"/>
              </a:rPr>
              <a:t> </a:t>
            </a:r>
            <a:r>
              <a:rPr sz="2400" dirty="0">
                <a:latin typeface="Cambria"/>
                <a:cs typeface="Cambria"/>
              </a:rPr>
              <a:t>not</a:t>
            </a:r>
            <a:r>
              <a:rPr sz="2400" spc="180" dirty="0">
                <a:latin typeface="Cambria"/>
                <a:cs typeface="Cambria"/>
              </a:rPr>
              <a:t> </a:t>
            </a:r>
            <a:r>
              <a:rPr sz="2400" dirty="0">
                <a:latin typeface="Cambria"/>
                <a:cs typeface="Cambria"/>
              </a:rPr>
              <a:t>significantly</a:t>
            </a:r>
            <a:r>
              <a:rPr sz="2400" spc="185" dirty="0">
                <a:latin typeface="Cambria"/>
                <a:cs typeface="Cambria"/>
              </a:rPr>
              <a:t> </a:t>
            </a:r>
            <a:r>
              <a:rPr sz="2400" dirty="0">
                <a:latin typeface="Cambria"/>
                <a:cs typeface="Cambria"/>
              </a:rPr>
              <a:t>slow</a:t>
            </a:r>
            <a:r>
              <a:rPr sz="2400" spc="180" dirty="0">
                <a:latin typeface="Cambria"/>
                <a:cs typeface="Cambria"/>
              </a:rPr>
              <a:t> </a:t>
            </a:r>
            <a:r>
              <a:rPr sz="2400" dirty="0">
                <a:latin typeface="Cambria"/>
                <a:cs typeface="Cambria"/>
              </a:rPr>
              <a:t>down</a:t>
            </a:r>
            <a:r>
              <a:rPr sz="2400" spc="185" dirty="0">
                <a:latin typeface="Cambria"/>
                <a:cs typeface="Cambria"/>
              </a:rPr>
              <a:t> </a:t>
            </a:r>
            <a:r>
              <a:rPr sz="2400" dirty="0">
                <a:latin typeface="Cambria"/>
                <a:cs typeface="Cambria"/>
              </a:rPr>
              <a:t>the</a:t>
            </a:r>
            <a:r>
              <a:rPr sz="2400" spc="180" dirty="0">
                <a:latin typeface="Cambria"/>
                <a:cs typeface="Cambria"/>
              </a:rPr>
              <a:t> </a:t>
            </a:r>
            <a:r>
              <a:rPr sz="2400" spc="-10" dirty="0">
                <a:latin typeface="Cambria"/>
                <a:cs typeface="Cambria"/>
              </a:rPr>
              <a:t>processing </a:t>
            </a:r>
            <a:r>
              <a:rPr sz="2400" dirty="0">
                <a:latin typeface="Cambria"/>
                <a:cs typeface="Cambria"/>
              </a:rPr>
              <a:t>of</a:t>
            </a:r>
            <a:r>
              <a:rPr sz="2400" spc="-50" dirty="0">
                <a:latin typeface="Cambria"/>
                <a:cs typeface="Cambria"/>
              </a:rPr>
              <a:t> </a:t>
            </a:r>
            <a:r>
              <a:rPr sz="2400" dirty="0">
                <a:latin typeface="Cambria"/>
                <a:cs typeface="Cambria"/>
              </a:rPr>
              <a:t>correct</a:t>
            </a:r>
            <a:r>
              <a:rPr sz="2400" spc="-35" dirty="0">
                <a:latin typeface="Cambria"/>
                <a:cs typeface="Cambria"/>
              </a:rPr>
              <a:t> </a:t>
            </a:r>
            <a:r>
              <a:rPr sz="2400" spc="-10" dirty="0">
                <a:latin typeface="Cambria"/>
                <a:cs typeface="Cambria"/>
              </a:rPr>
              <a:t>programs.</a:t>
            </a:r>
            <a:endParaRPr sz="2400">
              <a:latin typeface="Cambria"/>
              <a:cs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855"/>
              </a:spcBef>
            </a:pPr>
            <a:endParaRPr sz="3600">
              <a:latin typeface="Times New Roman"/>
              <a:cs typeface="Times New Roman"/>
            </a:endParaRPr>
          </a:p>
          <a:p>
            <a:pPr marL="344170">
              <a:lnSpc>
                <a:spcPct val="100000"/>
              </a:lnSpc>
            </a:pPr>
            <a:r>
              <a:rPr sz="3600" b="1" spc="-85" dirty="0">
                <a:solidFill>
                  <a:srgbClr val="FFFFFF"/>
                </a:solidFill>
                <a:latin typeface="Cambria"/>
                <a:cs typeface="Cambria"/>
              </a:rPr>
              <a:t>Parse</a:t>
            </a:r>
            <a:r>
              <a:rPr sz="3600" b="1" spc="-110" dirty="0">
                <a:solidFill>
                  <a:srgbClr val="FFFFFF"/>
                </a:solidFill>
                <a:latin typeface="Cambria"/>
                <a:cs typeface="Cambria"/>
              </a:rPr>
              <a:t> </a:t>
            </a:r>
            <a:r>
              <a:rPr sz="3600" b="1" spc="-20" dirty="0">
                <a:solidFill>
                  <a:srgbClr val="FFFFFF"/>
                </a:solidFill>
                <a:latin typeface="Cambria"/>
                <a:cs typeface="Cambria"/>
              </a:rPr>
              <a:t>tree</a:t>
            </a:r>
            <a:endParaRPr sz="3600">
              <a:latin typeface="Cambria"/>
              <a:cs typeface="Cambria"/>
            </a:endParaRPr>
          </a:p>
        </p:txBody>
      </p:sp>
      <p:sp>
        <p:nvSpPr>
          <p:cNvPr id="3" name="object 3"/>
          <p:cNvSpPr txBox="1">
            <a:spLocks noGrp="1"/>
          </p:cNvSpPr>
          <p:nvPr>
            <p:ph type="title"/>
          </p:nvPr>
        </p:nvSpPr>
        <p:spPr>
          <a:xfrm>
            <a:off x="3649726" y="1074877"/>
            <a:ext cx="7155815" cy="391795"/>
          </a:xfrm>
          <a:prstGeom prst="rect">
            <a:avLst/>
          </a:prstGeom>
        </p:spPr>
        <p:txBody>
          <a:bodyPr vert="horz" wrap="square" lIns="0" tIns="12700" rIns="0" bIns="0" rtlCol="0">
            <a:spAutoFit/>
          </a:bodyPr>
          <a:lstStyle/>
          <a:p>
            <a:pPr marL="12700">
              <a:lnSpc>
                <a:spcPct val="100000"/>
              </a:lnSpc>
              <a:spcBef>
                <a:spcPts val="100"/>
              </a:spcBef>
              <a:tabLst>
                <a:tab pos="1099185" algn="l"/>
                <a:tab pos="1800225" algn="l"/>
                <a:tab pos="2196465" algn="l"/>
                <a:tab pos="3585210" algn="l"/>
                <a:tab pos="5700395" algn="l"/>
                <a:tab pos="6133465" algn="l"/>
              </a:tabLst>
            </a:pPr>
            <a:r>
              <a:rPr spc="-1250" dirty="0">
                <a:solidFill>
                  <a:srgbClr val="40B9D2"/>
                </a:solidFill>
                <a:latin typeface="Arial MT"/>
                <a:cs typeface="Arial MT"/>
              </a:rPr>
              <a:t>🞄</a:t>
            </a:r>
            <a:r>
              <a:rPr spc="-95" dirty="0">
                <a:solidFill>
                  <a:srgbClr val="40B9D2"/>
                </a:solidFill>
                <a:latin typeface="Arial MT"/>
                <a:cs typeface="Arial MT"/>
              </a:rPr>
              <a:t> </a:t>
            </a:r>
            <a:r>
              <a:rPr spc="-20" dirty="0"/>
              <a:t>Parse</a:t>
            </a:r>
            <a:r>
              <a:rPr dirty="0"/>
              <a:t>	</a:t>
            </a:r>
            <a:r>
              <a:rPr spc="-20" dirty="0"/>
              <a:t>tree</a:t>
            </a:r>
            <a:r>
              <a:rPr dirty="0"/>
              <a:t>	</a:t>
            </a:r>
            <a:r>
              <a:rPr spc="-25" dirty="0"/>
              <a:t>is</a:t>
            </a:r>
            <a:r>
              <a:rPr dirty="0"/>
              <a:t>	</a:t>
            </a:r>
            <a:r>
              <a:rPr spc="-10" dirty="0"/>
              <a:t>graphical</a:t>
            </a:r>
            <a:r>
              <a:rPr dirty="0"/>
              <a:t>	</a:t>
            </a:r>
            <a:r>
              <a:rPr spc="-10" dirty="0"/>
              <a:t>representation</a:t>
            </a:r>
            <a:r>
              <a:rPr dirty="0"/>
              <a:t>	</a:t>
            </a:r>
            <a:r>
              <a:rPr spc="-25" dirty="0"/>
              <a:t>of</a:t>
            </a:r>
            <a:r>
              <a:rPr dirty="0"/>
              <a:t>	</a:t>
            </a:r>
            <a:r>
              <a:rPr spc="-10" dirty="0"/>
              <a:t>symbol.</a:t>
            </a:r>
          </a:p>
        </p:txBody>
      </p:sp>
      <p:sp>
        <p:nvSpPr>
          <p:cNvPr id="4" name="object 4"/>
          <p:cNvSpPr txBox="1"/>
          <p:nvPr/>
        </p:nvSpPr>
        <p:spPr>
          <a:xfrm>
            <a:off x="3649726" y="1288796"/>
            <a:ext cx="7158355" cy="2940050"/>
          </a:xfrm>
          <a:prstGeom prst="rect">
            <a:avLst/>
          </a:prstGeom>
        </p:spPr>
        <p:txBody>
          <a:bodyPr vert="horz" wrap="square" lIns="0" tIns="128270" rIns="0" bIns="0" rtlCol="0">
            <a:spAutoFit/>
          </a:bodyPr>
          <a:lstStyle/>
          <a:p>
            <a:pPr marL="194945" algn="just">
              <a:lnSpc>
                <a:spcPct val="100000"/>
              </a:lnSpc>
              <a:spcBef>
                <a:spcPts val="1010"/>
              </a:spcBef>
            </a:pPr>
            <a:r>
              <a:rPr sz="2400" dirty="0">
                <a:latin typeface="Cambria"/>
                <a:cs typeface="Cambria"/>
              </a:rPr>
              <a:t>Symbol</a:t>
            </a:r>
            <a:r>
              <a:rPr sz="2400" spc="-50" dirty="0">
                <a:latin typeface="Cambria"/>
                <a:cs typeface="Cambria"/>
              </a:rPr>
              <a:t> </a:t>
            </a:r>
            <a:r>
              <a:rPr sz="2400" dirty="0">
                <a:latin typeface="Cambria"/>
                <a:cs typeface="Cambria"/>
              </a:rPr>
              <a:t>can</a:t>
            </a:r>
            <a:r>
              <a:rPr sz="2400" spc="-50" dirty="0">
                <a:latin typeface="Cambria"/>
                <a:cs typeface="Cambria"/>
              </a:rPr>
              <a:t> </a:t>
            </a:r>
            <a:r>
              <a:rPr sz="2400" dirty="0">
                <a:latin typeface="Cambria"/>
                <a:cs typeface="Cambria"/>
              </a:rPr>
              <a:t>be</a:t>
            </a:r>
            <a:r>
              <a:rPr sz="2400" spc="-55" dirty="0">
                <a:latin typeface="Cambria"/>
                <a:cs typeface="Cambria"/>
              </a:rPr>
              <a:t> </a:t>
            </a:r>
            <a:r>
              <a:rPr sz="2400" dirty="0">
                <a:latin typeface="Cambria"/>
                <a:cs typeface="Cambria"/>
              </a:rPr>
              <a:t>terminal</a:t>
            </a:r>
            <a:r>
              <a:rPr sz="2400" spc="-70" dirty="0">
                <a:latin typeface="Cambria"/>
                <a:cs typeface="Cambria"/>
              </a:rPr>
              <a:t> </a:t>
            </a:r>
            <a:r>
              <a:rPr sz="2400" dirty="0">
                <a:latin typeface="Cambria"/>
                <a:cs typeface="Cambria"/>
              </a:rPr>
              <a:t>as</a:t>
            </a:r>
            <a:r>
              <a:rPr sz="2400" spc="-55" dirty="0">
                <a:latin typeface="Cambria"/>
                <a:cs typeface="Cambria"/>
              </a:rPr>
              <a:t> </a:t>
            </a:r>
            <a:r>
              <a:rPr sz="2400" dirty="0">
                <a:latin typeface="Cambria"/>
                <a:cs typeface="Cambria"/>
              </a:rPr>
              <a:t>well</a:t>
            </a:r>
            <a:r>
              <a:rPr sz="2400" spc="-45" dirty="0">
                <a:latin typeface="Cambria"/>
                <a:cs typeface="Cambria"/>
              </a:rPr>
              <a:t> </a:t>
            </a:r>
            <a:r>
              <a:rPr sz="2400" dirty="0">
                <a:latin typeface="Cambria"/>
                <a:cs typeface="Cambria"/>
              </a:rPr>
              <a:t>as</a:t>
            </a:r>
            <a:r>
              <a:rPr sz="2400" spc="-60" dirty="0">
                <a:latin typeface="Cambria"/>
                <a:cs typeface="Cambria"/>
              </a:rPr>
              <a:t> </a:t>
            </a:r>
            <a:r>
              <a:rPr sz="2400" spc="-10" dirty="0">
                <a:latin typeface="Cambria"/>
                <a:cs typeface="Cambria"/>
              </a:rPr>
              <a:t>non-terminal.</a:t>
            </a:r>
            <a:endParaRPr sz="2400">
              <a:latin typeface="Cambria"/>
              <a:cs typeface="Cambria"/>
            </a:endParaRPr>
          </a:p>
          <a:p>
            <a:pPr marL="12700" algn="just">
              <a:lnSpc>
                <a:spcPct val="100000"/>
              </a:lnSpc>
              <a:spcBef>
                <a:spcPts val="9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a:t>
            </a:r>
            <a:r>
              <a:rPr sz="2400" spc="-85" dirty="0">
                <a:latin typeface="Cambria"/>
                <a:cs typeface="Cambria"/>
              </a:rPr>
              <a:t> </a:t>
            </a:r>
            <a:r>
              <a:rPr sz="2400" dirty="0">
                <a:latin typeface="Cambria"/>
                <a:cs typeface="Cambria"/>
              </a:rPr>
              <a:t>root</a:t>
            </a:r>
            <a:r>
              <a:rPr sz="2400" spc="-50" dirty="0">
                <a:latin typeface="Cambria"/>
                <a:cs typeface="Cambria"/>
              </a:rPr>
              <a:t> </a:t>
            </a:r>
            <a:r>
              <a:rPr sz="2400" dirty="0">
                <a:latin typeface="Cambria"/>
                <a:cs typeface="Cambria"/>
              </a:rPr>
              <a:t>of</a:t>
            </a:r>
            <a:r>
              <a:rPr sz="2400" spc="-35" dirty="0">
                <a:latin typeface="Cambria"/>
                <a:cs typeface="Cambria"/>
              </a:rPr>
              <a:t> </a:t>
            </a:r>
            <a:r>
              <a:rPr sz="2400" dirty="0">
                <a:latin typeface="Cambria"/>
                <a:cs typeface="Cambria"/>
              </a:rPr>
              <a:t>parse</a:t>
            </a:r>
            <a:r>
              <a:rPr sz="2400" spc="-45" dirty="0">
                <a:latin typeface="Cambria"/>
                <a:cs typeface="Cambria"/>
              </a:rPr>
              <a:t> </a:t>
            </a:r>
            <a:r>
              <a:rPr sz="2400" dirty="0">
                <a:latin typeface="Cambria"/>
                <a:cs typeface="Cambria"/>
              </a:rPr>
              <a:t>tree</a:t>
            </a:r>
            <a:r>
              <a:rPr sz="2400" spc="-40" dirty="0">
                <a:latin typeface="Cambria"/>
                <a:cs typeface="Cambria"/>
              </a:rPr>
              <a:t> </a:t>
            </a:r>
            <a:r>
              <a:rPr sz="2400" dirty="0">
                <a:latin typeface="Cambria"/>
                <a:cs typeface="Cambria"/>
              </a:rPr>
              <a:t>is</a:t>
            </a:r>
            <a:r>
              <a:rPr sz="2400" spc="-55" dirty="0">
                <a:latin typeface="Cambria"/>
                <a:cs typeface="Cambria"/>
              </a:rPr>
              <a:t> </a:t>
            </a:r>
            <a:r>
              <a:rPr sz="2400" dirty="0">
                <a:latin typeface="Cambria"/>
                <a:cs typeface="Cambria"/>
              </a:rPr>
              <a:t>start</a:t>
            </a:r>
            <a:r>
              <a:rPr sz="2400" spc="-45" dirty="0">
                <a:latin typeface="Cambria"/>
                <a:cs typeface="Cambria"/>
              </a:rPr>
              <a:t> </a:t>
            </a:r>
            <a:r>
              <a:rPr sz="2400" dirty="0">
                <a:latin typeface="Cambria"/>
                <a:cs typeface="Cambria"/>
              </a:rPr>
              <a:t>symbol</a:t>
            </a:r>
            <a:r>
              <a:rPr sz="2400" spc="-25" dirty="0">
                <a:latin typeface="Cambria"/>
                <a:cs typeface="Cambria"/>
              </a:rPr>
              <a:t> </a:t>
            </a:r>
            <a:r>
              <a:rPr sz="2400" dirty="0">
                <a:latin typeface="Cambria"/>
                <a:cs typeface="Cambria"/>
              </a:rPr>
              <a:t>of</a:t>
            </a:r>
            <a:r>
              <a:rPr sz="2400" spc="-50" dirty="0">
                <a:latin typeface="Cambria"/>
                <a:cs typeface="Cambria"/>
              </a:rPr>
              <a:t> </a:t>
            </a:r>
            <a:r>
              <a:rPr sz="2400" dirty="0">
                <a:latin typeface="Cambria"/>
                <a:cs typeface="Cambria"/>
              </a:rPr>
              <a:t>the</a:t>
            </a:r>
            <a:r>
              <a:rPr sz="2400" spc="-40" dirty="0">
                <a:latin typeface="Cambria"/>
                <a:cs typeface="Cambria"/>
              </a:rPr>
              <a:t> </a:t>
            </a:r>
            <a:r>
              <a:rPr sz="2400" spc="-10" dirty="0">
                <a:latin typeface="Cambria"/>
                <a:cs typeface="Cambria"/>
              </a:rPr>
              <a:t>string.</a:t>
            </a:r>
            <a:endParaRPr sz="2400">
              <a:latin typeface="Cambria"/>
              <a:cs typeface="Cambria"/>
            </a:endParaRPr>
          </a:p>
          <a:p>
            <a:pPr marL="194945" marR="5080" indent="-182880" algn="just">
              <a:lnSpc>
                <a:spcPct val="90000"/>
              </a:lnSpc>
              <a:spcBef>
                <a:spcPts val="12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20" dirty="0">
                <a:latin typeface="Cambria"/>
                <a:cs typeface="Cambria"/>
              </a:rPr>
              <a:t>Parse</a:t>
            </a:r>
            <a:r>
              <a:rPr sz="2400" spc="325" dirty="0">
                <a:latin typeface="Cambria"/>
                <a:cs typeface="Cambria"/>
              </a:rPr>
              <a:t> </a:t>
            </a:r>
            <a:r>
              <a:rPr sz="2400" spc="-20" dirty="0">
                <a:latin typeface="Cambria"/>
                <a:cs typeface="Cambria"/>
              </a:rPr>
              <a:t>tree</a:t>
            </a:r>
            <a:r>
              <a:rPr sz="2400" spc="310" dirty="0">
                <a:latin typeface="Cambria"/>
                <a:cs typeface="Cambria"/>
              </a:rPr>
              <a:t> </a:t>
            </a:r>
            <a:r>
              <a:rPr sz="2400" spc="-15" dirty="0">
                <a:latin typeface="Cambria"/>
                <a:cs typeface="Cambria"/>
              </a:rPr>
              <a:t>follows</a:t>
            </a:r>
            <a:r>
              <a:rPr sz="2400" spc="305" dirty="0">
                <a:latin typeface="Cambria"/>
                <a:cs typeface="Cambria"/>
              </a:rPr>
              <a:t> </a:t>
            </a:r>
            <a:r>
              <a:rPr sz="2400" spc="-15" dirty="0">
                <a:latin typeface="Cambria"/>
                <a:cs typeface="Cambria"/>
              </a:rPr>
              <a:t>the</a:t>
            </a:r>
            <a:r>
              <a:rPr sz="2400" spc="330" dirty="0">
                <a:latin typeface="Cambria"/>
                <a:cs typeface="Cambria"/>
              </a:rPr>
              <a:t> </a:t>
            </a:r>
            <a:r>
              <a:rPr sz="2400" spc="-20" dirty="0">
                <a:latin typeface="Cambria"/>
                <a:cs typeface="Cambria"/>
              </a:rPr>
              <a:t>precedence</a:t>
            </a:r>
            <a:r>
              <a:rPr sz="2400" spc="325" dirty="0">
                <a:latin typeface="Cambria"/>
                <a:cs typeface="Cambria"/>
              </a:rPr>
              <a:t> </a:t>
            </a:r>
            <a:r>
              <a:rPr sz="2400" spc="-5" dirty="0">
                <a:latin typeface="Cambria"/>
                <a:cs typeface="Cambria"/>
              </a:rPr>
              <a:t>o</a:t>
            </a:r>
            <a:r>
              <a:rPr sz="2400" dirty="0">
                <a:latin typeface="Cambria"/>
                <a:cs typeface="Cambria"/>
              </a:rPr>
              <a:t>f</a:t>
            </a:r>
            <a:r>
              <a:rPr sz="2400" spc="320" dirty="0">
                <a:latin typeface="Cambria"/>
                <a:cs typeface="Cambria"/>
              </a:rPr>
              <a:t> </a:t>
            </a:r>
            <a:r>
              <a:rPr sz="2400" spc="-15" dirty="0">
                <a:latin typeface="Cambria"/>
                <a:cs typeface="Cambria"/>
              </a:rPr>
              <a:t>operators.</a:t>
            </a:r>
            <a:r>
              <a:rPr sz="2400" spc="315" dirty="0">
                <a:latin typeface="Cambria"/>
                <a:cs typeface="Cambria"/>
              </a:rPr>
              <a:t> </a:t>
            </a:r>
            <a:r>
              <a:rPr sz="2400" spc="-70" dirty="0">
                <a:latin typeface="Cambria"/>
                <a:cs typeface="Cambria"/>
              </a:rPr>
              <a:t>The</a:t>
            </a:r>
            <a:r>
              <a:rPr sz="2400" spc="-10" dirty="0">
                <a:latin typeface="Cambria"/>
                <a:cs typeface="Cambria"/>
              </a:rPr>
              <a:t> </a:t>
            </a:r>
            <a:r>
              <a:rPr sz="2400" spc="-15" dirty="0">
                <a:latin typeface="Cambria"/>
                <a:cs typeface="Cambria"/>
              </a:rPr>
              <a:t>deepest</a:t>
            </a:r>
            <a:r>
              <a:rPr sz="2400" spc="390" dirty="0">
                <a:latin typeface="Cambria"/>
                <a:cs typeface="Cambria"/>
              </a:rPr>
              <a:t> </a:t>
            </a:r>
            <a:r>
              <a:rPr sz="2400" spc="-15" dirty="0">
                <a:latin typeface="Cambria"/>
                <a:cs typeface="Cambria"/>
              </a:rPr>
              <a:t>sub-tree</a:t>
            </a:r>
            <a:r>
              <a:rPr sz="2400" spc="385" dirty="0">
                <a:latin typeface="Cambria"/>
                <a:cs typeface="Cambria"/>
              </a:rPr>
              <a:t> </a:t>
            </a:r>
            <a:r>
              <a:rPr sz="2400" spc="-25" dirty="0">
                <a:latin typeface="Cambria"/>
                <a:cs typeface="Cambria"/>
              </a:rPr>
              <a:t>traversed</a:t>
            </a:r>
            <a:r>
              <a:rPr sz="2400" spc="380" dirty="0">
                <a:latin typeface="Cambria"/>
                <a:cs typeface="Cambria"/>
              </a:rPr>
              <a:t> </a:t>
            </a:r>
            <a:r>
              <a:rPr sz="2400" spc="-5" dirty="0">
                <a:latin typeface="Cambria"/>
                <a:cs typeface="Cambria"/>
              </a:rPr>
              <a:t>first.</a:t>
            </a:r>
            <a:r>
              <a:rPr sz="2400" spc="355" dirty="0">
                <a:latin typeface="Cambria"/>
                <a:cs typeface="Cambria"/>
              </a:rPr>
              <a:t> </a:t>
            </a:r>
            <a:r>
              <a:rPr sz="2400" spc="-5" dirty="0">
                <a:latin typeface="Cambria"/>
                <a:cs typeface="Cambria"/>
              </a:rPr>
              <a:t>So</a:t>
            </a:r>
            <a:r>
              <a:rPr sz="2400" dirty="0">
                <a:latin typeface="Cambria"/>
                <a:cs typeface="Cambria"/>
              </a:rPr>
              <a:t>,</a:t>
            </a:r>
            <a:r>
              <a:rPr sz="2400" spc="380" dirty="0">
                <a:latin typeface="Cambria"/>
                <a:cs typeface="Cambria"/>
              </a:rPr>
              <a:t> </a:t>
            </a:r>
            <a:r>
              <a:rPr sz="2400" spc="-15" dirty="0">
                <a:latin typeface="Cambria"/>
                <a:cs typeface="Cambria"/>
              </a:rPr>
              <a:t>the</a:t>
            </a:r>
            <a:r>
              <a:rPr sz="2400" spc="380" dirty="0">
                <a:latin typeface="Cambria"/>
                <a:cs typeface="Cambria"/>
              </a:rPr>
              <a:t> </a:t>
            </a:r>
            <a:r>
              <a:rPr sz="2400" spc="-25" dirty="0">
                <a:latin typeface="Cambria"/>
                <a:cs typeface="Cambria"/>
              </a:rPr>
              <a:t>operator</a:t>
            </a:r>
            <a:r>
              <a:rPr sz="2400" spc="370" dirty="0">
                <a:latin typeface="Cambria"/>
                <a:cs typeface="Cambria"/>
              </a:rPr>
              <a:t> </a:t>
            </a:r>
            <a:r>
              <a:rPr sz="2400" spc="-10" dirty="0">
                <a:latin typeface="Cambria"/>
                <a:cs typeface="Cambria"/>
              </a:rPr>
              <a:t>in </a:t>
            </a:r>
            <a:r>
              <a:rPr sz="2400" spc="-15" dirty="0">
                <a:latin typeface="Cambria"/>
                <a:cs typeface="Cambria"/>
              </a:rPr>
              <a:t>the</a:t>
            </a:r>
            <a:r>
              <a:rPr sz="2400" spc="1240" dirty="0">
                <a:latin typeface="Cambria"/>
                <a:cs typeface="Cambria"/>
              </a:rPr>
              <a:t> </a:t>
            </a:r>
            <a:r>
              <a:rPr sz="2400" spc="-20" dirty="0">
                <a:latin typeface="Cambria"/>
                <a:cs typeface="Cambria"/>
              </a:rPr>
              <a:t>parent</a:t>
            </a:r>
            <a:r>
              <a:rPr sz="2400" spc="1235" dirty="0">
                <a:latin typeface="Cambria"/>
                <a:cs typeface="Cambria"/>
              </a:rPr>
              <a:t> </a:t>
            </a:r>
            <a:r>
              <a:rPr sz="2400" spc="-15" dirty="0">
                <a:latin typeface="Cambria"/>
                <a:cs typeface="Cambria"/>
              </a:rPr>
              <a:t>node</a:t>
            </a:r>
            <a:r>
              <a:rPr sz="2400" spc="1245" dirty="0">
                <a:latin typeface="Cambria"/>
                <a:cs typeface="Cambria"/>
              </a:rPr>
              <a:t> </a:t>
            </a:r>
            <a:r>
              <a:rPr sz="2400" spc="-15" dirty="0">
                <a:latin typeface="Cambria"/>
                <a:cs typeface="Cambria"/>
              </a:rPr>
              <a:t>has</a:t>
            </a:r>
            <a:r>
              <a:rPr sz="2400" spc="1235" dirty="0">
                <a:latin typeface="Cambria"/>
                <a:cs typeface="Cambria"/>
              </a:rPr>
              <a:t> </a:t>
            </a:r>
            <a:r>
              <a:rPr sz="2400" spc="-10" dirty="0">
                <a:latin typeface="Cambria"/>
                <a:cs typeface="Cambria"/>
              </a:rPr>
              <a:t>less</a:t>
            </a:r>
            <a:r>
              <a:rPr sz="2400" spc="1240" dirty="0">
                <a:latin typeface="Cambria"/>
                <a:cs typeface="Cambria"/>
              </a:rPr>
              <a:t> </a:t>
            </a:r>
            <a:r>
              <a:rPr sz="2400" spc="-15" dirty="0">
                <a:latin typeface="Cambria"/>
                <a:cs typeface="Cambria"/>
              </a:rPr>
              <a:t>precedence</a:t>
            </a:r>
            <a:r>
              <a:rPr sz="2400" spc="1245" dirty="0">
                <a:latin typeface="Cambria"/>
                <a:cs typeface="Cambria"/>
              </a:rPr>
              <a:t> </a:t>
            </a:r>
            <a:r>
              <a:rPr sz="2400" spc="-30" dirty="0">
                <a:latin typeface="Cambria"/>
                <a:cs typeface="Cambria"/>
              </a:rPr>
              <a:t>over</a:t>
            </a:r>
            <a:r>
              <a:rPr sz="2400" spc="1235" dirty="0">
                <a:latin typeface="Cambria"/>
                <a:cs typeface="Cambria"/>
              </a:rPr>
              <a:t> </a:t>
            </a:r>
            <a:r>
              <a:rPr sz="2400" spc="-15" dirty="0">
                <a:latin typeface="Cambria"/>
                <a:cs typeface="Cambria"/>
              </a:rPr>
              <a:t>the</a:t>
            </a:r>
            <a:r>
              <a:rPr sz="2400" spc="-10" dirty="0">
                <a:latin typeface="Cambria"/>
                <a:cs typeface="Cambria"/>
              </a:rPr>
              <a:t> </a:t>
            </a:r>
            <a:r>
              <a:rPr sz="2400" spc="-20" dirty="0">
                <a:latin typeface="Cambria"/>
                <a:cs typeface="Cambria"/>
              </a:rPr>
              <a:t>operator</a:t>
            </a:r>
            <a:r>
              <a:rPr sz="2400" spc="-15" dirty="0">
                <a:latin typeface="Cambria"/>
                <a:cs typeface="Cambria"/>
              </a:rPr>
              <a:t> </a:t>
            </a:r>
            <a:r>
              <a:rPr sz="2400" dirty="0">
                <a:latin typeface="Cambria"/>
                <a:cs typeface="Cambria"/>
              </a:rPr>
              <a:t>in</a:t>
            </a:r>
            <a:r>
              <a:rPr sz="2400" spc="-20" dirty="0">
                <a:latin typeface="Cambria"/>
                <a:cs typeface="Cambria"/>
              </a:rPr>
              <a:t> </a:t>
            </a:r>
            <a:r>
              <a:rPr sz="2400" spc="-15" dirty="0">
                <a:latin typeface="Cambria"/>
                <a:cs typeface="Cambria"/>
              </a:rPr>
              <a:t>the</a:t>
            </a:r>
            <a:r>
              <a:rPr sz="2400" dirty="0">
                <a:latin typeface="Cambria"/>
                <a:cs typeface="Cambria"/>
              </a:rPr>
              <a:t> </a:t>
            </a:r>
            <a:r>
              <a:rPr sz="2400" spc="-20" dirty="0">
                <a:latin typeface="Cambria"/>
                <a:cs typeface="Cambria"/>
              </a:rPr>
              <a:t>sub-</a:t>
            </a:r>
            <a:r>
              <a:rPr sz="2400" spc="-10" dirty="0">
                <a:latin typeface="Cambria"/>
                <a:cs typeface="Cambria"/>
              </a:rPr>
              <a:t>tree.</a:t>
            </a:r>
            <a:endParaRPr sz="2400">
              <a:latin typeface="Cambria"/>
              <a:cs typeface="Cambria"/>
            </a:endParaRPr>
          </a:p>
          <a:p>
            <a:pPr marL="12700" algn="just">
              <a:lnSpc>
                <a:spcPct val="100000"/>
              </a:lnSpc>
              <a:spcBef>
                <a:spcPts val="9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Example:-</a:t>
            </a:r>
            <a:endParaRPr sz="2400">
              <a:latin typeface="Cambria"/>
              <a:cs typeface="Cambria"/>
            </a:endParaRPr>
          </a:p>
        </p:txBody>
      </p:sp>
      <p:pic>
        <p:nvPicPr>
          <p:cNvPr id="5" name="object 5"/>
          <p:cNvPicPr/>
          <p:nvPr/>
        </p:nvPicPr>
        <p:blipFill>
          <a:blip r:embed="rId2" cstate="print"/>
          <a:stretch>
            <a:fillRect/>
          </a:stretch>
        </p:blipFill>
        <p:spPr>
          <a:xfrm>
            <a:off x="5911215" y="4283964"/>
            <a:ext cx="1619250" cy="2019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1026160">
              <a:lnSpc>
                <a:spcPts val="3890"/>
              </a:lnSpc>
            </a:pPr>
            <a:r>
              <a:rPr sz="3600" b="1" spc="-85" dirty="0">
                <a:solidFill>
                  <a:srgbClr val="FFFFFF"/>
                </a:solidFill>
                <a:latin typeface="Cambria"/>
                <a:cs typeface="Cambria"/>
              </a:rPr>
              <a:t>Parse</a:t>
            </a:r>
            <a:r>
              <a:rPr sz="3600" b="1" spc="-110" dirty="0">
                <a:solidFill>
                  <a:srgbClr val="FFFFFF"/>
                </a:solidFill>
                <a:latin typeface="Cambria"/>
                <a:cs typeface="Cambria"/>
              </a:rPr>
              <a:t> </a:t>
            </a:r>
            <a:r>
              <a:rPr sz="3600" b="1" spc="-55" dirty="0">
                <a:solidFill>
                  <a:srgbClr val="FFFFFF"/>
                </a:solidFill>
                <a:latin typeface="Cambria"/>
                <a:cs typeface="Cambria"/>
              </a:rPr>
              <a:t>tree </a:t>
            </a:r>
            <a:r>
              <a:rPr sz="3600" b="1" spc="-25" dirty="0">
                <a:solidFill>
                  <a:srgbClr val="FFFFFF"/>
                </a:solidFill>
                <a:latin typeface="Cambria"/>
                <a:cs typeface="Cambria"/>
              </a:rPr>
              <a:t>V/S</a:t>
            </a:r>
            <a:endParaRPr sz="3600">
              <a:latin typeface="Cambria"/>
              <a:cs typeface="Cambria"/>
            </a:endParaRPr>
          </a:p>
          <a:p>
            <a:pPr marL="344170">
              <a:lnSpc>
                <a:spcPts val="3720"/>
              </a:lnSpc>
            </a:pPr>
            <a:r>
              <a:rPr sz="3600" b="1" spc="-80" dirty="0">
                <a:solidFill>
                  <a:srgbClr val="FFFFFF"/>
                </a:solidFill>
                <a:latin typeface="Cambria"/>
                <a:cs typeface="Cambria"/>
              </a:rPr>
              <a:t>Syntax</a:t>
            </a:r>
            <a:r>
              <a:rPr sz="3600" b="1" spc="-85" dirty="0">
                <a:solidFill>
                  <a:srgbClr val="FFFFFF"/>
                </a:solidFill>
                <a:latin typeface="Cambria"/>
                <a:cs typeface="Cambria"/>
              </a:rPr>
              <a:t> </a:t>
            </a:r>
            <a:r>
              <a:rPr sz="3600" b="1" spc="-20" dirty="0">
                <a:solidFill>
                  <a:srgbClr val="FFFFFF"/>
                </a:solidFill>
                <a:latin typeface="Cambria"/>
                <a:cs typeface="Cambria"/>
              </a:rPr>
              <a:t>tree</a:t>
            </a:r>
            <a:endParaRPr sz="3600">
              <a:latin typeface="Cambria"/>
              <a:cs typeface="Cambria"/>
            </a:endParaRPr>
          </a:p>
        </p:txBody>
      </p:sp>
      <p:graphicFrame>
        <p:nvGraphicFramePr>
          <p:cNvPr id="3" name="object 3"/>
          <p:cNvGraphicFramePr>
            <a:graphicFrameLocks noGrp="1"/>
          </p:cNvGraphicFramePr>
          <p:nvPr/>
        </p:nvGraphicFramePr>
        <p:xfrm>
          <a:off x="3735578" y="585597"/>
          <a:ext cx="7315200" cy="396240"/>
        </p:xfrm>
        <a:graphic>
          <a:graphicData uri="http://schemas.openxmlformats.org/drawingml/2006/table">
            <a:tbl>
              <a:tblPr firstRow="1" bandRow="1">
                <a:tableStyleId>{2D5ABB26-0587-4C30-8999-92F81FD0307C}</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96240">
                <a:tc>
                  <a:txBody>
                    <a:bodyPr/>
                    <a:lstStyle/>
                    <a:p>
                      <a:pPr marL="91440">
                        <a:lnSpc>
                          <a:spcPct val="100000"/>
                        </a:lnSpc>
                        <a:spcBef>
                          <a:spcPts val="305"/>
                        </a:spcBef>
                      </a:pPr>
                      <a:r>
                        <a:rPr sz="2000" b="1" dirty="0">
                          <a:solidFill>
                            <a:srgbClr val="FFFFFF"/>
                          </a:solidFill>
                          <a:latin typeface="Cambria"/>
                          <a:cs typeface="Cambria"/>
                        </a:rPr>
                        <a:t>Syntax</a:t>
                      </a:r>
                      <a:r>
                        <a:rPr sz="2000" b="1" spc="-80" dirty="0">
                          <a:solidFill>
                            <a:srgbClr val="FFFFFF"/>
                          </a:solidFill>
                          <a:latin typeface="Cambria"/>
                          <a:cs typeface="Cambria"/>
                        </a:rPr>
                        <a:t> </a:t>
                      </a:r>
                      <a:r>
                        <a:rPr sz="2000" b="1" spc="-20" dirty="0">
                          <a:solidFill>
                            <a:srgbClr val="FFFFFF"/>
                          </a:solidFill>
                          <a:latin typeface="Cambria"/>
                          <a:cs typeface="Cambria"/>
                        </a:rPr>
                        <a:t>tree</a:t>
                      </a:r>
                      <a:endParaRPr sz="2000">
                        <a:latin typeface="Cambria"/>
                        <a:cs typeface="Cambr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solidFill>
                      <a:srgbClr val="40B9D2"/>
                    </a:solidFill>
                  </a:tcPr>
                </a:tc>
                <a:tc>
                  <a:txBody>
                    <a:bodyPr/>
                    <a:lstStyle/>
                    <a:p>
                      <a:pPr marL="92075">
                        <a:lnSpc>
                          <a:spcPct val="100000"/>
                        </a:lnSpc>
                        <a:spcBef>
                          <a:spcPts val="305"/>
                        </a:spcBef>
                      </a:pPr>
                      <a:r>
                        <a:rPr sz="2000" b="1" dirty="0">
                          <a:solidFill>
                            <a:srgbClr val="FFFFFF"/>
                          </a:solidFill>
                          <a:latin typeface="Cambria"/>
                          <a:cs typeface="Cambria"/>
                        </a:rPr>
                        <a:t>Parse</a:t>
                      </a:r>
                      <a:r>
                        <a:rPr sz="2000" b="1" spc="-65" dirty="0">
                          <a:solidFill>
                            <a:srgbClr val="FFFFFF"/>
                          </a:solidFill>
                          <a:latin typeface="Cambria"/>
                          <a:cs typeface="Cambria"/>
                        </a:rPr>
                        <a:t> </a:t>
                      </a:r>
                      <a:r>
                        <a:rPr sz="2000" b="1" spc="-20" dirty="0">
                          <a:solidFill>
                            <a:srgbClr val="FFFFFF"/>
                          </a:solidFill>
                          <a:latin typeface="Cambria"/>
                          <a:cs typeface="Cambria"/>
                        </a:rPr>
                        <a:t>tree</a:t>
                      </a:r>
                      <a:endParaRPr sz="2000">
                        <a:latin typeface="Cambria"/>
                        <a:cs typeface="Cambr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solidFill>
                      <a:srgbClr val="40B9D2"/>
                    </a:solidFill>
                  </a:tcPr>
                </a:tc>
                <a:extLst>
                  <a:ext uri="{0D108BD9-81ED-4DB2-BD59-A6C34878D82A}">
                    <a16:rowId xmlns:a16="http://schemas.microsoft.com/office/drawing/2014/main" val="10000"/>
                  </a:ext>
                </a:extLst>
              </a:tr>
            </a:tbl>
          </a:graphicData>
        </a:graphic>
      </p:graphicFrame>
      <p:pic>
        <p:nvPicPr>
          <p:cNvPr id="4" name="object 4"/>
          <p:cNvPicPr/>
          <p:nvPr/>
        </p:nvPicPr>
        <p:blipFill>
          <a:blip r:embed="rId2" cstate="print"/>
          <a:stretch>
            <a:fillRect/>
          </a:stretch>
        </p:blipFill>
        <p:spPr>
          <a:xfrm>
            <a:off x="4291584" y="4608576"/>
            <a:ext cx="2130864" cy="1775460"/>
          </a:xfrm>
          <a:prstGeom prst="rect">
            <a:avLst/>
          </a:prstGeom>
        </p:spPr>
      </p:pic>
      <p:pic>
        <p:nvPicPr>
          <p:cNvPr id="5" name="object 5"/>
          <p:cNvPicPr/>
          <p:nvPr/>
        </p:nvPicPr>
        <p:blipFill>
          <a:blip r:embed="rId3" cstate="print"/>
          <a:stretch>
            <a:fillRect/>
          </a:stretch>
        </p:blipFill>
        <p:spPr>
          <a:xfrm>
            <a:off x="8497823" y="4492752"/>
            <a:ext cx="1570989" cy="1793217"/>
          </a:xfrm>
          <a:prstGeom prst="rect">
            <a:avLst/>
          </a:prstGeom>
        </p:spPr>
      </p:pic>
      <p:grpSp>
        <p:nvGrpSpPr>
          <p:cNvPr id="6" name="object 6"/>
          <p:cNvGrpSpPr/>
          <p:nvPr/>
        </p:nvGrpSpPr>
        <p:grpSpPr>
          <a:xfrm>
            <a:off x="3735578" y="969136"/>
            <a:ext cx="7353300" cy="3267710"/>
            <a:chOff x="3735578" y="969136"/>
            <a:chExt cx="7353300" cy="3267710"/>
          </a:xfrm>
        </p:grpSpPr>
        <p:pic>
          <p:nvPicPr>
            <p:cNvPr id="7" name="object 7"/>
            <p:cNvPicPr/>
            <p:nvPr/>
          </p:nvPicPr>
          <p:blipFill>
            <a:blip r:embed="rId4" cstate="print"/>
            <a:stretch>
              <a:fillRect/>
            </a:stretch>
          </p:blipFill>
          <p:spPr>
            <a:xfrm>
              <a:off x="3735578" y="969136"/>
              <a:ext cx="7353046" cy="1816735"/>
            </a:xfrm>
            <a:prstGeom prst="rect">
              <a:avLst/>
            </a:prstGeom>
          </p:spPr>
        </p:pic>
        <p:pic>
          <p:nvPicPr>
            <p:cNvPr id="8" name="object 8"/>
            <p:cNvPicPr/>
            <p:nvPr/>
          </p:nvPicPr>
          <p:blipFill>
            <a:blip r:embed="rId5" cstate="print"/>
            <a:stretch>
              <a:fillRect/>
            </a:stretch>
          </p:blipFill>
          <p:spPr>
            <a:xfrm>
              <a:off x="3741420" y="2785872"/>
              <a:ext cx="7315200" cy="1450847"/>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819151" y="511177"/>
            <a:ext cx="10058400" cy="669200"/>
          </a:xfrm>
          <a:prstGeom prst="rect">
            <a:avLst/>
          </a:prstGeom>
          <a:noFill/>
          <a:ln>
            <a:noFill/>
          </a:ln>
        </p:spPr>
        <p:txBody>
          <a:bodyPr spcFirstLastPara="1" wrap="square" lIns="91433" tIns="45700" rIns="91433" bIns="45700" anchor="b" anchorCtr="0">
            <a:normAutofit fontScale="90000"/>
          </a:bodyPr>
          <a:lstStyle/>
          <a:p>
            <a:pPr algn="ctr" rtl="0">
              <a:lnSpc>
                <a:spcPct val="90000"/>
              </a:lnSpc>
              <a:buClr>
                <a:srgbClr val="333333"/>
              </a:buClr>
              <a:buSzPct val="100000"/>
            </a:pPr>
            <a:r>
              <a:rPr lang="en" sz="4000" b="1">
                <a:solidFill>
                  <a:srgbClr val="333333"/>
                </a:solidFill>
                <a:latin typeface="Times New Roman"/>
                <a:ea typeface="Times New Roman"/>
                <a:cs typeface="Times New Roman"/>
                <a:sym typeface="Times New Roman"/>
              </a:rPr>
              <a:t>CONTEXT-FREE GRAMMAR(CFG)</a:t>
            </a:r>
            <a:br>
              <a:rPr lang="en" sz="1867" b="1">
                <a:solidFill>
                  <a:schemeClr val="dk1"/>
                </a:solidFill>
              </a:rPr>
            </a:br>
            <a:endParaRPr sz="4000" b="1"/>
          </a:p>
        </p:txBody>
      </p:sp>
      <p:sp>
        <p:nvSpPr>
          <p:cNvPr id="78" name="Google Shape;78;p16"/>
          <p:cNvSpPr txBox="1">
            <a:spLocks noGrp="1"/>
          </p:cNvSpPr>
          <p:nvPr>
            <p:ph type="body" idx="1"/>
          </p:nvPr>
        </p:nvSpPr>
        <p:spPr>
          <a:xfrm>
            <a:off x="359751" y="609176"/>
            <a:ext cx="11963600" cy="3760800"/>
          </a:xfrm>
          <a:prstGeom prst="rect">
            <a:avLst/>
          </a:prstGeom>
          <a:noFill/>
          <a:ln>
            <a:noFill/>
          </a:ln>
        </p:spPr>
        <p:txBody>
          <a:bodyPr spcFirstLastPara="1" wrap="square" lIns="0" tIns="45700" rIns="0" bIns="45700" anchor="t" anchorCtr="0">
            <a:normAutofit/>
          </a:bodyPr>
          <a:lstStyle/>
          <a:p>
            <a:pPr marL="457189" indent="-414856" algn="just" rtl="0">
              <a:lnSpc>
                <a:spcPct val="120000"/>
              </a:lnSpc>
              <a:buClr>
                <a:srgbClr val="9900FF"/>
              </a:buClr>
              <a:buSzPts val="2300"/>
              <a:buFont typeface="Times New Roman"/>
              <a:buChar char="★"/>
            </a:pPr>
            <a:r>
              <a:rPr lang="en" sz="2400">
                <a:latin typeface="Times New Roman"/>
                <a:ea typeface="Times New Roman"/>
                <a:cs typeface="Times New Roman"/>
                <a:sym typeface="Times New Roman"/>
              </a:rPr>
              <a:t>Noam Chomsky generalized languages in 1956</a:t>
            </a:r>
            <a:endParaRPr sz="2400">
              <a:latin typeface="Times New Roman"/>
              <a:ea typeface="Times New Roman"/>
              <a:cs typeface="Times New Roman"/>
              <a:sym typeface="Times New Roman"/>
            </a:endParaRPr>
          </a:p>
          <a:p>
            <a:pPr marL="84665" algn="just" rtl="0">
              <a:lnSpc>
                <a:spcPct val="120000"/>
              </a:lnSpc>
              <a:buSzPts val="1400"/>
            </a:pPr>
            <a:r>
              <a:rPr lang="en" sz="2400" b="1">
                <a:latin typeface="Times New Roman"/>
                <a:ea typeface="Times New Roman"/>
                <a:cs typeface="Times New Roman"/>
                <a:sym typeface="Times New Roman"/>
              </a:rPr>
              <a:t>Chomsky hierarchy of Language</a:t>
            </a:r>
            <a:endParaRPr sz="2400" b="1">
              <a:latin typeface="Times New Roman"/>
              <a:ea typeface="Times New Roman"/>
              <a:cs typeface="Times New Roman"/>
              <a:sym typeface="Times New Roman"/>
            </a:endParaRPr>
          </a:p>
          <a:p>
            <a:pPr marL="84665" algn="just" rtl="0">
              <a:lnSpc>
                <a:spcPct val="120000"/>
              </a:lnSpc>
              <a:buSzPts val="1400"/>
            </a:pPr>
            <a:endParaRPr sz="2400" b="1">
              <a:latin typeface="Times New Roman"/>
              <a:ea typeface="Times New Roman"/>
              <a:cs typeface="Times New Roman"/>
              <a:sym typeface="Times New Roman"/>
            </a:endParaRPr>
          </a:p>
        </p:txBody>
      </p:sp>
      <p:pic>
        <p:nvPicPr>
          <p:cNvPr id="79" name="Google Shape;79;p16"/>
          <p:cNvPicPr preferRelativeResize="0"/>
          <p:nvPr/>
        </p:nvPicPr>
        <p:blipFill rotWithShape="1">
          <a:blip r:embed="rId3">
            <a:alphaModFix/>
          </a:blip>
          <a:srcRect/>
          <a:stretch/>
        </p:blipFill>
        <p:spPr>
          <a:xfrm>
            <a:off x="1948725" y="1573975"/>
            <a:ext cx="8928827" cy="46844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379095">
              <a:lnSpc>
                <a:spcPts val="3779"/>
              </a:lnSpc>
            </a:pPr>
            <a:r>
              <a:rPr sz="3600" b="1" spc="-65" dirty="0">
                <a:solidFill>
                  <a:srgbClr val="FFFFFF"/>
                </a:solidFill>
                <a:latin typeface="Cambria"/>
                <a:cs typeface="Cambria"/>
              </a:rPr>
              <a:t>Classification </a:t>
            </a:r>
            <a:r>
              <a:rPr sz="3600" b="1" spc="-35" dirty="0">
                <a:solidFill>
                  <a:srgbClr val="FFFFFF"/>
                </a:solidFill>
                <a:latin typeface="Cambria"/>
                <a:cs typeface="Cambria"/>
              </a:rPr>
              <a:t>of</a:t>
            </a:r>
            <a:r>
              <a:rPr sz="3600" b="1" spc="-160" dirty="0">
                <a:solidFill>
                  <a:srgbClr val="FFFFFF"/>
                </a:solidFill>
                <a:latin typeface="Cambria"/>
                <a:cs typeface="Cambria"/>
              </a:rPr>
              <a:t> </a:t>
            </a:r>
            <a:r>
              <a:rPr sz="3600" b="1" spc="-10" dirty="0">
                <a:solidFill>
                  <a:srgbClr val="FFFFFF"/>
                </a:solidFill>
                <a:latin typeface="Cambria"/>
                <a:cs typeface="Cambria"/>
              </a:rPr>
              <a:t>Grammar</a:t>
            </a:r>
            <a:endParaRPr sz="3600">
              <a:latin typeface="Cambria"/>
              <a:cs typeface="Cambria"/>
            </a:endParaRPr>
          </a:p>
        </p:txBody>
      </p:sp>
      <p:sp>
        <p:nvSpPr>
          <p:cNvPr id="3" name="object 3"/>
          <p:cNvSpPr txBox="1"/>
          <p:nvPr/>
        </p:nvSpPr>
        <p:spPr>
          <a:xfrm>
            <a:off x="3510534" y="51307"/>
            <a:ext cx="8152765" cy="662305"/>
          </a:xfrm>
          <a:prstGeom prst="rect">
            <a:avLst/>
          </a:prstGeom>
        </p:spPr>
        <p:txBody>
          <a:bodyPr vert="horz" wrap="square" lIns="0" tIns="49530" rIns="0" bIns="0" rtlCol="0">
            <a:spAutoFit/>
          </a:bodyPr>
          <a:lstStyle/>
          <a:p>
            <a:pPr marL="194945" marR="5080" indent="-182880">
              <a:lnSpc>
                <a:spcPts val="2380"/>
              </a:lnSpc>
              <a:spcBef>
                <a:spcPts val="390"/>
              </a:spcBef>
              <a:tabLst>
                <a:tab pos="1606550" algn="l"/>
                <a:tab pos="2147570" algn="l"/>
                <a:tab pos="3414395" algn="l"/>
                <a:tab pos="3872865" algn="l"/>
                <a:tab pos="4415790" algn="l"/>
                <a:tab pos="5179060" algn="l"/>
                <a:tab pos="5567680" algn="l"/>
                <a:tab pos="7049770" algn="l"/>
                <a:tab pos="7729220" algn="l"/>
              </a:tabLst>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10" dirty="0">
                <a:latin typeface="Cambria"/>
                <a:cs typeface="Cambria"/>
              </a:rPr>
              <a:t>Grammars</a:t>
            </a:r>
            <a:r>
              <a:rPr sz="2200" dirty="0">
                <a:latin typeface="Cambria"/>
                <a:cs typeface="Cambria"/>
              </a:rPr>
              <a:t>	</a:t>
            </a:r>
            <a:r>
              <a:rPr sz="2200" spc="-25" dirty="0">
                <a:latin typeface="Cambria"/>
                <a:cs typeface="Cambria"/>
              </a:rPr>
              <a:t>are</a:t>
            </a:r>
            <a:r>
              <a:rPr sz="2200" dirty="0">
                <a:latin typeface="Cambria"/>
                <a:cs typeface="Cambria"/>
              </a:rPr>
              <a:t>	</a:t>
            </a:r>
            <a:r>
              <a:rPr sz="2200" spc="-10" dirty="0">
                <a:latin typeface="Cambria"/>
                <a:cs typeface="Cambria"/>
              </a:rPr>
              <a:t>classified</a:t>
            </a:r>
            <a:r>
              <a:rPr sz="2200" dirty="0">
                <a:latin typeface="Cambria"/>
                <a:cs typeface="Cambria"/>
              </a:rPr>
              <a:t>	</a:t>
            </a:r>
            <a:r>
              <a:rPr sz="2200" spc="-35" dirty="0">
                <a:latin typeface="Cambria"/>
                <a:cs typeface="Cambria"/>
              </a:rPr>
              <a:t>on</a:t>
            </a:r>
            <a:r>
              <a:rPr sz="2200" dirty="0">
                <a:latin typeface="Cambria"/>
                <a:cs typeface="Cambria"/>
              </a:rPr>
              <a:t>	</a:t>
            </a:r>
            <a:r>
              <a:rPr sz="2200" spc="-25" dirty="0">
                <a:latin typeface="Cambria"/>
                <a:cs typeface="Cambria"/>
              </a:rPr>
              <a:t>the</a:t>
            </a:r>
            <a:r>
              <a:rPr sz="2200" dirty="0">
                <a:latin typeface="Cambria"/>
                <a:cs typeface="Cambria"/>
              </a:rPr>
              <a:t>	</a:t>
            </a:r>
            <a:r>
              <a:rPr sz="2200" spc="-10" dirty="0">
                <a:latin typeface="Cambria"/>
                <a:cs typeface="Cambria"/>
              </a:rPr>
              <a:t>basis</a:t>
            </a:r>
            <a:r>
              <a:rPr sz="2200" dirty="0">
                <a:latin typeface="Cambria"/>
                <a:cs typeface="Cambria"/>
              </a:rPr>
              <a:t>	</a:t>
            </a:r>
            <a:r>
              <a:rPr sz="2200" spc="-25" dirty="0">
                <a:latin typeface="Cambria"/>
                <a:cs typeface="Cambria"/>
              </a:rPr>
              <a:t>of</a:t>
            </a:r>
            <a:r>
              <a:rPr sz="2200" dirty="0">
                <a:latin typeface="Cambria"/>
                <a:cs typeface="Cambria"/>
              </a:rPr>
              <a:t>	</a:t>
            </a:r>
            <a:r>
              <a:rPr sz="2200" spc="-10" dirty="0">
                <a:latin typeface="Cambria"/>
                <a:cs typeface="Cambria"/>
              </a:rPr>
              <a:t>production</a:t>
            </a:r>
            <a:r>
              <a:rPr sz="2200" dirty="0">
                <a:latin typeface="Cambria"/>
                <a:cs typeface="Cambria"/>
              </a:rPr>
              <a:t>	</a:t>
            </a:r>
            <a:r>
              <a:rPr sz="2200" spc="-20" dirty="0">
                <a:latin typeface="Cambria"/>
                <a:cs typeface="Cambria"/>
              </a:rPr>
              <a:t>they</a:t>
            </a:r>
            <a:r>
              <a:rPr sz="2200" dirty="0">
                <a:latin typeface="Cambria"/>
                <a:cs typeface="Cambria"/>
              </a:rPr>
              <a:t>	</a:t>
            </a:r>
            <a:r>
              <a:rPr sz="2200" spc="-25" dirty="0">
                <a:latin typeface="Cambria"/>
                <a:cs typeface="Cambria"/>
              </a:rPr>
              <a:t>use (Chomsky,</a:t>
            </a:r>
            <a:r>
              <a:rPr sz="2200" spc="-40" dirty="0">
                <a:latin typeface="Cambria"/>
                <a:cs typeface="Cambria"/>
              </a:rPr>
              <a:t> </a:t>
            </a:r>
            <a:r>
              <a:rPr sz="2200" spc="-10" dirty="0">
                <a:latin typeface="Cambria"/>
                <a:cs typeface="Cambria"/>
              </a:rPr>
              <a:t>1963).</a:t>
            </a:r>
            <a:endParaRPr sz="2200">
              <a:latin typeface="Cambria"/>
              <a:cs typeface="Cambria"/>
            </a:endParaRPr>
          </a:p>
        </p:txBody>
      </p:sp>
      <p:sp>
        <p:nvSpPr>
          <p:cNvPr id="4" name="object 4"/>
          <p:cNvSpPr txBox="1">
            <a:spLocks noGrp="1"/>
          </p:cNvSpPr>
          <p:nvPr>
            <p:ph type="title"/>
          </p:nvPr>
        </p:nvSpPr>
        <p:spPr>
          <a:xfrm>
            <a:off x="3510534" y="806907"/>
            <a:ext cx="8155940" cy="360680"/>
          </a:xfrm>
          <a:prstGeom prst="rect">
            <a:avLst/>
          </a:prstGeom>
        </p:spPr>
        <p:txBody>
          <a:bodyPr vert="horz" wrap="square" lIns="0" tIns="12065" rIns="0" bIns="0" rtlCol="0">
            <a:spAutoFit/>
          </a:bodyPr>
          <a:lstStyle/>
          <a:p>
            <a:pPr marL="12700">
              <a:lnSpc>
                <a:spcPct val="100000"/>
              </a:lnSpc>
              <a:spcBef>
                <a:spcPts val="95"/>
              </a:spcBef>
            </a:pPr>
            <a:r>
              <a:rPr sz="2200" spc="-1145" dirty="0">
                <a:solidFill>
                  <a:srgbClr val="40B9D2"/>
                </a:solidFill>
                <a:latin typeface="Arial MT"/>
                <a:cs typeface="Arial MT"/>
              </a:rPr>
              <a:t>🞄</a:t>
            </a:r>
            <a:r>
              <a:rPr sz="2200" spc="30" dirty="0">
                <a:solidFill>
                  <a:srgbClr val="40B9D2"/>
                </a:solidFill>
                <a:latin typeface="Arial MT"/>
                <a:cs typeface="Arial MT"/>
              </a:rPr>
              <a:t> </a:t>
            </a:r>
            <a:r>
              <a:rPr sz="2200" dirty="0"/>
              <a:t>Given</a:t>
            </a:r>
            <a:r>
              <a:rPr sz="2200" spc="229" dirty="0"/>
              <a:t> </a:t>
            </a:r>
            <a:r>
              <a:rPr sz="2200" dirty="0"/>
              <a:t>below</a:t>
            </a:r>
            <a:r>
              <a:rPr sz="2200" spc="285" dirty="0"/>
              <a:t> </a:t>
            </a:r>
            <a:r>
              <a:rPr sz="2200" dirty="0"/>
              <a:t>are</a:t>
            </a:r>
            <a:r>
              <a:rPr sz="2200" spc="280" dirty="0"/>
              <a:t> </a:t>
            </a:r>
            <a:r>
              <a:rPr sz="2200" dirty="0"/>
              <a:t>class</a:t>
            </a:r>
            <a:r>
              <a:rPr sz="2200" spc="295" dirty="0"/>
              <a:t> </a:t>
            </a:r>
            <a:r>
              <a:rPr sz="2200" dirty="0"/>
              <a:t>of</a:t>
            </a:r>
            <a:r>
              <a:rPr sz="2200" spc="285" dirty="0"/>
              <a:t> </a:t>
            </a:r>
            <a:r>
              <a:rPr sz="2200" dirty="0"/>
              <a:t>grammar</a:t>
            </a:r>
            <a:r>
              <a:rPr sz="2200" spc="285" dirty="0"/>
              <a:t> </a:t>
            </a:r>
            <a:r>
              <a:rPr sz="2200" dirty="0"/>
              <a:t>where</a:t>
            </a:r>
            <a:r>
              <a:rPr sz="2200" spc="285" dirty="0"/>
              <a:t> </a:t>
            </a:r>
            <a:r>
              <a:rPr sz="2200" dirty="0"/>
              <a:t>each</a:t>
            </a:r>
            <a:r>
              <a:rPr sz="2200" spc="290" dirty="0"/>
              <a:t> </a:t>
            </a:r>
            <a:r>
              <a:rPr sz="2200" dirty="0"/>
              <a:t>class</a:t>
            </a:r>
            <a:r>
              <a:rPr sz="2200" spc="285" dirty="0"/>
              <a:t> </a:t>
            </a:r>
            <a:r>
              <a:rPr sz="2200" dirty="0"/>
              <a:t>has</a:t>
            </a:r>
            <a:r>
              <a:rPr sz="2200" spc="285" dirty="0"/>
              <a:t> </a:t>
            </a:r>
            <a:r>
              <a:rPr sz="2200" dirty="0"/>
              <a:t>its</a:t>
            </a:r>
            <a:r>
              <a:rPr sz="2200" spc="295" dirty="0"/>
              <a:t> </a:t>
            </a:r>
            <a:r>
              <a:rPr sz="2200" spc="-25" dirty="0"/>
              <a:t>own</a:t>
            </a:r>
            <a:endParaRPr sz="2200">
              <a:latin typeface="Arial MT"/>
              <a:cs typeface="Arial MT"/>
            </a:endParaRPr>
          </a:p>
        </p:txBody>
      </p:sp>
      <p:sp>
        <p:nvSpPr>
          <p:cNvPr id="5" name="object 5"/>
          <p:cNvSpPr txBox="1"/>
          <p:nvPr/>
        </p:nvSpPr>
        <p:spPr>
          <a:xfrm>
            <a:off x="3693414" y="1109217"/>
            <a:ext cx="3690620" cy="360680"/>
          </a:xfrm>
          <a:prstGeom prst="rect">
            <a:avLst/>
          </a:prstGeom>
        </p:spPr>
        <p:txBody>
          <a:bodyPr vert="horz" wrap="square" lIns="0" tIns="12065" rIns="0" bIns="0" rtlCol="0">
            <a:spAutoFit/>
          </a:bodyPr>
          <a:lstStyle/>
          <a:p>
            <a:pPr marL="12700">
              <a:lnSpc>
                <a:spcPct val="100000"/>
              </a:lnSpc>
              <a:spcBef>
                <a:spcPts val="95"/>
              </a:spcBef>
            </a:pPr>
            <a:r>
              <a:rPr sz="2200" spc="-10" dirty="0">
                <a:latin typeface="Cambria"/>
                <a:cs typeface="Cambria"/>
              </a:rPr>
              <a:t>characteristics</a:t>
            </a:r>
            <a:r>
              <a:rPr sz="2200" spc="10" dirty="0">
                <a:latin typeface="Cambria"/>
                <a:cs typeface="Cambria"/>
              </a:rPr>
              <a:t> </a:t>
            </a:r>
            <a:r>
              <a:rPr sz="2200" dirty="0">
                <a:latin typeface="Cambria"/>
                <a:cs typeface="Cambria"/>
              </a:rPr>
              <a:t>and</a:t>
            </a:r>
            <a:r>
              <a:rPr sz="2200" spc="-35" dirty="0">
                <a:latin typeface="Cambria"/>
                <a:cs typeface="Cambria"/>
              </a:rPr>
              <a:t> </a:t>
            </a:r>
            <a:r>
              <a:rPr sz="2200" spc="-10" dirty="0">
                <a:latin typeface="Cambria"/>
                <a:cs typeface="Cambria"/>
              </a:rPr>
              <a:t>limitations.</a:t>
            </a:r>
            <a:endParaRPr sz="2200">
              <a:latin typeface="Cambria"/>
              <a:cs typeface="Cambria"/>
            </a:endParaRPr>
          </a:p>
        </p:txBody>
      </p:sp>
      <p:sp>
        <p:nvSpPr>
          <p:cNvPr id="6" name="object 6"/>
          <p:cNvSpPr txBox="1"/>
          <p:nvPr/>
        </p:nvSpPr>
        <p:spPr>
          <a:xfrm>
            <a:off x="3510534" y="1563369"/>
            <a:ext cx="8154670" cy="5233670"/>
          </a:xfrm>
          <a:prstGeom prst="rect">
            <a:avLst/>
          </a:prstGeom>
        </p:spPr>
        <p:txBody>
          <a:bodyPr vert="horz" wrap="square" lIns="0" tIns="12065" rIns="0" bIns="0" rtlCol="0">
            <a:spAutoFit/>
          </a:bodyPr>
          <a:lstStyle/>
          <a:p>
            <a:pPr marL="483234" indent="-470534" algn="just">
              <a:lnSpc>
                <a:spcPct val="100000"/>
              </a:lnSpc>
              <a:spcBef>
                <a:spcPts val="95"/>
              </a:spcBef>
              <a:buAutoNum type="arabicPeriod"/>
              <a:tabLst>
                <a:tab pos="483234" algn="l"/>
              </a:tabLst>
            </a:pPr>
            <a:r>
              <a:rPr sz="2200" b="1" spc="-20" dirty="0">
                <a:latin typeface="Cambria"/>
                <a:cs typeface="Cambria"/>
              </a:rPr>
              <a:t>Type-</a:t>
            </a:r>
            <a:r>
              <a:rPr sz="2200" b="1" dirty="0">
                <a:latin typeface="Cambria"/>
                <a:cs typeface="Cambria"/>
              </a:rPr>
              <a:t>0</a:t>
            </a:r>
            <a:r>
              <a:rPr sz="2200" b="1" spc="-70" dirty="0">
                <a:latin typeface="Cambria"/>
                <a:cs typeface="Cambria"/>
              </a:rPr>
              <a:t> </a:t>
            </a:r>
            <a:r>
              <a:rPr sz="2200" b="1" dirty="0">
                <a:latin typeface="Cambria"/>
                <a:cs typeface="Cambria"/>
              </a:rPr>
              <a:t>Grammar:-</a:t>
            </a:r>
            <a:r>
              <a:rPr sz="2200" b="1" spc="420" dirty="0">
                <a:latin typeface="Cambria"/>
                <a:cs typeface="Cambria"/>
              </a:rPr>
              <a:t> </a:t>
            </a:r>
            <a:r>
              <a:rPr sz="2200" b="1" spc="-25" dirty="0">
                <a:latin typeface="Cambria"/>
                <a:cs typeface="Cambria"/>
              </a:rPr>
              <a:t>Recursively</a:t>
            </a:r>
            <a:r>
              <a:rPr sz="2200" b="1" spc="-40" dirty="0">
                <a:latin typeface="Cambria"/>
                <a:cs typeface="Cambria"/>
              </a:rPr>
              <a:t> </a:t>
            </a:r>
            <a:r>
              <a:rPr sz="2200" b="1" spc="-10" dirty="0">
                <a:latin typeface="Cambria"/>
                <a:cs typeface="Cambria"/>
              </a:rPr>
              <a:t>Enumerable</a:t>
            </a:r>
            <a:r>
              <a:rPr sz="2200" b="1" spc="-20" dirty="0">
                <a:latin typeface="Cambria"/>
                <a:cs typeface="Cambria"/>
              </a:rPr>
              <a:t> </a:t>
            </a:r>
            <a:r>
              <a:rPr sz="2200" b="1" spc="-10" dirty="0">
                <a:latin typeface="Cambria"/>
                <a:cs typeface="Cambria"/>
              </a:rPr>
              <a:t>Grammar</a:t>
            </a:r>
            <a:endParaRPr sz="2200">
              <a:latin typeface="Cambria"/>
              <a:cs typeface="Cambria"/>
            </a:endParaRPr>
          </a:p>
          <a:p>
            <a:pPr marL="514984" algn="just">
              <a:lnSpc>
                <a:spcPts val="2510"/>
              </a:lnSpc>
              <a:spcBef>
                <a:spcPts val="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These</a:t>
            </a:r>
            <a:r>
              <a:rPr sz="2200" spc="360" dirty="0">
                <a:latin typeface="Cambria"/>
                <a:cs typeface="Cambria"/>
              </a:rPr>
              <a:t> </a:t>
            </a:r>
            <a:r>
              <a:rPr sz="2200" dirty="0">
                <a:latin typeface="Cambria"/>
                <a:cs typeface="Cambria"/>
              </a:rPr>
              <a:t>grammars</a:t>
            </a:r>
            <a:r>
              <a:rPr sz="2200" spc="415" dirty="0">
                <a:latin typeface="Cambria"/>
                <a:cs typeface="Cambria"/>
              </a:rPr>
              <a:t> </a:t>
            </a:r>
            <a:r>
              <a:rPr sz="2200" dirty="0">
                <a:latin typeface="Cambria"/>
                <a:cs typeface="Cambria"/>
              </a:rPr>
              <a:t>are</a:t>
            </a:r>
            <a:r>
              <a:rPr sz="2200" spc="395" dirty="0">
                <a:latin typeface="Cambria"/>
                <a:cs typeface="Cambria"/>
              </a:rPr>
              <a:t> </a:t>
            </a:r>
            <a:r>
              <a:rPr sz="2200" dirty="0">
                <a:latin typeface="Cambria"/>
                <a:cs typeface="Cambria"/>
              </a:rPr>
              <a:t>known</a:t>
            </a:r>
            <a:r>
              <a:rPr sz="2200" spc="405" dirty="0">
                <a:latin typeface="Cambria"/>
                <a:cs typeface="Cambria"/>
              </a:rPr>
              <a:t> </a:t>
            </a:r>
            <a:r>
              <a:rPr sz="2200" dirty="0">
                <a:latin typeface="Cambria"/>
                <a:cs typeface="Cambria"/>
              </a:rPr>
              <a:t>as</a:t>
            </a:r>
            <a:r>
              <a:rPr sz="2200" spc="405" dirty="0">
                <a:latin typeface="Cambria"/>
                <a:cs typeface="Cambria"/>
              </a:rPr>
              <a:t> </a:t>
            </a:r>
            <a:r>
              <a:rPr sz="2200" dirty="0">
                <a:latin typeface="Cambria"/>
                <a:cs typeface="Cambria"/>
              </a:rPr>
              <a:t>phrase</a:t>
            </a:r>
            <a:r>
              <a:rPr sz="2200" spc="405" dirty="0">
                <a:latin typeface="Cambria"/>
                <a:cs typeface="Cambria"/>
              </a:rPr>
              <a:t> </a:t>
            </a:r>
            <a:r>
              <a:rPr sz="2200" dirty="0">
                <a:latin typeface="Cambria"/>
                <a:cs typeface="Cambria"/>
              </a:rPr>
              <a:t>structure</a:t>
            </a:r>
            <a:r>
              <a:rPr sz="2200" spc="400" dirty="0">
                <a:latin typeface="Cambria"/>
                <a:cs typeface="Cambria"/>
              </a:rPr>
              <a:t> </a:t>
            </a:r>
            <a:r>
              <a:rPr sz="2200" spc="-10" dirty="0">
                <a:latin typeface="Cambria"/>
                <a:cs typeface="Cambria"/>
              </a:rPr>
              <a:t>grammars.</a:t>
            </a:r>
            <a:endParaRPr sz="2200">
              <a:latin typeface="Cambria"/>
              <a:cs typeface="Cambria"/>
            </a:endParaRPr>
          </a:p>
          <a:p>
            <a:pPr marL="698500" algn="just">
              <a:lnSpc>
                <a:spcPts val="2510"/>
              </a:lnSpc>
            </a:pPr>
            <a:r>
              <a:rPr sz="2200" dirty="0">
                <a:latin typeface="Cambria"/>
                <a:cs typeface="Cambria"/>
              </a:rPr>
              <a:t>Their</a:t>
            </a:r>
            <a:r>
              <a:rPr sz="2200" spc="-25" dirty="0">
                <a:latin typeface="Cambria"/>
                <a:cs typeface="Cambria"/>
              </a:rPr>
              <a:t> </a:t>
            </a:r>
            <a:r>
              <a:rPr sz="2200" spc="-10" dirty="0">
                <a:latin typeface="Cambria"/>
                <a:cs typeface="Cambria"/>
              </a:rPr>
              <a:t>productions</a:t>
            </a:r>
            <a:r>
              <a:rPr sz="2200" spc="-30" dirty="0">
                <a:latin typeface="Cambria"/>
                <a:cs typeface="Cambria"/>
              </a:rPr>
              <a:t> </a:t>
            </a:r>
            <a:r>
              <a:rPr sz="2200" dirty="0">
                <a:latin typeface="Cambria"/>
                <a:cs typeface="Cambria"/>
              </a:rPr>
              <a:t>are</a:t>
            </a:r>
            <a:r>
              <a:rPr sz="2200" spc="-30" dirty="0">
                <a:latin typeface="Cambria"/>
                <a:cs typeface="Cambria"/>
              </a:rPr>
              <a:t> </a:t>
            </a:r>
            <a:r>
              <a:rPr sz="2200" dirty="0">
                <a:latin typeface="Cambria"/>
                <a:cs typeface="Cambria"/>
              </a:rPr>
              <a:t>of</a:t>
            </a:r>
            <a:r>
              <a:rPr sz="2200" spc="-40" dirty="0">
                <a:latin typeface="Cambria"/>
                <a:cs typeface="Cambria"/>
              </a:rPr>
              <a:t> </a:t>
            </a:r>
            <a:r>
              <a:rPr sz="2200" dirty="0">
                <a:latin typeface="Cambria"/>
                <a:cs typeface="Cambria"/>
              </a:rPr>
              <a:t>the</a:t>
            </a:r>
            <a:r>
              <a:rPr sz="2200" spc="-35" dirty="0">
                <a:latin typeface="Cambria"/>
                <a:cs typeface="Cambria"/>
              </a:rPr>
              <a:t> </a:t>
            </a:r>
            <a:r>
              <a:rPr sz="2200" spc="-10" dirty="0">
                <a:latin typeface="Cambria"/>
                <a:cs typeface="Cambria"/>
              </a:rPr>
              <a:t>form,</a:t>
            </a:r>
            <a:endParaRPr sz="2200">
              <a:latin typeface="Cambria"/>
              <a:cs typeface="Cambria"/>
            </a:endParaRPr>
          </a:p>
          <a:p>
            <a:pPr marL="698500" marR="7620" indent="-182880" algn="just">
              <a:lnSpc>
                <a:spcPts val="2380"/>
              </a:lnSpc>
              <a:spcBef>
                <a:spcPts val="635"/>
              </a:spcBef>
            </a:pPr>
            <a:r>
              <a:rPr sz="2200" spc="-1145" dirty="0">
                <a:solidFill>
                  <a:srgbClr val="40B9D2"/>
                </a:solidFill>
                <a:latin typeface="Arial MT"/>
                <a:cs typeface="Arial MT"/>
              </a:rPr>
              <a:t>🞄</a:t>
            </a:r>
            <a:r>
              <a:rPr sz="2200" spc="509" dirty="0">
                <a:solidFill>
                  <a:srgbClr val="40B9D2"/>
                </a:solidFill>
                <a:latin typeface="Arial MT"/>
                <a:cs typeface="Arial MT"/>
              </a:rPr>
              <a:t> </a:t>
            </a:r>
            <a:r>
              <a:rPr sz="2200" spc="-15" dirty="0">
                <a:latin typeface="Cambria"/>
                <a:cs typeface="Cambria"/>
              </a:rPr>
              <a:t>α</a:t>
            </a:r>
            <a:r>
              <a:rPr sz="2200" spc="280" dirty="0">
                <a:latin typeface="Cambria"/>
                <a:cs typeface="Cambria"/>
              </a:rPr>
              <a:t> </a:t>
            </a:r>
            <a:r>
              <a:rPr sz="2200" dirty="0">
                <a:latin typeface="Cambria"/>
                <a:cs typeface="Cambria"/>
              </a:rPr>
              <a:t>=</a:t>
            </a:r>
            <a:r>
              <a:rPr sz="2200" spc="265" dirty="0">
                <a:latin typeface="Cambria"/>
                <a:cs typeface="Cambria"/>
              </a:rPr>
              <a:t> </a:t>
            </a:r>
            <a:r>
              <a:rPr sz="2200" spc="-10" dirty="0">
                <a:latin typeface="Cambria"/>
                <a:cs typeface="Cambria"/>
              </a:rPr>
              <a:t>β,</a:t>
            </a:r>
            <a:r>
              <a:rPr sz="2200" spc="2580" dirty="0">
                <a:latin typeface="Cambria"/>
                <a:cs typeface="Cambria"/>
              </a:rPr>
              <a:t> </a:t>
            </a:r>
            <a:r>
              <a:rPr sz="2200" spc="-20" dirty="0">
                <a:latin typeface="Cambria"/>
                <a:cs typeface="Cambria"/>
              </a:rPr>
              <a:t>where</a:t>
            </a:r>
            <a:r>
              <a:rPr sz="2200" spc="270" dirty="0">
                <a:latin typeface="Cambria"/>
                <a:cs typeface="Cambria"/>
              </a:rPr>
              <a:t> </a:t>
            </a:r>
            <a:r>
              <a:rPr sz="2200" spc="-5" dirty="0">
                <a:latin typeface="Cambria"/>
                <a:cs typeface="Cambria"/>
              </a:rPr>
              <a:t>both</a:t>
            </a:r>
            <a:r>
              <a:rPr sz="2200" spc="285" dirty="0">
                <a:latin typeface="Cambria"/>
                <a:cs typeface="Cambria"/>
              </a:rPr>
              <a:t> </a:t>
            </a:r>
            <a:r>
              <a:rPr sz="2200" spc="-15" dirty="0">
                <a:latin typeface="Cambria"/>
                <a:cs typeface="Cambria"/>
              </a:rPr>
              <a:t>α</a:t>
            </a:r>
            <a:r>
              <a:rPr sz="2200" spc="280" dirty="0">
                <a:latin typeface="Cambria"/>
                <a:cs typeface="Cambria"/>
              </a:rPr>
              <a:t> </a:t>
            </a:r>
            <a:r>
              <a:rPr sz="2200" spc="-15" dirty="0">
                <a:latin typeface="Cambria"/>
                <a:cs typeface="Cambria"/>
              </a:rPr>
              <a:t>and</a:t>
            </a:r>
            <a:r>
              <a:rPr sz="2200" spc="275" dirty="0">
                <a:latin typeface="Cambria"/>
                <a:cs typeface="Cambria"/>
              </a:rPr>
              <a:t> </a:t>
            </a:r>
            <a:r>
              <a:rPr sz="2200" spc="-15" dirty="0">
                <a:latin typeface="Cambria"/>
                <a:cs typeface="Cambria"/>
              </a:rPr>
              <a:t>β</a:t>
            </a:r>
            <a:r>
              <a:rPr sz="2200" spc="285" dirty="0">
                <a:latin typeface="Cambria"/>
                <a:cs typeface="Cambria"/>
              </a:rPr>
              <a:t> </a:t>
            </a:r>
            <a:r>
              <a:rPr sz="2200" spc="-25" dirty="0">
                <a:latin typeface="Cambria"/>
                <a:cs typeface="Cambria"/>
              </a:rPr>
              <a:t>are</a:t>
            </a:r>
            <a:r>
              <a:rPr sz="2200" spc="290" dirty="0">
                <a:latin typeface="Cambria"/>
                <a:cs typeface="Cambria"/>
              </a:rPr>
              <a:t> </a:t>
            </a:r>
            <a:r>
              <a:rPr sz="2200" spc="-20" dirty="0">
                <a:latin typeface="Cambria"/>
                <a:cs typeface="Cambria"/>
              </a:rPr>
              <a:t>terminal</a:t>
            </a:r>
            <a:r>
              <a:rPr sz="2200" spc="285" dirty="0">
                <a:latin typeface="Cambria"/>
                <a:cs typeface="Cambria"/>
              </a:rPr>
              <a:t> </a:t>
            </a:r>
            <a:r>
              <a:rPr sz="2200" spc="-15" dirty="0">
                <a:latin typeface="Cambria"/>
                <a:cs typeface="Cambria"/>
              </a:rPr>
              <a:t>and</a:t>
            </a:r>
            <a:r>
              <a:rPr sz="2200" spc="285" dirty="0">
                <a:latin typeface="Cambria"/>
                <a:cs typeface="Cambria"/>
              </a:rPr>
              <a:t> </a:t>
            </a:r>
            <a:r>
              <a:rPr sz="2200" spc="5" dirty="0">
                <a:latin typeface="Cambria"/>
                <a:cs typeface="Cambria"/>
              </a:rPr>
              <a:t>n</a:t>
            </a:r>
            <a:r>
              <a:rPr sz="2200" spc="-5" dirty="0">
                <a:latin typeface="Cambria"/>
                <a:cs typeface="Cambria"/>
              </a:rPr>
              <a:t>on</a:t>
            </a:r>
            <a:r>
              <a:rPr sz="2200" dirty="0">
                <a:latin typeface="Cambria"/>
                <a:cs typeface="Cambria"/>
              </a:rPr>
              <a:t>-</a:t>
            </a:r>
            <a:r>
              <a:rPr sz="2200" spc="-55" dirty="0">
                <a:latin typeface="Cambria"/>
                <a:cs typeface="Cambria"/>
              </a:rPr>
              <a:t>terminal</a:t>
            </a:r>
            <a:r>
              <a:rPr sz="2200" spc="-10" dirty="0">
                <a:latin typeface="Cambria"/>
                <a:cs typeface="Cambria"/>
              </a:rPr>
              <a:t> </a:t>
            </a:r>
            <a:r>
              <a:rPr sz="2200" spc="-15" dirty="0">
                <a:latin typeface="Cambria"/>
                <a:cs typeface="Cambria"/>
              </a:rPr>
              <a:t>symbols.</a:t>
            </a:r>
            <a:endParaRPr sz="2200">
              <a:latin typeface="Cambria"/>
              <a:cs typeface="Cambria"/>
            </a:endParaRPr>
          </a:p>
          <a:p>
            <a:pPr marL="698500" marR="5080" indent="-182880" algn="just">
              <a:lnSpc>
                <a:spcPts val="2380"/>
              </a:lnSpc>
              <a:spcBef>
                <a:spcPts val="59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15" dirty="0">
                <a:latin typeface="Cambria"/>
                <a:cs typeface="Cambria"/>
              </a:rPr>
              <a:t>This</a:t>
            </a:r>
            <a:r>
              <a:rPr sz="2200" spc="700" dirty="0">
                <a:latin typeface="Cambria"/>
                <a:cs typeface="Cambria"/>
              </a:rPr>
              <a:t> </a:t>
            </a:r>
            <a:r>
              <a:rPr sz="2200" spc="-10" dirty="0">
                <a:latin typeface="Cambria"/>
                <a:cs typeface="Cambria"/>
              </a:rPr>
              <a:t>type</a:t>
            </a:r>
            <a:r>
              <a:rPr sz="2200" spc="700" dirty="0">
                <a:latin typeface="Cambria"/>
                <a:cs typeface="Cambria"/>
              </a:rPr>
              <a:t> </a:t>
            </a:r>
            <a:r>
              <a:rPr sz="2200" spc="10" dirty="0">
                <a:latin typeface="Cambria"/>
                <a:cs typeface="Cambria"/>
              </a:rPr>
              <a:t>o</a:t>
            </a:r>
            <a:r>
              <a:rPr sz="2200" dirty="0">
                <a:latin typeface="Cambria"/>
                <a:cs typeface="Cambria"/>
              </a:rPr>
              <a:t>f</a:t>
            </a:r>
            <a:r>
              <a:rPr sz="2200" spc="695" dirty="0">
                <a:latin typeface="Cambria"/>
                <a:cs typeface="Cambria"/>
              </a:rPr>
              <a:t> </a:t>
            </a:r>
            <a:r>
              <a:rPr sz="2200" spc="-25" dirty="0">
                <a:latin typeface="Cambria"/>
                <a:cs typeface="Cambria"/>
              </a:rPr>
              <a:t>grammar</a:t>
            </a:r>
            <a:r>
              <a:rPr sz="2200" spc="735" dirty="0">
                <a:latin typeface="Cambria"/>
                <a:cs typeface="Cambria"/>
              </a:rPr>
              <a:t> </a:t>
            </a:r>
            <a:r>
              <a:rPr sz="2200" spc="-10" dirty="0">
                <a:latin typeface="Cambria"/>
                <a:cs typeface="Cambria"/>
              </a:rPr>
              <a:t>is</a:t>
            </a:r>
            <a:r>
              <a:rPr sz="2200" spc="705" dirty="0">
                <a:latin typeface="Cambria"/>
                <a:cs typeface="Cambria"/>
              </a:rPr>
              <a:t> </a:t>
            </a:r>
            <a:r>
              <a:rPr sz="2200" spc="-15" dirty="0">
                <a:latin typeface="Cambria"/>
                <a:cs typeface="Cambria"/>
              </a:rPr>
              <a:t>not</a:t>
            </a:r>
            <a:r>
              <a:rPr sz="2200" spc="715" dirty="0">
                <a:latin typeface="Cambria"/>
                <a:cs typeface="Cambria"/>
              </a:rPr>
              <a:t> </a:t>
            </a:r>
            <a:r>
              <a:rPr sz="2200" spc="-25" dirty="0">
                <a:latin typeface="Cambria"/>
                <a:cs typeface="Cambria"/>
              </a:rPr>
              <a:t>relevant</a:t>
            </a:r>
            <a:r>
              <a:rPr sz="2200" spc="715" dirty="0">
                <a:latin typeface="Cambria"/>
                <a:cs typeface="Cambria"/>
              </a:rPr>
              <a:t> </a:t>
            </a:r>
            <a:r>
              <a:rPr sz="2200" spc="-25" dirty="0">
                <a:latin typeface="Cambria"/>
                <a:cs typeface="Cambria"/>
              </a:rPr>
              <a:t>to</a:t>
            </a:r>
            <a:r>
              <a:rPr sz="2200" spc="700" dirty="0">
                <a:latin typeface="Cambria"/>
                <a:cs typeface="Cambria"/>
              </a:rPr>
              <a:t> </a:t>
            </a:r>
            <a:r>
              <a:rPr sz="2200" spc="-10" dirty="0">
                <a:latin typeface="Cambria"/>
                <a:cs typeface="Cambria"/>
              </a:rPr>
              <a:t>Specifications</a:t>
            </a:r>
            <a:r>
              <a:rPr sz="2200" spc="690" dirty="0">
                <a:latin typeface="Cambria"/>
                <a:cs typeface="Cambria"/>
              </a:rPr>
              <a:t> </a:t>
            </a:r>
            <a:r>
              <a:rPr sz="2200" spc="-135" dirty="0">
                <a:latin typeface="Cambria"/>
                <a:cs typeface="Cambria"/>
              </a:rPr>
              <a:t>of</a:t>
            </a:r>
            <a:r>
              <a:rPr sz="2200" spc="-5" dirty="0">
                <a:latin typeface="Cambria"/>
                <a:cs typeface="Cambria"/>
              </a:rPr>
              <a:t> </a:t>
            </a:r>
            <a:r>
              <a:rPr sz="2200" spc="-20" dirty="0">
                <a:latin typeface="Cambria"/>
                <a:cs typeface="Cambria"/>
              </a:rPr>
              <a:t>programming</a:t>
            </a:r>
            <a:r>
              <a:rPr sz="2200" spc="25" dirty="0">
                <a:latin typeface="Cambria"/>
                <a:cs typeface="Cambria"/>
              </a:rPr>
              <a:t> </a:t>
            </a:r>
            <a:r>
              <a:rPr sz="2200" spc="-15" dirty="0">
                <a:latin typeface="Cambria"/>
                <a:cs typeface="Cambria"/>
              </a:rPr>
              <a:t>languages.</a:t>
            </a:r>
            <a:endParaRPr sz="2200">
              <a:latin typeface="Cambria"/>
              <a:cs typeface="Cambria"/>
            </a:endParaRPr>
          </a:p>
          <a:p>
            <a:pPr marL="492125" indent="-479425" algn="just">
              <a:lnSpc>
                <a:spcPct val="100000"/>
              </a:lnSpc>
              <a:spcBef>
                <a:spcPts val="1195"/>
              </a:spcBef>
              <a:buAutoNum type="arabicPeriod" startAt="2"/>
              <a:tabLst>
                <a:tab pos="492125" algn="l"/>
              </a:tabLst>
            </a:pPr>
            <a:r>
              <a:rPr sz="2200" b="1" spc="-20" dirty="0">
                <a:latin typeface="Cambria"/>
                <a:cs typeface="Cambria"/>
              </a:rPr>
              <a:t>Type-</a:t>
            </a:r>
            <a:r>
              <a:rPr sz="2200" b="1" dirty="0">
                <a:latin typeface="Cambria"/>
                <a:cs typeface="Cambria"/>
              </a:rPr>
              <a:t>1</a:t>
            </a:r>
            <a:r>
              <a:rPr sz="2200" b="1" spc="-50" dirty="0">
                <a:latin typeface="Cambria"/>
                <a:cs typeface="Cambria"/>
              </a:rPr>
              <a:t> </a:t>
            </a:r>
            <a:r>
              <a:rPr sz="2200" b="1" spc="-10" dirty="0">
                <a:latin typeface="Cambria"/>
                <a:cs typeface="Cambria"/>
              </a:rPr>
              <a:t>Grammar:-</a:t>
            </a:r>
            <a:r>
              <a:rPr sz="2200" b="1" dirty="0">
                <a:latin typeface="Cambria"/>
                <a:cs typeface="Cambria"/>
              </a:rPr>
              <a:t> </a:t>
            </a:r>
            <a:r>
              <a:rPr sz="2200" b="1" spc="-10" dirty="0">
                <a:latin typeface="Cambria"/>
                <a:cs typeface="Cambria"/>
              </a:rPr>
              <a:t>Context</a:t>
            </a:r>
            <a:r>
              <a:rPr sz="2200" b="1" spc="-35" dirty="0">
                <a:latin typeface="Cambria"/>
                <a:cs typeface="Cambria"/>
              </a:rPr>
              <a:t> </a:t>
            </a:r>
            <a:r>
              <a:rPr sz="2200" b="1" spc="-10" dirty="0">
                <a:latin typeface="Cambria"/>
                <a:cs typeface="Cambria"/>
              </a:rPr>
              <a:t>Sensitive</a:t>
            </a:r>
            <a:r>
              <a:rPr sz="2200" b="1" spc="-45" dirty="0">
                <a:latin typeface="Cambria"/>
                <a:cs typeface="Cambria"/>
              </a:rPr>
              <a:t> </a:t>
            </a:r>
            <a:r>
              <a:rPr sz="2200" b="1" spc="-10" dirty="0">
                <a:latin typeface="Cambria"/>
                <a:cs typeface="Cambria"/>
              </a:rPr>
              <a:t>Grammar</a:t>
            </a:r>
            <a:endParaRPr sz="2200">
              <a:latin typeface="Cambria"/>
              <a:cs typeface="Cambria"/>
            </a:endParaRPr>
          </a:p>
          <a:p>
            <a:pPr marL="698500" marR="6350" indent="-182880" algn="just">
              <a:lnSpc>
                <a:spcPct val="90000"/>
              </a:lnSpc>
              <a:spcBef>
                <a:spcPts val="30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15" dirty="0">
                <a:latin typeface="Cambria"/>
                <a:cs typeface="Cambria"/>
              </a:rPr>
              <a:t>These</a:t>
            </a:r>
            <a:r>
              <a:rPr sz="2200" spc="370" dirty="0">
                <a:latin typeface="Cambria"/>
                <a:cs typeface="Cambria"/>
              </a:rPr>
              <a:t> </a:t>
            </a:r>
            <a:r>
              <a:rPr sz="2200" spc="-15" dirty="0">
                <a:latin typeface="Cambria"/>
                <a:cs typeface="Cambria"/>
              </a:rPr>
              <a:t>Grammars</a:t>
            </a:r>
            <a:r>
              <a:rPr sz="2200" spc="370" dirty="0">
                <a:latin typeface="Cambria"/>
                <a:cs typeface="Cambria"/>
              </a:rPr>
              <a:t> </a:t>
            </a:r>
            <a:r>
              <a:rPr sz="2200" spc="-35" dirty="0">
                <a:latin typeface="Cambria"/>
                <a:cs typeface="Cambria"/>
              </a:rPr>
              <a:t>have</a:t>
            </a:r>
            <a:r>
              <a:rPr sz="2200" spc="365" dirty="0">
                <a:latin typeface="Cambria"/>
                <a:cs typeface="Cambria"/>
              </a:rPr>
              <a:t> </a:t>
            </a:r>
            <a:r>
              <a:rPr sz="2200" spc="-10" dirty="0">
                <a:latin typeface="Cambria"/>
                <a:cs typeface="Cambria"/>
              </a:rPr>
              <a:t>rules</a:t>
            </a:r>
            <a:r>
              <a:rPr sz="2200" spc="370" dirty="0">
                <a:latin typeface="Cambria"/>
                <a:cs typeface="Cambria"/>
              </a:rPr>
              <a:t> </a:t>
            </a:r>
            <a:r>
              <a:rPr sz="2200" spc="-5" dirty="0">
                <a:latin typeface="Cambria"/>
                <a:cs typeface="Cambria"/>
              </a:rPr>
              <a:t>o</a:t>
            </a:r>
            <a:r>
              <a:rPr sz="2200" dirty="0">
                <a:latin typeface="Cambria"/>
                <a:cs typeface="Cambria"/>
              </a:rPr>
              <a:t>f</a:t>
            </a:r>
            <a:r>
              <a:rPr sz="2200" spc="375" dirty="0">
                <a:latin typeface="Cambria"/>
                <a:cs typeface="Cambria"/>
              </a:rPr>
              <a:t> </a:t>
            </a:r>
            <a:r>
              <a:rPr sz="2200" spc="-15" dirty="0">
                <a:latin typeface="Cambria"/>
                <a:cs typeface="Cambria"/>
              </a:rPr>
              <a:t>the</a:t>
            </a:r>
            <a:r>
              <a:rPr sz="2200" spc="365" dirty="0">
                <a:latin typeface="Cambria"/>
                <a:cs typeface="Cambria"/>
              </a:rPr>
              <a:t> </a:t>
            </a:r>
            <a:r>
              <a:rPr sz="2200" spc="-20" dirty="0">
                <a:latin typeface="Cambria"/>
                <a:cs typeface="Cambria"/>
              </a:rPr>
              <a:t>f</a:t>
            </a:r>
            <a:r>
              <a:rPr sz="2200" spc="-5" dirty="0">
                <a:latin typeface="Cambria"/>
                <a:cs typeface="Cambria"/>
              </a:rPr>
              <a:t>or</a:t>
            </a:r>
            <a:r>
              <a:rPr sz="2200" dirty="0">
                <a:latin typeface="Cambria"/>
                <a:cs typeface="Cambria"/>
              </a:rPr>
              <a:t>m</a:t>
            </a:r>
            <a:r>
              <a:rPr sz="2200" spc="355" dirty="0">
                <a:latin typeface="Cambria"/>
                <a:cs typeface="Cambria"/>
              </a:rPr>
              <a:t> </a:t>
            </a:r>
            <a:r>
              <a:rPr sz="2200" spc="-15" dirty="0">
                <a:latin typeface="Cambria"/>
                <a:cs typeface="Cambria"/>
              </a:rPr>
              <a:t>αAβ</a:t>
            </a:r>
            <a:r>
              <a:rPr sz="2200" spc="375" dirty="0">
                <a:latin typeface="Cambria"/>
                <a:cs typeface="Cambria"/>
              </a:rPr>
              <a:t> </a:t>
            </a:r>
            <a:r>
              <a:rPr sz="2200" dirty="0">
                <a:latin typeface="Cambria"/>
                <a:cs typeface="Cambria"/>
              </a:rPr>
              <a:t>→</a:t>
            </a:r>
            <a:r>
              <a:rPr sz="2200" spc="375" dirty="0">
                <a:latin typeface="Cambria"/>
                <a:cs typeface="Cambria"/>
              </a:rPr>
              <a:t> </a:t>
            </a:r>
            <a:r>
              <a:rPr sz="2200" spc="-20" dirty="0">
                <a:latin typeface="Cambria"/>
                <a:cs typeface="Cambria"/>
              </a:rPr>
              <a:t>αΥβ</a:t>
            </a:r>
            <a:r>
              <a:rPr sz="2200" spc="370" dirty="0">
                <a:latin typeface="Cambria"/>
                <a:cs typeface="Cambria"/>
              </a:rPr>
              <a:t> </a:t>
            </a:r>
            <a:r>
              <a:rPr sz="2200" spc="-15" dirty="0">
                <a:latin typeface="Cambria"/>
                <a:cs typeface="Cambria"/>
              </a:rPr>
              <a:t>with</a:t>
            </a:r>
            <a:r>
              <a:rPr sz="2200" spc="380" dirty="0">
                <a:latin typeface="Cambria"/>
                <a:cs typeface="Cambria"/>
              </a:rPr>
              <a:t> </a:t>
            </a:r>
            <a:r>
              <a:rPr sz="2200" spc="-290" dirty="0">
                <a:latin typeface="Cambria"/>
                <a:cs typeface="Cambria"/>
              </a:rPr>
              <a:t>A</a:t>
            </a:r>
            <a:r>
              <a:rPr sz="2200" spc="-5" dirty="0">
                <a:latin typeface="Cambria"/>
                <a:cs typeface="Cambria"/>
              </a:rPr>
              <a:t> </a:t>
            </a:r>
            <a:r>
              <a:rPr sz="2200" spc="-15" dirty="0">
                <a:latin typeface="Cambria"/>
                <a:cs typeface="Cambria"/>
              </a:rPr>
              <a:t>nonterminal</a:t>
            </a:r>
            <a:r>
              <a:rPr sz="2200" spc="315" dirty="0">
                <a:latin typeface="Cambria"/>
                <a:cs typeface="Cambria"/>
              </a:rPr>
              <a:t> </a:t>
            </a:r>
            <a:r>
              <a:rPr sz="2200" spc="-15" dirty="0">
                <a:latin typeface="Cambria"/>
                <a:cs typeface="Cambria"/>
              </a:rPr>
              <a:t>and</a:t>
            </a:r>
            <a:r>
              <a:rPr sz="2200" spc="310" dirty="0">
                <a:latin typeface="Cambria"/>
                <a:cs typeface="Cambria"/>
              </a:rPr>
              <a:t> </a:t>
            </a:r>
            <a:r>
              <a:rPr sz="2200" spc="-5" dirty="0">
                <a:latin typeface="Cambria"/>
                <a:cs typeface="Cambria"/>
              </a:rPr>
              <a:t>α</a:t>
            </a:r>
            <a:r>
              <a:rPr sz="2200" dirty="0">
                <a:latin typeface="Cambria"/>
                <a:cs typeface="Cambria"/>
              </a:rPr>
              <a:t>,</a:t>
            </a:r>
            <a:r>
              <a:rPr sz="2200" spc="300" dirty="0">
                <a:latin typeface="Cambria"/>
                <a:cs typeface="Cambria"/>
              </a:rPr>
              <a:t> </a:t>
            </a:r>
            <a:r>
              <a:rPr sz="2200" spc="-10" dirty="0">
                <a:latin typeface="Cambria"/>
                <a:cs typeface="Cambria"/>
              </a:rPr>
              <a:t>β,</a:t>
            </a:r>
            <a:r>
              <a:rPr sz="2200" spc="310" dirty="0">
                <a:latin typeface="Cambria"/>
                <a:cs typeface="Cambria"/>
              </a:rPr>
              <a:t> </a:t>
            </a:r>
            <a:r>
              <a:rPr sz="2200" spc="-15" dirty="0">
                <a:latin typeface="Cambria"/>
                <a:cs typeface="Cambria"/>
              </a:rPr>
              <a:t>Υ</a:t>
            </a:r>
            <a:r>
              <a:rPr sz="2200" spc="315" dirty="0">
                <a:latin typeface="Cambria"/>
                <a:cs typeface="Cambria"/>
              </a:rPr>
              <a:t> </a:t>
            </a:r>
            <a:r>
              <a:rPr sz="2200" spc="-10" dirty="0">
                <a:latin typeface="Cambria"/>
                <a:cs typeface="Cambria"/>
              </a:rPr>
              <a:t>strings</a:t>
            </a:r>
            <a:r>
              <a:rPr sz="2200" spc="305" dirty="0">
                <a:latin typeface="Cambria"/>
                <a:cs typeface="Cambria"/>
              </a:rPr>
              <a:t> </a:t>
            </a:r>
            <a:r>
              <a:rPr sz="2200" spc="-5" dirty="0">
                <a:latin typeface="Cambria"/>
                <a:cs typeface="Cambria"/>
              </a:rPr>
              <a:t>o</a:t>
            </a:r>
            <a:r>
              <a:rPr sz="2200" dirty="0">
                <a:latin typeface="Cambria"/>
                <a:cs typeface="Cambria"/>
              </a:rPr>
              <a:t>f</a:t>
            </a:r>
            <a:r>
              <a:rPr sz="2200" spc="300" dirty="0">
                <a:latin typeface="Cambria"/>
                <a:cs typeface="Cambria"/>
              </a:rPr>
              <a:t> </a:t>
            </a:r>
            <a:r>
              <a:rPr sz="2200" spc="-20" dirty="0">
                <a:latin typeface="Cambria"/>
                <a:cs typeface="Cambria"/>
              </a:rPr>
              <a:t>terminal</a:t>
            </a:r>
            <a:r>
              <a:rPr sz="2200" spc="315" dirty="0">
                <a:latin typeface="Cambria"/>
                <a:cs typeface="Cambria"/>
              </a:rPr>
              <a:t> </a:t>
            </a:r>
            <a:r>
              <a:rPr sz="2200" spc="-5" dirty="0">
                <a:latin typeface="Cambria"/>
                <a:cs typeface="Cambria"/>
              </a:rPr>
              <a:t>and</a:t>
            </a:r>
            <a:r>
              <a:rPr sz="2200" spc="310" dirty="0">
                <a:latin typeface="Cambria"/>
                <a:cs typeface="Cambria"/>
              </a:rPr>
              <a:t> </a:t>
            </a:r>
            <a:r>
              <a:rPr sz="2200" spc="-15" dirty="0">
                <a:latin typeface="Cambria"/>
                <a:cs typeface="Cambria"/>
              </a:rPr>
              <a:t>nonterminal</a:t>
            </a:r>
            <a:r>
              <a:rPr sz="2200" spc="-5" dirty="0">
                <a:latin typeface="Cambria"/>
                <a:cs typeface="Cambria"/>
              </a:rPr>
              <a:t> </a:t>
            </a:r>
            <a:r>
              <a:rPr sz="2200" spc="-15" dirty="0">
                <a:latin typeface="Cambria"/>
                <a:cs typeface="Cambria"/>
              </a:rPr>
              <a:t>symbols.</a:t>
            </a:r>
            <a:r>
              <a:rPr sz="2200" spc="155" dirty="0">
                <a:latin typeface="Cambria"/>
                <a:cs typeface="Cambria"/>
              </a:rPr>
              <a:t> </a:t>
            </a:r>
            <a:r>
              <a:rPr sz="2200" spc="-15" dirty="0">
                <a:latin typeface="Cambria"/>
                <a:cs typeface="Cambria"/>
              </a:rPr>
              <a:t>The</a:t>
            </a:r>
            <a:r>
              <a:rPr sz="2200" spc="150" dirty="0">
                <a:latin typeface="Cambria"/>
                <a:cs typeface="Cambria"/>
              </a:rPr>
              <a:t> </a:t>
            </a:r>
            <a:r>
              <a:rPr sz="2200" spc="-10" dirty="0">
                <a:latin typeface="Cambria"/>
                <a:cs typeface="Cambria"/>
              </a:rPr>
              <a:t>string</a:t>
            </a:r>
            <a:r>
              <a:rPr sz="2200" spc="150" dirty="0">
                <a:latin typeface="Cambria"/>
                <a:cs typeface="Cambria"/>
              </a:rPr>
              <a:t> </a:t>
            </a:r>
            <a:r>
              <a:rPr sz="2200" spc="-15" dirty="0">
                <a:latin typeface="Cambria"/>
                <a:cs typeface="Cambria"/>
              </a:rPr>
              <a:t>α</a:t>
            </a:r>
            <a:r>
              <a:rPr sz="2200" spc="160" dirty="0">
                <a:latin typeface="Cambria"/>
                <a:cs typeface="Cambria"/>
              </a:rPr>
              <a:t> </a:t>
            </a:r>
            <a:r>
              <a:rPr sz="2200" spc="-15" dirty="0">
                <a:latin typeface="Cambria"/>
                <a:cs typeface="Cambria"/>
              </a:rPr>
              <a:t>and</a:t>
            </a:r>
            <a:r>
              <a:rPr sz="2200" spc="160" dirty="0">
                <a:latin typeface="Cambria"/>
                <a:cs typeface="Cambria"/>
              </a:rPr>
              <a:t> </a:t>
            </a:r>
            <a:r>
              <a:rPr sz="2200" spc="-15" dirty="0">
                <a:latin typeface="Cambria"/>
                <a:cs typeface="Cambria"/>
              </a:rPr>
              <a:t>β</a:t>
            </a:r>
            <a:r>
              <a:rPr sz="2200" spc="155" dirty="0">
                <a:latin typeface="Cambria"/>
                <a:cs typeface="Cambria"/>
              </a:rPr>
              <a:t> </a:t>
            </a:r>
            <a:r>
              <a:rPr sz="2200" spc="-25" dirty="0">
                <a:latin typeface="Cambria"/>
                <a:cs typeface="Cambria"/>
              </a:rPr>
              <a:t>may</a:t>
            </a:r>
            <a:r>
              <a:rPr sz="2200" spc="150" dirty="0">
                <a:latin typeface="Cambria"/>
                <a:cs typeface="Cambria"/>
              </a:rPr>
              <a:t> </a:t>
            </a:r>
            <a:r>
              <a:rPr sz="2200" spc="-10" dirty="0">
                <a:latin typeface="Cambria"/>
                <a:cs typeface="Cambria"/>
              </a:rPr>
              <a:t>be</a:t>
            </a:r>
            <a:r>
              <a:rPr sz="2200" spc="170" dirty="0">
                <a:latin typeface="Cambria"/>
                <a:cs typeface="Cambria"/>
              </a:rPr>
              <a:t> </a:t>
            </a:r>
            <a:r>
              <a:rPr sz="2200" spc="-15" dirty="0">
                <a:latin typeface="Cambria"/>
                <a:cs typeface="Cambria"/>
              </a:rPr>
              <a:t>empty</a:t>
            </a:r>
            <a:r>
              <a:rPr sz="2200" spc="150" dirty="0">
                <a:latin typeface="Cambria"/>
                <a:cs typeface="Cambria"/>
              </a:rPr>
              <a:t> </a:t>
            </a:r>
            <a:r>
              <a:rPr sz="2200" spc="-5" dirty="0">
                <a:latin typeface="Cambria"/>
                <a:cs typeface="Cambria"/>
              </a:rPr>
              <a:t>but</a:t>
            </a:r>
            <a:r>
              <a:rPr sz="2200" spc="165" dirty="0">
                <a:latin typeface="Cambria"/>
                <a:cs typeface="Cambria"/>
              </a:rPr>
              <a:t> </a:t>
            </a:r>
            <a:r>
              <a:rPr sz="2200" spc="-15" dirty="0">
                <a:latin typeface="Cambria"/>
                <a:cs typeface="Cambria"/>
              </a:rPr>
              <a:t>Υ</a:t>
            </a:r>
            <a:r>
              <a:rPr sz="2200" spc="160" dirty="0">
                <a:latin typeface="Cambria"/>
                <a:cs typeface="Cambria"/>
              </a:rPr>
              <a:t> </a:t>
            </a:r>
            <a:r>
              <a:rPr sz="2200" spc="-20" dirty="0">
                <a:latin typeface="Cambria"/>
                <a:cs typeface="Cambria"/>
              </a:rPr>
              <a:t>must</a:t>
            </a:r>
            <a:r>
              <a:rPr sz="2200" spc="165" dirty="0">
                <a:latin typeface="Cambria"/>
                <a:cs typeface="Cambria"/>
              </a:rPr>
              <a:t> </a:t>
            </a:r>
            <a:r>
              <a:rPr sz="2200" spc="-15" dirty="0">
                <a:latin typeface="Cambria"/>
                <a:cs typeface="Cambria"/>
              </a:rPr>
              <a:t>not</a:t>
            </a:r>
            <a:r>
              <a:rPr sz="2200" spc="165" dirty="0">
                <a:latin typeface="Cambria"/>
                <a:cs typeface="Cambria"/>
              </a:rPr>
              <a:t> </a:t>
            </a:r>
            <a:r>
              <a:rPr sz="2200" spc="-20" dirty="0">
                <a:latin typeface="Cambria"/>
                <a:cs typeface="Cambria"/>
              </a:rPr>
              <a:t>be</a:t>
            </a:r>
            <a:r>
              <a:rPr sz="2200" spc="-10" dirty="0">
                <a:latin typeface="Cambria"/>
                <a:cs typeface="Cambria"/>
              </a:rPr>
              <a:t> </a:t>
            </a:r>
            <a:r>
              <a:rPr sz="2200" spc="-30" dirty="0">
                <a:latin typeface="Cambria"/>
                <a:cs typeface="Cambria"/>
              </a:rPr>
              <a:t>nonempty.</a:t>
            </a:r>
            <a:endParaRPr sz="2200">
              <a:latin typeface="Cambria"/>
              <a:cs typeface="Cambria"/>
            </a:endParaRPr>
          </a:p>
          <a:p>
            <a:pPr marL="514984" algn="just">
              <a:lnSpc>
                <a:spcPct val="100000"/>
              </a:lnSpc>
              <a:spcBef>
                <a:spcPts val="3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Eg:-</a:t>
            </a:r>
            <a:r>
              <a:rPr sz="2200" spc="225" dirty="0">
                <a:latin typeface="Cambria"/>
                <a:cs typeface="Cambria"/>
              </a:rPr>
              <a:t>  </a:t>
            </a:r>
            <a:r>
              <a:rPr sz="2200" spc="-10" dirty="0">
                <a:latin typeface="Cambria"/>
                <a:cs typeface="Cambria"/>
              </a:rPr>
              <a:t>AB-</a:t>
            </a:r>
            <a:r>
              <a:rPr sz="2200" spc="-20" dirty="0">
                <a:latin typeface="Cambria"/>
                <a:cs typeface="Cambria"/>
              </a:rPr>
              <a:t>&gt;CDB</a:t>
            </a:r>
            <a:endParaRPr sz="2200">
              <a:latin typeface="Cambria"/>
              <a:cs typeface="Cambria"/>
            </a:endParaRPr>
          </a:p>
          <a:p>
            <a:pPr marL="1298575">
              <a:lnSpc>
                <a:spcPct val="100000"/>
              </a:lnSpc>
              <a:spcBef>
                <a:spcPts val="340"/>
              </a:spcBef>
            </a:pPr>
            <a:r>
              <a:rPr sz="2200" spc="-25" dirty="0">
                <a:latin typeface="Cambria"/>
                <a:cs typeface="Cambria"/>
              </a:rPr>
              <a:t>Ab-</a:t>
            </a:r>
            <a:r>
              <a:rPr sz="2200" spc="-20" dirty="0">
                <a:latin typeface="Cambria"/>
                <a:cs typeface="Cambria"/>
              </a:rPr>
              <a:t>&gt;Cdb</a:t>
            </a:r>
            <a:endParaRPr sz="2200">
              <a:latin typeface="Cambria"/>
              <a:cs typeface="Cambria"/>
            </a:endParaRPr>
          </a:p>
          <a:p>
            <a:pPr marL="1298575">
              <a:lnSpc>
                <a:spcPct val="100000"/>
              </a:lnSpc>
              <a:spcBef>
                <a:spcPts val="335"/>
              </a:spcBef>
            </a:pPr>
            <a:r>
              <a:rPr sz="2200" spc="-10" dirty="0">
                <a:latin typeface="Cambria"/>
                <a:cs typeface="Cambria"/>
              </a:rPr>
              <a:t>A-</a:t>
            </a:r>
            <a:r>
              <a:rPr sz="2200" spc="-25" dirty="0">
                <a:latin typeface="Cambria"/>
                <a:cs typeface="Cambria"/>
              </a:rPr>
              <a:t>&gt;b</a:t>
            </a:r>
            <a:endParaRPr sz="2200">
              <a:latin typeface="Cambria"/>
              <a:cs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379095">
              <a:lnSpc>
                <a:spcPts val="3779"/>
              </a:lnSpc>
            </a:pPr>
            <a:r>
              <a:rPr sz="3600" b="1" spc="-65" dirty="0">
                <a:solidFill>
                  <a:srgbClr val="FFFFFF"/>
                </a:solidFill>
                <a:latin typeface="Cambria"/>
                <a:cs typeface="Cambria"/>
              </a:rPr>
              <a:t>Classification </a:t>
            </a:r>
            <a:r>
              <a:rPr sz="3600" b="1" spc="-35" dirty="0">
                <a:solidFill>
                  <a:srgbClr val="FFFFFF"/>
                </a:solidFill>
                <a:latin typeface="Cambria"/>
                <a:cs typeface="Cambria"/>
              </a:rPr>
              <a:t>of</a:t>
            </a:r>
            <a:r>
              <a:rPr sz="3600" b="1" spc="-160" dirty="0">
                <a:solidFill>
                  <a:srgbClr val="FFFFFF"/>
                </a:solidFill>
                <a:latin typeface="Cambria"/>
                <a:cs typeface="Cambria"/>
              </a:rPr>
              <a:t> </a:t>
            </a:r>
            <a:r>
              <a:rPr sz="3600" b="1" spc="-10" dirty="0">
                <a:solidFill>
                  <a:srgbClr val="FFFFFF"/>
                </a:solidFill>
                <a:latin typeface="Cambria"/>
                <a:cs typeface="Cambria"/>
              </a:rPr>
              <a:t>Grammar</a:t>
            </a:r>
            <a:endParaRPr sz="3600">
              <a:latin typeface="Cambria"/>
              <a:cs typeface="Cambria"/>
            </a:endParaRPr>
          </a:p>
        </p:txBody>
      </p:sp>
      <p:sp>
        <p:nvSpPr>
          <p:cNvPr id="3" name="object 3"/>
          <p:cNvSpPr txBox="1">
            <a:spLocks noGrp="1"/>
          </p:cNvSpPr>
          <p:nvPr>
            <p:ph type="title"/>
          </p:nvPr>
        </p:nvSpPr>
        <p:spPr>
          <a:xfrm>
            <a:off x="3510534" y="845007"/>
            <a:ext cx="5813425" cy="360680"/>
          </a:xfrm>
          <a:prstGeom prst="rect">
            <a:avLst/>
          </a:prstGeom>
        </p:spPr>
        <p:txBody>
          <a:bodyPr vert="horz" wrap="square" lIns="0" tIns="12065" rIns="0" bIns="0" rtlCol="0">
            <a:spAutoFit/>
          </a:bodyPr>
          <a:lstStyle/>
          <a:p>
            <a:pPr marL="12700">
              <a:lnSpc>
                <a:spcPct val="100000"/>
              </a:lnSpc>
              <a:spcBef>
                <a:spcPts val="95"/>
              </a:spcBef>
              <a:tabLst>
                <a:tab pos="490855" algn="l"/>
              </a:tabLst>
            </a:pPr>
            <a:r>
              <a:rPr sz="2200" b="1" spc="-25" dirty="0">
                <a:latin typeface="Cambria"/>
                <a:cs typeface="Cambria"/>
              </a:rPr>
              <a:t>3.</a:t>
            </a:r>
            <a:r>
              <a:rPr sz="2200" b="1" dirty="0">
                <a:latin typeface="Cambria"/>
                <a:cs typeface="Cambria"/>
              </a:rPr>
              <a:t>	</a:t>
            </a:r>
            <a:r>
              <a:rPr sz="2200" b="1" spc="-20" dirty="0">
                <a:latin typeface="Cambria"/>
                <a:cs typeface="Cambria"/>
              </a:rPr>
              <a:t>Type-</a:t>
            </a:r>
            <a:r>
              <a:rPr sz="2200" b="1" dirty="0">
                <a:latin typeface="Cambria"/>
                <a:cs typeface="Cambria"/>
              </a:rPr>
              <a:t>2</a:t>
            </a:r>
            <a:r>
              <a:rPr sz="2200" b="1" spc="-80" dirty="0">
                <a:latin typeface="Cambria"/>
                <a:cs typeface="Cambria"/>
              </a:rPr>
              <a:t> </a:t>
            </a:r>
            <a:r>
              <a:rPr sz="2200" b="1" spc="-10" dirty="0">
                <a:latin typeface="Cambria"/>
                <a:cs typeface="Cambria"/>
              </a:rPr>
              <a:t>Grammar:-</a:t>
            </a:r>
            <a:r>
              <a:rPr sz="2200" b="1" spc="-25" dirty="0">
                <a:latin typeface="Cambria"/>
                <a:cs typeface="Cambria"/>
              </a:rPr>
              <a:t> </a:t>
            </a:r>
            <a:r>
              <a:rPr sz="2200" b="1" spc="-10" dirty="0">
                <a:solidFill>
                  <a:srgbClr val="00B0F0"/>
                </a:solidFill>
                <a:latin typeface="Cambria"/>
                <a:cs typeface="Cambria"/>
              </a:rPr>
              <a:t>Context</a:t>
            </a:r>
            <a:r>
              <a:rPr sz="2200" b="1" spc="-65" dirty="0">
                <a:solidFill>
                  <a:srgbClr val="00B0F0"/>
                </a:solidFill>
                <a:latin typeface="Cambria"/>
                <a:cs typeface="Cambria"/>
              </a:rPr>
              <a:t> </a:t>
            </a:r>
            <a:r>
              <a:rPr sz="2200" b="1" dirty="0">
                <a:solidFill>
                  <a:srgbClr val="00B0F0"/>
                </a:solidFill>
                <a:latin typeface="Cambria"/>
                <a:cs typeface="Cambria"/>
              </a:rPr>
              <a:t>Free</a:t>
            </a:r>
            <a:r>
              <a:rPr sz="2200" b="1" spc="-55" dirty="0">
                <a:solidFill>
                  <a:srgbClr val="00B0F0"/>
                </a:solidFill>
                <a:latin typeface="Cambria"/>
                <a:cs typeface="Cambria"/>
              </a:rPr>
              <a:t> </a:t>
            </a:r>
            <a:r>
              <a:rPr sz="2200" b="1" spc="-10" dirty="0">
                <a:solidFill>
                  <a:srgbClr val="00B0F0"/>
                </a:solidFill>
                <a:latin typeface="Cambria"/>
                <a:cs typeface="Cambria"/>
              </a:rPr>
              <a:t>Grammar</a:t>
            </a:r>
            <a:endParaRPr sz="2200" dirty="0">
              <a:solidFill>
                <a:srgbClr val="00B0F0"/>
              </a:solidFill>
              <a:latin typeface="Cambria"/>
              <a:cs typeface="Cambria"/>
            </a:endParaRPr>
          </a:p>
        </p:txBody>
      </p:sp>
      <p:sp>
        <p:nvSpPr>
          <p:cNvPr id="4" name="object 4"/>
          <p:cNvSpPr txBox="1"/>
          <p:nvPr/>
        </p:nvSpPr>
        <p:spPr>
          <a:xfrm>
            <a:off x="4013453" y="1185417"/>
            <a:ext cx="7649845" cy="1945639"/>
          </a:xfrm>
          <a:prstGeom prst="rect">
            <a:avLst/>
          </a:prstGeom>
        </p:spPr>
        <p:txBody>
          <a:bodyPr vert="horz" wrap="square" lIns="0" tIns="45719" rIns="0" bIns="0" rtlCol="0">
            <a:spAutoFit/>
          </a:bodyPr>
          <a:lstStyle/>
          <a:p>
            <a:pPr marL="195580" marR="5080" indent="-182880" algn="just">
              <a:lnSpc>
                <a:spcPct val="90000"/>
              </a:lnSpc>
              <a:spcBef>
                <a:spcPts val="359"/>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15" dirty="0">
                <a:latin typeface="Cambria"/>
                <a:cs typeface="Cambria"/>
              </a:rPr>
              <a:t>These</a:t>
            </a:r>
            <a:r>
              <a:rPr sz="2200" spc="509" dirty="0">
                <a:latin typeface="Cambria"/>
                <a:cs typeface="Cambria"/>
              </a:rPr>
              <a:t> </a:t>
            </a:r>
            <a:r>
              <a:rPr sz="2200" spc="-25" dirty="0">
                <a:latin typeface="Cambria"/>
                <a:cs typeface="Cambria"/>
              </a:rPr>
              <a:t>are</a:t>
            </a:r>
            <a:r>
              <a:rPr sz="2200" spc="509" dirty="0">
                <a:latin typeface="Cambria"/>
                <a:cs typeface="Cambria"/>
              </a:rPr>
              <a:t> </a:t>
            </a:r>
            <a:r>
              <a:rPr sz="2200" spc="-10" dirty="0">
                <a:latin typeface="Cambria"/>
                <a:cs typeface="Cambria"/>
              </a:rPr>
              <a:t>defined</a:t>
            </a:r>
            <a:r>
              <a:rPr sz="2200" spc="520" dirty="0">
                <a:latin typeface="Cambria"/>
                <a:cs typeface="Cambria"/>
              </a:rPr>
              <a:t> </a:t>
            </a:r>
            <a:r>
              <a:rPr sz="2200" spc="-25" dirty="0">
                <a:latin typeface="Cambria"/>
                <a:cs typeface="Cambria"/>
              </a:rPr>
              <a:t>by</a:t>
            </a:r>
            <a:r>
              <a:rPr sz="2200" spc="505" dirty="0">
                <a:latin typeface="Cambria"/>
                <a:cs typeface="Cambria"/>
              </a:rPr>
              <a:t> </a:t>
            </a:r>
            <a:r>
              <a:rPr sz="2200" spc="-10" dirty="0">
                <a:latin typeface="Cambria"/>
                <a:cs typeface="Cambria"/>
              </a:rPr>
              <a:t>the</a:t>
            </a:r>
            <a:r>
              <a:rPr sz="2200" spc="509" dirty="0">
                <a:latin typeface="Cambria"/>
                <a:cs typeface="Cambria"/>
              </a:rPr>
              <a:t> </a:t>
            </a:r>
            <a:r>
              <a:rPr sz="2200" spc="-15" dirty="0">
                <a:latin typeface="Cambria"/>
                <a:cs typeface="Cambria"/>
              </a:rPr>
              <a:t>rules</a:t>
            </a:r>
            <a:r>
              <a:rPr sz="2200" spc="515" dirty="0">
                <a:latin typeface="Cambria"/>
                <a:cs typeface="Cambria"/>
              </a:rPr>
              <a:t> </a:t>
            </a:r>
            <a:r>
              <a:rPr sz="2200" spc="10" dirty="0">
                <a:latin typeface="Cambria"/>
                <a:cs typeface="Cambria"/>
              </a:rPr>
              <a:t>o</a:t>
            </a:r>
            <a:r>
              <a:rPr sz="2200" dirty="0">
                <a:latin typeface="Cambria"/>
                <a:cs typeface="Cambria"/>
              </a:rPr>
              <a:t>f</a:t>
            </a:r>
            <a:r>
              <a:rPr sz="2200" spc="505" dirty="0">
                <a:latin typeface="Cambria"/>
                <a:cs typeface="Cambria"/>
              </a:rPr>
              <a:t> </a:t>
            </a:r>
            <a:r>
              <a:rPr sz="2200" spc="-10" dirty="0">
                <a:latin typeface="Cambria"/>
                <a:cs typeface="Cambria"/>
              </a:rPr>
              <a:t>the</a:t>
            </a:r>
            <a:r>
              <a:rPr sz="2200" spc="509" dirty="0">
                <a:latin typeface="Cambria"/>
                <a:cs typeface="Cambria"/>
              </a:rPr>
              <a:t> </a:t>
            </a:r>
            <a:r>
              <a:rPr sz="2200" spc="-30" dirty="0">
                <a:latin typeface="Cambria"/>
                <a:cs typeface="Cambria"/>
              </a:rPr>
              <a:t>f</a:t>
            </a:r>
            <a:r>
              <a:rPr sz="2200" spc="-5" dirty="0">
                <a:latin typeface="Cambria"/>
                <a:cs typeface="Cambria"/>
              </a:rPr>
              <a:t>or</a:t>
            </a:r>
            <a:r>
              <a:rPr sz="2200" dirty="0">
                <a:latin typeface="Cambria"/>
                <a:cs typeface="Cambria"/>
              </a:rPr>
              <a:t>m</a:t>
            </a:r>
            <a:r>
              <a:rPr sz="2200" spc="509" dirty="0">
                <a:latin typeface="Cambria"/>
                <a:cs typeface="Cambria"/>
              </a:rPr>
              <a:t> </a:t>
            </a:r>
            <a:r>
              <a:rPr sz="2200" spc="-15" dirty="0">
                <a:latin typeface="Cambria"/>
                <a:cs typeface="Cambria"/>
              </a:rPr>
              <a:t>A</a:t>
            </a:r>
            <a:r>
              <a:rPr sz="2200" spc="520" dirty="0">
                <a:latin typeface="Cambria"/>
                <a:cs typeface="Cambria"/>
              </a:rPr>
              <a:t> </a:t>
            </a:r>
            <a:r>
              <a:rPr sz="2200" dirty="0">
                <a:latin typeface="Cambria"/>
                <a:cs typeface="Cambria"/>
              </a:rPr>
              <a:t>→</a:t>
            </a:r>
            <a:r>
              <a:rPr sz="2200" spc="495" dirty="0">
                <a:latin typeface="Cambria"/>
                <a:cs typeface="Cambria"/>
              </a:rPr>
              <a:t> </a:t>
            </a:r>
            <a:r>
              <a:rPr sz="2200" spc="-120" dirty="0">
                <a:latin typeface="Cambria"/>
                <a:cs typeface="Cambria"/>
              </a:rPr>
              <a:t>Υ,</a:t>
            </a:r>
            <a:r>
              <a:rPr sz="2200" spc="515" dirty="0">
                <a:latin typeface="Cambria"/>
                <a:cs typeface="Cambria"/>
              </a:rPr>
              <a:t> </a:t>
            </a:r>
            <a:r>
              <a:rPr sz="2200" spc="-15" dirty="0">
                <a:latin typeface="Cambria"/>
                <a:cs typeface="Cambria"/>
              </a:rPr>
              <a:t>with</a:t>
            </a:r>
            <a:r>
              <a:rPr sz="2200" spc="525" dirty="0">
                <a:latin typeface="Cambria"/>
                <a:cs typeface="Cambria"/>
              </a:rPr>
              <a:t> </a:t>
            </a:r>
            <a:r>
              <a:rPr sz="2200" spc="-295" dirty="0">
                <a:latin typeface="Cambria"/>
                <a:cs typeface="Cambria"/>
              </a:rPr>
              <a:t>A</a:t>
            </a:r>
            <a:r>
              <a:rPr sz="2200" spc="-5" dirty="0">
                <a:latin typeface="Cambria"/>
                <a:cs typeface="Cambria"/>
              </a:rPr>
              <a:t> </a:t>
            </a:r>
            <a:r>
              <a:rPr sz="2200" spc="-20" dirty="0">
                <a:latin typeface="Cambria"/>
                <a:cs typeface="Cambria"/>
              </a:rPr>
              <a:t>nonterminal</a:t>
            </a:r>
            <a:r>
              <a:rPr sz="2200" spc="944" dirty="0">
                <a:latin typeface="Cambria"/>
                <a:cs typeface="Cambria"/>
              </a:rPr>
              <a:t> </a:t>
            </a:r>
            <a:r>
              <a:rPr sz="2200" spc="-15" dirty="0">
                <a:latin typeface="Cambria"/>
                <a:cs typeface="Cambria"/>
              </a:rPr>
              <a:t>and</a:t>
            </a:r>
            <a:r>
              <a:rPr sz="2200" spc="944" dirty="0">
                <a:latin typeface="Cambria"/>
                <a:cs typeface="Cambria"/>
              </a:rPr>
              <a:t> </a:t>
            </a:r>
            <a:r>
              <a:rPr sz="2200" spc="-15" dirty="0">
                <a:latin typeface="Cambria"/>
                <a:cs typeface="Cambria"/>
              </a:rPr>
              <a:t>Υ</a:t>
            </a:r>
            <a:r>
              <a:rPr sz="2200" spc="935" dirty="0">
                <a:latin typeface="Cambria"/>
                <a:cs typeface="Cambria"/>
              </a:rPr>
              <a:t> </a:t>
            </a:r>
            <a:r>
              <a:rPr sz="2200" spc="-15" dirty="0">
                <a:latin typeface="Cambria"/>
                <a:cs typeface="Cambria"/>
              </a:rPr>
              <a:t>a</a:t>
            </a:r>
            <a:r>
              <a:rPr sz="2200" spc="930" dirty="0">
                <a:latin typeface="Cambria"/>
                <a:cs typeface="Cambria"/>
              </a:rPr>
              <a:t> </a:t>
            </a:r>
            <a:r>
              <a:rPr sz="2200" spc="-15" dirty="0">
                <a:latin typeface="Cambria"/>
                <a:cs typeface="Cambria"/>
              </a:rPr>
              <a:t>sting</a:t>
            </a:r>
            <a:r>
              <a:rPr sz="2200" spc="930" dirty="0">
                <a:latin typeface="Cambria"/>
                <a:cs typeface="Cambria"/>
              </a:rPr>
              <a:t> </a:t>
            </a:r>
            <a:r>
              <a:rPr sz="2200" spc="-5" dirty="0">
                <a:latin typeface="Cambria"/>
                <a:cs typeface="Cambria"/>
              </a:rPr>
              <a:t>o</a:t>
            </a:r>
            <a:r>
              <a:rPr sz="2200" dirty="0">
                <a:latin typeface="Cambria"/>
                <a:cs typeface="Cambria"/>
              </a:rPr>
              <a:t>f</a:t>
            </a:r>
            <a:r>
              <a:rPr sz="2200" spc="940" dirty="0">
                <a:latin typeface="Cambria"/>
                <a:cs typeface="Cambria"/>
              </a:rPr>
              <a:t> </a:t>
            </a:r>
            <a:r>
              <a:rPr sz="2200" spc="-20" dirty="0">
                <a:latin typeface="Cambria"/>
                <a:cs typeface="Cambria"/>
              </a:rPr>
              <a:t>terminal</a:t>
            </a:r>
            <a:r>
              <a:rPr sz="2200" spc="940" dirty="0">
                <a:latin typeface="Cambria"/>
                <a:cs typeface="Cambria"/>
              </a:rPr>
              <a:t> </a:t>
            </a:r>
            <a:r>
              <a:rPr sz="2200" spc="-15" dirty="0">
                <a:latin typeface="Cambria"/>
                <a:cs typeface="Cambria"/>
              </a:rPr>
              <a:t>and</a:t>
            </a:r>
            <a:r>
              <a:rPr sz="2200" spc="950" dirty="0">
                <a:latin typeface="Cambria"/>
                <a:cs typeface="Cambria"/>
              </a:rPr>
              <a:t> </a:t>
            </a:r>
            <a:r>
              <a:rPr sz="2200" spc="-20" dirty="0">
                <a:latin typeface="Cambria"/>
                <a:cs typeface="Cambria"/>
              </a:rPr>
              <a:t>nonterminal</a:t>
            </a:r>
            <a:r>
              <a:rPr sz="2200" spc="-10" dirty="0">
                <a:latin typeface="Cambria"/>
                <a:cs typeface="Cambria"/>
              </a:rPr>
              <a:t> </a:t>
            </a:r>
            <a:r>
              <a:rPr sz="2200" spc="-20" dirty="0">
                <a:latin typeface="Cambria"/>
                <a:cs typeface="Cambria"/>
              </a:rPr>
              <a:t>Symbols.</a:t>
            </a:r>
            <a:r>
              <a:rPr sz="2200" spc="430" dirty="0">
                <a:latin typeface="Cambria"/>
                <a:cs typeface="Cambria"/>
              </a:rPr>
              <a:t> </a:t>
            </a:r>
            <a:r>
              <a:rPr sz="2200" spc="-15" dirty="0">
                <a:latin typeface="Cambria"/>
                <a:cs typeface="Cambria"/>
              </a:rPr>
              <a:t>These</a:t>
            </a:r>
            <a:r>
              <a:rPr sz="2200" spc="440" dirty="0">
                <a:latin typeface="Cambria"/>
                <a:cs typeface="Cambria"/>
              </a:rPr>
              <a:t> </a:t>
            </a:r>
            <a:r>
              <a:rPr sz="2200" spc="-20" dirty="0">
                <a:latin typeface="Cambria"/>
                <a:cs typeface="Cambria"/>
              </a:rPr>
              <a:t>grammar</a:t>
            </a:r>
            <a:r>
              <a:rPr sz="2200" spc="420" dirty="0">
                <a:latin typeface="Cambria"/>
                <a:cs typeface="Cambria"/>
              </a:rPr>
              <a:t> </a:t>
            </a:r>
            <a:r>
              <a:rPr sz="2200" spc="-10" dirty="0">
                <a:latin typeface="Cambria"/>
                <a:cs typeface="Cambria"/>
              </a:rPr>
              <a:t>can</a:t>
            </a:r>
            <a:r>
              <a:rPr sz="2200" spc="420" dirty="0">
                <a:latin typeface="Cambria"/>
                <a:cs typeface="Cambria"/>
              </a:rPr>
              <a:t> </a:t>
            </a:r>
            <a:r>
              <a:rPr sz="2200" spc="-10" dirty="0">
                <a:latin typeface="Cambria"/>
                <a:cs typeface="Cambria"/>
              </a:rPr>
              <a:t>be</a:t>
            </a:r>
            <a:r>
              <a:rPr sz="2200" spc="420" dirty="0">
                <a:latin typeface="Cambria"/>
                <a:cs typeface="Cambria"/>
              </a:rPr>
              <a:t> </a:t>
            </a:r>
            <a:r>
              <a:rPr sz="2200" spc="-15" dirty="0">
                <a:latin typeface="Cambria"/>
                <a:cs typeface="Cambria"/>
              </a:rPr>
              <a:t>applied</a:t>
            </a:r>
            <a:r>
              <a:rPr sz="2200" spc="434" dirty="0">
                <a:latin typeface="Cambria"/>
                <a:cs typeface="Cambria"/>
              </a:rPr>
              <a:t> </a:t>
            </a:r>
            <a:r>
              <a:rPr sz="2200" spc="-15" dirty="0">
                <a:latin typeface="Cambria"/>
                <a:cs typeface="Cambria"/>
              </a:rPr>
              <a:t>independent</a:t>
            </a:r>
            <a:r>
              <a:rPr sz="2200" spc="434" dirty="0">
                <a:latin typeface="Cambria"/>
                <a:cs typeface="Cambria"/>
              </a:rPr>
              <a:t> </a:t>
            </a:r>
            <a:r>
              <a:rPr sz="2200" spc="10" dirty="0">
                <a:latin typeface="Cambria"/>
                <a:cs typeface="Cambria"/>
              </a:rPr>
              <a:t>o</a:t>
            </a:r>
            <a:r>
              <a:rPr sz="2200" dirty="0">
                <a:latin typeface="Cambria"/>
                <a:cs typeface="Cambria"/>
              </a:rPr>
              <a:t>f</a:t>
            </a:r>
            <a:r>
              <a:rPr sz="2200" spc="420" dirty="0">
                <a:latin typeface="Cambria"/>
                <a:cs typeface="Cambria"/>
              </a:rPr>
              <a:t> </a:t>
            </a:r>
            <a:r>
              <a:rPr sz="2200" spc="-10" dirty="0">
                <a:latin typeface="Cambria"/>
                <a:cs typeface="Cambria"/>
              </a:rPr>
              <a:t>its</a:t>
            </a:r>
            <a:r>
              <a:rPr sz="2200" spc="-5" dirty="0">
                <a:latin typeface="Cambria"/>
                <a:cs typeface="Cambria"/>
              </a:rPr>
              <a:t> </a:t>
            </a:r>
            <a:r>
              <a:rPr sz="2200" spc="-20" dirty="0">
                <a:latin typeface="Cambria"/>
                <a:cs typeface="Cambria"/>
              </a:rPr>
              <a:t>context</a:t>
            </a:r>
            <a:r>
              <a:rPr sz="2200" spc="210" dirty="0">
                <a:latin typeface="Cambria"/>
                <a:cs typeface="Cambria"/>
              </a:rPr>
              <a:t> </a:t>
            </a:r>
            <a:r>
              <a:rPr sz="2200" spc="-15" dirty="0">
                <a:latin typeface="Cambria"/>
                <a:cs typeface="Cambria"/>
              </a:rPr>
              <a:t>so</a:t>
            </a:r>
            <a:r>
              <a:rPr sz="2200" spc="204" dirty="0">
                <a:latin typeface="Cambria"/>
                <a:cs typeface="Cambria"/>
              </a:rPr>
              <a:t> </a:t>
            </a:r>
            <a:r>
              <a:rPr sz="2200" spc="-10" dirty="0">
                <a:latin typeface="Cambria"/>
                <a:cs typeface="Cambria"/>
              </a:rPr>
              <a:t>it</a:t>
            </a:r>
            <a:r>
              <a:rPr sz="2200" spc="210" dirty="0">
                <a:latin typeface="Cambria"/>
                <a:cs typeface="Cambria"/>
              </a:rPr>
              <a:t> </a:t>
            </a:r>
            <a:r>
              <a:rPr sz="2200" spc="-10" dirty="0">
                <a:latin typeface="Cambria"/>
                <a:cs typeface="Cambria"/>
              </a:rPr>
              <a:t>is</a:t>
            </a:r>
            <a:r>
              <a:rPr sz="2200" spc="200" dirty="0">
                <a:latin typeface="Cambria"/>
                <a:cs typeface="Cambria"/>
              </a:rPr>
              <a:t> </a:t>
            </a:r>
            <a:r>
              <a:rPr sz="2200" spc="-20" dirty="0">
                <a:latin typeface="Cambria"/>
                <a:cs typeface="Cambria"/>
              </a:rPr>
              <a:t>Context</a:t>
            </a:r>
            <a:r>
              <a:rPr sz="2200" spc="204" dirty="0">
                <a:latin typeface="Cambria"/>
                <a:cs typeface="Cambria"/>
              </a:rPr>
              <a:t> </a:t>
            </a:r>
            <a:r>
              <a:rPr sz="2200" spc="-20" dirty="0">
                <a:latin typeface="Cambria"/>
                <a:cs typeface="Cambria"/>
              </a:rPr>
              <a:t>free</a:t>
            </a:r>
            <a:r>
              <a:rPr sz="2200" spc="210" dirty="0">
                <a:latin typeface="Cambria"/>
                <a:cs typeface="Cambria"/>
              </a:rPr>
              <a:t> </a:t>
            </a:r>
            <a:r>
              <a:rPr sz="2200" spc="-15" dirty="0">
                <a:latin typeface="Cambria"/>
                <a:cs typeface="Cambria"/>
              </a:rPr>
              <a:t>Grammar</a:t>
            </a:r>
            <a:r>
              <a:rPr sz="2200" spc="204" dirty="0">
                <a:latin typeface="Cambria"/>
                <a:cs typeface="Cambria"/>
              </a:rPr>
              <a:t> </a:t>
            </a:r>
            <a:r>
              <a:rPr sz="2200" spc="-10" dirty="0">
                <a:latin typeface="Cambria"/>
                <a:cs typeface="Cambria"/>
              </a:rPr>
              <a:t>(CFG).</a:t>
            </a:r>
            <a:r>
              <a:rPr sz="2200" spc="200" dirty="0">
                <a:latin typeface="Cambria"/>
                <a:cs typeface="Cambria"/>
              </a:rPr>
              <a:t> </a:t>
            </a:r>
            <a:r>
              <a:rPr sz="2200" spc="-10" dirty="0">
                <a:latin typeface="Cambria"/>
                <a:cs typeface="Cambria"/>
              </a:rPr>
              <a:t>CFGs</a:t>
            </a:r>
            <a:r>
              <a:rPr sz="2200" spc="200" dirty="0">
                <a:latin typeface="Cambria"/>
                <a:cs typeface="Cambria"/>
              </a:rPr>
              <a:t> </a:t>
            </a:r>
            <a:r>
              <a:rPr sz="2200" spc="-25" dirty="0">
                <a:latin typeface="Cambria"/>
                <a:cs typeface="Cambria"/>
              </a:rPr>
              <a:t>are</a:t>
            </a:r>
            <a:r>
              <a:rPr sz="2200" spc="210" dirty="0">
                <a:latin typeface="Cambria"/>
                <a:cs typeface="Cambria"/>
              </a:rPr>
              <a:t> </a:t>
            </a:r>
            <a:r>
              <a:rPr sz="2200" spc="-15" dirty="0">
                <a:latin typeface="Cambria"/>
                <a:cs typeface="Cambria"/>
              </a:rPr>
              <a:t>ideally</a:t>
            </a:r>
            <a:r>
              <a:rPr sz="2200" spc="-5" dirty="0">
                <a:latin typeface="Cambria"/>
                <a:cs typeface="Cambria"/>
              </a:rPr>
              <a:t> </a:t>
            </a:r>
            <a:r>
              <a:rPr sz="2200" spc="-20" dirty="0">
                <a:latin typeface="Cambria"/>
                <a:cs typeface="Cambria"/>
              </a:rPr>
              <a:t>suited</a:t>
            </a:r>
            <a:r>
              <a:rPr sz="2200" spc="25" dirty="0">
                <a:latin typeface="Cambria"/>
                <a:cs typeface="Cambria"/>
              </a:rPr>
              <a:t> </a:t>
            </a:r>
            <a:r>
              <a:rPr sz="2200" spc="-20" dirty="0">
                <a:latin typeface="Cambria"/>
                <a:cs typeface="Cambria"/>
              </a:rPr>
              <a:t>for</a:t>
            </a:r>
            <a:r>
              <a:rPr sz="2200" spc="5" dirty="0">
                <a:latin typeface="Cambria"/>
                <a:cs typeface="Cambria"/>
              </a:rPr>
              <a:t> </a:t>
            </a:r>
            <a:r>
              <a:rPr sz="2200" spc="-20" dirty="0">
                <a:latin typeface="Cambria"/>
                <a:cs typeface="Cambria"/>
              </a:rPr>
              <a:t>programming</a:t>
            </a:r>
            <a:r>
              <a:rPr sz="2200" spc="20" dirty="0">
                <a:latin typeface="Cambria"/>
                <a:cs typeface="Cambria"/>
              </a:rPr>
              <a:t> </a:t>
            </a:r>
            <a:r>
              <a:rPr sz="2200" spc="-15" dirty="0">
                <a:latin typeface="Cambria"/>
                <a:cs typeface="Cambria"/>
              </a:rPr>
              <a:t>language</a:t>
            </a:r>
            <a:r>
              <a:rPr sz="2200" spc="35" dirty="0">
                <a:latin typeface="Cambria"/>
                <a:cs typeface="Cambria"/>
              </a:rPr>
              <a:t> </a:t>
            </a:r>
            <a:r>
              <a:rPr sz="2200" spc="-15" dirty="0">
                <a:latin typeface="Cambria"/>
                <a:cs typeface="Cambria"/>
              </a:rPr>
              <a:t>specification.</a:t>
            </a:r>
            <a:endParaRPr sz="2200" dirty="0">
              <a:latin typeface="Cambria"/>
              <a:cs typeface="Cambria"/>
            </a:endParaRPr>
          </a:p>
          <a:p>
            <a:pPr marL="12700" algn="just">
              <a:lnSpc>
                <a:spcPct val="100000"/>
              </a:lnSpc>
              <a:spcBef>
                <a:spcPts val="33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Eg:-</a:t>
            </a:r>
            <a:r>
              <a:rPr sz="2200" spc="-25" dirty="0">
                <a:latin typeface="Cambria"/>
                <a:cs typeface="Cambria"/>
              </a:rPr>
              <a:t> </a:t>
            </a:r>
            <a:r>
              <a:rPr sz="2200" dirty="0">
                <a:latin typeface="Cambria"/>
                <a:cs typeface="Cambria"/>
              </a:rPr>
              <a:t>A</a:t>
            </a:r>
            <a:r>
              <a:rPr sz="2200" spc="-5" dirty="0">
                <a:latin typeface="Cambria"/>
                <a:cs typeface="Cambria"/>
              </a:rPr>
              <a:t> </a:t>
            </a:r>
            <a:r>
              <a:rPr sz="2200" dirty="0">
                <a:latin typeface="Cambria"/>
                <a:cs typeface="Cambria"/>
              </a:rPr>
              <a:t>→</a:t>
            </a:r>
            <a:r>
              <a:rPr sz="2200" spc="-15" dirty="0">
                <a:latin typeface="Cambria"/>
                <a:cs typeface="Cambria"/>
              </a:rPr>
              <a:t> </a:t>
            </a:r>
            <a:r>
              <a:rPr sz="2200" spc="-25" dirty="0">
                <a:latin typeface="Cambria"/>
                <a:cs typeface="Cambria"/>
              </a:rPr>
              <a:t>aBc</a:t>
            </a:r>
            <a:endParaRPr sz="2200">
              <a:latin typeface="Cambria"/>
              <a:cs typeface="Cambria"/>
            </a:endParaRPr>
          </a:p>
        </p:txBody>
      </p:sp>
      <p:sp>
        <p:nvSpPr>
          <p:cNvPr id="5" name="object 5"/>
          <p:cNvSpPr txBox="1"/>
          <p:nvPr/>
        </p:nvSpPr>
        <p:spPr>
          <a:xfrm>
            <a:off x="3510534" y="3263011"/>
            <a:ext cx="8154034" cy="2740025"/>
          </a:xfrm>
          <a:prstGeom prst="rect">
            <a:avLst/>
          </a:prstGeom>
        </p:spPr>
        <p:txBody>
          <a:bodyPr vert="horz" wrap="square" lIns="0" tIns="12065" rIns="0" bIns="0" rtlCol="0">
            <a:spAutoFit/>
          </a:bodyPr>
          <a:lstStyle/>
          <a:p>
            <a:pPr marL="12700" algn="just">
              <a:lnSpc>
                <a:spcPct val="100000"/>
              </a:lnSpc>
              <a:spcBef>
                <a:spcPts val="95"/>
              </a:spcBef>
            </a:pPr>
            <a:r>
              <a:rPr sz="2200" b="1" dirty="0">
                <a:latin typeface="Cambria"/>
                <a:cs typeface="Cambria"/>
              </a:rPr>
              <a:t>4.</a:t>
            </a:r>
            <a:r>
              <a:rPr sz="2200" b="1" spc="210" dirty="0">
                <a:latin typeface="Cambria"/>
                <a:cs typeface="Cambria"/>
              </a:rPr>
              <a:t>  </a:t>
            </a:r>
            <a:r>
              <a:rPr sz="2200" b="1" spc="-20" dirty="0">
                <a:latin typeface="Cambria"/>
                <a:cs typeface="Cambria"/>
              </a:rPr>
              <a:t>Type-</a:t>
            </a:r>
            <a:r>
              <a:rPr sz="2200" b="1" dirty="0">
                <a:latin typeface="Cambria"/>
                <a:cs typeface="Cambria"/>
              </a:rPr>
              <a:t>3</a:t>
            </a:r>
            <a:r>
              <a:rPr sz="2200" b="1" spc="-30" dirty="0">
                <a:latin typeface="Cambria"/>
                <a:cs typeface="Cambria"/>
              </a:rPr>
              <a:t> </a:t>
            </a:r>
            <a:r>
              <a:rPr sz="2200" b="1" spc="-10" dirty="0">
                <a:latin typeface="Cambria"/>
                <a:cs typeface="Cambria"/>
              </a:rPr>
              <a:t>Grammar:-</a:t>
            </a:r>
            <a:r>
              <a:rPr sz="2200" b="1" spc="-5" dirty="0">
                <a:latin typeface="Cambria"/>
                <a:cs typeface="Cambria"/>
              </a:rPr>
              <a:t> </a:t>
            </a:r>
            <a:r>
              <a:rPr sz="2200" b="1" dirty="0">
                <a:latin typeface="Cambria"/>
                <a:cs typeface="Cambria"/>
              </a:rPr>
              <a:t>Regular</a:t>
            </a:r>
            <a:r>
              <a:rPr sz="2200" b="1" spc="-15" dirty="0">
                <a:latin typeface="Cambria"/>
                <a:cs typeface="Cambria"/>
              </a:rPr>
              <a:t> </a:t>
            </a:r>
            <a:r>
              <a:rPr sz="2200" b="1" spc="-10" dirty="0">
                <a:latin typeface="Cambria"/>
                <a:cs typeface="Cambria"/>
              </a:rPr>
              <a:t>Grammar</a:t>
            </a:r>
            <a:endParaRPr sz="2200">
              <a:latin typeface="Cambria"/>
              <a:cs typeface="Cambria"/>
            </a:endParaRPr>
          </a:p>
          <a:p>
            <a:pPr marL="698500" marR="5080" indent="-182880" algn="just">
              <a:lnSpc>
                <a:spcPts val="2380"/>
              </a:lnSpc>
              <a:spcBef>
                <a:spcPts val="334"/>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10" dirty="0">
                <a:latin typeface="Cambria"/>
                <a:cs typeface="Cambria"/>
              </a:rPr>
              <a:t>It</a:t>
            </a:r>
            <a:r>
              <a:rPr sz="2200" spc="245" dirty="0">
                <a:latin typeface="Cambria"/>
                <a:cs typeface="Cambria"/>
              </a:rPr>
              <a:t> </a:t>
            </a:r>
            <a:r>
              <a:rPr sz="2200" spc="-15" dirty="0">
                <a:latin typeface="Cambria"/>
                <a:cs typeface="Cambria"/>
              </a:rPr>
              <a:t>restrict</a:t>
            </a:r>
            <a:r>
              <a:rPr sz="2200" spc="240" dirty="0">
                <a:latin typeface="Cambria"/>
                <a:cs typeface="Cambria"/>
              </a:rPr>
              <a:t> </a:t>
            </a:r>
            <a:r>
              <a:rPr sz="2200" spc="-5" dirty="0">
                <a:latin typeface="Cambria"/>
                <a:cs typeface="Cambria"/>
              </a:rPr>
              <a:t>its</a:t>
            </a:r>
            <a:r>
              <a:rPr sz="2200" spc="254" dirty="0">
                <a:latin typeface="Cambria"/>
                <a:cs typeface="Cambria"/>
              </a:rPr>
              <a:t> </a:t>
            </a:r>
            <a:r>
              <a:rPr sz="2200" spc="-15" dirty="0">
                <a:latin typeface="Cambria"/>
                <a:cs typeface="Cambria"/>
              </a:rPr>
              <a:t>rule</a:t>
            </a:r>
            <a:r>
              <a:rPr sz="2200" spc="250" dirty="0">
                <a:latin typeface="Cambria"/>
                <a:cs typeface="Cambria"/>
              </a:rPr>
              <a:t> </a:t>
            </a:r>
            <a:r>
              <a:rPr sz="2200" spc="-5" dirty="0">
                <a:latin typeface="Cambria"/>
                <a:cs typeface="Cambria"/>
              </a:rPr>
              <a:t>o</a:t>
            </a:r>
            <a:r>
              <a:rPr sz="2200" dirty="0">
                <a:latin typeface="Cambria"/>
                <a:cs typeface="Cambria"/>
              </a:rPr>
              <a:t>f</a:t>
            </a:r>
            <a:r>
              <a:rPr sz="2200" spc="229" dirty="0">
                <a:latin typeface="Cambria"/>
                <a:cs typeface="Cambria"/>
              </a:rPr>
              <a:t> </a:t>
            </a:r>
            <a:r>
              <a:rPr sz="2200" spc="-15" dirty="0">
                <a:latin typeface="Cambria"/>
                <a:cs typeface="Cambria"/>
              </a:rPr>
              <a:t>single</a:t>
            </a:r>
            <a:r>
              <a:rPr sz="2200" spc="240" dirty="0">
                <a:latin typeface="Cambria"/>
                <a:cs typeface="Cambria"/>
              </a:rPr>
              <a:t> </a:t>
            </a:r>
            <a:r>
              <a:rPr sz="2200" spc="-15" dirty="0">
                <a:latin typeface="Cambria"/>
                <a:cs typeface="Cambria"/>
              </a:rPr>
              <a:t>nonterminal</a:t>
            </a:r>
            <a:r>
              <a:rPr sz="2200" spc="245" dirty="0">
                <a:latin typeface="Cambria"/>
                <a:cs typeface="Cambria"/>
              </a:rPr>
              <a:t> </a:t>
            </a:r>
            <a:r>
              <a:rPr sz="2200" spc="-5" dirty="0">
                <a:latin typeface="Cambria"/>
                <a:cs typeface="Cambria"/>
              </a:rPr>
              <a:t>o</a:t>
            </a:r>
            <a:r>
              <a:rPr sz="2200" dirty="0">
                <a:latin typeface="Cambria"/>
                <a:cs typeface="Cambria"/>
              </a:rPr>
              <a:t>n</a:t>
            </a:r>
            <a:r>
              <a:rPr sz="2200" spc="245" dirty="0">
                <a:latin typeface="Cambria"/>
                <a:cs typeface="Cambria"/>
              </a:rPr>
              <a:t> </a:t>
            </a:r>
            <a:r>
              <a:rPr sz="2200" spc="-10" dirty="0">
                <a:latin typeface="Cambria"/>
                <a:cs typeface="Cambria"/>
              </a:rPr>
              <a:t>the</a:t>
            </a:r>
            <a:r>
              <a:rPr sz="2200" spc="235" dirty="0">
                <a:latin typeface="Cambria"/>
                <a:cs typeface="Cambria"/>
              </a:rPr>
              <a:t> </a:t>
            </a:r>
            <a:r>
              <a:rPr sz="2200" spc="-10" dirty="0">
                <a:latin typeface="Cambria"/>
                <a:cs typeface="Cambria"/>
              </a:rPr>
              <a:t>left</a:t>
            </a:r>
            <a:r>
              <a:rPr sz="2200" spc="240" dirty="0">
                <a:latin typeface="Cambria"/>
                <a:cs typeface="Cambria"/>
              </a:rPr>
              <a:t> </a:t>
            </a:r>
            <a:r>
              <a:rPr sz="2200" spc="-15" dirty="0">
                <a:latin typeface="Cambria"/>
                <a:cs typeface="Cambria"/>
              </a:rPr>
              <a:t>hand</a:t>
            </a:r>
            <a:r>
              <a:rPr sz="2200" spc="235" dirty="0">
                <a:latin typeface="Cambria"/>
                <a:cs typeface="Cambria"/>
              </a:rPr>
              <a:t> </a:t>
            </a:r>
            <a:r>
              <a:rPr sz="2200" spc="-65" dirty="0">
                <a:latin typeface="Cambria"/>
                <a:cs typeface="Cambria"/>
              </a:rPr>
              <a:t>side</a:t>
            </a:r>
            <a:r>
              <a:rPr sz="2200" spc="-5" dirty="0">
                <a:latin typeface="Cambria"/>
                <a:cs typeface="Cambria"/>
              </a:rPr>
              <a:t> </a:t>
            </a:r>
            <a:r>
              <a:rPr sz="2200" spc="-15" dirty="0">
                <a:latin typeface="Cambria"/>
                <a:cs typeface="Cambria"/>
              </a:rPr>
              <a:t>and</a:t>
            </a:r>
            <a:r>
              <a:rPr sz="2200" spc="170" dirty="0">
                <a:latin typeface="Cambria"/>
                <a:cs typeface="Cambria"/>
              </a:rPr>
              <a:t> </a:t>
            </a:r>
            <a:r>
              <a:rPr sz="2200" spc="-15" dirty="0">
                <a:latin typeface="Cambria"/>
                <a:cs typeface="Cambria"/>
              </a:rPr>
              <a:t>a</a:t>
            </a:r>
            <a:r>
              <a:rPr sz="2200" spc="160" dirty="0">
                <a:latin typeface="Cambria"/>
                <a:cs typeface="Cambria"/>
              </a:rPr>
              <a:t> </a:t>
            </a:r>
            <a:r>
              <a:rPr sz="2200" spc="-15" dirty="0">
                <a:latin typeface="Cambria"/>
                <a:cs typeface="Cambria"/>
              </a:rPr>
              <a:t>right-hand</a:t>
            </a:r>
            <a:r>
              <a:rPr sz="2200" spc="160" dirty="0">
                <a:latin typeface="Cambria"/>
                <a:cs typeface="Cambria"/>
              </a:rPr>
              <a:t> </a:t>
            </a:r>
            <a:r>
              <a:rPr sz="2200" spc="-5" dirty="0">
                <a:latin typeface="Cambria"/>
                <a:cs typeface="Cambria"/>
              </a:rPr>
              <a:t>side</a:t>
            </a:r>
            <a:r>
              <a:rPr sz="2200" spc="160" dirty="0">
                <a:latin typeface="Cambria"/>
                <a:cs typeface="Cambria"/>
              </a:rPr>
              <a:t> </a:t>
            </a:r>
            <a:r>
              <a:rPr sz="2200" spc="-10" dirty="0">
                <a:latin typeface="Cambria"/>
                <a:cs typeface="Cambria"/>
              </a:rPr>
              <a:t>consisting</a:t>
            </a:r>
            <a:r>
              <a:rPr sz="2200" spc="165" dirty="0">
                <a:latin typeface="Cambria"/>
                <a:cs typeface="Cambria"/>
              </a:rPr>
              <a:t> </a:t>
            </a:r>
            <a:r>
              <a:rPr sz="2200" spc="-5" dirty="0">
                <a:latin typeface="Cambria"/>
                <a:cs typeface="Cambria"/>
              </a:rPr>
              <a:t>o</a:t>
            </a:r>
            <a:r>
              <a:rPr sz="2200" dirty="0">
                <a:latin typeface="Cambria"/>
                <a:cs typeface="Cambria"/>
              </a:rPr>
              <a:t>f</a:t>
            </a:r>
            <a:r>
              <a:rPr sz="2200" spc="170" dirty="0">
                <a:latin typeface="Cambria"/>
                <a:cs typeface="Cambria"/>
              </a:rPr>
              <a:t> </a:t>
            </a:r>
            <a:r>
              <a:rPr sz="2200" spc="-15" dirty="0">
                <a:latin typeface="Cambria"/>
                <a:cs typeface="Cambria"/>
              </a:rPr>
              <a:t>a</a:t>
            </a:r>
            <a:r>
              <a:rPr sz="2200" spc="170" dirty="0">
                <a:latin typeface="Cambria"/>
                <a:cs typeface="Cambria"/>
              </a:rPr>
              <a:t> </a:t>
            </a:r>
            <a:r>
              <a:rPr sz="2200" spc="-15" dirty="0">
                <a:latin typeface="Cambria"/>
                <a:cs typeface="Cambria"/>
              </a:rPr>
              <a:t>single</a:t>
            </a:r>
            <a:r>
              <a:rPr sz="2200" spc="175" dirty="0">
                <a:latin typeface="Cambria"/>
                <a:cs typeface="Cambria"/>
              </a:rPr>
              <a:t> </a:t>
            </a:r>
            <a:r>
              <a:rPr sz="2200" spc="-15" dirty="0">
                <a:latin typeface="Cambria"/>
                <a:cs typeface="Cambria"/>
              </a:rPr>
              <a:t>terminal,</a:t>
            </a:r>
            <a:r>
              <a:rPr sz="2200" spc="170" dirty="0">
                <a:latin typeface="Cambria"/>
                <a:cs typeface="Cambria"/>
              </a:rPr>
              <a:t> </a:t>
            </a:r>
            <a:r>
              <a:rPr sz="2200" spc="-15" dirty="0">
                <a:latin typeface="Cambria"/>
                <a:cs typeface="Cambria"/>
              </a:rPr>
              <a:t>possibly</a:t>
            </a:r>
            <a:r>
              <a:rPr sz="2200" spc="-5" dirty="0">
                <a:latin typeface="Cambria"/>
                <a:cs typeface="Cambria"/>
              </a:rPr>
              <a:t> </a:t>
            </a:r>
            <a:r>
              <a:rPr sz="2200" spc="-20" dirty="0">
                <a:latin typeface="Cambria"/>
                <a:cs typeface="Cambria"/>
              </a:rPr>
              <a:t>followed</a:t>
            </a:r>
            <a:r>
              <a:rPr sz="2200" spc="670" dirty="0">
                <a:latin typeface="Cambria"/>
                <a:cs typeface="Cambria"/>
              </a:rPr>
              <a:t> </a:t>
            </a:r>
            <a:r>
              <a:rPr sz="2200" spc="-25" dirty="0">
                <a:latin typeface="Cambria"/>
                <a:cs typeface="Cambria"/>
              </a:rPr>
              <a:t>by</a:t>
            </a:r>
            <a:r>
              <a:rPr sz="2200" spc="685" dirty="0">
                <a:latin typeface="Cambria"/>
                <a:cs typeface="Cambria"/>
              </a:rPr>
              <a:t> </a:t>
            </a:r>
            <a:r>
              <a:rPr sz="2200" spc="-15" dirty="0">
                <a:latin typeface="Cambria"/>
                <a:cs typeface="Cambria"/>
              </a:rPr>
              <a:t>a</a:t>
            </a:r>
            <a:r>
              <a:rPr sz="2200" spc="675" dirty="0">
                <a:latin typeface="Cambria"/>
                <a:cs typeface="Cambria"/>
              </a:rPr>
              <a:t> </a:t>
            </a:r>
            <a:r>
              <a:rPr sz="2200" spc="-15" dirty="0">
                <a:latin typeface="Cambria"/>
                <a:cs typeface="Cambria"/>
              </a:rPr>
              <a:t>single</a:t>
            </a:r>
            <a:r>
              <a:rPr sz="2200" spc="680" dirty="0">
                <a:latin typeface="Cambria"/>
                <a:cs typeface="Cambria"/>
              </a:rPr>
              <a:t> </a:t>
            </a:r>
            <a:r>
              <a:rPr sz="2200" spc="-15" dirty="0">
                <a:latin typeface="Cambria"/>
                <a:cs typeface="Cambria"/>
              </a:rPr>
              <a:t>nonterminal.</a:t>
            </a:r>
            <a:r>
              <a:rPr sz="2200" spc="695" dirty="0">
                <a:latin typeface="Cambria"/>
                <a:cs typeface="Cambria"/>
              </a:rPr>
              <a:t> </a:t>
            </a:r>
            <a:r>
              <a:rPr sz="2200" spc="-15" dirty="0">
                <a:latin typeface="Cambria"/>
                <a:cs typeface="Cambria"/>
              </a:rPr>
              <a:t>The</a:t>
            </a:r>
            <a:r>
              <a:rPr sz="2200" spc="670" dirty="0">
                <a:latin typeface="Cambria"/>
                <a:cs typeface="Cambria"/>
              </a:rPr>
              <a:t> </a:t>
            </a:r>
            <a:r>
              <a:rPr sz="2200" spc="-10" dirty="0">
                <a:latin typeface="Cambria"/>
                <a:cs typeface="Cambria"/>
              </a:rPr>
              <a:t>rule</a:t>
            </a:r>
            <a:r>
              <a:rPr sz="2200" spc="680" dirty="0">
                <a:latin typeface="Cambria"/>
                <a:cs typeface="Cambria"/>
              </a:rPr>
              <a:t> </a:t>
            </a:r>
            <a:r>
              <a:rPr sz="2200" dirty="0">
                <a:latin typeface="Cambria"/>
                <a:cs typeface="Cambria"/>
              </a:rPr>
              <a:t>S</a:t>
            </a:r>
            <a:r>
              <a:rPr sz="2200" spc="680" dirty="0">
                <a:latin typeface="Cambria"/>
                <a:cs typeface="Cambria"/>
              </a:rPr>
              <a:t> </a:t>
            </a:r>
            <a:r>
              <a:rPr sz="2200" dirty="0">
                <a:latin typeface="Cambria"/>
                <a:cs typeface="Cambria"/>
              </a:rPr>
              <a:t>→</a:t>
            </a:r>
            <a:r>
              <a:rPr sz="2200" spc="660" dirty="0">
                <a:latin typeface="Cambria"/>
                <a:cs typeface="Cambria"/>
              </a:rPr>
              <a:t> </a:t>
            </a:r>
            <a:r>
              <a:rPr sz="2200" dirty="0">
                <a:latin typeface="Cambria"/>
                <a:cs typeface="Cambria"/>
              </a:rPr>
              <a:t>ϵ</a:t>
            </a:r>
            <a:r>
              <a:rPr sz="2200" spc="670" dirty="0">
                <a:latin typeface="Cambria"/>
                <a:cs typeface="Cambria"/>
              </a:rPr>
              <a:t> </a:t>
            </a:r>
            <a:r>
              <a:rPr sz="2200" spc="-5" dirty="0">
                <a:latin typeface="Cambria"/>
                <a:cs typeface="Cambria"/>
              </a:rPr>
              <a:t>is</a:t>
            </a:r>
            <a:r>
              <a:rPr sz="2200" spc="680" dirty="0">
                <a:latin typeface="Cambria"/>
                <a:cs typeface="Cambria"/>
              </a:rPr>
              <a:t> </a:t>
            </a:r>
            <a:r>
              <a:rPr sz="2200" spc="-10" dirty="0">
                <a:latin typeface="Cambria"/>
                <a:cs typeface="Cambria"/>
              </a:rPr>
              <a:t>also</a:t>
            </a:r>
            <a:r>
              <a:rPr sz="2200" spc="-5" dirty="0">
                <a:latin typeface="Cambria"/>
                <a:cs typeface="Cambria"/>
              </a:rPr>
              <a:t> </a:t>
            </a:r>
            <a:r>
              <a:rPr sz="2200" spc="-15" dirty="0">
                <a:latin typeface="Cambria"/>
                <a:cs typeface="Cambria"/>
              </a:rPr>
              <a:t>allowed</a:t>
            </a:r>
            <a:r>
              <a:rPr sz="2200" spc="5" dirty="0">
                <a:latin typeface="Cambria"/>
                <a:cs typeface="Cambria"/>
              </a:rPr>
              <a:t> </a:t>
            </a:r>
            <a:r>
              <a:rPr sz="2200" dirty="0">
                <a:latin typeface="Cambria"/>
                <a:cs typeface="Cambria"/>
              </a:rPr>
              <a:t>if S</a:t>
            </a:r>
            <a:r>
              <a:rPr sz="2200" spc="-5" dirty="0">
                <a:latin typeface="Cambria"/>
                <a:cs typeface="Cambria"/>
              </a:rPr>
              <a:t> </a:t>
            </a:r>
            <a:r>
              <a:rPr sz="2200" spc="-15" dirty="0">
                <a:latin typeface="Cambria"/>
                <a:cs typeface="Cambria"/>
              </a:rPr>
              <a:t>does</a:t>
            </a:r>
            <a:r>
              <a:rPr sz="2200" spc="20" dirty="0">
                <a:latin typeface="Cambria"/>
                <a:cs typeface="Cambria"/>
              </a:rPr>
              <a:t> </a:t>
            </a:r>
            <a:r>
              <a:rPr sz="2200" spc="-15" dirty="0">
                <a:latin typeface="Cambria"/>
                <a:cs typeface="Cambria"/>
              </a:rPr>
              <a:t>not</a:t>
            </a:r>
            <a:r>
              <a:rPr sz="2200" spc="5" dirty="0">
                <a:latin typeface="Cambria"/>
                <a:cs typeface="Cambria"/>
              </a:rPr>
              <a:t> </a:t>
            </a:r>
            <a:r>
              <a:rPr sz="2200" spc="-15" dirty="0">
                <a:latin typeface="Cambria"/>
                <a:cs typeface="Cambria"/>
              </a:rPr>
              <a:t>appear</a:t>
            </a:r>
            <a:r>
              <a:rPr sz="2200" spc="10" dirty="0">
                <a:latin typeface="Cambria"/>
                <a:cs typeface="Cambria"/>
              </a:rPr>
              <a:t> </a:t>
            </a:r>
            <a:r>
              <a:rPr sz="2200" spc="-5" dirty="0">
                <a:latin typeface="Cambria"/>
                <a:cs typeface="Cambria"/>
              </a:rPr>
              <a:t>o</a:t>
            </a:r>
            <a:r>
              <a:rPr sz="2200" dirty="0">
                <a:latin typeface="Cambria"/>
                <a:cs typeface="Cambria"/>
              </a:rPr>
              <a:t>n</a:t>
            </a:r>
            <a:r>
              <a:rPr sz="2200" spc="5" dirty="0">
                <a:latin typeface="Cambria"/>
                <a:cs typeface="Cambria"/>
              </a:rPr>
              <a:t> </a:t>
            </a:r>
            <a:r>
              <a:rPr sz="2200" spc="-15" dirty="0">
                <a:latin typeface="Cambria"/>
                <a:cs typeface="Cambria"/>
              </a:rPr>
              <a:t>the</a:t>
            </a:r>
            <a:r>
              <a:rPr sz="2200" spc="15" dirty="0">
                <a:latin typeface="Cambria"/>
                <a:cs typeface="Cambria"/>
              </a:rPr>
              <a:t> </a:t>
            </a:r>
            <a:r>
              <a:rPr sz="2200" spc="-20" dirty="0">
                <a:latin typeface="Cambria"/>
                <a:cs typeface="Cambria"/>
              </a:rPr>
              <a:t>right</a:t>
            </a:r>
            <a:r>
              <a:rPr sz="2200" spc="10" dirty="0">
                <a:latin typeface="Cambria"/>
                <a:cs typeface="Cambria"/>
              </a:rPr>
              <a:t> </a:t>
            </a:r>
            <a:r>
              <a:rPr sz="2200" spc="-10" dirty="0">
                <a:latin typeface="Cambria"/>
                <a:cs typeface="Cambria"/>
              </a:rPr>
              <a:t>side</a:t>
            </a:r>
            <a:r>
              <a:rPr sz="2200" spc="15" dirty="0">
                <a:latin typeface="Cambria"/>
                <a:cs typeface="Cambria"/>
              </a:rPr>
              <a:t> </a:t>
            </a:r>
            <a:r>
              <a:rPr sz="2200" dirty="0">
                <a:latin typeface="Cambria"/>
                <a:cs typeface="Cambria"/>
              </a:rPr>
              <a:t>of </a:t>
            </a:r>
            <a:r>
              <a:rPr sz="2200" spc="-35" dirty="0">
                <a:latin typeface="Cambria"/>
                <a:cs typeface="Cambria"/>
              </a:rPr>
              <a:t>any</a:t>
            </a:r>
            <a:r>
              <a:rPr sz="2200" spc="15" dirty="0">
                <a:latin typeface="Cambria"/>
                <a:cs typeface="Cambria"/>
              </a:rPr>
              <a:t> </a:t>
            </a:r>
            <a:r>
              <a:rPr sz="2200" spc="-10" dirty="0">
                <a:latin typeface="Cambria"/>
                <a:cs typeface="Cambria"/>
              </a:rPr>
              <a:t>rule.</a:t>
            </a:r>
            <a:endParaRPr sz="2200">
              <a:latin typeface="Cambria"/>
              <a:cs typeface="Cambria"/>
            </a:endParaRPr>
          </a:p>
          <a:p>
            <a:pPr marL="514984" algn="just">
              <a:lnSpc>
                <a:spcPct val="100000"/>
              </a:lnSpc>
              <a:spcBef>
                <a:spcPts val="29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Eg:-</a:t>
            </a:r>
            <a:r>
              <a:rPr sz="2200" spc="-25" dirty="0">
                <a:latin typeface="Cambria"/>
                <a:cs typeface="Cambria"/>
              </a:rPr>
              <a:t> </a:t>
            </a:r>
            <a:r>
              <a:rPr sz="2200" dirty="0">
                <a:latin typeface="Cambria"/>
                <a:cs typeface="Cambria"/>
              </a:rPr>
              <a:t>A</a:t>
            </a:r>
            <a:r>
              <a:rPr sz="2200" spc="-5" dirty="0">
                <a:latin typeface="Cambria"/>
                <a:cs typeface="Cambria"/>
              </a:rPr>
              <a:t> </a:t>
            </a:r>
            <a:r>
              <a:rPr sz="2200" dirty="0">
                <a:latin typeface="Cambria"/>
                <a:cs typeface="Cambria"/>
              </a:rPr>
              <a:t>→</a:t>
            </a:r>
            <a:r>
              <a:rPr sz="2200" spc="-15" dirty="0">
                <a:latin typeface="Cambria"/>
                <a:cs typeface="Cambria"/>
              </a:rPr>
              <a:t> </a:t>
            </a:r>
            <a:r>
              <a:rPr sz="2200" spc="-50" dirty="0">
                <a:latin typeface="Cambria"/>
                <a:cs typeface="Cambria"/>
              </a:rPr>
              <a:t>ϵ</a:t>
            </a:r>
            <a:endParaRPr sz="2200">
              <a:latin typeface="Cambria"/>
              <a:cs typeface="Cambria"/>
            </a:endParaRPr>
          </a:p>
          <a:p>
            <a:pPr marL="1196340" marR="6050280">
              <a:lnSpc>
                <a:spcPct val="112700"/>
              </a:lnSpc>
            </a:pPr>
            <a:r>
              <a:rPr sz="2200" dirty="0">
                <a:latin typeface="Cambria"/>
                <a:cs typeface="Cambria"/>
              </a:rPr>
              <a:t>A</a:t>
            </a:r>
            <a:r>
              <a:rPr sz="2200" spc="-5" dirty="0">
                <a:latin typeface="Cambria"/>
                <a:cs typeface="Cambria"/>
              </a:rPr>
              <a:t> </a:t>
            </a:r>
            <a:r>
              <a:rPr sz="2200" dirty="0">
                <a:latin typeface="Cambria"/>
                <a:cs typeface="Cambria"/>
              </a:rPr>
              <a:t>→</a:t>
            </a:r>
            <a:r>
              <a:rPr sz="2200" spc="-5" dirty="0">
                <a:latin typeface="Cambria"/>
                <a:cs typeface="Cambria"/>
              </a:rPr>
              <a:t> </a:t>
            </a:r>
            <a:r>
              <a:rPr sz="2200" spc="-50" dirty="0">
                <a:latin typeface="Cambria"/>
                <a:cs typeface="Cambria"/>
              </a:rPr>
              <a:t>a</a:t>
            </a:r>
            <a:r>
              <a:rPr sz="2200" spc="550" dirty="0">
                <a:latin typeface="Cambria"/>
                <a:cs typeface="Cambria"/>
              </a:rPr>
              <a:t> </a:t>
            </a:r>
            <a:r>
              <a:rPr sz="2200" dirty="0">
                <a:latin typeface="Cambria"/>
                <a:cs typeface="Cambria"/>
              </a:rPr>
              <a:t>A →</a:t>
            </a:r>
            <a:r>
              <a:rPr sz="2200" spc="470" dirty="0">
                <a:latin typeface="Cambria"/>
                <a:cs typeface="Cambria"/>
              </a:rPr>
              <a:t> </a:t>
            </a:r>
            <a:r>
              <a:rPr sz="2200" spc="-25" dirty="0">
                <a:latin typeface="Cambria"/>
                <a:cs typeface="Cambria"/>
              </a:rPr>
              <a:t>aB</a:t>
            </a:r>
            <a:endParaRPr sz="2200">
              <a:latin typeface="Cambria"/>
              <a:cs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855"/>
              </a:spcBef>
            </a:pPr>
            <a:endParaRPr sz="3600">
              <a:latin typeface="Times New Roman"/>
              <a:cs typeface="Times New Roman"/>
            </a:endParaRPr>
          </a:p>
          <a:p>
            <a:pPr marL="344170">
              <a:lnSpc>
                <a:spcPct val="100000"/>
              </a:lnSpc>
            </a:pPr>
            <a:r>
              <a:rPr sz="3600" b="1" spc="-10" dirty="0">
                <a:solidFill>
                  <a:srgbClr val="FFFFFF"/>
                </a:solidFill>
                <a:latin typeface="Cambria"/>
                <a:cs typeface="Cambria"/>
              </a:rPr>
              <a:t>Derivation</a:t>
            </a:r>
            <a:endParaRPr sz="3600">
              <a:latin typeface="Cambria"/>
              <a:cs typeface="Cambria"/>
            </a:endParaRPr>
          </a:p>
        </p:txBody>
      </p:sp>
      <p:sp>
        <p:nvSpPr>
          <p:cNvPr id="3" name="object 3"/>
          <p:cNvSpPr txBox="1">
            <a:spLocks noGrp="1"/>
          </p:cNvSpPr>
          <p:nvPr>
            <p:ph type="title"/>
          </p:nvPr>
        </p:nvSpPr>
        <p:spPr>
          <a:xfrm>
            <a:off x="3935729" y="810897"/>
            <a:ext cx="6246495" cy="915669"/>
          </a:xfrm>
          <a:prstGeom prst="rect">
            <a:avLst/>
          </a:prstGeom>
        </p:spPr>
        <p:txBody>
          <a:bodyPr vert="horz" wrap="square" lIns="0" tIns="12065" rIns="0" bIns="0" rtlCol="0">
            <a:spAutoFit/>
          </a:bodyPr>
          <a:lstStyle/>
          <a:p>
            <a:pPr marL="939800" marR="17780" indent="-915035">
              <a:lnSpc>
                <a:spcPct val="121700"/>
              </a:lnSpc>
              <a:spcBef>
                <a:spcPts val="95"/>
              </a:spcBef>
            </a:pPr>
            <a:r>
              <a:rPr spc="-1250" dirty="0">
                <a:solidFill>
                  <a:srgbClr val="40B9D2"/>
                </a:solidFill>
                <a:latin typeface="Arial MT"/>
                <a:cs typeface="Arial MT"/>
              </a:rPr>
              <a:t>🞄</a:t>
            </a:r>
            <a:r>
              <a:rPr spc="-95" dirty="0">
                <a:solidFill>
                  <a:srgbClr val="40B9D2"/>
                </a:solidFill>
                <a:latin typeface="Arial MT"/>
                <a:cs typeface="Arial MT"/>
              </a:rPr>
              <a:t> </a:t>
            </a:r>
            <a:r>
              <a:rPr dirty="0"/>
              <a:t>Let</a:t>
            </a:r>
            <a:r>
              <a:rPr spc="-70" dirty="0"/>
              <a:t> </a:t>
            </a:r>
            <a:r>
              <a:rPr dirty="0"/>
              <a:t>production</a:t>
            </a:r>
            <a:r>
              <a:rPr spc="-30" dirty="0"/>
              <a:t> </a:t>
            </a:r>
            <a:r>
              <a:rPr dirty="0"/>
              <a:t>P</a:t>
            </a:r>
            <a:r>
              <a:rPr sz="2400" baseline="-20833" dirty="0"/>
              <a:t>1</a:t>
            </a:r>
            <a:r>
              <a:rPr sz="2400" spc="202" baseline="-20833" dirty="0"/>
              <a:t> </a:t>
            </a:r>
            <a:r>
              <a:rPr sz="2400" dirty="0"/>
              <a:t>of</a:t>
            </a:r>
            <a:r>
              <a:rPr sz="2400" spc="-40" dirty="0"/>
              <a:t> </a:t>
            </a:r>
            <a:r>
              <a:rPr sz="2400" dirty="0"/>
              <a:t>grammar</a:t>
            </a:r>
            <a:r>
              <a:rPr sz="2400" spc="-40" dirty="0"/>
              <a:t> </a:t>
            </a:r>
            <a:r>
              <a:rPr sz="2400" dirty="0"/>
              <a:t>G</a:t>
            </a:r>
            <a:r>
              <a:rPr sz="2400" spc="-35" dirty="0"/>
              <a:t> </a:t>
            </a:r>
            <a:r>
              <a:rPr sz="2400" dirty="0"/>
              <a:t>be</a:t>
            </a:r>
            <a:r>
              <a:rPr sz="2400" spc="-35" dirty="0"/>
              <a:t> </a:t>
            </a:r>
            <a:r>
              <a:rPr sz="2400" dirty="0"/>
              <a:t>of</a:t>
            </a:r>
            <a:r>
              <a:rPr sz="2400" spc="-40" dirty="0"/>
              <a:t> </a:t>
            </a:r>
            <a:r>
              <a:rPr sz="2400" dirty="0"/>
              <a:t>the</a:t>
            </a:r>
            <a:r>
              <a:rPr sz="2400" spc="-30" dirty="0"/>
              <a:t> </a:t>
            </a:r>
            <a:r>
              <a:rPr sz="2400" spc="-20" dirty="0"/>
              <a:t>form </a:t>
            </a:r>
            <a:r>
              <a:rPr sz="2400" dirty="0"/>
              <a:t>P</a:t>
            </a:r>
            <a:r>
              <a:rPr sz="2400" baseline="-20833" dirty="0"/>
              <a:t>1</a:t>
            </a:r>
            <a:r>
              <a:rPr sz="2400" spc="225" baseline="-20833" dirty="0"/>
              <a:t> </a:t>
            </a:r>
            <a:r>
              <a:rPr sz="2400" dirty="0"/>
              <a:t>:</a:t>
            </a:r>
            <a:r>
              <a:rPr sz="2400" spc="-15" dirty="0"/>
              <a:t> </a:t>
            </a:r>
            <a:r>
              <a:rPr sz="2400" dirty="0"/>
              <a:t>A::=</a:t>
            </a:r>
            <a:r>
              <a:rPr sz="2400" spc="-10" dirty="0"/>
              <a:t> </a:t>
            </a:r>
            <a:r>
              <a:rPr sz="2400" spc="-50" dirty="0"/>
              <a:t>α</a:t>
            </a:r>
            <a:endParaRPr sz="2400">
              <a:latin typeface="Arial MT"/>
              <a:cs typeface="Arial MT"/>
            </a:endParaRPr>
          </a:p>
        </p:txBody>
      </p:sp>
      <p:sp>
        <p:nvSpPr>
          <p:cNvPr id="4" name="object 4"/>
          <p:cNvSpPr txBox="1"/>
          <p:nvPr/>
        </p:nvSpPr>
        <p:spPr>
          <a:xfrm>
            <a:off x="3935729" y="1780159"/>
            <a:ext cx="6178550" cy="4092575"/>
          </a:xfrm>
          <a:prstGeom prst="rect">
            <a:avLst/>
          </a:prstGeom>
        </p:spPr>
        <p:txBody>
          <a:bodyPr vert="horz" wrap="square" lIns="0" tIns="85725" rIns="0" bIns="0" rtlCol="0">
            <a:spAutoFit/>
          </a:bodyPr>
          <a:lstStyle/>
          <a:p>
            <a:pPr marL="208279" marR="17780">
              <a:lnSpc>
                <a:spcPct val="80000"/>
              </a:lnSpc>
              <a:spcBef>
                <a:spcPts val="675"/>
              </a:spcBef>
            </a:pPr>
            <a:r>
              <a:rPr sz="2400" dirty="0">
                <a:latin typeface="Cambria"/>
                <a:cs typeface="Cambria"/>
              </a:rPr>
              <a:t>and</a:t>
            </a:r>
            <a:r>
              <a:rPr sz="2400" spc="-30" dirty="0">
                <a:latin typeface="Cambria"/>
                <a:cs typeface="Cambria"/>
              </a:rPr>
              <a:t> </a:t>
            </a:r>
            <a:r>
              <a:rPr sz="2400" dirty="0">
                <a:latin typeface="Cambria"/>
                <a:cs typeface="Cambria"/>
              </a:rPr>
              <a:t>let</a:t>
            </a:r>
            <a:r>
              <a:rPr sz="2400" spc="-35" dirty="0">
                <a:latin typeface="Cambria"/>
                <a:cs typeface="Cambria"/>
              </a:rPr>
              <a:t> </a:t>
            </a:r>
            <a:r>
              <a:rPr sz="2400" dirty="0">
                <a:latin typeface="Cambria"/>
                <a:cs typeface="Cambria"/>
              </a:rPr>
              <a:t>β</a:t>
            </a:r>
            <a:r>
              <a:rPr sz="2400" spc="-35" dirty="0">
                <a:latin typeface="Cambria"/>
                <a:cs typeface="Cambria"/>
              </a:rPr>
              <a:t> </a:t>
            </a:r>
            <a:r>
              <a:rPr sz="2400" dirty="0">
                <a:latin typeface="Cambria"/>
                <a:cs typeface="Cambria"/>
              </a:rPr>
              <a:t>be</a:t>
            </a:r>
            <a:r>
              <a:rPr sz="2400" spc="-25" dirty="0">
                <a:latin typeface="Cambria"/>
                <a:cs typeface="Cambria"/>
              </a:rPr>
              <a:t> </a:t>
            </a:r>
            <a:r>
              <a:rPr sz="2400" dirty="0">
                <a:latin typeface="Cambria"/>
                <a:cs typeface="Cambria"/>
              </a:rPr>
              <a:t>a</a:t>
            </a:r>
            <a:r>
              <a:rPr sz="2400" spc="-35" dirty="0">
                <a:latin typeface="Cambria"/>
                <a:cs typeface="Cambria"/>
              </a:rPr>
              <a:t> </a:t>
            </a:r>
            <a:r>
              <a:rPr sz="2400" dirty="0">
                <a:latin typeface="Cambria"/>
                <a:cs typeface="Cambria"/>
              </a:rPr>
              <a:t>string</a:t>
            </a:r>
            <a:r>
              <a:rPr sz="2400" spc="-50" dirty="0">
                <a:latin typeface="Cambria"/>
                <a:cs typeface="Cambria"/>
              </a:rPr>
              <a:t> </a:t>
            </a:r>
            <a:r>
              <a:rPr sz="2400" dirty="0">
                <a:latin typeface="Cambria"/>
                <a:cs typeface="Cambria"/>
              </a:rPr>
              <a:t>such</a:t>
            </a:r>
            <a:r>
              <a:rPr sz="2400" spc="-30" dirty="0">
                <a:latin typeface="Cambria"/>
                <a:cs typeface="Cambria"/>
              </a:rPr>
              <a:t> </a:t>
            </a:r>
            <a:r>
              <a:rPr sz="2400" dirty="0">
                <a:latin typeface="Cambria"/>
                <a:cs typeface="Cambria"/>
              </a:rPr>
              <a:t>that</a:t>
            </a:r>
            <a:r>
              <a:rPr sz="2400" spc="-10" dirty="0">
                <a:latin typeface="Cambria"/>
                <a:cs typeface="Cambria"/>
              </a:rPr>
              <a:t> </a:t>
            </a:r>
            <a:r>
              <a:rPr sz="2400" dirty="0">
                <a:latin typeface="Cambria"/>
                <a:cs typeface="Cambria"/>
              </a:rPr>
              <a:t>β</a:t>
            </a:r>
            <a:r>
              <a:rPr sz="2400" spc="-35" dirty="0">
                <a:latin typeface="Cambria"/>
                <a:cs typeface="Cambria"/>
              </a:rPr>
              <a:t> </a:t>
            </a:r>
            <a:r>
              <a:rPr sz="2400" dirty="0">
                <a:latin typeface="Cambria"/>
                <a:cs typeface="Cambria"/>
              </a:rPr>
              <a:t>=</a:t>
            </a:r>
            <a:r>
              <a:rPr sz="2400" spc="-35" dirty="0">
                <a:latin typeface="Cambria"/>
                <a:cs typeface="Cambria"/>
              </a:rPr>
              <a:t> </a:t>
            </a:r>
            <a:r>
              <a:rPr sz="2400" dirty="0">
                <a:latin typeface="Cambria"/>
                <a:cs typeface="Cambria"/>
              </a:rPr>
              <a:t>γAθ,</a:t>
            </a:r>
            <a:r>
              <a:rPr sz="2400" spc="-35" dirty="0">
                <a:latin typeface="Cambria"/>
                <a:cs typeface="Cambria"/>
              </a:rPr>
              <a:t> </a:t>
            </a:r>
            <a:r>
              <a:rPr sz="2400" spc="-20" dirty="0">
                <a:latin typeface="Cambria"/>
                <a:cs typeface="Cambria"/>
              </a:rPr>
              <a:t>then </a:t>
            </a:r>
            <a:r>
              <a:rPr sz="2400" spc="-10" dirty="0">
                <a:latin typeface="Cambria"/>
                <a:cs typeface="Cambria"/>
              </a:rPr>
              <a:t>replacement</a:t>
            </a:r>
            <a:r>
              <a:rPr sz="2400" spc="-30" dirty="0">
                <a:latin typeface="Cambria"/>
                <a:cs typeface="Cambria"/>
              </a:rPr>
              <a:t> </a:t>
            </a:r>
            <a:r>
              <a:rPr sz="2400" dirty="0">
                <a:latin typeface="Cambria"/>
                <a:cs typeface="Cambria"/>
              </a:rPr>
              <a:t>of</a:t>
            </a:r>
            <a:r>
              <a:rPr sz="2400" spc="-30" dirty="0">
                <a:latin typeface="Cambria"/>
                <a:cs typeface="Cambria"/>
              </a:rPr>
              <a:t> </a:t>
            </a:r>
            <a:r>
              <a:rPr sz="2400" dirty="0">
                <a:latin typeface="Cambria"/>
                <a:cs typeface="Cambria"/>
              </a:rPr>
              <a:t>A</a:t>
            </a:r>
            <a:r>
              <a:rPr sz="2400" spc="-25" dirty="0">
                <a:latin typeface="Cambria"/>
                <a:cs typeface="Cambria"/>
              </a:rPr>
              <a:t> </a:t>
            </a:r>
            <a:r>
              <a:rPr sz="2400" dirty="0">
                <a:latin typeface="Cambria"/>
                <a:cs typeface="Cambria"/>
              </a:rPr>
              <a:t>by</a:t>
            </a:r>
            <a:r>
              <a:rPr sz="2400" spc="-15" dirty="0">
                <a:latin typeface="Cambria"/>
                <a:cs typeface="Cambria"/>
              </a:rPr>
              <a:t> </a:t>
            </a:r>
            <a:r>
              <a:rPr sz="2400" dirty="0">
                <a:latin typeface="Cambria"/>
                <a:cs typeface="Cambria"/>
              </a:rPr>
              <a:t>α</a:t>
            </a:r>
            <a:r>
              <a:rPr sz="2400" spc="-20" dirty="0">
                <a:latin typeface="Cambria"/>
                <a:cs typeface="Cambria"/>
              </a:rPr>
              <a:t> </a:t>
            </a:r>
            <a:r>
              <a:rPr sz="2400" dirty="0">
                <a:latin typeface="Cambria"/>
                <a:cs typeface="Cambria"/>
              </a:rPr>
              <a:t>in</a:t>
            </a:r>
            <a:r>
              <a:rPr sz="2400" spc="-40" dirty="0">
                <a:latin typeface="Cambria"/>
                <a:cs typeface="Cambria"/>
              </a:rPr>
              <a:t> </a:t>
            </a:r>
            <a:r>
              <a:rPr sz="2400" dirty="0">
                <a:latin typeface="Cambria"/>
                <a:cs typeface="Cambria"/>
              </a:rPr>
              <a:t>string</a:t>
            </a:r>
            <a:r>
              <a:rPr sz="2400" spc="-35" dirty="0">
                <a:latin typeface="Cambria"/>
                <a:cs typeface="Cambria"/>
              </a:rPr>
              <a:t> </a:t>
            </a:r>
            <a:r>
              <a:rPr sz="2400" dirty="0">
                <a:latin typeface="Cambria"/>
                <a:cs typeface="Cambria"/>
              </a:rPr>
              <a:t>β</a:t>
            </a:r>
            <a:r>
              <a:rPr sz="2400" spc="-30" dirty="0">
                <a:latin typeface="Cambria"/>
                <a:cs typeface="Cambria"/>
              </a:rPr>
              <a:t> </a:t>
            </a:r>
            <a:r>
              <a:rPr sz="2400" spc="-10" dirty="0">
                <a:latin typeface="Cambria"/>
                <a:cs typeface="Cambria"/>
              </a:rPr>
              <a:t>constitutes</a:t>
            </a:r>
            <a:r>
              <a:rPr sz="2400" spc="-20" dirty="0">
                <a:latin typeface="Cambria"/>
                <a:cs typeface="Cambria"/>
              </a:rPr>
              <a:t> </a:t>
            </a:r>
            <a:r>
              <a:rPr sz="2400" spc="-50" dirty="0">
                <a:latin typeface="Cambria"/>
                <a:cs typeface="Cambria"/>
              </a:rPr>
              <a:t>a </a:t>
            </a:r>
            <a:r>
              <a:rPr sz="2400" spc="-10" dirty="0">
                <a:latin typeface="Cambria"/>
                <a:cs typeface="Cambria"/>
              </a:rPr>
              <a:t>derivation</a:t>
            </a:r>
            <a:r>
              <a:rPr sz="2400" spc="-114" dirty="0">
                <a:latin typeface="Cambria"/>
                <a:cs typeface="Cambria"/>
              </a:rPr>
              <a:t> </a:t>
            </a:r>
            <a:r>
              <a:rPr sz="2400" dirty="0">
                <a:latin typeface="Cambria"/>
                <a:cs typeface="Cambria"/>
              </a:rPr>
              <a:t>according</a:t>
            </a:r>
            <a:r>
              <a:rPr sz="2400" spc="-100" dirty="0">
                <a:latin typeface="Cambria"/>
                <a:cs typeface="Cambria"/>
              </a:rPr>
              <a:t> </a:t>
            </a:r>
            <a:r>
              <a:rPr sz="2400" dirty="0">
                <a:latin typeface="Cambria"/>
                <a:cs typeface="Cambria"/>
              </a:rPr>
              <a:t>to</a:t>
            </a:r>
            <a:r>
              <a:rPr sz="2400" spc="-90" dirty="0">
                <a:latin typeface="Cambria"/>
                <a:cs typeface="Cambria"/>
              </a:rPr>
              <a:t> </a:t>
            </a:r>
            <a:r>
              <a:rPr sz="2400" dirty="0">
                <a:latin typeface="Cambria"/>
                <a:cs typeface="Cambria"/>
              </a:rPr>
              <a:t>production</a:t>
            </a:r>
            <a:r>
              <a:rPr sz="2400" spc="-85" dirty="0">
                <a:latin typeface="Cambria"/>
                <a:cs typeface="Cambria"/>
              </a:rPr>
              <a:t> </a:t>
            </a:r>
            <a:r>
              <a:rPr sz="2400" spc="-25" dirty="0">
                <a:latin typeface="Cambria"/>
                <a:cs typeface="Cambria"/>
              </a:rPr>
              <a:t>P</a:t>
            </a:r>
            <a:r>
              <a:rPr sz="2400" spc="-37" baseline="-20833" dirty="0">
                <a:latin typeface="Cambria"/>
                <a:cs typeface="Cambria"/>
              </a:rPr>
              <a:t>1</a:t>
            </a:r>
            <a:r>
              <a:rPr sz="2400" spc="-25" dirty="0">
                <a:latin typeface="Cambria"/>
                <a:cs typeface="Cambria"/>
              </a:rPr>
              <a:t>.</a:t>
            </a:r>
            <a:endParaRPr sz="2400">
              <a:latin typeface="Cambria"/>
              <a:cs typeface="Cambria"/>
            </a:endParaRPr>
          </a:p>
          <a:p>
            <a:pPr marL="207645" indent="-182245">
              <a:lnSpc>
                <a:spcPct val="100000"/>
              </a:lnSpc>
              <a:spcBef>
                <a:spcPts val="625"/>
              </a:spcBef>
              <a:buClr>
                <a:srgbClr val="40B9D2"/>
              </a:buClr>
              <a:buFont typeface="Microsoft Sans Serif"/>
              <a:buChar char="•"/>
              <a:tabLst>
                <a:tab pos="207645" algn="l"/>
              </a:tabLst>
            </a:pPr>
            <a:r>
              <a:rPr sz="2400" spc="-10" dirty="0">
                <a:latin typeface="Cambria"/>
                <a:cs typeface="Cambria"/>
              </a:rPr>
              <a:t>Example</a:t>
            </a:r>
            <a:endParaRPr sz="2400">
              <a:latin typeface="Cambria"/>
              <a:cs typeface="Cambria"/>
            </a:endParaRPr>
          </a:p>
          <a:p>
            <a:pPr marL="208279">
              <a:lnSpc>
                <a:spcPct val="100000"/>
              </a:lnSpc>
              <a:spcBef>
                <a:spcPts val="625"/>
              </a:spcBef>
            </a:pPr>
            <a:r>
              <a:rPr sz="2400" dirty="0">
                <a:latin typeface="Cambria"/>
                <a:cs typeface="Cambria"/>
              </a:rPr>
              <a:t>&lt;Sentence&gt;</a:t>
            </a:r>
            <a:r>
              <a:rPr sz="2400" spc="-80" dirty="0">
                <a:latin typeface="Cambria"/>
                <a:cs typeface="Cambria"/>
              </a:rPr>
              <a:t> </a:t>
            </a:r>
            <a:r>
              <a:rPr sz="2400" dirty="0">
                <a:latin typeface="Cambria"/>
                <a:cs typeface="Cambria"/>
              </a:rPr>
              <a:t>::=</a:t>
            </a:r>
            <a:r>
              <a:rPr sz="2400" spc="-70" dirty="0">
                <a:latin typeface="Cambria"/>
                <a:cs typeface="Cambria"/>
              </a:rPr>
              <a:t> </a:t>
            </a:r>
            <a:r>
              <a:rPr sz="2400" dirty="0">
                <a:latin typeface="Cambria"/>
                <a:cs typeface="Cambria"/>
              </a:rPr>
              <a:t>&lt;Noun</a:t>
            </a:r>
            <a:r>
              <a:rPr sz="2400" spc="-65" dirty="0">
                <a:latin typeface="Cambria"/>
                <a:cs typeface="Cambria"/>
              </a:rPr>
              <a:t> </a:t>
            </a:r>
            <a:r>
              <a:rPr sz="2400" spc="-20" dirty="0">
                <a:latin typeface="Cambria"/>
                <a:cs typeface="Cambria"/>
              </a:rPr>
              <a:t>Phrase&gt;&lt;Verb</a:t>
            </a:r>
            <a:r>
              <a:rPr sz="2400" spc="-105" dirty="0">
                <a:latin typeface="Cambria"/>
                <a:cs typeface="Cambria"/>
              </a:rPr>
              <a:t> </a:t>
            </a:r>
            <a:r>
              <a:rPr sz="2400" spc="-10" dirty="0">
                <a:latin typeface="Cambria"/>
                <a:cs typeface="Cambria"/>
              </a:rPr>
              <a:t>Phrase&gt;</a:t>
            </a:r>
            <a:endParaRPr sz="2400">
              <a:latin typeface="Cambria"/>
              <a:cs typeface="Cambria"/>
            </a:endParaRPr>
          </a:p>
          <a:p>
            <a:pPr marL="208279">
              <a:lnSpc>
                <a:spcPct val="100000"/>
              </a:lnSpc>
              <a:spcBef>
                <a:spcPts val="625"/>
              </a:spcBef>
            </a:pPr>
            <a:r>
              <a:rPr sz="2400" dirty="0">
                <a:latin typeface="Cambria"/>
                <a:cs typeface="Cambria"/>
              </a:rPr>
              <a:t>&lt;Noun</a:t>
            </a:r>
            <a:r>
              <a:rPr sz="2400" spc="-60" dirty="0">
                <a:latin typeface="Cambria"/>
                <a:cs typeface="Cambria"/>
              </a:rPr>
              <a:t> </a:t>
            </a:r>
            <a:r>
              <a:rPr sz="2400" dirty="0">
                <a:latin typeface="Cambria"/>
                <a:cs typeface="Cambria"/>
              </a:rPr>
              <a:t>Phrase&gt;</a:t>
            </a:r>
            <a:r>
              <a:rPr sz="2400" spc="-75" dirty="0">
                <a:latin typeface="Cambria"/>
                <a:cs typeface="Cambria"/>
              </a:rPr>
              <a:t> </a:t>
            </a:r>
            <a:r>
              <a:rPr sz="2400" dirty="0">
                <a:latin typeface="Cambria"/>
                <a:cs typeface="Cambria"/>
              </a:rPr>
              <a:t>::=</a:t>
            </a:r>
            <a:r>
              <a:rPr sz="2400" spc="-65" dirty="0">
                <a:latin typeface="Cambria"/>
                <a:cs typeface="Cambria"/>
              </a:rPr>
              <a:t> </a:t>
            </a:r>
            <a:r>
              <a:rPr sz="2400" dirty="0">
                <a:latin typeface="Cambria"/>
                <a:cs typeface="Cambria"/>
              </a:rPr>
              <a:t>&lt;Article&gt;</a:t>
            </a:r>
            <a:r>
              <a:rPr sz="2400" spc="-70" dirty="0">
                <a:latin typeface="Cambria"/>
                <a:cs typeface="Cambria"/>
              </a:rPr>
              <a:t> </a:t>
            </a:r>
            <a:r>
              <a:rPr sz="2400" spc="-10" dirty="0">
                <a:latin typeface="Cambria"/>
                <a:cs typeface="Cambria"/>
              </a:rPr>
              <a:t>&lt;Noun&gt;</a:t>
            </a:r>
            <a:endParaRPr sz="2400">
              <a:latin typeface="Cambria"/>
              <a:cs typeface="Cambria"/>
            </a:endParaRPr>
          </a:p>
          <a:p>
            <a:pPr marL="208279">
              <a:lnSpc>
                <a:spcPct val="100000"/>
              </a:lnSpc>
              <a:spcBef>
                <a:spcPts val="625"/>
              </a:spcBef>
            </a:pPr>
            <a:r>
              <a:rPr sz="2400" spc="-25" dirty="0">
                <a:latin typeface="Cambria"/>
                <a:cs typeface="Cambria"/>
              </a:rPr>
              <a:t>&lt;Verb</a:t>
            </a:r>
            <a:r>
              <a:rPr sz="2400" spc="-75" dirty="0">
                <a:latin typeface="Cambria"/>
                <a:cs typeface="Cambria"/>
              </a:rPr>
              <a:t> </a:t>
            </a:r>
            <a:r>
              <a:rPr sz="2400" dirty="0">
                <a:latin typeface="Cambria"/>
                <a:cs typeface="Cambria"/>
              </a:rPr>
              <a:t>Phrase&gt;</a:t>
            </a:r>
            <a:r>
              <a:rPr sz="2400" spc="-70" dirty="0">
                <a:latin typeface="Cambria"/>
                <a:cs typeface="Cambria"/>
              </a:rPr>
              <a:t> </a:t>
            </a:r>
            <a:r>
              <a:rPr sz="2400" dirty="0">
                <a:latin typeface="Cambria"/>
                <a:cs typeface="Cambria"/>
              </a:rPr>
              <a:t>::=</a:t>
            </a:r>
            <a:r>
              <a:rPr sz="2400" spc="-45" dirty="0">
                <a:latin typeface="Cambria"/>
                <a:cs typeface="Cambria"/>
              </a:rPr>
              <a:t> </a:t>
            </a:r>
            <a:r>
              <a:rPr sz="2400" spc="-20" dirty="0">
                <a:latin typeface="Cambria"/>
                <a:cs typeface="Cambria"/>
              </a:rPr>
              <a:t>&lt;Verb&gt;&lt;Noun</a:t>
            </a:r>
            <a:r>
              <a:rPr sz="2400" spc="-70" dirty="0">
                <a:latin typeface="Cambria"/>
                <a:cs typeface="Cambria"/>
              </a:rPr>
              <a:t> </a:t>
            </a:r>
            <a:r>
              <a:rPr sz="2400" spc="-10" dirty="0">
                <a:latin typeface="Cambria"/>
                <a:cs typeface="Cambria"/>
              </a:rPr>
              <a:t>Phrase&gt;</a:t>
            </a:r>
            <a:endParaRPr sz="2400">
              <a:latin typeface="Cambria"/>
              <a:cs typeface="Cambria"/>
            </a:endParaRPr>
          </a:p>
          <a:p>
            <a:pPr marL="208279">
              <a:lnSpc>
                <a:spcPct val="100000"/>
              </a:lnSpc>
              <a:spcBef>
                <a:spcPts val="625"/>
              </a:spcBef>
            </a:pPr>
            <a:r>
              <a:rPr sz="2400" dirty="0">
                <a:latin typeface="Cambria"/>
                <a:cs typeface="Cambria"/>
              </a:rPr>
              <a:t>&lt;Article&gt;</a:t>
            </a:r>
            <a:r>
              <a:rPr sz="2400" spc="-55"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a</a:t>
            </a:r>
            <a:r>
              <a:rPr sz="2400" spc="-30" dirty="0">
                <a:latin typeface="Cambria"/>
                <a:cs typeface="Cambria"/>
              </a:rPr>
              <a:t> </a:t>
            </a:r>
            <a:r>
              <a:rPr sz="2400" dirty="0">
                <a:latin typeface="Cambria"/>
                <a:cs typeface="Cambria"/>
              </a:rPr>
              <a:t>|</a:t>
            </a:r>
            <a:r>
              <a:rPr sz="2400" spc="-25" dirty="0">
                <a:latin typeface="Cambria"/>
                <a:cs typeface="Cambria"/>
              </a:rPr>
              <a:t> </a:t>
            </a:r>
            <a:r>
              <a:rPr sz="2400" dirty="0">
                <a:latin typeface="Cambria"/>
                <a:cs typeface="Cambria"/>
              </a:rPr>
              <a:t>an</a:t>
            </a:r>
            <a:r>
              <a:rPr sz="2400" spc="-25" dirty="0">
                <a:latin typeface="Cambria"/>
                <a:cs typeface="Cambria"/>
              </a:rPr>
              <a:t> </a:t>
            </a:r>
            <a:r>
              <a:rPr sz="2400" dirty="0">
                <a:latin typeface="Cambria"/>
                <a:cs typeface="Cambria"/>
              </a:rPr>
              <a:t>|</a:t>
            </a:r>
            <a:r>
              <a:rPr sz="2400" spc="-25" dirty="0">
                <a:latin typeface="Cambria"/>
                <a:cs typeface="Cambria"/>
              </a:rPr>
              <a:t> the</a:t>
            </a:r>
            <a:endParaRPr sz="2400">
              <a:latin typeface="Cambria"/>
              <a:cs typeface="Cambria"/>
            </a:endParaRPr>
          </a:p>
          <a:p>
            <a:pPr marL="208279">
              <a:lnSpc>
                <a:spcPct val="100000"/>
              </a:lnSpc>
              <a:spcBef>
                <a:spcPts val="625"/>
              </a:spcBef>
            </a:pPr>
            <a:r>
              <a:rPr sz="2400" dirty="0">
                <a:latin typeface="Cambria"/>
                <a:cs typeface="Cambria"/>
              </a:rPr>
              <a:t>&lt;Noun&gt;</a:t>
            </a:r>
            <a:r>
              <a:rPr sz="2400" spc="-55" dirty="0">
                <a:latin typeface="Cambria"/>
                <a:cs typeface="Cambria"/>
              </a:rPr>
              <a:t> </a:t>
            </a:r>
            <a:r>
              <a:rPr sz="2400" dirty="0">
                <a:latin typeface="Cambria"/>
                <a:cs typeface="Cambria"/>
              </a:rPr>
              <a:t>::=</a:t>
            </a:r>
            <a:r>
              <a:rPr sz="2400" spc="-40" dirty="0">
                <a:latin typeface="Cambria"/>
                <a:cs typeface="Cambria"/>
              </a:rPr>
              <a:t> </a:t>
            </a:r>
            <a:r>
              <a:rPr sz="2400" dirty="0">
                <a:latin typeface="Cambria"/>
                <a:cs typeface="Cambria"/>
              </a:rPr>
              <a:t>boy</a:t>
            </a:r>
            <a:r>
              <a:rPr sz="2400" spc="-45" dirty="0">
                <a:latin typeface="Cambria"/>
                <a:cs typeface="Cambria"/>
              </a:rPr>
              <a:t> </a:t>
            </a:r>
            <a:r>
              <a:rPr sz="2400" dirty="0">
                <a:latin typeface="Cambria"/>
                <a:cs typeface="Cambria"/>
              </a:rPr>
              <a:t>|</a:t>
            </a:r>
            <a:r>
              <a:rPr sz="2400" spc="-50" dirty="0">
                <a:latin typeface="Cambria"/>
                <a:cs typeface="Cambria"/>
              </a:rPr>
              <a:t> </a:t>
            </a:r>
            <a:r>
              <a:rPr sz="2400" spc="-10" dirty="0">
                <a:latin typeface="Cambria"/>
                <a:cs typeface="Cambria"/>
              </a:rPr>
              <a:t>apple</a:t>
            </a:r>
            <a:endParaRPr sz="2400">
              <a:latin typeface="Cambria"/>
              <a:cs typeface="Cambria"/>
            </a:endParaRPr>
          </a:p>
          <a:p>
            <a:pPr marL="208279">
              <a:lnSpc>
                <a:spcPct val="100000"/>
              </a:lnSpc>
              <a:spcBef>
                <a:spcPts val="625"/>
              </a:spcBef>
            </a:pPr>
            <a:r>
              <a:rPr sz="2400" spc="-25" dirty="0">
                <a:latin typeface="Cambria"/>
                <a:cs typeface="Cambria"/>
              </a:rPr>
              <a:t>&lt;Verb&gt;</a:t>
            </a:r>
            <a:r>
              <a:rPr sz="2400" spc="-70" dirty="0">
                <a:latin typeface="Cambria"/>
                <a:cs typeface="Cambria"/>
              </a:rPr>
              <a:t> </a:t>
            </a:r>
            <a:r>
              <a:rPr sz="2400" dirty="0">
                <a:latin typeface="Cambria"/>
                <a:cs typeface="Cambria"/>
              </a:rPr>
              <a:t>::=</a:t>
            </a:r>
            <a:r>
              <a:rPr sz="2400" spc="-45" dirty="0">
                <a:latin typeface="Cambria"/>
                <a:cs typeface="Cambria"/>
              </a:rPr>
              <a:t> </a:t>
            </a:r>
            <a:r>
              <a:rPr sz="2400" spc="-25" dirty="0">
                <a:latin typeface="Cambria"/>
                <a:cs typeface="Cambria"/>
              </a:rPr>
              <a:t>ate</a:t>
            </a:r>
            <a:endParaRPr sz="2400">
              <a:latin typeface="Cambria"/>
              <a:cs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855"/>
              </a:spcBef>
            </a:pPr>
            <a:endParaRPr sz="3600">
              <a:latin typeface="Times New Roman"/>
              <a:cs typeface="Times New Roman"/>
            </a:endParaRPr>
          </a:p>
          <a:p>
            <a:pPr marL="344170">
              <a:lnSpc>
                <a:spcPct val="100000"/>
              </a:lnSpc>
            </a:pPr>
            <a:r>
              <a:rPr sz="3600" b="1" spc="-10" dirty="0">
                <a:solidFill>
                  <a:srgbClr val="FFFFFF"/>
                </a:solidFill>
                <a:latin typeface="Cambria"/>
                <a:cs typeface="Cambria"/>
              </a:rPr>
              <a:t>Derivation</a:t>
            </a:r>
            <a:endParaRPr sz="3600">
              <a:latin typeface="Cambria"/>
              <a:cs typeface="Cambria"/>
            </a:endParaRPr>
          </a:p>
        </p:txBody>
      </p:sp>
      <p:sp>
        <p:nvSpPr>
          <p:cNvPr id="3" name="object 3"/>
          <p:cNvSpPr txBox="1"/>
          <p:nvPr/>
        </p:nvSpPr>
        <p:spPr>
          <a:xfrm>
            <a:off x="3604005" y="650493"/>
            <a:ext cx="5673090" cy="4842510"/>
          </a:xfrm>
          <a:prstGeom prst="rect">
            <a:avLst/>
          </a:prstGeom>
        </p:spPr>
        <p:txBody>
          <a:bodyPr vert="horz" wrap="square" lIns="0" tIns="128270" rIns="0" bIns="0" rtlCol="0">
            <a:spAutoFit/>
          </a:bodyPr>
          <a:lstStyle/>
          <a:p>
            <a:pPr marL="12700">
              <a:lnSpc>
                <a:spcPct val="100000"/>
              </a:lnSpc>
              <a:spcBef>
                <a:spcPts val="10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a:t>
            </a:r>
            <a:r>
              <a:rPr sz="2400" spc="-80" dirty="0">
                <a:latin typeface="Cambria"/>
                <a:cs typeface="Cambria"/>
              </a:rPr>
              <a:t> </a:t>
            </a:r>
            <a:r>
              <a:rPr sz="2400" dirty="0">
                <a:latin typeface="Cambria"/>
                <a:cs typeface="Cambria"/>
              </a:rPr>
              <a:t>following</a:t>
            </a:r>
            <a:r>
              <a:rPr sz="2400" spc="-60" dirty="0">
                <a:latin typeface="Cambria"/>
                <a:cs typeface="Cambria"/>
              </a:rPr>
              <a:t> </a:t>
            </a:r>
            <a:r>
              <a:rPr sz="2400" dirty="0">
                <a:latin typeface="Cambria"/>
                <a:cs typeface="Cambria"/>
              </a:rPr>
              <a:t>strings</a:t>
            </a:r>
            <a:r>
              <a:rPr sz="2400" spc="-55" dirty="0">
                <a:latin typeface="Cambria"/>
                <a:cs typeface="Cambria"/>
              </a:rPr>
              <a:t> </a:t>
            </a:r>
            <a:r>
              <a:rPr sz="2400" dirty="0">
                <a:latin typeface="Cambria"/>
                <a:cs typeface="Cambria"/>
              </a:rPr>
              <a:t>are</a:t>
            </a:r>
            <a:r>
              <a:rPr sz="2400" spc="-35" dirty="0">
                <a:latin typeface="Cambria"/>
                <a:cs typeface="Cambria"/>
              </a:rPr>
              <a:t> </a:t>
            </a:r>
            <a:r>
              <a:rPr sz="2400" b="1" i="1" u="sng" dirty="0">
                <a:uFill>
                  <a:solidFill>
                    <a:srgbClr val="000000"/>
                  </a:solidFill>
                </a:uFill>
                <a:latin typeface="Cambria"/>
                <a:cs typeface="Cambria"/>
              </a:rPr>
              <a:t>sentential</a:t>
            </a:r>
            <a:r>
              <a:rPr sz="2400" b="1" i="1" u="sng" spc="-60" dirty="0">
                <a:uFill>
                  <a:solidFill>
                    <a:srgbClr val="000000"/>
                  </a:solidFill>
                </a:uFill>
                <a:latin typeface="Cambria"/>
                <a:cs typeface="Cambria"/>
              </a:rPr>
              <a:t> </a:t>
            </a:r>
            <a:r>
              <a:rPr sz="2400" b="1" i="1" u="sng" spc="-10" dirty="0">
                <a:uFill>
                  <a:solidFill>
                    <a:srgbClr val="000000"/>
                  </a:solidFill>
                </a:uFill>
                <a:latin typeface="Cambria"/>
                <a:cs typeface="Cambria"/>
              </a:rPr>
              <a:t>form</a:t>
            </a:r>
            <a:r>
              <a:rPr sz="2400" spc="-10" dirty="0">
                <a:latin typeface="Cambria"/>
                <a:cs typeface="Cambria"/>
              </a:rPr>
              <a:t>.</a:t>
            </a:r>
            <a:endParaRPr sz="2400">
              <a:latin typeface="Cambria"/>
              <a:cs typeface="Cambria"/>
            </a:endParaRPr>
          </a:p>
          <a:p>
            <a:pPr marL="927100">
              <a:lnSpc>
                <a:spcPct val="100000"/>
              </a:lnSpc>
              <a:spcBef>
                <a:spcPts val="915"/>
              </a:spcBef>
            </a:pPr>
            <a:r>
              <a:rPr sz="2400" spc="-10" dirty="0">
                <a:latin typeface="Cambria"/>
                <a:cs typeface="Cambria"/>
              </a:rPr>
              <a:t>&lt;Sentence&gt;</a:t>
            </a:r>
            <a:endParaRPr sz="2400">
              <a:latin typeface="Cambria"/>
              <a:cs typeface="Cambria"/>
            </a:endParaRPr>
          </a:p>
          <a:p>
            <a:pPr marL="927100">
              <a:lnSpc>
                <a:spcPct val="100000"/>
              </a:lnSpc>
              <a:spcBef>
                <a:spcPts val="910"/>
              </a:spcBef>
            </a:pPr>
            <a:r>
              <a:rPr sz="2400" dirty="0">
                <a:latin typeface="Cambria"/>
                <a:cs typeface="Cambria"/>
              </a:rPr>
              <a:t>&lt;Noun</a:t>
            </a:r>
            <a:r>
              <a:rPr sz="2400" spc="-80" dirty="0">
                <a:latin typeface="Cambria"/>
                <a:cs typeface="Cambria"/>
              </a:rPr>
              <a:t> </a:t>
            </a:r>
            <a:r>
              <a:rPr sz="2400" dirty="0">
                <a:latin typeface="Cambria"/>
                <a:cs typeface="Cambria"/>
              </a:rPr>
              <a:t>Phrase&gt;</a:t>
            </a:r>
            <a:r>
              <a:rPr sz="2400" spc="-85" dirty="0">
                <a:latin typeface="Cambria"/>
                <a:cs typeface="Cambria"/>
              </a:rPr>
              <a:t> </a:t>
            </a:r>
            <a:r>
              <a:rPr sz="2400" spc="-25" dirty="0">
                <a:latin typeface="Cambria"/>
                <a:cs typeface="Cambria"/>
              </a:rPr>
              <a:t>&lt;Verb</a:t>
            </a:r>
            <a:r>
              <a:rPr sz="2400" spc="-95" dirty="0">
                <a:latin typeface="Cambria"/>
                <a:cs typeface="Cambria"/>
              </a:rPr>
              <a:t> </a:t>
            </a:r>
            <a:r>
              <a:rPr sz="2400" spc="-10" dirty="0">
                <a:latin typeface="Cambria"/>
                <a:cs typeface="Cambria"/>
              </a:rPr>
              <a:t>Phrase&gt;</a:t>
            </a:r>
            <a:endParaRPr sz="2400">
              <a:latin typeface="Cambria"/>
              <a:cs typeface="Cambria"/>
            </a:endParaRPr>
          </a:p>
          <a:p>
            <a:pPr marL="927100" marR="528320">
              <a:lnSpc>
                <a:spcPct val="131700"/>
              </a:lnSpc>
            </a:pPr>
            <a:r>
              <a:rPr sz="2400" dirty="0">
                <a:latin typeface="Cambria"/>
                <a:cs typeface="Cambria"/>
              </a:rPr>
              <a:t>&lt;article&gt;</a:t>
            </a:r>
            <a:r>
              <a:rPr sz="2400" spc="-60" dirty="0">
                <a:latin typeface="Cambria"/>
                <a:cs typeface="Cambria"/>
              </a:rPr>
              <a:t> </a:t>
            </a:r>
            <a:r>
              <a:rPr sz="2400" dirty="0">
                <a:latin typeface="Cambria"/>
                <a:cs typeface="Cambria"/>
              </a:rPr>
              <a:t>&lt;noun&gt;</a:t>
            </a:r>
            <a:r>
              <a:rPr sz="2400" spc="-30" dirty="0">
                <a:latin typeface="Cambria"/>
                <a:cs typeface="Cambria"/>
              </a:rPr>
              <a:t> </a:t>
            </a:r>
            <a:r>
              <a:rPr sz="2400" spc="-25" dirty="0">
                <a:latin typeface="Cambria"/>
                <a:cs typeface="Cambria"/>
              </a:rPr>
              <a:t>&lt;Verb</a:t>
            </a:r>
            <a:r>
              <a:rPr sz="2400" spc="-55" dirty="0">
                <a:latin typeface="Cambria"/>
                <a:cs typeface="Cambria"/>
              </a:rPr>
              <a:t> </a:t>
            </a:r>
            <a:r>
              <a:rPr sz="2400" spc="-10" dirty="0">
                <a:latin typeface="Cambria"/>
                <a:cs typeface="Cambria"/>
              </a:rPr>
              <a:t>Phrase&gt; </a:t>
            </a:r>
            <a:r>
              <a:rPr sz="2400" dirty="0">
                <a:latin typeface="Cambria"/>
                <a:cs typeface="Cambria"/>
              </a:rPr>
              <a:t>the</a:t>
            </a:r>
            <a:r>
              <a:rPr sz="2400" spc="-50" dirty="0">
                <a:latin typeface="Cambria"/>
                <a:cs typeface="Cambria"/>
              </a:rPr>
              <a:t> </a:t>
            </a:r>
            <a:r>
              <a:rPr sz="2400" dirty="0">
                <a:latin typeface="Cambria"/>
                <a:cs typeface="Cambria"/>
              </a:rPr>
              <a:t>boy</a:t>
            </a:r>
            <a:r>
              <a:rPr sz="2400" spc="-55" dirty="0">
                <a:latin typeface="Cambria"/>
                <a:cs typeface="Cambria"/>
              </a:rPr>
              <a:t> </a:t>
            </a:r>
            <a:r>
              <a:rPr sz="2400" spc="-25" dirty="0">
                <a:latin typeface="Cambria"/>
                <a:cs typeface="Cambria"/>
              </a:rPr>
              <a:t>&lt;Verb</a:t>
            </a:r>
            <a:r>
              <a:rPr sz="2400" spc="-70" dirty="0">
                <a:latin typeface="Cambria"/>
                <a:cs typeface="Cambria"/>
              </a:rPr>
              <a:t> </a:t>
            </a:r>
            <a:r>
              <a:rPr sz="2400" spc="-10" dirty="0">
                <a:latin typeface="Cambria"/>
                <a:cs typeface="Cambria"/>
              </a:rPr>
              <a:t>Phrase&gt;</a:t>
            </a:r>
            <a:endParaRPr sz="2400">
              <a:latin typeface="Cambria"/>
              <a:cs typeface="Cambria"/>
            </a:endParaRPr>
          </a:p>
          <a:p>
            <a:pPr marL="927100" marR="709930">
              <a:lnSpc>
                <a:spcPct val="131700"/>
              </a:lnSpc>
              <a:spcBef>
                <a:spcPts val="5"/>
              </a:spcBef>
            </a:pPr>
            <a:r>
              <a:rPr sz="2400" dirty="0">
                <a:latin typeface="Cambria"/>
                <a:cs typeface="Cambria"/>
              </a:rPr>
              <a:t>the</a:t>
            </a:r>
            <a:r>
              <a:rPr sz="2400" spc="-60" dirty="0">
                <a:latin typeface="Cambria"/>
                <a:cs typeface="Cambria"/>
              </a:rPr>
              <a:t> </a:t>
            </a:r>
            <a:r>
              <a:rPr sz="2400" dirty="0">
                <a:latin typeface="Cambria"/>
                <a:cs typeface="Cambria"/>
              </a:rPr>
              <a:t>boy</a:t>
            </a:r>
            <a:r>
              <a:rPr sz="2400" spc="-65" dirty="0">
                <a:latin typeface="Cambria"/>
                <a:cs typeface="Cambria"/>
              </a:rPr>
              <a:t> </a:t>
            </a:r>
            <a:r>
              <a:rPr sz="2400" dirty="0">
                <a:latin typeface="Cambria"/>
                <a:cs typeface="Cambria"/>
              </a:rPr>
              <a:t>&lt;verb&gt;</a:t>
            </a:r>
            <a:r>
              <a:rPr sz="2400" spc="-70" dirty="0">
                <a:latin typeface="Cambria"/>
                <a:cs typeface="Cambria"/>
              </a:rPr>
              <a:t> </a:t>
            </a:r>
            <a:r>
              <a:rPr sz="2400" dirty="0">
                <a:latin typeface="Cambria"/>
                <a:cs typeface="Cambria"/>
              </a:rPr>
              <a:t>&lt;Noun</a:t>
            </a:r>
            <a:r>
              <a:rPr sz="2400" spc="-70" dirty="0">
                <a:latin typeface="Cambria"/>
                <a:cs typeface="Cambria"/>
              </a:rPr>
              <a:t> </a:t>
            </a:r>
            <a:r>
              <a:rPr sz="2400" spc="-10" dirty="0">
                <a:latin typeface="Cambria"/>
                <a:cs typeface="Cambria"/>
              </a:rPr>
              <a:t>Phrase&gt; </a:t>
            </a:r>
            <a:r>
              <a:rPr sz="2400" dirty="0">
                <a:latin typeface="Cambria"/>
                <a:cs typeface="Cambria"/>
              </a:rPr>
              <a:t>the</a:t>
            </a:r>
            <a:r>
              <a:rPr sz="2400" spc="-35" dirty="0">
                <a:latin typeface="Cambria"/>
                <a:cs typeface="Cambria"/>
              </a:rPr>
              <a:t> </a:t>
            </a:r>
            <a:r>
              <a:rPr sz="2400" dirty="0">
                <a:latin typeface="Cambria"/>
                <a:cs typeface="Cambria"/>
              </a:rPr>
              <a:t>boy</a:t>
            </a:r>
            <a:r>
              <a:rPr sz="2400" spc="-45" dirty="0">
                <a:latin typeface="Cambria"/>
                <a:cs typeface="Cambria"/>
              </a:rPr>
              <a:t> </a:t>
            </a:r>
            <a:r>
              <a:rPr sz="2400" dirty="0">
                <a:latin typeface="Cambria"/>
                <a:cs typeface="Cambria"/>
              </a:rPr>
              <a:t>ate</a:t>
            </a:r>
            <a:r>
              <a:rPr sz="2400" spc="-35" dirty="0">
                <a:latin typeface="Cambria"/>
                <a:cs typeface="Cambria"/>
              </a:rPr>
              <a:t> </a:t>
            </a:r>
            <a:r>
              <a:rPr sz="2400" dirty="0">
                <a:latin typeface="Cambria"/>
                <a:cs typeface="Cambria"/>
              </a:rPr>
              <a:t>&lt;Noun</a:t>
            </a:r>
            <a:r>
              <a:rPr sz="2400" spc="-35" dirty="0">
                <a:latin typeface="Cambria"/>
                <a:cs typeface="Cambria"/>
              </a:rPr>
              <a:t> </a:t>
            </a:r>
            <a:r>
              <a:rPr sz="2400" spc="-10" dirty="0">
                <a:latin typeface="Cambria"/>
                <a:cs typeface="Cambria"/>
              </a:rPr>
              <a:t>Phrase&gt;</a:t>
            </a:r>
            <a:endParaRPr sz="2400">
              <a:latin typeface="Cambria"/>
              <a:cs typeface="Cambria"/>
            </a:endParaRPr>
          </a:p>
          <a:p>
            <a:pPr marL="927100">
              <a:lnSpc>
                <a:spcPct val="100000"/>
              </a:lnSpc>
              <a:spcBef>
                <a:spcPts val="910"/>
              </a:spcBef>
            </a:pPr>
            <a:r>
              <a:rPr sz="2400" dirty="0">
                <a:latin typeface="Cambria"/>
                <a:cs typeface="Cambria"/>
              </a:rPr>
              <a:t>the</a:t>
            </a:r>
            <a:r>
              <a:rPr sz="2400" spc="-25" dirty="0">
                <a:latin typeface="Cambria"/>
                <a:cs typeface="Cambria"/>
              </a:rPr>
              <a:t> </a:t>
            </a:r>
            <a:r>
              <a:rPr sz="2400" dirty="0">
                <a:latin typeface="Cambria"/>
                <a:cs typeface="Cambria"/>
              </a:rPr>
              <a:t>boy</a:t>
            </a:r>
            <a:r>
              <a:rPr sz="2400" spc="-30" dirty="0">
                <a:latin typeface="Cambria"/>
                <a:cs typeface="Cambria"/>
              </a:rPr>
              <a:t> </a:t>
            </a:r>
            <a:r>
              <a:rPr sz="2400" dirty="0">
                <a:latin typeface="Cambria"/>
                <a:cs typeface="Cambria"/>
              </a:rPr>
              <a:t>ate</a:t>
            </a:r>
            <a:r>
              <a:rPr sz="2400" spc="-25" dirty="0">
                <a:latin typeface="Cambria"/>
                <a:cs typeface="Cambria"/>
              </a:rPr>
              <a:t> </a:t>
            </a:r>
            <a:r>
              <a:rPr sz="2400" dirty="0">
                <a:latin typeface="Cambria"/>
                <a:cs typeface="Cambria"/>
              </a:rPr>
              <a:t>&lt;article&gt;</a:t>
            </a:r>
            <a:r>
              <a:rPr sz="2400" spc="-60" dirty="0">
                <a:latin typeface="Cambria"/>
                <a:cs typeface="Cambria"/>
              </a:rPr>
              <a:t> </a:t>
            </a:r>
            <a:r>
              <a:rPr sz="2400" spc="-10" dirty="0">
                <a:latin typeface="Cambria"/>
                <a:cs typeface="Cambria"/>
              </a:rPr>
              <a:t>&lt;noun&gt;</a:t>
            </a:r>
            <a:endParaRPr sz="2400">
              <a:latin typeface="Cambria"/>
              <a:cs typeface="Cambria"/>
            </a:endParaRPr>
          </a:p>
          <a:p>
            <a:pPr marL="195580" marR="2134235" indent="731520">
              <a:lnSpc>
                <a:spcPct val="131700"/>
              </a:lnSpc>
            </a:pPr>
            <a:r>
              <a:rPr sz="2400" dirty="0">
                <a:latin typeface="Cambria"/>
                <a:cs typeface="Cambria"/>
              </a:rPr>
              <a:t>the</a:t>
            </a:r>
            <a:r>
              <a:rPr sz="2400" spc="-35" dirty="0">
                <a:latin typeface="Cambria"/>
                <a:cs typeface="Cambria"/>
              </a:rPr>
              <a:t> </a:t>
            </a:r>
            <a:r>
              <a:rPr sz="2400" dirty="0">
                <a:latin typeface="Cambria"/>
                <a:cs typeface="Cambria"/>
              </a:rPr>
              <a:t>boy</a:t>
            </a:r>
            <a:r>
              <a:rPr sz="2400" spc="-40" dirty="0">
                <a:latin typeface="Cambria"/>
                <a:cs typeface="Cambria"/>
              </a:rPr>
              <a:t> </a:t>
            </a:r>
            <a:r>
              <a:rPr sz="2400" dirty="0">
                <a:latin typeface="Cambria"/>
                <a:cs typeface="Cambria"/>
              </a:rPr>
              <a:t>ate</a:t>
            </a:r>
            <a:r>
              <a:rPr sz="2400" spc="-40" dirty="0">
                <a:latin typeface="Cambria"/>
                <a:cs typeface="Cambria"/>
              </a:rPr>
              <a:t> </a:t>
            </a:r>
            <a:r>
              <a:rPr sz="2400" dirty="0">
                <a:latin typeface="Cambria"/>
                <a:cs typeface="Cambria"/>
              </a:rPr>
              <a:t>an</a:t>
            </a:r>
            <a:r>
              <a:rPr sz="2400" spc="-45" dirty="0">
                <a:latin typeface="Cambria"/>
                <a:cs typeface="Cambria"/>
              </a:rPr>
              <a:t> </a:t>
            </a:r>
            <a:r>
              <a:rPr sz="2400" spc="-10" dirty="0">
                <a:latin typeface="Cambria"/>
                <a:cs typeface="Cambria"/>
              </a:rPr>
              <a:t>apple </a:t>
            </a:r>
            <a:r>
              <a:rPr sz="2400" dirty="0">
                <a:latin typeface="Cambria"/>
                <a:cs typeface="Cambria"/>
              </a:rPr>
              <a:t>String</a:t>
            </a:r>
            <a:r>
              <a:rPr sz="2400" spc="-45" dirty="0">
                <a:latin typeface="Cambria"/>
                <a:cs typeface="Cambria"/>
              </a:rPr>
              <a:t> </a:t>
            </a:r>
            <a:r>
              <a:rPr sz="2400" dirty="0">
                <a:latin typeface="Cambria"/>
                <a:cs typeface="Cambria"/>
              </a:rPr>
              <a:t>:</a:t>
            </a:r>
            <a:r>
              <a:rPr sz="2400" spc="-5" dirty="0">
                <a:latin typeface="Cambria"/>
                <a:cs typeface="Cambria"/>
              </a:rPr>
              <a:t> </a:t>
            </a:r>
            <a:r>
              <a:rPr sz="2400" dirty="0">
                <a:latin typeface="Cambria"/>
                <a:cs typeface="Cambria"/>
              </a:rPr>
              <a:t>id</a:t>
            </a:r>
            <a:r>
              <a:rPr sz="2400" spc="-5"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id</a:t>
            </a:r>
            <a:r>
              <a:rPr sz="2400" spc="-5" dirty="0">
                <a:latin typeface="Cambria"/>
                <a:cs typeface="Cambria"/>
              </a:rPr>
              <a:t> </a:t>
            </a:r>
            <a:r>
              <a:rPr sz="2400" dirty="0">
                <a:latin typeface="Cambria"/>
                <a:cs typeface="Cambria"/>
              </a:rPr>
              <a:t>*</a:t>
            </a:r>
            <a:r>
              <a:rPr sz="2400" spc="-20" dirty="0">
                <a:latin typeface="Cambria"/>
                <a:cs typeface="Cambria"/>
              </a:rPr>
              <a:t> </a:t>
            </a:r>
            <a:r>
              <a:rPr sz="2400" spc="-25" dirty="0">
                <a:latin typeface="Cambria"/>
                <a:cs typeface="Cambria"/>
              </a:rPr>
              <a:t>id</a:t>
            </a:r>
            <a:endParaRPr sz="2400">
              <a:latin typeface="Cambria"/>
              <a:cs typeface="Cambria"/>
            </a:endParaRPr>
          </a:p>
        </p:txBody>
      </p:sp>
      <p:pic>
        <p:nvPicPr>
          <p:cNvPr id="4" name="object 4"/>
          <p:cNvPicPr/>
          <p:nvPr/>
        </p:nvPicPr>
        <p:blipFill>
          <a:blip r:embed="rId2" cstate="print"/>
          <a:stretch>
            <a:fillRect/>
          </a:stretch>
        </p:blipFill>
        <p:spPr>
          <a:xfrm>
            <a:off x="9159477" y="4247386"/>
            <a:ext cx="2001919" cy="23269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855"/>
              </a:spcBef>
            </a:pPr>
            <a:endParaRPr sz="3600">
              <a:latin typeface="Times New Roman"/>
              <a:cs typeface="Times New Roman"/>
            </a:endParaRPr>
          </a:p>
          <a:p>
            <a:pPr marL="344170">
              <a:lnSpc>
                <a:spcPct val="100000"/>
              </a:lnSpc>
            </a:pPr>
            <a:r>
              <a:rPr sz="3600" b="1" spc="-10" dirty="0">
                <a:solidFill>
                  <a:srgbClr val="FFFFFF"/>
                </a:solidFill>
                <a:latin typeface="Cambria"/>
                <a:cs typeface="Cambria"/>
              </a:rPr>
              <a:t>Derivation</a:t>
            </a:r>
            <a:endParaRPr sz="3600">
              <a:latin typeface="Cambria"/>
              <a:cs typeface="Cambria"/>
            </a:endParaRPr>
          </a:p>
        </p:txBody>
      </p:sp>
      <p:sp>
        <p:nvSpPr>
          <p:cNvPr id="3" name="object 3"/>
          <p:cNvSpPr txBox="1">
            <a:spLocks noGrp="1"/>
          </p:cNvSpPr>
          <p:nvPr>
            <p:ph type="title"/>
          </p:nvPr>
        </p:nvSpPr>
        <p:spPr>
          <a:xfrm>
            <a:off x="3948429" y="618490"/>
            <a:ext cx="7157720" cy="1049655"/>
          </a:xfrm>
          <a:prstGeom prst="rect">
            <a:avLst/>
          </a:prstGeom>
        </p:spPr>
        <p:txBody>
          <a:bodyPr vert="horz" wrap="square" lIns="0" tIns="53975" rIns="0" bIns="0" rtlCol="0">
            <a:spAutoFit/>
          </a:bodyPr>
          <a:lstStyle/>
          <a:p>
            <a:pPr marL="195580" marR="5080" indent="-182880" algn="just">
              <a:lnSpc>
                <a:spcPts val="2590"/>
              </a:lnSpc>
              <a:spcBef>
                <a:spcPts val="425"/>
              </a:spcBef>
            </a:pPr>
            <a:r>
              <a:rPr spc="-1250" dirty="0">
                <a:solidFill>
                  <a:srgbClr val="40B9D2"/>
                </a:solidFill>
                <a:latin typeface="Arial MT"/>
                <a:cs typeface="Arial MT"/>
              </a:rPr>
              <a:t>🞄</a:t>
            </a:r>
            <a:r>
              <a:rPr spc="-95" dirty="0">
                <a:solidFill>
                  <a:srgbClr val="40B9D2"/>
                </a:solidFill>
                <a:latin typeface="Arial MT"/>
                <a:cs typeface="Arial MT"/>
              </a:rPr>
              <a:t> </a:t>
            </a:r>
            <a:r>
              <a:rPr spc="-15" dirty="0"/>
              <a:t>The</a:t>
            </a:r>
            <a:r>
              <a:rPr spc="585" dirty="0"/>
              <a:t> </a:t>
            </a:r>
            <a:r>
              <a:rPr spc="-15" dirty="0"/>
              <a:t>process</a:t>
            </a:r>
            <a:r>
              <a:rPr spc="575" dirty="0"/>
              <a:t> </a:t>
            </a:r>
            <a:r>
              <a:rPr spc="-5" dirty="0"/>
              <a:t>o</a:t>
            </a:r>
            <a:r>
              <a:rPr dirty="0"/>
              <a:t>f</a:t>
            </a:r>
            <a:r>
              <a:rPr spc="585" dirty="0"/>
              <a:t> </a:t>
            </a:r>
            <a:r>
              <a:rPr spc="-15" dirty="0"/>
              <a:t>deriving</a:t>
            </a:r>
            <a:r>
              <a:rPr spc="590" dirty="0"/>
              <a:t> </a:t>
            </a:r>
            <a:r>
              <a:rPr spc="-5" dirty="0"/>
              <a:t>strin</a:t>
            </a:r>
            <a:r>
              <a:rPr dirty="0"/>
              <a:t>g</a:t>
            </a:r>
            <a:r>
              <a:rPr spc="580" dirty="0"/>
              <a:t> </a:t>
            </a:r>
            <a:r>
              <a:rPr spc="-15" dirty="0"/>
              <a:t>is</a:t>
            </a:r>
            <a:r>
              <a:rPr spc="580" dirty="0"/>
              <a:t> </a:t>
            </a:r>
            <a:r>
              <a:rPr spc="-10" dirty="0"/>
              <a:t>called</a:t>
            </a:r>
            <a:r>
              <a:rPr spc="585" dirty="0"/>
              <a:t> </a:t>
            </a:r>
            <a:r>
              <a:rPr spc="-40" dirty="0"/>
              <a:t>Derivation</a:t>
            </a:r>
            <a:r>
              <a:rPr spc="-5" dirty="0"/>
              <a:t> </a:t>
            </a:r>
            <a:r>
              <a:rPr spc="-10" dirty="0"/>
              <a:t>and</a:t>
            </a:r>
            <a:r>
              <a:rPr spc="434" dirty="0"/>
              <a:t> </a:t>
            </a:r>
            <a:r>
              <a:rPr spc="-10" dirty="0"/>
              <a:t>graphical</a:t>
            </a:r>
            <a:r>
              <a:rPr spc="420" dirty="0"/>
              <a:t> </a:t>
            </a:r>
            <a:r>
              <a:rPr spc="-15" dirty="0"/>
              <a:t>representation</a:t>
            </a:r>
            <a:r>
              <a:rPr spc="450" dirty="0"/>
              <a:t> </a:t>
            </a:r>
            <a:r>
              <a:rPr spc="-15" dirty="0"/>
              <a:t>o</a:t>
            </a:r>
            <a:r>
              <a:rPr dirty="0"/>
              <a:t>f</a:t>
            </a:r>
            <a:r>
              <a:rPr spc="430" dirty="0"/>
              <a:t> </a:t>
            </a:r>
            <a:r>
              <a:rPr spc="-20" dirty="0"/>
              <a:t>derivation</a:t>
            </a:r>
            <a:r>
              <a:rPr spc="430" dirty="0"/>
              <a:t> </a:t>
            </a:r>
            <a:r>
              <a:rPr spc="-15" dirty="0"/>
              <a:t>is</a:t>
            </a:r>
            <a:r>
              <a:rPr spc="440" dirty="0"/>
              <a:t> </a:t>
            </a:r>
            <a:r>
              <a:rPr spc="-10" dirty="0"/>
              <a:t>called </a:t>
            </a:r>
            <a:r>
              <a:rPr spc="-15" dirty="0"/>
              <a:t>derivation</a:t>
            </a:r>
            <a:r>
              <a:rPr spc="-25" dirty="0"/>
              <a:t> </a:t>
            </a:r>
            <a:r>
              <a:rPr spc="-15" dirty="0"/>
              <a:t>tree</a:t>
            </a:r>
            <a:r>
              <a:rPr spc="-10" dirty="0"/>
              <a:t> </a:t>
            </a:r>
            <a:r>
              <a:rPr spc="-5" dirty="0"/>
              <a:t>o</a:t>
            </a:r>
            <a:r>
              <a:rPr dirty="0"/>
              <a:t>r</a:t>
            </a:r>
            <a:r>
              <a:rPr spc="-15" dirty="0"/>
              <a:t> parse</a:t>
            </a:r>
            <a:r>
              <a:rPr dirty="0"/>
              <a:t> </a:t>
            </a:r>
            <a:r>
              <a:rPr spc="-10" dirty="0"/>
              <a:t>tree.</a:t>
            </a:r>
          </a:p>
        </p:txBody>
      </p:sp>
      <p:sp>
        <p:nvSpPr>
          <p:cNvPr id="4" name="object 4"/>
          <p:cNvSpPr txBox="1"/>
          <p:nvPr/>
        </p:nvSpPr>
        <p:spPr>
          <a:xfrm>
            <a:off x="3948429" y="1758822"/>
            <a:ext cx="7158355" cy="2494915"/>
          </a:xfrm>
          <a:prstGeom prst="rect">
            <a:avLst/>
          </a:prstGeom>
        </p:spPr>
        <p:txBody>
          <a:bodyPr vert="horz" wrap="square" lIns="0" tIns="53975" rIns="0" bIns="0" rtlCol="0">
            <a:spAutoFit/>
          </a:bodyPr>
          <a:lstStyle/>
          <a:p>
            <a:pPr marL="195580" marR="5080" indent="-182880">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Derivation</a:t>
            </a:r>
            <a:r>
              <a:rPr sz="2400" spc="50" dirty="0">
                <a:latin typeface="Cambria"/>
                <a:cs typeface="Cambria"/>
              </a:rPr>
              <a:t> </a:t>
            </a:r>
            <a:r>
              <a:rPr sz="2400" dirty="0">
                <a:latin typeface="Cambria"/>
                <a:cs typeface="Cambria"/>
              </a:rPr>
              <a:t>is</a:t>
            </a:r>
            <a:r>
              <a:rPr sz="2400" spc="95" dirty="0">
                <a:latin typeface="Cambria"/>
                <a:cs typeface="Cambria"/>
              </a:rPr>
              <a:t> </a:t>
            </a:r>
            <a:r>
              <a:rPr sz="2400" dirty="0">
                <a:latin typeface="Cambria"/>
                <a:cs typeface="Cambria"/>
              </a:rPr>
              <a:t>a</a:t>
            </a:r>
            <a:r>
              <a:rPr sz="2400" spc="100" dirty="0">
                <a:latin typeface="Cambria"/>
                <a:cs typeface="Cambria"/>
              </a:rPr>
              <a:t> </a:t>
            </a:r>
            <a:r>
              <a:rPr sz="2400" dirty="0">
                <a:latin typeface="Cambria"/>
                <a:cs typeface="Cambria"/>
              </a:rPr>
              <a:t>sequence</a:t>
            </a:r>
            <a:r>
              <a:rPr sz="2400" spc="105" dirty="0">
                <a:latin typeface="Cambria"/>
                <a:cs typeface="Cambria"/>
              </a:rPr>
              <a:t> </a:t>
            </a:r>
            <a:r>
              <a:rPr sz="2400" dirty="0">
                <a:latin typeface="Cambria"/>
                <a:cs typeface="Cambria"/>
              </a:rPr>
              <a:t>of</a:t>
            </a:r>
            <a:r>
              <a:rPr sz="2400" spc="90" dirty="0">
                <a:latin typeface="Cambria"/>
                <a:cs typeface="Cambria"/>
              </a:rPr>
              <a:t> </a:t>
            </a:r>
            <a:r>
              <a:rPr sz="2400" dirty="0">
                <a:latin typeface="Cambria"/>
                <a:cs typeface="Cambria"/>
              </a:rPr>
              <a:t>a</a:t>
            </a:r>
            <a:r>
              <a:rPr sz="2400" spc="95" dirty="0">
                <a:latin typeface="Cambria"/>
                <a:cs typeface="Cambria"/>
              </a:rPr>
              <a:t> </a:t>
            </a:r>
            <a:r>
              <a:rPr sz="2400" dirty="0">
                <a:latin typeface="Cambria"/>
                <a:cs typeface="Cambria"/>
              </a:rPr>
              <a:t>production</a:t>
            </a:r>
            <a:r>
              <a:rPr sz="2400" spc="85" dirty="0">
                <a:latin typeface="Cambria"/>
                <a:cs typeface="Cambria"/>
              </a:rPr>
              <a:t> </a:t>
            </a:r>
            <a:r>
              <a:rPr sz="2400" dirty="0">
                <a:latin typeface="Cambria"/>
                <a:cs typeface="Cambria"/>
              </a:rPr>
              <a:t>rules,</a:t>
            </a:r>
            <a:r>
              <a:rPr sz="2400" spc="90" dirty="0">
                <a:latin typeface="Cambria"/>
                <a:cs typeface="Cambria"/>
              </a:rPr>
              <a:t> </a:t>
            </a:r>
            <a:r>
              <a:rPr sz="2400" dirty="0">
                <a:latin typeface="Cambria"/>
                <a:cs typeface="Cambria"/>
              </a:rPr>
              <a:t>to</a:t>
            </a:r>
            <a:r>
              <a:rPr sz="2400" spc="95" dirty="0">
                <a:latin typeface="Cambria"/>
                <a:cs typeface="Cambria"/>
              </a:rPr>
              <a:t> </a:t>
            </a:r>
            <a:r>
              <a:rPr sz="2400" spc="-25" dirty="0">
                <a:latin typeface="Cambria"/>
                <a:cs typeface="Cambria"/>
              </a:rPr>
              <a:t>get </a:t>
            </a:r>
            <a:r>
              <a:rPr sz="2400" dirty="0">
                <a:latin typeface="Cambria"/>
                <a:cs typeface="Cambria"/>
              </a:rPr>
              <a:t>the</a:t>
            </a:r>
            <a:r>
              <a:rPr sz="2400" spc="-45" dirty="0">
                <a:latin typeface="Cambria"/>
                <a:cs typeface="Cambria"/>
              </a:rPr>
              <a:t> </a:t>
            </a:r>
            <a:r>
              <a:rPr sz="2400" dirty="0">
                <a:latin typeface="Cambria"/>
                <a:cs typeface="Cambria"/>
              </a:rPr>
              <a:t>input</a:t>
            </a:r>
            <a:r>
              <a:rPr sz="2400" spc="-45" dirty="0">
                <a:latin typeface="Cambria"/>
                <a:cs typeface="Cambria"/>
              </a:rPr>
              <a:t> </a:t>
            </a:r>
            <a:r>
              <a:rPr sz="2400" spc="-10" dirty="0">
                <a:latin typeface="Cambria"/>
                <a:cs typeface="Cambria"/>
              </a:rPr>
              <a:t>string.</a:t>
            </a:r>
            <a:endParaRPr sz="2400">
              <a:latin typeface="Cambria"/>
              <a:cs typeface="Cambria"/>
            </a:endParaRPr>
          </a:p>
          <a:p>
            <a:pPr marL="12700">
              <a:lnSpc>
                <a:spcPct val="100000"/>
              </a:lnSpc>
              <a:spcBef>
                <a:spcPts val="87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During</a:t>
            </a:r>
            <a:r>
              <a:rPr sz="2400" spc="-120" dirty="0">
                <a:latin typeface="Cambria"/>
                <a:cs typeface="Cambria"/>
              </a:rPr>
              <a:t> </a:t>
            </a:r>
            <a:r>
              <a:rPr sz="2400" dirty="0">
                <a:latin typeface="Cambria"/>
                <a:cs typeface="Cambria"/>
              </a:rPr>
              <a:t>parsing</a:t>
            </a:r>
            <a:r>
              <a:rPr sz="2400" spc="-55" dirty="0">
                <a:latin typeface="Cambria"/>
                <a:cs typeface="Cambria"/>
              </a:rPr>
              <a:t> </a:t>
            </a:r>
            <a:r>
              <a:rPr sz="2400" dirty="0">
                <a:latin typeface="Cambria"/>
                <a:cs typeface="Cambria"/>
              </a:rPr>
              <a:t>we</a:t>
            </a:r>
            <a:r>
              <a:rPr sz="2400" spc="-50" dirty="0">
                <a:latin typeface="Cambria"/>
                <a:cs typeface="Cambria"/>
              </a:rPr>
              <a:t> </a:t>
            </a:r>
            <a:r>
              <a:rPr sz="2400" dirty="0">
                <a:latin typeface="Cambria"/>
                <a:cs typeface="Cambria"/>
              </a:rPr>
              <a:t>take</a:t>
            </a:r>
            <a:r>
              <a:rPr sz="2400" spc="-50" dirty="0">
                <a:latin typeface="Cambria"/>
                <a:cs typeface="Cambria"/>
              </a:rPr>
              <a:t> </a:t>
            </a:r>
            <a:r>
              <a:rPr sz="2400" dirty="0">
                <a:latin typeface="Cambria"/>
                <a:cs typeface="Cambria"/>
              </a:rPr>
              <a:t>two</a:t>
            </a:r>
            <a:r>
              <a:rPr sz="2400" spc="-45" dirty="0">
                <a:latin typeface="Cambria"/>
                <a:cs typeface="Cambria"/>
              </a:rPr>
              <a:t> </a:t>
            </a:r>
            <a:r>
              <a:rPr sz="2400" spc="-10" dirty="0">
                <a:latin typeface="Cambria"/>
                <a:cs typeface="Cambria"/>
              </a:rPr>
              <a:t>decisions:</a:t>
            </a:r>
            <a:endParaRPr sz="2400">
              <a:latin typeface="Cambria"/>
              <a:cs typeface="Cambria"/>
            </a:endParaRPr>
          </a:p>
          <a:p>
            <a:pPr marL="469265" indent="-456565">
              <a:lnSpc>
                <a:spcPct val="100000"/>
              </a:lnSpc>
              <a:spcBef>
                <a:spcPts val="915"/>
              </a:spcBef>
              <a:buClr>
                <a:srgbClr val="40B9D2"/>
              </a:buClr>
              <a:buAutoNum type="arabicParenR"/>
              <a:tabLst>
                <a:tab pos="469265" algn="l"/>
              </a:tabLst>
            </a:pPr>
            <a:r>
              <a:rPr sz="2400" dirty="0">
                <a:latin typeface="Cambria"/>
                <a:cs typeface="Cambria"/>
              </a:rPr>
              <a:t>Deciding</a:t>
            </a:r>
            <a:r>
              <a:rPr sz="2400" spc="-55" dirty="0">
                <a:latin typeface="Cambria"/>
                <a:cs typeface="Cambria"/>
              </a:rPr>
              <a:t> </a:t>
            </a:r>
            <a:r>
              <a:rPr sz="2400" dirty="0">
                <a:latin typeface="Cambria"/>
                <a:cs typeface="Cambria"/>
              </a:rPr>
              <a:t>the</a:t>
            </a:r>
            <a:r>
              <a:rPr sz="2400" spc="-55" dirty="0">
                <a:latin typeface="Cambria"/>
                <a:cs typeface="Cambria"/>
              </a:rPr>
              <a:t> </a:t>
            </a:r>
            <a:r>
              <a:rPr sz="2400" dirty="0">
                <a:latin typeface="Cambria"/>
                <a:cs typeface="Cambria"/>
              </a:rPr>
              <a:t>non</a:t>
            </a:r>
            <a:r>
              <a:rPr sz="2400" spc="-55" dirty="0">
                <a:latin typeface="Cambria"/>
                <a:cs typeface="Cambria"/>
              </a:rPr>
              <a:t> </a:t>
            </a:r>
            <a:r>
              <a:rPr sz="2400" dirty="0">
                <a:latin typeface="Cambria"/>
                <a:cs typeface="Cambria"/>
              </a:rPr>
              <a:t>terminal</a:t>
            </a:r>
            <a:r>
              <a:rPr sz="2400" spc="-65" dirty="0">
                <a:latin typeface="Cambria"/>
                <a:cs typeface="Cambria"/>
              </a:rPr>
              <a:t> </a:t>
            </a:r>
            <a:r>
              <a:rPr sz="2400" dirty="0">
                <a:latin typeface="Cambria"/>
                <a:cs typeface="Cambria"/>
              </a:rPr>
              <a:t>which</a:t>
            </a:r>
            <a:r>
              <a:rPr sz="2400" spc="-60" dirty="0">
                <a:latin typeface="Cambria"/>
                <a:cs typeface="Cambria"/>
              </a:rPr>
              <a:t> </a:t>
            </a:r>
            <a:r>
              <a:rPr sz="2400" dirty="0">
                <a:latin typeface="Cambria"/>
                <a:cs typeface="Cambria"/>
              </a:rPr>
              <a:t>is</a:t>
            </a:r>
            <a:r>
              <a:rPr sz="2400" spc="-55" dirty="0">
                <a:latin typeface="Cambria"/>
                <a:cs typeface="Cambria"/>
              </a:rPr>
              <a:t> </a:t>
            </a:r>
            <a:r>
              <a:rPr sz="2400" dirty="0">
                <a:latin typeface="Cambria"/>
                <a:cs typeface="Cambria"/>
              </a:rPr>
              <a:t>to</a:t>
            </a:r>
            <a:r>
              <a:rPr sz="2400" spc="-55" dirty="0">
                <a:latin typeface="Cambria"/>
                <a:cs typeface="Cambria"/>
              </a:rPr>
              <a:t> </a:t>
            </a:r>
            <a:r>
              <a:rPr sz="2400" dirty="0">
                <a:latin typeface="Cambria"/>
                <a:cs typeface="Cambria"/>
              </a:rPr>
              <a:t>be</a:t>
            </a:r>
            <a:r>
              <a:rPr sz="2400" spc="-45" dirty="0">
                <a:latin typeface="Cambria"/>
                <a:cs typeface="Cambria"/>
              </a:rPr>
              <a:t> </a:t>
            </a:r>
            <a:r>
              <a:rPr sz="2400" spc="-10" dirty="0">
                <a:latin typeface="Cambria"/>
                <a:cs typeface="Cambria"/>
              </a:rPr>
              <a:t>replaced.</a:t>
            </a:r>
            <a:endParaRPr sz="2400">
              <a:latin typeface="Cambria"/>
              <a:cs typeface="Cambria"/>
            </a:endParaRPr>
          </a:p>
          <a:p>
            <a:pPr marL="469900" marR="5080" indent="-457200">
              <a:lnSpc>
                <a:spcPts val="2590"/>
              </a:lnSpc>
              <a:spcBef>
                <a:spcPts val="1240"/>
              </a:spcBef>
              <a:buClr>
                <a:srgbClr val="40B9D2"/>
              </a:buClr>
              <a:buAutoNum type="arabicParenR"/>
              <a:tabLst>
                <a:tab pos="469900" algn="l"/>
                <a:tab pos="1870710" algn="l"/>
                <a:tab pos="2545715" algn="l"/>
                <a:tab pos="4244975" algn="l"/>
                <a:tab pos="5025390" algn="l"/>
                <a:tab pos="5596890" algn="l"/>
                <a:tab pos="6642734" algn="l"/>
              </a:tabLst>
            </a:pPr>
            <a:r>
              <a:rPr sz="2400" spc="-10" dirty="0">
                <a:latin typeface="Cambria"/>
                <a:cs typeface="Cambria"/>
              </a:rPr>
              <a:t>Deciding</a:t>
            </a:r>
            <a:r>
              <a:rPr sz="2400" dirty="0">
                <a:latin typeface="Cambria"/>
                <a:cs typeface="Cambria"/>
              </a:rPr>
              <a:t>	</a:t>
            </a:r>
            <a:r>
              <a:rPr sz="2400" spc="-25" dirty="0">
                <a:latin typeface="Cambria"/>
                <a:cs typeface="Cambria"/>
              </a:rPr>
              <a:t>the</a:t>
            </a:r>
            <a:r>
              <a:rPr sz="2400" dirty="0">
                <a:latin typeface="Cambria"/>
                <a:cs typeface="Cambria"/>
              </a:rPr>
              <a:t>	</a:t>
            </a:r>
            <a:r>
              <a:rPr sz="2400" spc="-10" dirty="0">
                <a:latin typeface="Cambria"/>
                <a:cs typeface="Cambria"/>
              </a:rPr>
              <a:t>production</a:t>
            </a:r>
            <a:r>
              <a:rPr sz="2400" dirty="0">
                <a:latin typeface="Cambria"/>
                <a:cs typeface="Cambria"/>
              </a:rPr>
              <a:t>	</a:t>
            </a:r>
            <a:r>
              <a:rPr sz="2400" spc="-20" dirty="0">
                <a:latin typeface="Cambria"/>
                <a:cs typeface="Cambria"/>
              </a:rPr>
              <a:t>rule</a:t>
            </a:r>
            <a:r>
              <a:rPr sz="2400" dirty="0">
                <a:latin typeface="Cambria"/>
                <a:cs typeface="Cambria"/>
              </a:rPr>
              <a:t>	</a:t>
            </a:r>
            <a:r>
              <a:rPr sz="2400" spc="-25" dirty="0">
                <a:latin typeface="Cambria"/>
                <a:cs typeface="Cambria"/>
              </a:rPr>
              <a:t>by</a:t>
            </a:r>
            <a:r>
              <a:rPr sz="2400" dirty="0">
                <a:latin typeface="Cambria"/>
                <a:cs typeface="Cambria"/>
              </a:rPr>
              <a:t>	</a:t>
            </a:r>
            <a:r>
              <a:rPr sz="2400" spc="-10" dirty="0">
                <a:latin typeface="Cambria"/>
                <a:cs typeface="Cambria"/>
              </a:rPr>
              <a:t>which</a:t>
            </a:r>
            <a:r>
              <a:rPr sz="2400" dirty="0">
                <a:latin typeface="Cambria"/>
                <a:cs typeface="Cambria"/>
              </a:rPr>
              <a:t>	</a:t>
            </a:r>
            <a:r>
              <a:rPr sz="2400" spc="-25" dirty="0">
                <a:latin typeface="Cambria"/>
                <a:cs typeface="Cambria"/>
              </a:rPr>
              <a:t>non </a:t>
            </a:r>
            <a:r>
              <a:rPr sz="2400" dirty="0">
                <a:latin typeface="Cambria"/>
                <a:cs typeface="Cambria"/>
              </a:rPr>
              <a:t>terminal</a:t>
            </a:r>
            <a:r>
              <a:rPr sz="2400" spc="-55" dirty="0">
                <a:latin typeface="Cambria"/>
                <a:cs typeface="Cambria"/>
              </a:rPr>
              <a:t> </a:t>
            </a:r>
            <a:r>
              <a:rPr sz="2400" dirty="0">
                <a:latin typeface="Cambria"/>
                <a:cs typeface="Cambria"/>
              </a:rPr>
              <a:t>will</a:t>
            </a:r>
            <a:r>
              <a:rPr sz="2400" spc="-35" dirty="0">
                <a:latin typeface="Cambria"/>
                <a:cs typeface="Cambria"/>
              </a:rPr>
              <a:t> </a:t>
            </a:r>
            <a:r>
              <a:rPr sz="2400" dirty="0">
                <a:latin typeface="Cambria"/>
                <a:cs typeface="Cambria"/>
              </a:rPr>
              <a:t>be</a:t>
            </a:r>
            <a:r>
              <a:rPr sz="2400" spc="-30" dirty="0">
                <a:latin typeface="Cambria"/>
                <a:cs typeface="Cambria"/>
              </a:rPr>
              <a:t> </a:t>
            </a:r>
            <a:r>
              <a:rPr sz="2400" spc="-10" dirty="0">
                <a:latin typeface="Cambria"/>
                <a:cs typeface="Cambria"/>
              </a:rPr>
              <a:t>replaced.</a:t>
            </a:r>
            <a:endParaRPr sz="2400">
              <a:latin typeface="Cambria"/>
              <a:cs typeface="Cambria"/>
            </a:endParaRPr>
          </a:p>
        </p:txBody>
      </p:sp>
      <p:sp>
        <p:nvSpPr>
          <p:cNvPr id="5" name="object 5"/>
          <p:cNvSpPr txBox="1"/>
          <p:nvPr/>
        </p:nvSpPr>
        <p:spPr>
          <a:xfrm>
            <a:off x="3948429" y="4228338"/>
            <a:ext cx="3196590" cy="1470660"/>
          </a:xfrm>
          <a:prstGeom prst="rect">
            <a:avLst/>
          </a:prstGeom>
        </p:spPr>
        <p:txBody>
          <a:bodyPr vert="horz" wrap="square" lIns="0" tIns="128270" rIns="0" bIns="0" rtlCol="0">
            <a:spAutoFit/>
          </a:bodyPr>
          <a:lstStyle/>
          <a:p>
            <a:pPr marL="12700">
              <a:lnSpc>
                <a:spcPct val="100000"/>
              </a:lnSpc>
              <a:spcBef>
                <a:spcPts val="1010"/>
              </a:spcBef>
            </a:pPr>
            <a:r>
              <a:rPr sz="2400" dirty="0">
                <a:latin typeface="Cambria"/>
                <a:cs typeface="Cambria"/>
              </a:rPr>
              <a:t>For</a:t>
            </a:r>
            <a:r>
              <a:rPr sz="2400" spc="-65" dirty="0">
                <a:latin typeface="Cambria"/>
                <a:cs typeface="Cambria"/>
              </a:rPr>
              <a:t> </a:t>
            </a:r>
            <a:r>
              <a:rPr sz="2400" dirty="0">
                <a:latin typeface="Cambria"/>
                <a:cs typeface="Cambria"/>
              </a:rPr>
              <a:t>this</a:t>
            </a:r>
            <a:r>
              <a:rPr sz="2400" spc="-70" dirty="0">
                <a:latin typeface="Cambria"/>
                <a:cs typeface="Cambria"/>
              </a:rPr>
              <a:t> </a:t>
            </a:r>
            <a:r>
              <a:rPr sz="2400" dirty="0">
                <a:latin typeface="Cambria"/>
                <a:cs typeface="Cambria"/>
              </a:rPr>
              <a:t>we</a:t>
            </a:r>
            <a:r>
              <a:rPr sz="2400" spc="-50" dirty="0">
                <a:latin typeface="Cambria"/>
                <a:cs typeface="Cambria"/>
              </a:rPr>
              <a:t> </a:t>
            </a:r>
            <a:r>
              <a:rPr sz="2400" dirty="0">
                <a:latin typeface="Cambria"/>
                <a:cs typeface="Cambria"/>
              </a:rPr>
              <a:t>are</a:t>
            </a:r>
            <a:r>
              <a:rPr sz="2400" spc="-70" dirty="0">
                <a:latin typeface="Cambria"/>
                <a:cs typeface="Cambria"/>
              </a:rPr>
              <a:t> </a:t>
            </a:r>
            <a:r>
              <a:rPr sz="2400" spc="-10" dirty="0">
                <a:latin typeface="Cambria"/>
                <a:cs typeface="Cambria"/>
              </a:rPr>
              <a:t>having:</a:t>
            </a:r>
            <a:endParaRPr sz="2400">
              <a:latin typeface="Cambria"/>
              <a:cs typeface="Cambria"/>
            </a:endParaRPr>
          </a:p>
          <a:p>
            <a:pPr marL="361950" indent="-349250">
              <a:lnSpc>
                <a:spcPct val="100000"/>
              </a:lnSpc>
              <a:spcBef>
                <a:spcPts val="910"/>
              </a:spcBef>
              <a:buAutoNum type="arabicParenR"/>
              <a:tabLst>
                <a:tab pos="361950" algn="l"/>
              </a:tabLst>
            </a:pPr>
            <a:r>
              <a:rPr sz="2400" dirty="0">
                <a:latin typeface="Cambria"/>
                <a:cs typeface="Cambria"/>
              </a:rPr>
              <a:t>Left</a:t>
            </a:r>
            <a:r>
              <a:rPr sz="2400" spc="-60" dirty="0">
                <a:latin typeface="Cambria"/>
                <a:cs typeface="Cambria"/>
              </a:rPr>
              <a:t> </a:t>
            </a:r>
            <a:r>
              <a:rPr sz="2400" dirty="0">
                <a:latin typeface="Cambria"/>
                <a:cs typeface="Cambria"/>
              </a:rPr>
              <a:t>most</a:t>
            </a:r>
            <a:r>
              <a:rPr sz="2400" spc="-50" dirty="0">
                <a:latin typeface="Cambria"/>
                <a:cs typeface="Cambria"/>
              </a:rPr>
              <a:t> </a:t>
            </a:r>
            <a:r>
              <a:rPr sz="2400" spc="-10" dirty="0">
                <a:latin typeface="Cambria"/>
                <a:cs typeface="Cambria"/>
              </a:rPr>
              <a:t>derivation</a:t>
            </a:r>
            <a:endParaRPr sz="2400">
              <a:latin typeface="Cambria"/>
              <a:cs typeface="Cambria"/>
            </a:endParaRPr>
          </a:p>
          <a:p>
            <a:pPr marL="361950" indent="-349250">
              <a:lnSpc>
                <a:spcPct val="100000"/>
              </a:lnSpc>
              <a:spcBef>
                <a:spcPts val="915"/>
              </a:spcBef>
              <a:buAutoNum type="arabicParenR"/>
              <a:tabLst>
                <a:tab pos="361950" algn="l"/>
              </a:tabLst>
            </a:pPr>
            <a:r>
              <a:rPr sz="2400" dirty="0">
                <a:latin typeface="Cambria"/>
                <a:cs typeface="Cambria"/>
              </a:rPr>
              <a:t>Right</a:t>
            </a:r>
            <a:r>
              <a:rPr sz="2400" spc="-60" dirty="0">
                <a:latin typeface="Cambria"/>
                <a:cs typeface="Cambria"/>
              </a:rPr>
              <a:t> </a:t>
            </a:r>
            <a:r>
              <a:rPr sz="2400" dirty="0">
                <a:latin typeface="Cambria"/>
                <a:cs typeface="Cambria"/>
              </a:rPr>
              <a:t>most</a:t>
            </a:r>
            <a:r>
              <a:rPr sz="2400" spc="-40" dirty="0">
                <a:latin typeface="Cambria"/>
                <a:cs typeface="Cambria"/>
              </a:rPr>
              <a:t> </a:t>
            </a:r>
            <a:r>
              <a:rPr sz="2400" spc="-10" dirty="0">
                <a:latin typeface="Cambria"/>
                <a:cs typeface="Cambria"/>
              </a:rPr>
              <a:t>derivation</a:t>
            </a:r>
            <a:endParaRPr sz="2400">
              <a:latin typeface="Cambria"/>
              <a:cs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929640">
              <a:lnSpc>
                <a:spcPts val="3890"/>
              </a:lnSpc>
            </a:pPr>
            <a:r>
              <a:rPr sz="3600" b="1" spc="-20" dirty="0">
                <a:solidFill>
                  <a:srgbClr val="FFFFFF"/>
                </a:solidFill>
                <a:latin typeface="Cambria"/>
                <a:cs typeface="Cambria"/>
              </a:rPr>
              <a:t>Left </a:t>
            </a:r>
            <a:r>
              <a:rPr sz="3600" b="1" spc="-85" dirty="0">
                <a:solidFill>
                  <a:srgbClr val="FFFFFF"/>
                </a:solidFill>
                <a:latin typeface="Cambria"/>
                <a:cs typeface="Cambria"/>
              </a:rPr>
              <a:t>Derivation</a:t>
            </a:r>
            <a:endParaRPr sz="3600">
              <a:latin typeface="Cambria"/>
              <a:cs typeface="Cambria"/>
            </a:endParaRPr>
          </a:p>
        </p:txBody>
      </p:sp>
      <p:sp>
        <p:nvSpPr>
          <p:cNvPr id="3" name="object 3"/>
          <p:cNvSpPr txBox="1"/>
          <p:nvPr/>
        </p:nvSpPr>
        <p:spPr>
          <a:xfrm>
            <a:off x="3948429" y="828802"/>
            <a:ext cx="7157084" cy="5088890"/>
          </a:xfrm>
          <a:prstGeom prst="rect">
            <a:avLst/>
          </a:prstGeom>
        </p:spPr>
        <p:txBody>
          <a:bodyPr vert="horz" wrap="square" lIns="0" tIns="12065" rIns="0" bIns="0" rtlCol="0">
            <a:spAutoFit/>
          </a:bodyPr>
          <a:lstStyle/>
          <a:p>
            <a:pPr marL="12700">
              <a:lnSpc>
                <a:spcPts val="2245"/>
              </a:lnSpc>
              <a:spcBef>
                <a:spcPts val="9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A</a:t>
            </a:r>
            <a:r>
              <a:rPr sz="2200" spc="275" dirty="0">
                <a:latin typeface="Cambria"/>
                <a:cs typeface="Cambria"/>
              </a:rPr>
              <a:t> </a:t>
            </a:r>
            <a:r>
              <a:rPr sz="2200" dirty="0">
                <a:latin typeface="Cambria"/>
                <a:cs typeface="Cambria"/>
              </a:rPr>
              <a:t>derivation</a:t>
            </a:r>
            <a:r>
              <a:rPr sz="2200" spc="315" dirty="0">
                <a:latin typeface="Cambria"/>
                <a:cs typeface="Cambria"/>
              </a:rPr>
              <a:t> </a:t>
            </a:r>
            <a:r>
              <a:rPr sz="2200" dirty="0">
                <a:latin typeface="Cambria"/>
                <a:cs typeface="Cambria"/>
              </a:rPr>
              <a:t>of</a:t>
            </a:r>
            <a:r>
              <a:rPr sz="2200" spc="315" dirty="0">
                <a:latin typeface="Cambria"/>
                <a:cs typeface="Cambria"/>
              </a:rPr>
              <a:t> </a:t>
            </a:r>
            <a:r>
              <a:rPr sz="2200" dirty="0">
                <a:latin typeface="Cambria"/>
                <a:cs typeface="Cambria"/>
              </a:rPr>
              <a:t>a</a:t>
            </a:r>
            <a:r>
              <a:rPr sz="2200" spc="300" dirty="0">
                <a:latin typeface="Cambria"/>
                <a:cs typeface="Cambria"/>
              </a:rPr>
              <a:t> </a:t>
            </a:r>
            <a:r>
              <a:rPr sz="2200" dirty="0">
                <a:latin typeface="Cambria"/>
                <a:cs typeface="Cambria"/>
              </a:rPr>
              <a:t>string</a:t>
            </a:r>
            <a:r>
              <a:rPr sz="2200" spc="320" dirty="0">
                <a:latin typeface="Cambria"/>
                <a:cs typeface="Cambria"/>
              </a:rPr>
              <a:t> </a:t>
            </a:r>
            <a:r>
              <a:rPr sz="2200" dirty="0">
                <a:latin typeface="Cambria"/>
                <a:cs typeface="Cambria"/>
              </a:rPr>
              <a:t>S</a:t>
            </a:r>
            <a:r>
              <a:rPr sz="2200" spc="310" dirty="0">
                <a:latin typeface="Cambria"/>
                <a:cs typeface="Cambria"/>
              </a:rPr>
              <a:t> </a:t>
            </a:r>
            <a:r>
              <a:rPr sz="2200" dirty="0">
                <a:latin typeface="Cambria"/>
                <a:cs typeface="Cambria"/>
              </a:rPr>
              <a:t>in</a:t>
            </a:r>
            <a:r>
              <a:rPr sz="2200" spc="310" dirty="0">
                <a:latin typeface="Cambria"/>
                <a:cs typeface="Cambria"/>
              </a:rPr>
              <a:t> </a:t>
            </a:r>
            <a:r>
              <a:rPr sz="2200" dirty="0">
                <a:latin typeface="Cambria"/>
                <a:cs typeface="Cambria"/>
              </a:rPr>
              <a:t>a</a:t>
            </a:r>
            <a:r>
              <a:rPr sz="2200" spc="300" dirty="0">
                <a:latin typeface="Cambria"/>
                <a:cs typeface="Cambria"/>
              </a:rPr>
              <a:t> </a:t>
            </a:r>
            <a:r>
              <a:rPr sz="2200" dirty="0">
                <a:latin typeface="Cambria"/>
                <a:cs typeface="Cambria"/>
              </a:rPr>
              <a:t>grammar</a:t>
            </a:r>
            <a:r>
              <a:rPr sz="2200" spc="305" dirty="0">
                <a:latin typeface="Cambria"/>
                <a:cs typeface="Cambria"/>
              </a:rPr>
              <a:t> </a:t>
            </a:r>
            <a:r>
              <a:rPr sz="2200" dirty="0">
                <a:latin typeface="Cambria"/>
                <a:cs typeface="Cambria"/>
              </a:rPr>
              <a:t>G</a:t>
            </a:r>
            <a:r>
              <a:rPr sz="2200" spc="320" dirty="0">
                <a:latin typeface="Cambria"/>
                <a:cs typeface="Cambria"/>
              </a:rPr>
              <a:t> </a:t>
            </a:r>
            <a:r>
              <a:rPr sz="2200" dirty="0">
                <a:latin typeface="Cambria"/>
                <a:cs typeface="Cambria"/>
              </a:rPr>
              <a:t>is</a:t>
            </a:r>
            <a:r>
              <a:rPr sz="2200" spc="315" dirty="0">
                <a:latin typeface="Cambria"/>
                <a:cs typeface="Cambria"/>
              </a:rPr>
              <a:t> </a:t>
            </a:r>
            <a:r>
              <a:rPr sz="2200" dirty="0">
                <a:latin typeface="Cambria"/>
                <a:cs typeface="Cambria"/>
              </a:rPr>
              <a:t>a</a:t>
            </a:r>
            <a:r>
              <a:rPr sz="2200" spc="315" dirty="0">
                <a:latin typeface="Cambria"/>
                <a:cs typeface="Cambria"/>
              </a:rPr>
              <a:t> </a:t>
            </a:r>
            <a:r>
              <a:rPr sz="2200" dirty="0">
                <a:latin typeface="Cambria"/>
                <a:cs typeface="Cambria"/>
              </a:rPr>
              <a:t>left</a:t>
            </a:r>
            <a:r>
              <a:rPr sz="2200" spc="320" dirty="0">
                <a:latin typeface="Cambria"/>
                <a:cs typeface="Cambria"/>
              </a:rPr>
              <a:t> </a:t>
            </a:r>
            <a:r>
              <a:rPr sz="2200" spc="-20" dirty="0">
                <a:latin typeface="Cambria"/>
                <a:cs typeface="Cambria"/>
              </a:rPr>
              <a:t>most</a:t>
            </a:r>
            <a:endParaRPr sz="2200">
              <a:latin typeface="Cambria"/>
              <a:cs typeface="Cambria"/>
            </a:endParaRPr>
          </a:p>
          <a:p>
            <a:pPr marL="195580" marR="5080">
              <a:lnSpc>
                <a:spcPct val="70000"/>
              </a:lnSpc>
              <a:spcBef>
                <a:spcPts val="395"/>
              </a:spcBef>
            </a:pPr>
            <a:r>
              <a:rPr sz="2200" dirty="0">
                <a:latin typeface="Cambria"/>
                <a:cs typeface="Cambria"/>
              </a:rPr>
              <a:t>derivation</a:t>
            </a:r>
            <a:r>
              <a:rPr sz="2200" spc="75" dirty="0">
                <a:latin typeface="Cambria"/>
                <a:cs typeface="Cambria"/>
              </a:rPr>
              <a:t> </a:t>
            </a:r>
            <a:r>
              <a:rPr sz="2200" dirty="0">
                <a:latin typeface="Cambria"/>
                <a:cs typeface="Cambria"/>
              </a:rPr>
              <a:t>if</a:t>
            </a:r>
            <a:r>
              <a:rPr sz="2200" spc="80" dirty="0">
                <a:latin typeface="Cambria"/>
                <a:cs typeface="Cambria"/>
              </a:rPr>
              <a:t> </a:t>
            </a:r>
            <a:r>
              <a:rPr sz="2200" dirty="0">
                <a:latin typeface="Cambria"/>
                <a:cs typeface="Cambria"/>
              </a:rPr>
              <a:t>at</a:t>
            </a:r>
            <a:r>
              <a:rPr sz="2200" spc="75" dirty="0">
                <a:latin typeface="Cambria"/>
                <a:cs typeface="Cambria"/>
              </a:rPr>
              <a:t> </a:t>
            </a:r>
            <a:r>
              <a:rPr sz="2200" b="1" dirty="0">
                <a:latin typeface="Cambria"/>
                <a:cs typeface="Cambria"/>
              </a:rPr>
              <a:t>every</a:t>
            </a:r>
            <a:r>
              <a:rPr sz="2200" b="1" spc="65" dirty="0">
                <a:latin typeface="Cambria"/>
                <a:cs typeface="Cambria"/>
              </a:rPr>
              <a:t> </a:t>
            </a:r>
            <a:r>
              <a:rPr sz="2200" b="1" dirty="0">
                <a:latin typeface="Cambria"/>
                <a:cs typeface="Cambria"/>
              </a:rPr>
              <a:t>step</a:t>
            </a:r>
            <a:r>
              <a:rPr sz="2200" b="1" spc="60" dirty="0">
                <a:latin typeface="Cambria"/>
                <a:cs typeface="Cambria"/>
              </a:rPr>
              <a:t> </a:t>
            </a:r>
            <a:r>
              <a:rPr sz="2200" b="1" dirty="0">
                <a:latin typeface="Cambria"/>
                <a:cs typeface="Cambria"/>
              </a:rPr>
              <a:t>the</a:t>
            </a:r>
            <a:r>
              <a:rPr sz="2200" b="1" spc="70" dirty="0">
                <a:latin typeface="Cambria"/>
                <a:cs typeface="Cambria"/>
              </a:rPr>
              <a:t> </a:t>
            </a:r>
            <a:r>
              <a:rPr sz="2200" b="1" dirty="0">
                <a:latin typeface="Cambria"/>
                <a:cs typeface="Cambria"/>
              </a:rPr>
              <a:t>left</a:t>
            </a:r>
            <a:r>
              <a:rPr sz="2200" b="1" spc="65" dirty="0">
                <a:latin typeface="Cambria"/>
                <a:cs typeface="Cambria"/>
              </a:rPr>
              <a:t> </a:t>
            </a:r>
            <a:r>
              <a:rPr sz="2200" b="1" dirty="0">
                <a:latin typeface="Cambria"/>
                <a:cs typeface="Cambria"/>
              </a:rPr>
              <a:t>most</a:t>
            </a:r>
            <a:r>
              <a:rPr sz="2200" b="1" spc="65" dirty="0">
                <a:latin typeface="Cambria"/>
                <a:cs typeface="Cambria"/>
              </a:rPr>
              <a:t> </a:t>
            </a:r>
            <a:r>
              <a:rPr sz="2200" b="1" dirty="0">
                <a:latin typeface="Cambria"/>
                <a:cs typeface="Cambria"/>
              </a:rPr>
              <a:t>non</a:t>
            </a:r>
            <a:r>
              <a:rPr sz="2200" b="1" spc="75" dirty="0">
                <a:latin typeface="Cambria"/>
                <a:cs typeface="Cambria"/>
              </a:rPr>
              <a:t> </a:t>
            </a:r>
            <a:r>
              <a:rPr sz="2200" b="1" dirty="0">
                <a:latin typeface="Cambria"/>
                <a:cs typeface="Cambria"/>
              </a:rPr>
              <a:t>terminal</a:t>
            </a:r>
            <a:r>
              <a:rPr sz="2200" b="1" spc="60" dirty="0">
                <a:latin typeface="Cambria"/>
                <a:cs typeface="Cambria"/>
              </a:rPr>
              <a:t> </a:t>
            </a:r>
            <a:r>
              <a:rPr sz="2200" b="1" spc="-25" dirty="0">
                <a:latin typeface="Cambria"/>
                <a:cs typeface="Cambria"/>
              </a:rPr>
              <a:t>is </a:t>
            </a:r>
            <a:r>
              <a:rPr sz="2200" b="1" spc="-10" dirty="0">
                <a:latin typeface="Cambria"/>
                <a:cs typeface="Cambria"/>
              </a:rPr>
              <a:t>replaced.</a:t>
            </a:r>
            <a:endParaRPr sz="2200">
              <a:latin typeface="Cambria"/>
              <a:cs typeface="Cambria"/>
            </a:endParaRPr>
          </a:p>
          <a:p>
            <a:pPr marL="12700">
              <a:lnSpc>
                <a:spcPct val="100000"/>
              </a:lnSpc>
              <a:spcBef>
                <a:spcPts val="409"/>
              </a:spcBef>
            </a:pPr>
            <a:r>
              <a:rPr sz="2200" spc="-10" dirty="0">
                <a:latin typeface="Cambria"/>
                <a:cs typeface="Cambria"/>
              </a:rPr>
              <a:t>Example:</a:t>
            </a:r>
            <a:endParaRPr sz="2200">
              <a:latin typeface="Cambria"/>
              <a:cs typeface="Cambria"/>
            </a:endParaRPr>
          </a:p>
          <a:p>
            <a:pPr marL="12700" marR="5553710">
              <a:lnSpc>
                <a:spcPts val="3050"/>
              </a:lnSpc>
              <a:spcBef>
                <a:spcPts val="17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40" dirty="0">
                <a:latin typeface="Cambria"/>
                <a:cs typeface="Cambria"/>
              </a:rPr>
              <a:t>Production:</a:t>
            </a:r>
            <a:endParaRPr sz="2200">
              <a:latin typeface="Cambria"/>
              <a:cs typeface="Cambria"/>
            </a:endParaRPr>
          </a:p>
          <a:p>
            <a:pPr marL="12700" marR="5553710">
              <a:lnSpc>
                <a:spcPts val="3050"/>
              </a:lnSpc>
            </a:pPr>
            <a:r>
              <a:rPr sz="2200" dirty="0">
                <a:latin typeface="Cambria"/>
                <a:cs typeface="Cambria"/>
              </a:rPr>
              <a:t>S</a:t>
            </a:r>
            <a:r>
              <a:rPr sz="2200" dirty="0">
                <a:latin typeface="Wingdings"/>
                <a:cs typeface="Wingdings"/>
              </a:rPr>
              <a:t></a:t>
            </a:r>
            <a:r>
              <a:rPr sz="2200" spc="-75" dirty="0">
                <a:latin typeface="Times New Roman"/>
                <a:cs typeface="Times New Roman"/>
              </a:rPr>
              <a:t> </a:t>
            </a:r>
            <a:r>
              <a:rPr sz="2200" dirty="0">
                <a:latin typeface="Cambria"/>
                <a:cs typeface="Cambria"/>
              </a:rPr>
              <a:t>S</a:t>
            </a:r>
            <a:r>
              <a:rPr sz="2200" spc="5" dirty="0">
                <a:latin typeface="Cambria"/>
                <a:cs typeface="Cambria"/>
              </a:rPr>
              <a:t> </a:t>
            </a:r>
            <a:r>
              <a:rPr sz="2200" dirty="0">
                <a:latin typeface="Cambria"/>
                <a:cs typeface="Cambria"/>
              </a:rPr>
              <a:t>+</a:t>
            </a:r>
            <a:r>
              <a:rPr sz="2200" spc="-10" dirty="0">
                <a:latin typeface="Cambria"/>
                <a:cs typeface="Cambria"/>
              </a:rPr>
              <a:t> </a:t>
            </a:r>
            <a:r>
              <a:rPr sz="2200" spc="-50" dirty="0">
                <a:latin typeface="Cambria"/>
                <a:cs typeface="Cambria"/>
              </a:rPr>
              <a:t>S</a:t>
            </a:r>
            <a:endParaRPr sz="2200">
              <a:latin typeface="Cambria"/>
              <a:cs typeface="Cambria"/>
            </a:endParaRPr>
          </a:p>
          <a:p>
            <a:pPr marL="12700">
              <a:lnSpc>
                <a:spcPct val="100000"/>
              </a:lnSpc>
              <a:spcBef>
                <a:spcPts val="235"/>
              </a:spcBef>
            </a:pPr>
            <a:r>
              <a:rPr sz="2200" dirty="0">
                <a:latin typeface="Cambria"/>
                <a:cs typeface="Cambria"/>
              </a:rPr>
              <a:t>S</a:t>
            </a:r>
            <a:r>
              <a:rPr sz="2200" dirty="0">
                <a:latin typeface="Wingdings"/>
                <a:cs typeface="Wingdings"/>
              </a:rPr>
              <a:t></a:t>
            </a:r>
            <a:r>
              <a:rPr sz="2200" spc="-80" dirty="0">
                <a:latin typeface="Times New Roman"/>
                <a:cs typeface="Times New Roman"/>
              </a:rPr>
              <a:t> </a:t>
            </a:r>
            <a:r>
              <a:rPr sz="2200" dirty="0">
                <a:latin typeface="Cambria"/>
                <a:cs typeface="Cambria"/>
              </a:rPr>
              <a:t>S</a:t>
            </a:r>
            <a:r>
              <a:rPr sz="2200" spc="5" dirty="0">
                <a:latin typeface="Cambria"/>
                <a:cs typeface="Cambria"/>
              </a:rPr>
              <a:t> </a:t>
            </a:r>
            <a:r>
              <a:rPr sz="2200" dirty="0">
                <a:latin typeface="Cambria"/>
                <a:cs typeface="Cambria"/>
              </a:rPr>
              <a:t>*</a:t>
            </a:r>
            <a:r>
              <a:rPr sz="2200" spc="-5" dirty="0">
                <a:latin typeface="Cambria"/>
                <a:cs typeface="Cambria"/>
              </a:rPr>
              <a:t> </a:t>
            </a:r>
            <a:r>
              <a:rPr sz="2200" spc="-50" dirty="0">
                <a:latin typeface="Cambria"/>
                <a:cs typeface="Cambria"/>
              </a:rPr>
              <a:t>S</a:t>
            </a:r>
            <a:endParaRPr sz="2200">
              <a:latin typeface="Cambria"/>
              <a:cs typeface="Cambria"/>
            </a:endParaRPr>
          </a:p>
          <a:p>
            <a:pPr marL="12700">
              <a:lnSpc>
                <a:spcPct val="100000"/>
              </a:lnSpc>
              <a:spcBef>
                <a:spcPts val="409"/>
              </a:spcBef>
            </a:pPr>
            <a:r>
              <a:rPr sz="2200" dirty="0">
                <a:latin typeface="Cambria"/>
                <a:cs typeface="Cambria"/>
              </a:rPr>
              <a:t>S</a:t>
            </a:r>
            <a:r>
              <a:rPr sz="2200" dirty="0">
                <a:latin typeface="Wingdings"/>
                <a:cs typeface="Wingdings"/>
              </a:rPr>
              <a:t></a:t>
            </a:r>
            <a:r>
              <a:rPr sz="2200" spc="-75" dirty="0">
                <a:latin typeface="Times New Roman"/>
                <a:cs typeface="Times New Roman"/>
              </a:rPr>
              <a:t> </a:t>
            </a:r>
            <a:r>
              <a:rPr sz="2200" spc="-25" dirty="0">
                <a:latin typeface="Cambria"/>
                <a:cs typeface="Cambria"/>
              </a:rPr>
              <a:t>id</a:t>
            </a:r>
            <a:endParaRPr sz="2200">
              <a:latin typeface="Cambria"/>
              <a:cs typeface="Cambria"/>
            </a:endParaRPr>
          </a:p>
          <a:p>
            <a:pPr marL="12700">
              <a:lnSpc>
                <a:spcPct val="100000"/>
              </a:lnSpc>
              <a:spcBef>
                <a:spcPts val="409"/>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String:-</a:t>
            </a:r>
            <a:r>
              <a:rPr sz="2200" spc="-60" dirty="0">
                <a:latin typeface="Cambria"/>
                <a:cs typeface="Cambria"/>
              </a:rPr>
              <a:t> </a:t>
            </a:r>
            <a:r>
              <a:rPr sz="2200" spc="-10" dirty="0">
                <a:latin typeface="Cambria"/>
                <a:cs typeface="Cambria"/>
              </a:rPr>
              <a:t>id+id*id</a:t>
            </a:r>
            <a:endParaRPr sz="2200">
              <a:latin typeface="Cambria"/>
              <a:cs typeface="Cambria"/>
            </a:endParaRPr>
          </a:p>
          <a:p>
            <a:pPr marL="12700">
              <a:lnSpc>
                <a:spcPct val="100000"/>
              </a:lnSpc>
              <a:spcBef>
                <a:spcPts val="405"/>
              </a:spcBef>
            </a:pPr>
            <a:r>
              <a:rPr sz="2200" dirty="0">
                <a:latin typeface="Cambria"/>
                <a:cs typeface="Cambria"/>
              </a:rPr>
              <a:t>S</a:t>
            </a:r>
            <a:r>
              <a:rPr sz="2200" dirty="0">
                <a:latin typeface="Wingdings"/>
                <a:cs typeface="Wingdings"/>
              </a:rPr>
              <a:t></a:t>
            </a:r>
            <a:r>
              <a:rPr sz="2200" spc="-80" dirty="0">
                <a:latin typeface="Times New Roman"/>
                <a:cs typeface="Times New Roman"/>
              </a:rPr>
              <a:t> </a:t>
            </a:r>
            <a:r>
              <a:rPr sz="2200" dirty="0">
                <a:latin typeface="Cambria"/>
                <a:cs typeface="Cambria"/>
              </a:rPr>
              <a:t>S</a:t>
            </a:r>
            <a:r>
              <a:rPr sz="2200" spc="5" dirty="0">
                <a:latin typeface="Cambria"/>
                <a:cs typeface="Cambria"/>
              </a:rPr>
              <a:t> </a:t>
            </a:r>
            <a:r>
              <a:rPr sz="2200" dirty="0">
                <a:latin typeface="Cambria"/>
                <a:cs typeface="Cambria"/>
              </a:rPr>
              <a:t>*</a:t>
            </a:r>
            <a:r>
              <a:rPr sz="2200" spc="-5" dirty="0">
                <a:latin typeface="Cambria"/>
                <a:cs typeface="Cambria"/>
              </a:rPr>
              <a:t> </a:t>
            </a:r>
            <a:r>
              <a:rPr sz="2200" spc="-50" dirty="0">
                <a:latin typeface="Cambria"/>
                <a:cs typeface="Cambria"/>
              </a:rPr>
              <a:t>S</a:t>
            </a:r>
            <a:endParaRPr sz="2200">
              <a:latin typeface="Cambria"/>
              <a:cs typeface="Cambria"/>
            </a:endParaRPr>
          </a:p>
          <a:p>
            <a:pPr marL="12700">
              <a:lnSpc>
                <a:spcPct val="100000"/>
              </a:lnSpc>
              <a:spcBef>
                <a:spcPts val="414"/>
              </a:spcBef>
            </a:pPr>
            <a:r>
              <a:rPr sz="2200" dirty="0">
                <a:latin typeface="Cambria"/>
                <a:cs typeface="Cambria"/>
              </a:rPr>
              <a:t>S</a:t>
            </a:r>
            <a:r>
              <a:rPr sz="2200" dirty="0">
                <a:latin typeface="Wingdings"/>
                <a:cs typeface="Wingdings"/>
              </a:rPr>
              <a:t></a:t>
            </a:r>
            <a:r>
              <a:rPr sz="2200" dirty="0">
                <a:latin typeface="Cambria"/>
                <a:cs typeface="Cambria"/>
              </a:rPr>
              <a:t>S</a:t>
            </a:r>
            <a:r>
              <a:rPr sz="2200" spc="-10"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S *</a:t>
            </a:r>
            <a:r>
              <a:rPr sz="2200" spc="-5" dirty="0">
                <a:latin typeface="Cambria"/>
                <a:cs typeface="Cambria"/>
              </a:rPr>
              <a:t> </a:t>
            </a:r>
            <a:r>
              <a:rPr sz="2200" spc="-50" dirty="0">
                <a:latin typeface="Cambria"/>
                <a:cs typeface="Cambria"/>
              </a:rPr>
              <a:t>S</a:t>
            </a:r>
            <a:endParaRPr sz="2200">
              <a:latin typeface="Cambria"/>
              <a:cs typeface="Cambria"/>
            </a:endParaRPr>
          </a:p>
          <a:p>
            <a:pPr marL="12700" marR="5538470">
              <a:lnSpc>
                <a:spcPts val="3050"/>
              </a:lnSpc>
              <a:spcBef>
                <a:spcPts val="165"/>
              </a:spcBef>
            </a:pPr>
            <a:r>
              <a:rPr sz="2200" dirty="0">
                <a:latin typeface="Cambria"/>
                <a:cs typeface="Cambria"/>
              </a:rPr>
              <a:t>S</a:t>
            </a:r>
            <a:r>
              <a:rPr sz="2200" dirty="0">
                <a:latin typeface="Wingdings"/>
                <a:cs typeface="Wingdings"/>
              </a:rPr>
              <a:t></a:t>
            </a:r>
            <a:r>
              <a:rPr sz="2200" spc="-80" dirty="0">
                <a:latin typeface="Times New Roman"/>
                <a:cs typeface="Times New Roman"/>
              </a:rPr>
              <a:t> </a:t>
            </a:r>
            <a:r>
              <a:rPr sz="2200" dirty="0">
                <a:latin typeface="Cambria"/>
                <a:cs typeface="Cambria"/>
              </a:rPr>
              <a:t>id</a:t>
            </a:r>
            <a:r>
              <a:rPr sz="2200" spc="5" dirty="0">
                <a:latin typeface="Cambria"/>
                <a:cs typeface="Cambria"/>
              </a:rPr>
              <a:t> </a:t>
            </a:r>
            <a:r>
              <a:rPr sz="2200" dirty="0">
                <a:latin typeface="Cambria"/>
                <a:cs typeface="Cambria"/>
              </a:rPr>
              <a:t>+</a:t>
            </a:r>
            <a:r>
              <a:rPr sz="2200" spc="-10" dirty="0">
                <a:latin typeface="Cambria"/>
                <a:cs typeface="Cambria"/>
              </a:rPr>
              <a:t> </a:t>
            </a:r>
            <a:r>
              <a:rPr sz="2200" dirty="0">
                <a:latin typeface="Cambria"/>
                <a:cs typeface="Cambria"/>
              </a:rPr>
              <a:t>S *</a:t>
            </a:r>
            <a:r>
              <a:rPr sz="2200" spc="-10" dirty="0">
                <a:latin typeface="Cambria"/>
                <a:cs typeface="Cambria"/>
              </a:rPr>
              <a:t> </a:t>
            </a:r>
            <a:r>
              <a:rPr sz="2200" spc="-50" dirty="0">
                <a:latin typeface="Cambria"/>
                <a:cs typeface="Cambria"/>
              </a:rPr>
              <a:t>S </a:t>
            </a:r>
            <a:r>
              <a:rPr sz="2200" dirty="0">
                <a:latin typeface="Cambria"/>
                <a:cs typeface="Cambria"/>
              </a:rPr>
              <a:t>S</a:t>
            </a:r>
            <a:r>
              <a:rPr sz="2200" dirty="0">
                <a:latin typeface="Wingdings"/>
                <a:cs typeface="Wingdings"/>
              </a:rPr>
              <a:t></a:t>
            </a:r>
            <a:r>
              <a:rPr sz="2200" spc="-85" dirty="0">
                <a:latin typeface="Times New Roman"/>
                <a:cs typeface="Times New Roman"/>
              </a:rPr>
              <a:t> </a:t>
            </a:r>
            <a:r>
              <a:rPr sz="2200" dirty="0">
                <a:latin typeface="Cambria"/>
                <a:cs typeface="Cambria"/>
              </a:rPr>
              <a:t>id</a:t>
            </a:r>
            <a:r>
              <a:rPr sz="2200" spc="5"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id</a:t>
            </a:r>
            <a:r>
              <a:rPr sz="2200" spc="5" dirty="0">
                <a:latin typeface="Cambria"/>
                <a:cs typeface="Cambria"/>
              </a:rPr>
              <a:t> </a:t>
            </a:r>
            <a:r>
              <a:rPr sz="2200" dirty="0">
                <a:latin typeface="Cambria"/>
                <a:cs typeface="Cambria"/>
              </a:rPr>
              <a:t>*</a:t>
            </a:r>
            <a:r>
              <a:rPr sz="2200" spc="-15" dirty="0">
                <a:latin typeface="Cambria"/>
                <a:cs typeface="Cambria"/>
              </a:rPr>
              <a:t> </a:t>
            </a:r>
            <a:r>
              <a:rPr sz="2200" spc="-50" dirty="0">
                <a:latin typeface="Cambria"/>
                <a:cs typeface="Cambria"/>
              </a:rPr>
              <a:t>S</a:t>
            </a:r>
            <a:endParaRPr sz="2200">
              <a:latin typeface="Cambria"/>
              <a:cs typeface="Cambria"/>
            </a:endParaRPr>
          </a:p>
          <a:p>
            <a:pPr marL="12700">
              <a:lnSpc>
                <a:spcPct val="100000"/>
              </a:lnSpc>
              <a:spcBef>
                <a:spcPts val="240"/>
              </a:spcBef>
            </a:pPr>
            <a:r>
              <a:rPr sz="2200" dirty="0">
                <a:latin typeface="Cambria"/>
                <a:cs typeface="Cambria"/>
              </a:rPr>
              <a:t>S</a:t>
            </a:r>
            <a:r>
              <a:rPr sz="2200" dirty="0">
                <a:latin typeface="Wingdings"/>
                <a:cs typeface="Wingdings"/>
              </a:rPr>
              <a:t></a:t>
            </a:r>
            <a:r>
              <a:rPr sz="2200" spc="-85" dirty="0">
                <a:latin typeface="Times New Roman"/>
                <a:cs typeface="Times New Roman"/>
              </a:rPr>
              <a:t> </a:t>
            </a:r>
            <a:r>
              <a:rPr sz="2200" dirty="0">
                <a:latin typeface="Cambria"/>
                <a:cs typeface="Cambria"/>
              </a:rPr>
              <a:t>id</a:t>
            </a:r>
            <a:r>
              <a:rPr sz="2200" spc="5"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id</a:t>
            </a:r>
            <a:r>
              <a:rPr sz="2200" spc="5" dirty="0">
                <a:latin typeface="Cambria"/>
                <a:cs typeface="Cambria"/>
              </a:rPr>
              <a:t> </a:t>
            </a:r>
            <a:r>
              <a:rPr sz="2200" dirty="0">
                <a:latin typeface="Cambria"/>
                <a:cs typeface="Cambria"/>
              </a:rPr>
              <a:t>*</a:t>
            </a:r>
            <a:r>
              <a:rPr sz="2200" spc="-15" dirty="0">
                <a:latin typeface="Cambria"/>
                <a:cs typeface="Cambria"/>
              </a:rPr>
              <a:t> </a:t>
            </a:r>
            <a:r>
              <a:rPr sz="2200" spc="-25" dirty="0">
                <a:latin typeface="Cambria"/>
                <a:cs typeface="Cambria"/>
              </a:rPr>
              <a:t>id</a:t>
            </a:r>
            <a:endParaRPr sz="2200">
              <a:latin typeface="Cambria"/>
              <a:cs typeface="Cambria"/>
            </a:endParaRPr>
          </a:p>
        </p:txBody>
      </p:sp>
      <p:pic>
        <p:nvPicPr>
          <p:cNvPr id="4" name="object 4"/>
          <p:cNvPicPr/>
          <p:nvPr/>
        </p:nvPicPr>
        <p:blipFill>
          <a:blip r:embed="rId2" cstate="print"/>
          <a:stretch>
            <a:fillRect/>
          </a:stretch>
        </p:blipFill>
        <p:spPr>
          <a:xfrm>
            <a:off x="8300170" y="3782367"/>
            <a:ext cx="1973297" cy="206230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929640">
              <a:lnSpc>
                <a:spcPts val="3890"/>
              </a:lnSpc>
            </a:pPr>
            <a:r>
              <a:rPr sz="3600" b="1" spc="-10" dirty="0">
                <a:solidFill>
                  <a:srgbClr val="FFFFFF"/>
                </a:solidFill>
                <a:latin typeface="Cambria"/>
                <a:cs typeface="Cambria"/>
              </a:rPr>
              <a:t>Right </a:t>
            </a:r>
            <a:r>
              <a:rPr sz="3600" b="1" spc="-85" dirty="0">
                <a:solidFill>
                  <a:srgbClr val="FFFFFF"/>
                </a:solidFill>
                <a:latin typeface="Cambria"/>
                <a:cs typeface="Cambria"/>
              </a:rPr>
              <a:t>Derivation</a:t>
            </a:r>
            <a:endParaRPr sz="3600">
              <a:latin typeface="Cambria"/>
              <a:cs typeface="Cambria"/>
            </a:endParaRPr>
          </a:p>
        </p:txBody>
      </p:sp>
      <p:sp>
        <p:nvSpPr>
          <p:cNvPr id="3" name="object 3"/>
          <p:cNvSpPr txBox="1"/>
          <p:nvPr/>
        </p:nvSpPr>
        <p:spPr>
          <a:xfrm>
            <a:off x="3948429" y="828802"/>
            <a:ext cx="7157084" cy="5088890"/>
          </a:xfrm>
          <a:prstGeom prst="rect">
            <a:avLst/>
          </a:prstGeom>
        </p:spPr>
        <p:txBody>
          <a:bodyPr vert="horz" wrap="square" lIns="0" tIns="12065" rIns="0" bIns="0" rtlCol="0">
            <a:spAutoFit/>
          </a:bodyPr>
          <a:lstStyle/>
          <a:p>
            <a:pPr marL="12700">
              <a:lnSpc>
                <a:spcPts val="2245"/>
              </a:lnSpc>
              <a:spcBef>
                <a:spcPts val="9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A</a:t>
            </a:r>
            <a:r>
              <a:rPr sz="2200" spc="150" dirty="0">
                <a:latin typeface="Cambria"/>
                <a:cs typeface="Cambria"/>
              </a:rPr>
              <a:t> </a:t>
            </a:r>
            <a:r>
              <a:rPr sz="2200" dirty="0">
                <a:latin typeface="Cambria"/>
                <a:cs typeface="Cambria"/>
              </a:rPr>
              <a:t>derivation</a:t>
            </a:r>
            <a:r>
              <a:rPr sz="2200" spc="200" dirty="0">
                <a:latin typeface="Cambria"/>
                <a:cs typeface="Cambria"/>
              </a:rPr>
              <a:t> </a:t>
            </a:r>
            <a:r>
              <a:rPr sz="2200" dirty="0">
                <a:latin typeface="Cambria"/>
                <a:cs typeface="Cambria"/>
              </a:rPr>
              <a:t>of</a:t>
            </a:r>
            <a:r>
              <a:rPr sz="2200" spc="190" dirty="0">
                <a:latin typeface="Cambria"/>
                <a:cs typeface="Cambria"/>
              </a:rPr>
              <a:t> </a:t>
            </a:r>
            <a:r>
              <a:rPr sz="2200" dirty="0">
                <a:latin typeface="Cambria"/>
                <a:cs typeface="Cambria"/>
              </a:rPr>
              <a:t>a</a:t>
            </a:r>
            <a:r>
              <a:rPr sz="2200" spc="195" dirty="0">
                <a:latin typeface="Cambria"/>
                <a:cs typeface="Cambria"/>
              </a:rPr>
              <a:t> </a:t>
            </a:r>
            <a:r>
              <a:rPr sz="2200" dirty="0">
                <a:latin typeface="Cambria"/>
                <a:cs typeface="Cambria"/>
              </a:rPr>
              <a:t>string</a:t>
            </a:r>
            <a:r>
              <a:rPr sz="2200" spc="204" dirty="0">
                <a:latin typeface="Cambria"/>
                <a:cs typeface="Cambria"/>
              </a:rPr>
              <a:t> </a:t>
            </a:r>
            <a:r>
              <a:rPr sz="2200" dirty="0">
                <a:latin typeface="Cambria"/>
                <a:cs typeface="Cambria"/>
              </a:rPr>
              <a:t>S</a:t>
            </a:r>
            <a:r>
              <a:rPr sz="2200" spc="190" dirty="0">
                <a:latin typeface="Cambria"/>
                <a:cs typeface="Cambria"/>
              </a:rPr>
              <a:t> </a:t>
            </a:r>
            <a:r>
              <a:rPr sz="2200" dirty="0">
                <a:latin typeface="Cambria"/>
                <a:cs typeface="Cambria"/>
              </a:rPr>
              <a:t>in</a:t>
            </a:r>
            <a:r>
              <a:rPr sz="2200" spc="190" dirty="0">
                <a:latin typeface="Cambria"/>
                <a:cs typeface="Cambria"/>
              </a:rPr>
              <a:t> </a:t>
            </a:r>
            <a:r>
              <a:rPr sz="2200" dirty="0">
                <a:latin typeface="Cambria"/>
                <a:cs typeface="Cambria"/>
              </a:rPr>
              <a:t>a</a:t>
            </a:r>
            <a:r>
              <a:rPr sz="2200" spc="195" dirty="0">
                <a:latin typeface="Cambria"/>
                <a:cs typeface="Cambria"/>
              </a:rPr>
              <a:t> </a:t>
            </a:r>
            <a:r>
              <a:rPr sz="2200" dirty="0">
                <a:latin typeface="Cambria"/>
                <a:cs typeface="Cambria"/>
              </a:rPr>
              <a:t>grammar</a:t>
            </a:r>
            <a:r>
              <a:rPr sz="2200" spc="195" dirty="0">
                <a:latin typeface="Cambria"/>
                <a:cs typeface="Cambria"/>
              </a:rPr>
              <a:t> </a:t>
            </a:r>
            <a:r>
              <a:rPr sz="2200" dirty="0">
                <a:latin typeface="Cambria"/>
                <a:cs typeface="Cambria"/>
              </a:rPr>
              <a:t>G</a:t>
            </a:r>
            <a:r>
              <a:rPr sz="2200" spc="200" dirty="0">
                <a:latin typeface="Cambria"/>
                <a:cs typeface="Cambria"/>
              </a:rPr>
              <a:t> </a:t>
            </a:r>
            <a:r>
              <a:rPr sz="2200" dirty="0">
                <a:latin typeface="Cambria"/>
                <a:cs typeface="Cambria"/>
              </a:rPr>
              <a:t>is</a:t>
            </a:r>
            <a:r>
              <a:rPr sz="2200" spc="195" dirty="0">
                <a:latin typeface="Cambria"/>
                <a:cs typeface="Cambria"/>
              </a:rPr>
              <a:t> </a:t>
            </a:r>
            <a:r>
              <a:rPr sz="2200" dirty="0">
                <a:latin typeface="Cambria"/>
                <a:cs typeface="Cambria"/>
              </a:rPr>
              <a:t>a</a:t>
            </a:r>
            <a:r>
              <a:rPr sz="2200" spc="195" dirty="0">
                <a:latin typeface="Cambria"/>
                <a:cs typeface="Cambria"/>
              </a:rPr>
              <a:t> </a:t>
            </a:r>
            <a:r>
              <a:rPr sz="2200" dirty="0">
                <a:latin typeface="Cambria"/>
                <a:cs typeface="Cambria"/>
              </a:rPr>
              <a:t>right</a:t>
            </a:r>
            <a:r>
              <a:rPr sz="2200" spc="204" dirty="0">
                <a:latin typeface="Cambria"/>
                <a:cs typeface="Cambria"/>
              </a:rPr>
              <a:t> </a:t>
            </a:r>
            <a:r>
              <a:rPr sz="2200" spc="-20" dirty="0">
                <a:latin typeface="Cambria"/>
                <a:cs typeface="Cambria"/>
              </a:rPr>
              <a:t>most</a:t>
            </a:r>
            <a:endParaRPr sz="2200">
              <a:latin typeface="Cambria"/>
              <a:cs typeface="Cambria"/>
            </a:endParaRPr>
          </a:p>
          <a:p>
            <a:pPr marL="195580" marR="5080">
              <a:lnSpc>
                <a:spcPct val="70000"/>
              </a:lnSpc>
              <a:spcBef>
                <a:spcPts val="395"/>
              </a:spcBef>
            </a:pPr>
            <a:r>
              <a:rPr sz="2200" dirty="0">
                <a:latin typeface="Cambria"/>
                <a:cs typeface="Cambria"/>
              </a:rPr>
              <a:t>derivation</a:t>
            </a:r>
            <a:r>
              <a:rPr sz="2200" spc="85" dirty="0">
                <a:latin typeface="Cambria"/>
                <a:cs typeface="Cambria"/>
              </a:rPr>
              <a:t> </a:t>
            </a:r>
            <a:r>
              <a:rPr sz="2200" dirty="0">
                <a:latin typeface="Cambria"/>
                <a:cs typeface="Cambria"/>
              </a:rPr>
              <a:t>if</a:t>
            </a:r>
            <a:r>
              <a:rPr sz="2200" spc="90" dirty="0">
                <a:latin typeface="Cambria"/>
                <a:cs typeface="Cambria"/>
              </a:rPr>
              <a:t> </a:t>
            </a:r>
            <a:r>
              <a:rPr sz="2200" b="1" dirty="0">
                <a:latin typeface="Cambria"/>
                <a:cs typeface="Cambria"/>
              </a:rPr>
              <a:t>at</a:t>
            </a:r>
            <a:r>
              <a:rPr sz="2200" b="1" spc="75" dirty="0">
                <a:latin typeface="Cambria"/>
                <a:cs typeface="Cambria"/>
              </a:rPr>
              <a:t> </a:t>
            </a:r>
            <a:r>
              <a:rPr sz="2200" b="1" dirty="0">
                <a:latin typeface="Cambria"/>
                <a:cs typeface="Cambria"/>
              </a:rPr>
              <a:t>every</a:t>
            </a:r>
            <a:r>
              <a:rPr sz="2200" b="1" spc="60" dirty="0">
                <a:latin typeface="Cambria"/>
                <a:cs typeface="Cambria"/>
              </a:rPr>
              <a:t> </a:t>
            </a:r>
            <a:r>
              <a:rPr sz="2200" b="1" dirty="0">
                <a:latin typeface="Cambria"/>
                <a:cs typeface="Cambria"/>
              </a:rPr>
              <a:t>step</a:t>
            </a:r>
            <a:r>
              <a:rPr sz="2200" b="1" spc="70" dirty="0">
                <a:latin typeface="Cambria"/>
                <a:cs typeface="Cambria"/>
              </a:rPr>
              <a:t> </a:t>
            </a:r>
            <a:r>
              <a:rPr sz="2200" b="1" dirty="0">
                <a:latin typeface="Cambria"/>
                <a:cs typeface="Cambria"/>
              </a:rPr>
              <a:t>the</a:t>
            </a:r>
            <a:r>
              <a:rPr sz="2200" b="1" spc="80" dirty="0">
                <a:latin typeface="Cambria"/>
                <a:cs typeface="Cambria"/>
              </a:rPr>
              <a:t> </a:t>
            </a:r>
            <a:r>
              <a:rPr sz="2200" b="1" dirty="0">
                <a:latin typeface="Cambria"/>
                <a:cs typeface="Cambria"/>
              </a:rPr>
              <a:t>Right</a:t>
            </a:r>
            <a:r>
              <a:rPr sz="2200" b="1" spc="90" dirty="0">
                <a:latin typeface="Cambria"/>
                <a:cs typeface="Cambria"/>
              </a:rPr>
              <a:t> </a:t>
            </a:r>
            <a:r>
              <a:rPr sz="2200" b="1" dirty="0">
                <a:latin typeface="Cambria"/>
                <a:cs typeface="Cambria"/>
              </a:rPr>
              <a:t>most</a:t>
            </a:r>
            <a:r>
              <a:rPr sz="2200" b="1" spc="85" dirty="0">
                <a:latin typeface="Cambria"/>
                <a:cs typeface="Cambria"/>
              </a:rPr>
              <a:t> </a:t>
            </a:r>
            <a:r>
              <a:rPr sz="2200" b="1" dirty="0">
                <a:latin typeface="Cambria"/>
                <a:cs typeface="Cambria"/>
              </a:rPr>
              <a:t>non</a:t>
            </a:r>
            <a:r>
              <a:rPr sz="2200" b="1" spc="85" dirty="0">
                <a:latin typeface="Cambria"/>
                <a:cs typeface="Cambria"/>
              </a:rPr>
              <a:t> </a:t>
            </a:r>
            <a:r>
              <a:rPr sz="2200" b="1" spc="-10" dirty="0">
                <a:latin typeface="Cambria"/>
                <a:cs typeface="Cambria"/>
              </a:rPr>
              <a:t>terminal </a:t>
            </a:r>
            <a:r>
              <a:rPr sz="2200" b="1" dirty="0">
                <a:latin typeface="Cambria"/>
                <a:cs typeface="Cambria"/>
              </a:rPr>
              <a:t>is</a:t>
            </a:r>
            <a:r>
              <a:rPr sz="2200" b="1" spc="-25" dirty="0">
                <a:latin typeface="Cambria"/>
                <a:cs typeface="Cambria"/>
              </a:rPr>
              <a:t> </a:t>
            </a:r>
            <a:r>
              <a:rPr sz="2200" b="1" spc="-10" dirty="0">
                <a:latin typeface="Cambria"/>
                <a:cs typeface="Cambria"/>
              </a:rPr>
              <a:t>replaced.</a:t>
            </a:r>
            <a:endParaRPr sz="2200">
              <a:latin typeface="Cambria"/>
              <a:cs typeface="Cambria"/>
            </a:endParaRPr>
          </a:p>
          <a:p>
            <a:pPr marL="12700">
              <a:lnSpc>
                <a:spcPct val="100000"/>
              </a:lnSpc>
              <a:spcBef>
                <a:spcPts val="409"/>
              </a:spcBef>
            </a:pPr>
            <a:r>
              <a:rPr sz="2200" spc="-10" dirty="0">
                <a:latin typeface="Cambria"/>
                <a:cs typeface="Cambria"/>
              </a:rPr>
              <a:t>Example:</a:t>
            </a:r>
            <a:endParaRPr sz="2200">
              <a:latin typeface="Cambria"/>
              <a:cs typeface="Cambria"/>
            </a:endParaRPr>
          </a:p>
          <a:p>
            <a:pPr marL="12700" marR="5553710">
              <a:lnSpc>
                <a:spcPts val="3050"/>
              </a:lnSpc>
              <a:spcBef>
                <a:spcPts val="17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40" dirty="0">
                <a:latin typeface="Cambria"/>
                <a:cs typeface="Cambria"/>
              </a:rPr>
              <a:t>Production:</a:t>
            </a:r>
            <a:endParaRPr sz="2200">
              <a:latin typeface="Cambria"/>
              <a:cs typeface="Cambria"/>
            </a:endParaRPr>
          </a:p>
          <a:p>
            <a:pPr marL="12700" marR="5553710">
              <a:lnSpc>
                <a:spcPts val="3050"/>
              </a:lnSpc>
            </a:pPr>
            <a:r>
              <a:rPr sz="2200" dirty="0">
                <a:latin typeface="Cambria"/>
                <a:cs typeface="Cambria"/>
              </a:rPr>
              <a:t>S</a:t>
            </a:r>
            <a:r>
              <a:rPr sz="2200" dirty="0">
                <a:latin typeface="Wingdings"/>
                <a:cs typeface="Wingdings"/>
              </a:rPr>
              <a:t></a:t>
            </a:r>
            <a:r>
              <a:rPr sz="2200" spc="-75" dirty="0">
                <a:latin typeface="Times New Roman"/>
                <a:cs typeface="Times New Roman"/>
              </a:rPr>
              <a:t> </a:t>
            </a:r>
            <a:r>
              <a:rPr sz="2200" dirty="0">
                <a:latin typeface="Cambria"/>
                <a:cs typeface="Cambria"/>
              </a:rPr>
              <a:t>S</a:t>
            </a:r>
            <a:r>
              <a:rPr sz="2200" spc="5" dirty="0">
                <a:latin typeface="Cambria"/>
                <a:cs typeface="Cambria"/>
              </a:rPr>
              <a:t> </a:t>
            </a:r>
            <a:r>
              <a:rPr sz="2200" dirty="0">
                <a:latin typeface="Cambria"/>
                <a:cs typeface="Cambria"/>
              </a:rPr>
              <a:t>+</a:t>
            </a:r>
            <a:r>
              <a:rPr sz="2200" spc="-10" dirty="0">
                <a:latin typeface="Cambria"/>
                <a:cs typeface="Cambria"/>
              </a:rPr>
              <a:t> </a:t>
            </a:r>
            <a:r>
              <a:rPr sz="2200" spc="-50" dirty="0">
                <a:latin typeface="Cambria"/>
                <a:cs typeface="Cambria"/>
              </a:rPr>
              <a:t>S</a:t>
            </a:r>
            <a:endParaRPr sz="2200">
              <a:latin typeface="Cambria"/>
              <a:cs typeface="Cambria"/>
            </a:endParaRPr>
          </a:p>
          <a:p>
            <a:pPr marL="12700">
              <a:lnSpc>
                <a:spcPct val="100000"/>
              </a:lnSpc>
              <a:spcBef>
                <a:spcPts val="235"/>
              </a:spcBef>
            </a:pPr>
            <a:r>
              <a:rPr sz="2200" dirty="0">
                <a:latin typeface="Cambria"/>
                <a:cs typeface="Cambria"/>
              </a:rPr>
              <a:t>S</a:t>
            </a:r>
            <a:r>
              <a:rPr sz="2200" dirty="0">
                <a:latin typeface="Wingdings"/>
                <a:cs typeface="Wingdings"/>
              </a:rPr>
              <a:t></a:t>
            </a:r>
            <a:r>
              <a:rPr sz="2200" spc="-80" dirty="0">
                <a:latin typeface="Times New Roman"/>
                <a:cs typeface="Times New Roman"/>
              </a:rPr>
              <a:t> </a:t>
            </a:r>
            <a:r>
              <a:rPr sz="2200" dirty="0">
                <a:latin typeface="Cambria"/>
                <a:cs typeface="Cambria"/>
              </a:rPr>
              <a:t>S</a:t>
            </a:r>
            <a:r>
              <a:rPr sz="2200" spc="5" dirty="0">
                <a:latin typeface="Cambria"/>
                <a:cs typeface="Cambria"/>
              </a:rPr>
              <a:t> </a:t>
            </a:r>
            <a:r>
              <a:rPr sz="2200" dirty="0">
                <a:latin typeface="Cambria"/>
                <a:cs typeface="Cambria"/>
              </a:rPr>
              <a:t>*</a:t>
            </a:r>
            <a:r>
              <a:rPr sz="2200" spc="-5" dirty="0">
                <a:latin typeface="Cambria"/>
                <a:cs typeface="Cambria"/>
              </a:rPr>
              <a:t> </a:t>
            </a:r>
            <a:r>
              <a:rPr sz="2200" spc="-50" dirty="0">
                <a:latin typeface="Cambria"/>
                <a:cs typeface="Cambria"/>
              </a:rPr>
              <a:t>S</a:t>
            </a:r>
            <a:endParaRPr sz="2200">
              <a:latin typeface="Cambria"/>
              <a:cs typeface="Cambria"/>
            </a:endParaRPr>
          </a:p>
          <a:p>
            <a:pPr marL="12700">
              <a:lnSpc>
                <a:spcPct val="100000"/>
              </a:lnSpc>
              <a:spcBef>
                <a:spcPts val="409"/>
              </a:spcBef>
            </a:pPr>
            <a:r>
              <a:rPr sz="2200" dirty="0">
                <a:latin typeface="Cambria"/>
                <a:cs typeface="Cambria"/>
              </a:rPr>
              <a:t>S</a:t>
            </a:r>
            <a:r>
              <a:rPr sz="2200" dirty="0">
                <a:latin typeface="Wingdings"/>
                <a:cs typeface="Wingdings"/>
              </a:rPr>
              <a:t></a:t>
            </a:r>
            <a:r>
              <a:rPr sz="2200" spc="-75" dirty="0">
                <a:latin typeface="Times New Roman"/>
                <a:cs typeface="Times New Roman"/>
              </a:rPr>
              <a:t> </a:t>
            </a:r>
            <a:r>
              <a:rPr sz="2200" spc="-25" dirty="0">
                <a:latin typeface="Cambria"/>
                <a:cs typeface="Cambria"/>
              </a:rPr>
              <a:t>id</a:t>
            </a:r>
            <a:endParaRPr sz="2200">
              <a:latin typeface="Cambria"/>
              <a:cs typeface="Cambria"/>
            </a:endParaRPr>
          </a:p>
          <a:p>
            <a:pPr marL="12700">
              <a:lnSpc>
                <a:spcPct val="100000"/>
              </a:lnSpc>
              <a:spcBef>
                <a:spcPts val="409"/>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String:-</a:t>
            </a:r>
            <a:r>
              <a:rPr sz="2200" spc="-60" dirty="0">
                <a:latin typeface="Cambria"/>
                <a:cs typeface="Cambria"/>
              </a:rPr>
              <a:t> </a:t>
            </a:r>
            <a:r>
              <a:rPr sz="2200" spc="-10" dirty="0">
                <a:latin typeface="Cambria"/>
                <a:cs typeface="Cambria"/>
              </a:rPr>
              <a:t>id+id*id</a:t>
            </a:r>
            <a:endParaRPr sz="2200">
              <a:latin typeface="Cambria"/>
              <a:cs typeface="Cambria"/>
            </a:endParaRPr>
          </a:p>
          <a:p>
            <a:pPr marL="12700">
              <a:lnSpc>
                <a:spcPct val="100000"/>
              </a:lnSpc>
              <a:spcBef>
                <a:spcPts val="405"/>
              </a:spcBef>
            </a:pPr>
            <a:r>
              <a:rPr sz="2200" dirty="0">
                <a:latin typeface="Cambria"/>
                <a:cs typeface="Cambria"/>
              </a:rPr>
              <a:t>S</a:t>
            </a:r>
            <a:r>
              <a:rPr sz="2200" dirty="0">
                <a:latin typeface="Wingdings"/>
                <a:cs typeface="Wingdings"/>
              </a:rPr>
              <a:t></a:t>
            </a:r>
            <a:r>
              <a:rPr sz="2200" spc="-80" dirty="0">
                <a:latin typeface="Times New Roman"/>
                <a:cs typeface="Times New Roman"/>
              </a:rPr>
              <a:t> </a:t>
            </a:r>
            <a:r>
              <a:rPr sz="2200" dirty="0">
                <a:latin typeface="Cambria"/>
                <a:cs typeface="Cambria"/>
              </a:rPr>
              <a:t>S</a:t>
            </a:r>
            <a:r>
              <a:rPr sz="2200" spc="5" dirty="0">
                <a:latin typeface="Cambria"/>
                <a:cs typeface="Cambria"/>
              </a:rPr>
              <a:t> </a:t>
            </a:r>
            <a:r>
              <a:rPr sz="2200" dirty="0">
                <a:latin typeface="Cambria"/>
                <a:cs typeface="Cambria"/>
              </a:rPr>
              <a:t>+</a:t>
            </a:r>
            <a:r>
              <a:rPr sz="2200" spc="-10" dirty="0">
                <a:latin typeface="Cambria"/>
                <a:cs typeface="Cambria"/>
              </a:rPr>
              <a:t> </a:t>
            </a:r>
            <a:r>
              <a:rPr sz="2200" spc="-50" dirty="0">
                <a:latin typeface="Cambria"/>
                <a:cs typeface="Cambria"/>
              </a:rPr>
              <a:t>S</a:t>
            </a:r>
            <a:endParaRPr sz="2200">
              <a:latin typeface="Cambria"/>
              <a:cs typeface="Cambria"/>
            </a:endParaRPr>
          </a:p>
          <a:p>
            <a:pPr marL="12700">
              <a:lnSpc>
                <a:spcPct val="100000"/>
              </a:lnSpc>
              <a:spcBef>
                <a:spcPts val="414"/>
              </a:spcBef>
            </a:pPr>
            <a:r>
              <a:rPr sz="2200" dirty="0">
                <a:latin typeface="Cambria"/>
                <a:cs typeface="Cambria"/>
              </a:rPr>
              <a:t>S</a:t>
            </a:r>
            <a:r>
              <a:rPr sz="2200" dirty="0">
                <a:latin typeface="Wingdings"/>
                <a:cs typeface="Wingdings"/>
              </a:rPr>
              <a:t></a:t>
            </a:r>
            <a:r>
              <a:rPr sz="2200" dirty="0">
                <a:latin typeface="Cambria"/>
                <a:cs typeface="Cambria"/>
              </a:rPr>
              <a:t>S</a:t>
            </a:r>
            <a:r>
              <a:rPr sz="2200" spc="-10"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S *</a:t>
            </a:r>
            <a:r>
              <a:rPr sz="2200" spc="-5" dirty="0">
                <a:latin typeface="Cambria"/>
                <a:cs typeface="Cambria"/>
              </a:rPr>
              <a:t> </a:t>
            </a:r>
            <a:r>
              <a:rPr sz="2200" spc="-50" dirty="0">
                <a:latin typeface="Cambria"/>
                <a:cs typeface="Cambria"/>
              </a:rPr>
              <a:t>S</a:t>
            </a:r>
            <a:endParaRPr sz="2200">
              <a:latin typeface="Cambria"/>
              <a:cs typeface="Cambria"/>
            </a:endParaRPr>
          </a:p>
          <a:p>
            <a:pPr marL="12700" marR="5539105">
              <a:lnSpc>
                <a:spcPts val="3050"/>
              </a:lnSpc>
              <a:spcBef>
                <a:spcPts val="165"/>
              </a:spcBef>
            </a:pPr>
            <a:r>
              <a:rPr sz="2200" dirty="0">
                <a:latin typeface="Cambria"/>
                <a:cs typeface="Cambria"/>
              </a:rPr>
              <a:t>S</a:t>
            </a:r>
            <a:r>
              <a:rPr sz="2200" dirty="0">
                <a:latin typeface="Wingdings"/>
                <a:cs typeface="Wingdings"/>
              </a:rPr>
              <a:t></a:t>
            </a:r>
            <a:r>
              <a:rPr sz="2200" spc="-75" dirty="0">
                <a:latin typeface="Times New Roman"/>
                <a:cs typeface="Times New Roman"/>
              </a:rPr>
              <a:t> </a:t>
            </a:r>
            <a:r>
              <a:rPr sz="2200" dirty="0">
                <a:latin typeface="Cambria"/>
                <a:cs typeface="Cambria"/>
              </a:rPr>
              <a:t>S</a:t>
            </a:r>
            <a:r>
              <a:rPr sz="2200" spc="5" dirty="0">
                <a:latin typeface="Cambria"/>
                <a:cs typeface="Cambria"/>
              </a:rPr>
              <a:t> </a:t>
            </a:r>
            <a:r>
              <a:rPr sz="2200" dirty="0">
                <a:latin typeface="Cambria"/>
                <a:cs typeface="Cambria"/>
              </a:rPr>
              <a:t>+</a:t>
            </a:r>
            <a:r>
              <a:rPr sz="2200" spc="-10" dirty="0">
                <a:latin typeface="Cambria"/>
                <a:cs typeface="Cambria"/>
              </a:rPr>
              <a:t> </a:t>
            </a:r>
            <a:r>
              <a:rPr sz="2200" dirty="0">
                <a:latin typeface="Cambria"/>
                <a:cs typeface="Cambria"/>
              </a:rPr>
              <a:t>S</a:t>
            </a:r>
            <a:r>
              <a:rPr sz="2200" spc="5" dirty="0">
                <a:latin typeface="Cambria"/>
                <a:cs typeface="Cambria"/>
              </a:rPr>
              <a:t> </a:t>
            </a:r>
            <a:r>
              <a:rPr sz="2200" dirty="0">
                <a:latin typeface="Cambria"/>
                <a:cs typeface="Cambria"/>
              </a:rPr>
              <a:t>*</a:t>
            </a:r>
            <a:r>
              <a:rPr sz="2200" spc="-5" dirty="0">
                <a:latin typeface="Cambria"/>
                <a:cs typeface="Cambria"/>
              </a:rPr>
              <a:t> </a:t>
            </a:r>
            <a:r>
              <a:rPr sz="2200" spc="-25" dirty="0">
                <a:latin typeface="Cambria"/>
                <a:cs typeface="Cambria"/>
              </a:rPr>
              <a:t>id </a:t>
            </a:r>
            <a:r>
              <a:rPr sz="2200" dirty="0">
                <a:latin typeface="Cambria"/>
                <a:cs typeface="Cambria"/>
              </a:rPr>
              <a:t>S</a:t>
            </a:r>
            <a:r>
              <a:rPr sz="2200" dirty="0">
                <a:latin typeface="Wingdings"/>
                <a:cs typeface="Wingdings"/>
              </a:rPr>
              <a:t></a:t>
            </a:r>
            <a:r>
              <a:rPr sz="2200" spc="-80" dirty="0">
                <a:latin typeface="Times New Roman"/>
                <a:cs typeface="Times New Roman"/>
              </a:rPr>
              <a:t> </a:t>
            </a:r>
            <a:r>
              <a:rPr sz="2200" dirty="0">
                <a:latin typeface="Cambria"/>
                <a:cs typeface="Cambria"/>
              </a:rPr>
              <a:t>S</a:t>
            </a:r>
            <a:r>
              <a:rPr sz="2200" spc="5"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id</a:t>
            </a:r>
            <a:r>
              <a:rPr sz="2200" spc="10" dirty="0">
                <a:latin typeface="Cambria"/>
                <a:cs typeface="Cambria"/>
              </a:rPr>
              <a:t> </a:t>
            </a:r>
            <a:r>
              <a:rPr sz="2200" dirty="0">
                <a:latin typeface="Cambria"/>
                <a:cs typeface="Cambria"/>
              </a:rPr>
              <a:t>*</a:t>
            </a:r>
            <a:r>
              <a:rPr sz="2200" spc="-5" dirty="0">
                <a:latin typeface="Cambria"/>
                <a:cs typeface="Cambria"/>
              </a:rPr>
              <a:t> </a:t>
            </a:r>
            <a:r>
              <a:rPr sz="2200" spc="-25" dirty="0">
                <a:latin typeface="Cambria"/>
                <a:cs typeface="Cambria"/>
              </a:rPr>
              <a:t>id</a:t>
            </a:r>
            <a:endParaRPr sz="2200">
              <a:latin typeface="Cambria"/>
              <a:cs typeface="Cambria"/>
            </a:endParaRPr>
          </a:p>
          <a:p>
            <a:pPr marL="12700">
              <a:lnSpc>
                <a:spcPct val="100000"/>
              </a:lnSpc>
              <a:spcBef>
                <a:spcPts val="240"/>
              </a:spcBef>
            </a:pPr>
            <a:r>
              <a:rPr sz="2200" dirty="0">
                <a:latin typeface="Cambria"/>
                <a:cs typeface="Cambria"/>
              </a:rPr>
              <a:t>S</a:t>
            </a:r>
            <a:r>
              <a:rPr sz="2200" dirty="0">
                <a:latin typeface="Wingdings"/>
                <a:cs typeface="Wingdings"/>
              </a:rPr>
              <a:t></a:t>
            </a:r>
            <a:r>
              <a:rPr sz="2200" spc="-85" dirty="0">
                <a:latin typeface="Times New Roman"/>
                <a:cs typeface="Times New Roman"/>
              </a:rPr>
              <a:t> </a:t>
            </a:r>
            <a:r>
              <a:rPr sz="2200" dirty="0">
                <a:latin typeface="Cambria"/>
                <a:cs typeface="Cambria"/>
              </a:rPr>
              <a:t>id</a:t>
            </a:r>
            <a:r>
              <a:rPr sz="2200" spc="5"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id</a:t>
            </a:r>
            <a:r>
              <a:rPr sz="2200" spc="5" dirty="0">
                <a:latin typeface="Cambria"/>
                <a:cs typeface="Cambria"/>
              </a:rPr>
              <a:t> </a:t>
            </a:r>
            <a:r>
              <a:rPr sz="2200" dirty="0">
                <a:latin typeface="Cambria"/>
                <a:cs typeface="Cambria"/>
              </a:rPr>
              <a:t>*</a:t>
            </a:r>
            <a:r>
              <a:rPr sz="2200" spc="-15" dirty="0">
                <a:latin typeface="Cambria"/>
                <a:cs typeface="Cambria"/>
              </a:rPr>
              <a:t> </a:t>
            </a:r>
            <a:r>
              <a:rPr sz="2200" spc="-25" dirty="0">
                <a:latin typeface="Cambria"/>
                <a:cs typeface="Cambria"/>
              </a:rPr>
              <a:t>id</a:t>
            </a:r>
            <a:endParaRPr sz="2200">
              <a:latin typeface="Cambria"/>
              <a:cs typeface="Cambria"/>
            </a:endParaRPr>
          </a:p>
        </p:txBody>
      </p:sp>
      <p:pic>
        <p:nvPicPr>
          <p:cNvPr id="4" name="object 4"/>
          <p:cNvPicPr/>
          <p:nvPr/>
        </p:nvPicPr>
        <p:blipFill>
          <a:blip r:embed="rId2" cstate="print"/>
          <a:stretch>
            <a:fillRect/>
          </a:stretch>
        </p:blipFill>
        <p:spPr>
          <a:xfrm>
            <a:off x="8567157" y="3737253"/>
            <a:ext cx="1587520" cy="23174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10" dirty="0">
                <a:solidFill>
                  <a:srgbClr val="FFFFFF"/>
                </a:solidFill>
                <a:latin typeface="Cambria"/>
                <a:cs typeface="Cambria"/>
              </a:rPr>
              <a:t>Reduction</a:t>
            </a:r>
            <a:endParaRPr sz="3600">
              <a:latin typeface="Cambria"/>
              <a:cs typeface="Cambria"/>
            </a:endParaRPr>
          </a:p>
        </p:txBody>
      </p:sp>
      <p:sp>
        <p:nvSpPr>
          <p:cNvPr id="3" name="object 3"/>
          <p:cNvSpPr txBox="1">
            <a:spLocks noGrp="1"/>
          </p:cNvSpPr>
          <p:nvPr>
            <p:ph type="title"/>
          </p:nvPr>
        </p:nvSpPr>
        <p:spPr>
          <a:xfrm>
            <a:off x="3655059" y="277534"/>
            <a:ext cx="6062980" cy="988694"/>
          </a:xfrm>
          <a:prstGeom prst="rect">
            <a:avLst/>
          </a:prstGeom>
        </p:spPr>
        <p:txBody>
          <a:bodyPr vert="horz" wrap="square" lIns="0" tIns="12065" rIns="0" bIns="0" rtlCol="0">
            <a:spAutoFit/>
          </a:bodyPr>
          <a:lstStyle/>
          <a:p>
            <a:pPr marL="939800" marR="17780" indent="-915035">
              <a:lnSpc>
                <a:spcPct val="131700"/>
              </a:lnSpc>
              <a:spcBef>
                <a:spcPts val="95"/>
              </a:spcBef>
            </a:pPr>
            <a:r>
              <a:rPr dirty="0"/>
              <a:t>Let</a:t>
            </a:r>
            <a:r>
              <a:rPr spc="-35" dirty="0"/>
              <a:t> </a:t>
            </a:r>
            <a:r>
              <a:rPr dirty="0"/>
              <a:t>production</a:t>
            </a:r>
            <a:r>
              <a:rPr spc="-30" dirty="0"/>
              <a:t> </a:t>
            </a:r>
            <a:r>
              <a:rPr dirty="0"/>
              <a:t>P</a:t>
            </a:r>
            <a:r>
              <a:rPr sz="2400" baseline="-20833" dirty="0"/>
              <a:t>1</a:t>
            </a:r>
            <a:r>
              <a:rPr sz="2400" spc="195" baseline="-20833" dirty="0"/>
              <a:t> </a:t>
            </a:r>
            <a:r>
              <a:rPr sz="2400" dirty="0"/>
              <a:t>of</a:t>
            </a:r>
            <a:r>
              <a:rPr sz="2400" spc="-45" dirty="0"/>
              <a:t> </a:t>
            </a:r>
            <a:r>
              <a:rPr sz="2400" dirty="0"/>
              <a:t>grammar</a:t>
            </a:r>
            <a:r>
              <a:rPr sz="2400" spc="-45" dirty="0"/>
              <a:t> </a:t>
            </a:r>
            <a:r>
              <a:rPr sz="2400" dirty="0"/>
              <a:t>G</a:t>
            </a:r>
            <a:r>
              <a:rPr sz="2400" spc="-40" dirty="0"/>
              <a:t> </a:t>
            </a:r>
            <a:r>
              <a:rPr sz="2400" dirty="0"/>
              <a:t>be</a:t>
            </a:r>
            <a:r>
              <a:rPr sz="2400" spc="-35" dirty="0"/>
              <a:t> </a:t>
            </a:r>
            <a:r>
              <a:rPr sz="2400" dirty="0"/>
              <a:t>of</a:t>
            </a:r>
            <a:r>
              <a:rPr sz="2400" spc="-45" dirty="0"/>
              <a:t> </a:t>
            </a:r>
            <a:r>
              <a:rPr sz="2400" dirty="0"/>
              <a:t>the</a:t>
            </a:r>
            <a:r>
              <a:rPr sz="2400" spc="-35" dirty="0"/>
              <a:t> </a:t>
            </a:r>
            <a:r>
              <a:rPr sz="2400" spc="-20" dirty="0"/>
              <a:t>form </a:t>
            </a:r>
            <a:r>
              <a:rPr sz="2400" dirty="0"/>
              <a:t>P</a:t>
            </a:r>
            <a:r>
              <a:rPr sz="2400" baseline="-20833" dirty="0"/>
              <a:t>1</a:t>
            </a:r>
            <a:r>
              <a:rPr sz="2400" spc="225" baseline="-20833" dirty="0"/>
              <a:t> </a:t>
            </a:r>
            <a:r>
              <a:rPr sz="2400" dirty="0"/>
              <a:t>:</a:t>
            </a:r>
            <a:r>
              <a:rPr sz="2400" spc="-15" dirty="0"/>
              <a:t> </a:t>
            </a:r>
            <a:r>
              <a:rPr sz="2400" dirty="0"/>
              <a:t>A::=</a:t>
            </a:r>
            <a:r>
              <a:rPr sz="2400" spc="-10" dirty="0"/>
              <a:t> </a:t>
            </a:r>
            <a:r>
              <a:rPr sz="2400" spc="-50" dirty="0"/>
              <a:t>α</a:t>
            </a:r>
            <a:endParaRPr sz="2400"/>
          </a:p>
        </p:txBody>
      </p:sp>
      <p:sp>
        <p:nvSpPr>
          <p:cNvPr id="4" name="object 4"/>
          <p:cNvSpPr txBox="1"/>
          <p:nvPr/>
        </p:nvSpPr>
        <p:spPr>
          <a:xfrm>
            <a:off x="3837940" y="1356486"/>
            <a:ext cx="7785734" cy="1049655"/>
          </a:xfrm>
          <a:prstGeom prst="rect">
            <a:avLst/>
          </a:prstGeom>
        </p:spPr>
        <p:txBody>
          <a:bodyPr vert="horz" wrap="square" lIns="0" tIns="53975" rIns="0" bIns="0" rtlCol="0">
            <a:spAutoFit/>
          </a:bodyPr>
          <a:lstStyle/>
          <a:p>
            <a:pPr marL="25400" marR="17780">
              <a:lnSpc>
                <a:spcPts val="2590"/>
              </a:lnSpc>
              <a:spcBef>
                <a:spcPts val="425"/>
              </a:spcBef>
            </a:pPr>
            <a:r>
              <a:rPr sz="2400" dirty="0">
                <a:latin typeface="Cambria"/>
                <a:cs typeface="Cambria"/>
              </a:rPr>
              <a:t>and</a:t>
            </a:r>
            <a:r>
              <a:rPr sz="2400" spc="-30" dirty="0">
                <a:latin typeface="Cambria"/>
                <a:cs typeface="Cambria"/>
              </a:rPr>
              <a:t> </a:t>
            </a:r>
            <a:r>
              <a:rPr sz="2400" dirty="0">
                <a:latin typeface="Cambria"/>
                <a:cs typeface="Cambria"/>
              </a:rPr>
              <a:t>let</a:t>
            </a:r>
            <a:r>
              <a:rPr sz="2400" spc="-35" dirty="0">
                <a:latin typeface="Cambria"/>
                <a:cs typeface="Cambria"/>
              </a:rPr>
              <a:t> </a:t>
            </a:r>
            <a:r>
              <a:rPr sz="2400" dirty="0">
                <a:latin typeface="Cambria"/>
                <a:cs typeface="Cambria"/>
              </a:rPr>
              <a:t>σ</a:t>
            </a:r>
            <a:r>
              <a:rPr sz="2400" spc="-35" dirty="0">
                <a:latin typeface="Cambria"/>
                <a:cs typeface="Cambria"/>
              </a:rPr>
              <a:t> </a:t>
            </a:r>
            <a:r>
              <a:rPr sz="2400" dirty="0">
                <a:latin typeface="Cambria"/>
                <a:cs typeface="Cambria"/>
              </a:rPr>
              <a:t>be</a:t>
            </a:r>
            <a:r>
              <a:rPr sz="2400" spc="-25" dirty="0">
                <a:latin typeface="Cambria"/>
                <a:cs typeface="Cambria"/>
              </a:rPr>
              <a:t> </a:t>
            </a:r>
            <a:r>
              <a:rPr sz="2400" dirty="0">
                <a:latin typeface="Cambria"/>
                <a:cs typeface="Cambria"/>
              </a:rPr>
              <a:t>a</a:t>
            </a:r>
            <a:r>
              <a:rPr sz="2400" spc="-40" dirty="0">
                <a:latin typeface="Cambria"/>
                <a:cs typeface="Cambria"/>
              </a:rPr>
              <a:t> </a:t>
            </a:r>
            <a:r>
              <a:rPr sz="2400" dirty="0">
                <a:latin typeface="Cambria"/>
                <a:cs typeface="Cambria"/>
              </a:rPr>
              <a:t>string</a:t>
            </a:r>
            <a:r>
              <a:rPr sz="2400" spc="-55" dirty="0">
                <a:latin typeface="Cambria"/>
                <a:cs typeface="Cambria"/>
              </a:rPr>
              <a:t> </a:t>
            </a:r>
            <a:r>
              <a:rPr sz="2400" dirty="0">
                <a:latin typeface="Cambria"/>
                <a:cs typeface="Cambria"/>
              </a:rPr>
              <a:t>such</a:t>
            </a:r>
            <a:r>
              <a:rPr sz="2400" spc="-15" dirty="0">
                <a:latin typeface="Cambria"/>
                <a:cs typeface="Cambria"/>
              </a:rPr>
              <a:t> </a:t>
            </a:r>
            <a:r>
              <a:rPr sz="2400" dirty="0">
                <a:latin typeface="Cambria"/>
                <a:cs typeface="Cambria"/>
              </a:rPr>
              <a:t>that</a:t>
            </a:r>
            <a:r>
              <a:rPr sz="2400" spc="-25" dirty="0">
                <a:latin typeface="Cambria"/>
                <a:cs typeface="Cambria"/>
              </a:rPr>
              <a:t> </a:t>
            </a:r>
            <a:r>
              <a:rPr sz="2400" dirty="0">
                <a:latin typeface="Cambria"/>
                <a:cs typeface="Cambria"/>
              </a:rPr>
              <a:t>σ</a:t>
            </a:r>
            <a:r>
              <a:rPr sz="2400" spc="-35" dirty="0">
                <a:latin typeface="Cambria"/>
                <a:cs typeface="Cambria"/>
              </a:rPr>
              <a:t> </a:t>
            </a:r>
            <a:r>
              <a:rPr sz="2400" dirty="0">
                <a:latin typeface="Cambria"/>
                <a:cs typeface="Cambria"/>
              </a:rPr>
              <a:t>=</a:t>
            </a:r>
            <a:r>
              <a:rPr sz="2400" spc="-30" dirty="0">
                <a:latin typeface="Cambria"/>
                <a:cs typeface="Cambria"/>
              </a:rPr>
              <a:t> </a:t>
            </a:r>
            <a:r>
              <a:rPr sz="2400" dirty="0">
                <a:latin typeface="Cambria"/>
                <a:cs typeface="Cambria"/>
              </a:rPr>
              <a:t>γ</a:t>
            </a:r>
            <a:r>
              <a:rPr sz="2400" spc="-50" dirty="0">
                <a:latin typeface="Cambria"/>
                <a:cs typeface="Cambria"/>
              </a:rPr>
              <a:t> </a:t>
            </a:r>
            <a:r>
              <a:rPr sz="2400" dirty="0">
                <a:latin typeface="Cambria"/>
                <a:cs typeface="Cambria"/>
              </a:rPr>
              <a:t>α</a:t>
            </a:r>
            <a:r>
              <a:rPr sz="2400" spc="-35" dirty="0">
                <a:latin typeface="Cambria"/>
                <a:cs typeface="Cambria"/>
              </a:rPr>
              <a:t> </a:t>
            </a:r>
            <a:r>
              <a:rPr sz="2400" dirty="0">
                <a:latin typeface="Cambria"/>
                <a:cs typeface="Cambria"/>
              </a:rPr>
              <a:t>θ,</a:t>
            </a:r>
            <a:r>
              <a:rPr sz="2400" spc="-45" dirty="0">
                <a:latin typeface="Cambria"/>
                <a:cs typeface="Cambria"/>
              </a:rPr>
              <a:t> </a:t>
            </a:r>
            <a:r>
              <a:rPr sz="2400" dirty="0">
                <a:latin typeface="Cambria"/>
                <a:cs typeface="Cambria"/>
              </a:rPr>
              <a:t>then</a:t>
            </a:r>
            <a:r>
              <a:rPr sz="2400" spc="-25" dirty="0">
                <a:latin typeface="Cambria"/>
                <a:cs typeface="Cambria"/>
              </a:rPr>
              <a:t> </a:t>
            </a:r>
            <a:r>
              <a:rPr sz="2400" dirty="0">
                <a:latin typeface="Cambria"/>
                <a:cs typeface="Cambria"/>
              </a:rPr>
              <a:t>replacement</a:t>
            </a:r>
            <a:r>
              <a:rPr sz="2400" spc="-25" dirty="0">
                <a:latin typeface="Cambria"/>
                <a:cs typeface="Cambria"/>
              </a:rPr>
              <a:t> of </a:t>
            </a:r>
            <a:r>
              <a:rPr sz="2400" dirty="0">
                <a:latin typeface="Cambria"/>
                <a:cs typeface="Cambria"/>
              </a:rPr>
              <a:t>α</a:t>
            </a:r>
            <a:r>
              <a:rPr sz="2400" spc="-50" dirty="0">
                <a:latin typeface="Cambria"/>
                <a:cs typeface="Cambria"/>
              </a:rPr>
              <a:t> </a:t>
            </a:r>
            <a:r>
              <a:rPr sz="2400" dirty="0">
                <a:latin typeface="Cambria"/>
                <a:cs typeface="Cambria"/>
              </a:rPr>
              <a:t>by</a:t>
            </a:r>
            <a:r>
              <a:rPr sz="2400" spc="-25" dirty="0">
                <a:latin typeface="Cambria"/>
                <a:cs typeface="Cambria"/>
              </a:rPr>
              <a:t> </a:t>
            </a:r>
            <a:r>
              <a:rPr sz="2400" dirty="0">
                <a:latin typeface="Cambria"/>
                <a:cs typeface="Cambria"/>
              </a:rPr>
              <a:t>A</a:t>
            </a:r>
            <a:r>
              <a:rPr sz="2400" spc="-45" dirty="0">
                <a:latin typeface="Cambria"/>
                <a:cs typeface="Cambria"/>
              </a:rPr>
              <a:t> </a:t>
            </a:r>
            <a:r>
              <a:rPr sz="2400" dirty="0">
                <a:latin typeface="Cambria"/>
                <a:cs typeface="Cambria"/>
              </a:rPr>
              <a:t>in</a:t>
            </a:r>
            <a:r>
              <a:rPr sz="2400" spc="-45" dirty="0">
                <a:latin typeface="Cambria"/>
                <a:cs typeface="Cambria"/>
              </a:rPr>
              <a:t> </a:t>
            </a:r>
            <a:r>
              <a:rPr sz="2400" dirty="0">
                <a:latin typeface="Cambria"/>
                <a:cs typeface="Cambria"/>
              </a:rPr>
              <a:t>string</a:t>
            </a:r>
            <a:r>
              <a:rPr sz="2400" spc="-40" dirty="0">
                <a:latin typeface="Cambria"/>
                <a:cs typeface="Cambria"/>
              </a:rPr>
              <a:t> </a:t>
            </a:r>
            <a:r>
              <a:rPr sz="2400" dirty="0">
                <a:latin typeface="Cambria"/>
                <a:cs typeface="Cambria"/>
              </a:rPr>
              <a:t>σ</a:t>
            </a:r>
            <a:r>
              <a:rPr sz="2400" spc="-40" dirty="0">
                <a:latin typeface="Cambria"/>
                <a:cs typeface="Cambria"/>
              </a:rPr>
              <a:t> </a:t>
            </a:r>
            <a:r>
              <a:rPr sz="2400" spc="-10" dirty="0">
                <a:latin typeface="Cambria"/>
                <a:cs typeface="Cambria"/>
              </a:rPr>
              <a:t>constitutes</a:t>
            </a:r>
            <a:r>
              <a:rPr sz="2400" spc="-35" dirty="0">
                <a:latin typeface="Cambria"/>
                <a:cs typeface="Cambria"/>
              </a:rPr>
              <a:t> </a:t>
            </a:r>
            <a:r>
              <a:rPr sz="2400" dirty="0">
                <a:latin typeface="Cambria"/>
                <a:cs typeface="Cambria"/>
              </a:rPr>
              <a:t>a</a:t>
            </a:r>
            <a:r>
              <a:rPr sz="2400" spc="-45" dirty="0">
                <a:latin typeface="Cambria"/>
                <a:cs typeface="Cambria"/>
              </a:rPr>
              <a:t> </a:t>
            </a:r>
            <a:r>
              <a:rPr sz="2400" dirty="0">
                <a:latin typeface="Cambria"/>
                <a:cs typeface="Cambria"/>
              </a:rPr>
              <a:t>reduction</a:t>
            </a:r>
            <a:r>
              <a:rPr sz="2400" spc="-35" dirty="0">
                <a:latin typeface="Cambria"/>
                <a:cs typeface="Cambria"/>
              </a:rPr>
              <a:t> </a:t>
            </a:r>
            <a:r>
              <a:rPr sz="2400" dirty="0">
                <a:latin typeface="Cambria"/>
                <a:cs typeface="Cambria"/>
              </a:rPr>
              <a:t>according</a:t>
            </a:r>
            <a:r>
              <a:rPr sz="2400" spc="-50" dirty="0">
                <a:latin typeface="Cambria"/>
                <a:cs typeface="Cambria"/>
              </a:rPr>
              <a:t> </a:t>
            </a:r>
            <a:r>
              <a:rPr sz="2400" spc="-25" dirty="0">
                <a:latin typeface="Cambria"/>
                <a:cs typeface="Cambria"/>
              </a:rPr>
              <a:t>to </a:t>
            </a:r>
            <a:r>
              <a:rPr sz="2400" dirty="0">
                <a:latin typeface="Cambria"/>
                <a:cs typeface="Cambria"/>
              </a:rPr>
              <a:t>production</a:t>
            </a:r>
            <a:r>
              <a:rPr sz="2400" spc="-110" dirty="0">
                <a:latin typeface="Cambria"/>
                <a:cs typeface="Cambria"/>
              </a:rPr>
              <a:t> </a:t>
            </a:r>
            <a:r>
              <a:rPr sz="2400" spc="-25" dirty="0">
                <a:latin typeface="Cambria"/>
                <a:cs typeface="Cambria"/>
              </a:rPr>
              <a:t>P</a:t>
            </a:r>
            <a:r>
              <a:rPr sz="2400" spc="-37" baseline="-20833" dirty="0">
                <a:latin typeface="Cambria"/>
                <a:cs typeface="Cambria"/>
              </a:rPr>
              <a:t>1</a:t>
            </a:r>
            <a:r>
              <a:rPr sz="2400" spc="-25" dirty="0">
                <a:latin typeface="Cambria"/>
                <a:cs typeface="Cambria"/>
              </a:rPr>
              <a:t>.</a:t>
            </a:r>
            <a:endParaRPr sz="2400">
              <a:latin typeface="Cambria"/>
              <a:cs typeface="Cambria"/>
            </a:endParaRPr>
          </a:p>
        </p:txBody>
      </p:sp>
      <p:graphicFrame>
        <p:nvGraphicFramePr>
          <p:cNvPr id="5" name="object 5"/>
          <p:cNvGraphicFramePr>
            <a:graphicFrameLocks noGrp="1"/>
          </p:cNvGraphicFramePr>
          <p:nvPr/>
        </p:nvGraphicFramePr>
        <p:xfrm>
          <a:off x="4713478" y="2619120"/>
          <a:ext cx="5963285" cy="3884295"/>
        </p:xfrm>
        <a:graphic>
          <a:graphicData uri="http://schemas.openxmlformats.org/drawingml/2006/table">
            <a:tbl>
              <a:tblPr firstRow="1" bandRow="1">
                <a:tableStyleId>{2D5ABB26-0587-4C30-8999-92F81FD0307C}</a:tableStyleId>
              </a:tblPr>
              <a:tblGrid>
                <a:gridCol w="745490">
                  <a:extLst>
                    <a:ext uri="{9D8B030D-6E8A-4147-A177-3AD203B41FA5}">
                      <a16:colId xmlns:a16="http://schemas.microsoft.com/office/drawing/2014/main" val="20000"/>
                    </a:ext>
                  </a:extLst>
                </a:gridCol>
                <a:gridCol w="5217795">
                  <a:extLst>
                    <a:ext uri="{9D8B030D-6E8A-4147-A177-3AD203B41FA5}">
                      <a16:colId xmlns:a16="http://schemas.microsoft.com/office/drawing/2014/main" val="20001"/>
                    </a:ext>
                  </a:extLst>
                </a:gridCol>
              </a:tblGrid>
              <a:tr h="379095">
                <a:tc>
                  <a:txBody>
                    <a:bodyPr/>
                    <a:lstStyle/>
                    <a:p>
                      <a:pPr marL="92075">
                        <a:lnSpc>
                          <a:spcPct val="100000"/>
                        </a:lnSpc>
                        <a:spcBef>
                          <a:spcPts val="244"/>
                        </a:spcBef>
                      </a:pPr>
                      <a:r>
                        <a:rPr sz="1800" b="1" spc="-20" dirty="0">
                          <a:solidFill>
                            <a:srgbClr val="FFFFFF"/>
                          </a:solidFill>
                          <a:latin typeface="Corbel"/>
                          <a:cs typeface="Corbel"/>
                        </a:rPr>
                        <a:t>Step</a:t>
                      </a:r>
                      <a:endParaRPr sz="1800">
                        <a:latin typeface="Corbel"/>
                        <a:cs typeface="Corbel"/>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2075">
                        <a:lnSpc>
                          <a:spcPct val="100000"/>
                        </a:lnSpc>
                        <a:spcBef>
                          <a:spcPts val="244"/>
                        </a:spcBef>
                      </a:pPr>
                      <a:r>
                        <a:rPr sz="1800" b="1" spc="-10" dirty="0">
                          <a:solidFill>
                            <a:srgbClr val="FFFFFF"/>
                          </a:solidFill>
                          <a:latin typeface="Corbel"/>
                          <a:cs typeface="Corbel"/>
                        </a:rPr>
                        <a:t>String</a:t>
                      </a:r>
                      <a:endParaRPr sz="1800">
                        <a:latin typeface="Corbel"/>
                        <a:cs typeface="Corbel"/>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0"/>
                  </a:ext>
                </a:extLst>
              </a:tr>
              <a:tr h="379095">
                <a:tc>
                  <a:txBody>
                    <a:bodyPr/>
                    <a:lstStyle/>
                    <a:p>
                      <a:pPr marL="635" algn="ctr">
                        <a:lnSpc>
                          <a:spcPct val="100000"/>
                        </a:lnSpc>
                        <a:spcBef>
                          <a:spcPts val="265"/>
                        </a:spcBef>
                      </a:pPr>
                      <a:r>
                        <a:rPr sz="1600" b="1" spc="-50" dirty="0">
                          <a:latin typeface="Corbel"/>
                          <a:cs typeface="Corbel"/>
                        </a:rPr>
                        <a:t>0</a:t>
                      </a:r>
                      <a:endParaRPr sz="1600">
                        <a:latin typeface="Corbel"/>
                        <a:cs typeface="Corbel"/>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b="1" dirty="0">
                          <a:latin typeface="Corbel"/>
                          <a:cs typeface="Corbel"/>
                        </a:rPr>
                        <a:t>the</a:t>
                      </a:r>
                      <a:r>
                        <a:rPr sz="1800" b="1" spc="-15" dirty="0">
                          <a:latin typeface="Corbel"/>
                          <a:cs typeface="Corbel"/>
                        </a:rPr>
                        <a:t> </a:t>
                      </a:r>
                      <a:r>
                        <a:rPr sz="1800" b="1" dirty="0">
                          <a:latin typeface="Corbel"/>
                          <a:cs typeface="Corbel"/>
                        </a:rPr>
                        <a:t>boy</a:t>
                      </a:r>
                      <a:r>
                        <a:rPr sz="1800" b="1" spc="-25" dirty="0">
                          <a:latin typeface="Corbel"/>
                          <a:cs typeface="Corbel"/>
                        </a:rPr>
                        <a:t> </a:t>
                      </a:r>
                      <a:r>
                        <a:rPr sz="1800" b="1" dirty="0">
                          <a:latin typeface="Corbel"/>
                          <a:cs typeface="Corbel"/>
                        </a:rPr>
                        <a:t>ate</a:t>
                      </a:r>
                      <a:r>
                        <a:rPr sz="1800" b="1" spc="-15" dirty="0">
                          <a:latin typeface="Corbel"/>
                          <a:cs typeface="Corbel"/>
                        </a:rPr>
                        <a:t> </a:t>
                      </a:r>
                      <a:r>
                        <a:rPr sz="1800" b="1" dirty="0">
                          <a:latin typeface="Corbel"/>
                          <a:cs typeface="Corbel"/>
                        </a:rPr>
                        <a:t>an</a:t>
                      </a:r>
                      <a:r>
                        <a:rPr sz="1800" b="1" spc="-30" dirty="0">
                          <a:latin typeface="Corbel"/>
                          <a:cs typeface="Corbel"/>
                        </a:rPr>
                        <a:t> </a:t>
                      </a:r>
                      <a:r>
                        <a:rPr sz="1800" b="1" spc="-10" dirty="0">
                          <a:latin typeface="Corbel"/>
                          <a:cs typeface="Corbel"/>
                        </a:rPr>
                        <a:t>apple</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1"/>
                  </a:ext>
                </a:extLst>
              </a:tr>
              <a:tr h="347345">
                <a:tc>
                  <a:txBody>
                    <a:bodyPr/>
                    <a:lstStyle/>
                    <a:p>
                      <a:pPr algn="ctr">
                        <a:lnSpc>
                          <a:spcPct val="100000"/>
                        </a:lnSpc>
                        <a:spcBef>
                          <a:spcPts val="265"/>
                        </a:spcBef>
                      </a:pPr>
                      <a:r>
                        <a:rPr sz="1600" b="1" spc="-50" dirty="0">
                          <a:latin typeface="Corbel"/>
                          <a:cs typeface="Corbel"/>
                        </a:rPr>
                        <a:t>1</a:t>
                      </a:r>
                      <a:endParaRPr sz="1600">
                        <a:latin typeface="Corbel"/>
                        <a:cs typeface="Corbel"/>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65"/>
                        </a:spcBef>
                      </a:pPr>
                      <a:r>
                        <a:rPr sz="1600" b="1" dirty="0">
                          <a:latin typeface="Corbel"/>
                          <a:cs typeface="Corbel"/>
                        </a:rPr>
                        <a:t>&lt;Article&gt;</a:t>
                      </a:r>
                      <a:r>
                        <a:rPr sz="1600" b="1" spc="-30" dirty="0">
                          <a:latin typeface="Corbel"/>
                          <a:cs typeface="Corbel"/>
                        </a:rPr>
                        <a:t> </a:t>
                      </a:r>
                      <a:r>
                        <a:rPr sz="1600" b="1" dirty="0">
                          <a:latin typeface="Corbel"/>
                          <a:cs typeface="Corbel"/>
                        </a:rPr>
                        <a:t>boy</a:t>
                      </a:r>
                      <a:r>
                        <a:rPr sz="1600" b="1" spc="-50" dirty="0">
                          <a:latin typeface="Corbel"/>
                          <a:cs typeface="Corbel"/>
                        </a:rPr>
                        <a:t> </a:t>
                      </a:r>
                      <a:r>
                        <a:rPr sz="1600" b="1" dirty="0">
                          <a:latin typeface="Corbel"/>
                          <a:cs typeface="Corbel"/>
                        </a:rPr>
                        <a:t>ate</a:t>
                      </a:r>
                      <a:r>
                        <a:rPr sz="1600" b="1" spc="-35" dirty="0">
                          <a:latin typeface="Corbel"/>
                          <a:cs typeface="Corbel"/>
                        </a:rPr>
                        <a:t> </a:t>
                      </a:r>
                      <a:r>
                        <a:rPr sz="1600" b="1" dirty="0">
                          <a:latin typeface="Corbel"/>
                          <a:cs typeface="Corbel"/>
                        </a:rPr>
                        <a:t>an</a:t>
                      </a:r>
                      <a:r>
                        <a:rPr sz="1600" b="1" spc="-45" dirty="0">
                          <a:latin typeface="Corbel"/>
                          <a:cs typeface="Corbel"/>
                        </a:rPr>
                        <a:t> </a:t>
                      </a:r>
                      <a:r>
                        <a:rPr sz="1600" b="1" spc="-10" dirty="0">
                          <a:latin typeface="Corbel"/>
                          <a:cs typeface="Corbel"/>
                        </a:rPr>
                        <a:t>apple</a:t>
                      </a:r>
                      <a:endParaRPr sz="1600">
                        <a:latin typeface="Corbel"/>
                        <a:cs typeface="Corbel"/>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2"/>
                  </a:ext>
                </a:extLst>
              </a:tr>
              <a:tr h="347345">
                <a:tc>
                  <a:txBody>
                    <a:bodyPr/>
                    <a:lstStyle/>
                    <a:p>
                      <a:pPr algn="ctr">
                        <a:lnSpc>
                          <a:spcPct val="100000"/>
                        </a:lnSpc>
                        <a:spcBef>
                          <a:spcPts val="265"/>
                        </a:spcBef>
                      </a:pPr>
                      <a:r>
                        <a:rPr sz="1600" b="1" spc="-50" dirty="0">
                          <a:latin typeface="Corbel"/>
                          <a:cs typeface="Corbel"/>
                        </a:rPr>
                        <a:t>2</a:t>
                      </a:r>
                      <a:endParaRPr sz="1600">
                        <a:latin typeface="Corbel"/>
                        <a:cs typeface="Corbel"/>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65"/>
                        </a:spcBef>
                      </a:pPr>
                      <a:r>
                        <a:rPr sz="1600" b="1" dirty="0">
                          <a:latin typeface="Corbel"/>
                          <a:cs typeface="Corbel"/>
                        </a:rPr>
                        <a:t>&lt;Article&gt;</a:t>
                      </a:r>
                      <a:r>
                        <a:rPr sz="1600" b="1" spc="-40" dirty="0">
                          <a:latin typeface="Corbel"/>
                          <a:cs typeface="Corbel"/>
                        </a:rPr>
                        <a:t> </a:t>
                      </a:r>
                      <a:r>
                        <a:rPr sz="1600" b="1" dirty="0">
                          <a:latin typeface="Corbel"/>
                          <a:cs typeface="Corbel"/>
                        </a:rPr>
                        <a:t>&lt;Noun&gt;</a:t>
                      </a:r>
                      <a:r>
                        <a:rPr sz="1600" b="1" spc="-45" dirty="0">
                          <a:latin typeface="Corbel"/>
                          <a:cs typeface="Corbel"/>
                        </a:rPr>
                        <a:t> </a:t>
                      </a:r>
                      <a:r>
                        <a:rPr sz="1600" b="1" dirty="0">
                          <a:latin typeface="Corbel"/>
                          <a:cs typeface="Corbel"/>
                        </a:rPr>
                        <a:t>ate</a:t>
                      </a:r>
                      <a:r>
                        <a:rPr sz="1600" b="1" spc="-35" dirty="0">
                          <a:latin typeface="Corbel"/>
                          <a:cs typeface="Corbel"/>
                        </a:rPr>
                        <a:t> </a:t>
                      </a:r>
                      <a:r>
                        <a:rPr sz="1600" b="1" dirty="0">
                          <a:latin typeface="Corbel"/>
                          <a:cs typeface="Corbel"/>
                        </a:rPr>
                        <a:t>an</a:t>
                      </a:r>
                      <a:r>
                        <a:rPr sz="1600" b="1" spc="-50" dirty="0">
                          <a:latin typeface="Corbel"/>
                          <a:cs typeface="Corbel"/>
                        </a:rPr>
                        <a:t> </a:t>
                      </a:r>
                      <a:r>
                        <a:rPr sz="1600" b="1" spc="-10" dirty="0">
                          <a:latin typeface="Corbel"/>
                          <a:cs typeface="Corbel"/>
                        </a:rPr>
                        <a:t>apple</a:t>
                      </a:r>
                      <a:endParaRPr sz="1600">
                        <a:latin typeface="Corbel"/>
                        <a:cs typeface="Corbel"/>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3"/>
                  </a:ext>
                </a:extLst>
              </a:tr>
              <a:tr h="347345">
                <a:tc>
                  <a:txBody>
                    <a:bodyPr/>
                    <a:lstStyle/>
                    <a:p>
                      <a:pPr marL="1270" algn="ctr">
                        <a:lnSpc>
                          <a:spcPct val="100000"/>
                        </a:lnSpc>
                        <a:spcBef>
                          <a:spcPts val="265"/>
                        </a:spcBef>
                      </a:pPr>
                      <a:r>
                        <a:rPr sz="1600" b="1" spc="-50" dirty="0">
                          <a:latin typeface="Corbel"/>
                          <a:cs typeface="Corbel"/>
                        </a:rPr>
                        <a:t>3</a:t>
                      </a:r>
                      <a:endParaRPr sz="1600">
                        <a:latin typeface="Corbel"/>
                        <a:cs typeface="Corbel"/>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65"/>
                        </a:spcBef>
                      </a:pPr>
                      <a:r>
                        <a:rPr sz="1600" b="1" dirty="0">
                          <a:latin typeface="Corbel"/>
                          <a:cs typeface="Corbel"/>
                        </a:rPr>
                        <a:t>&lt;Article&gt;</a:t>
                      </a:r>
                      <a:r>
                        <a:rPr sz="1600" b="1" spc="-40" dirty="0">
                          <a:latin typeface="Corbel"/>
                          <a:cs typeface="Corbel"/>
                        </a:rPr>
                        <a:t> </a:t>
                      </a:r>
                      <a:r>
                        <a:rPr sz="1600" b="1" dirty="0">
                          <a:latin typeface="Corbel"/>
                          <a:cs typeface="Corbel"/>
                        </a:rPr>
                        <a:t>&lt;Noun&gt;</a:t>
                      </a:r>
                      <a:r>
                        <a:rPr sz="1600" b="1" spc="-45" dirty="0">
                          <a:latin typeface="Corbel"/>
                          <a:cs typeface="Corbel"/>
                        </a:rPr>
                        <a:t> </a:t>
                      </a:r>
                      <a:r>
                        <a:rPr sz="1600" b="1" spc="-20" dirty="0">
                          <a:latin typeface="Corbel"/>
                          <a:cs typeface="Corbel"/>
                        </a:rPr>
                        <a:t>&lt;Verb&gt;</a:t>
                      </a:r>
                      <a:r>
                        <a:rPr sz="1600" b="1" spc="-35" dirty="0">
                          <a:latin typeface="Corbel"/>
                          <a:cs typeface="Corbel"/>
                        </a:rPr>
                        <a:t> </a:t>
                      </a:r>
                      <a:r>
                        <a:rPr sz="1600" b="1" dirty="0">
                          <a:latin typeface="Corbel"/>
                          <a:cs typeface="Corbel"/>
                        </a:rPr>
                        <a:t>an</a:t>
                      </a:r>
                      <a:r>
                        <a:rPr sz="1600" b="1" spc="-50" dirty="0">
                          <a:latin typeface="Corbel"/>
                          <a:cs typeface="Corbel"/>
                        </a:rPr>
                        <a:t> </a:t>
                      </a:r>
                      <a:r>
                        <a:rPr sz="1600" b="1" spc="-10" dirty="0">
                          <a:latin typeface="Corbel"/>
                          <a:cs typeface="Corbel"/>
                        </a:rPr>
                        <a:t>apple</a:t>
                      </a:r>
                      <a:endParaRPr sz="1600">
                        <a:latin typeface="Corbel"/>
                        <a:cs typeface="Corbel"/>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4"/>
                  </a:ext>
                </a:extLst>
              </a:tr>
              <a:tr h="347345">
                <a:tc>
                  <a:txBody>
                    <a:bodyPr/>
                    <a:lstStyle/>
                    <a:p>
                      <a:pPr algn="ctr">
                        <a:lnSpc>
                          <a:spcPct val="100000"/>
                        </a:lnSpc>
                        <a:spcBef>
                          <a:spcPts val="265"/>
                        </a:spcBef>
                      </a:pPr>
                      <a:r>
                        <a:rPr sz="1600" b="1" spc="-50" dirty="0">
                          <a:latin typeface="Corbel"/>
                          <a:cs typeface="Corbel"/>
                        </a:rPr>
                        <a:t>4</a:t>
                      </a:r>
                      <a:endParaRPr sz="1600">
                        <a:latin typeface="Corbel"/>
                        <a:cs typeface="Corbel"/>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65"/>
                        </a:spcBef>
                      </a:pPr>
                      <a:r>
                        <a:rPr sz="1600" b="1" spc="-10" dirty="0">
                          <a:latin typeface="Corbel"/>
                          <a:cs typeface="Corbel"/>
                        </a:rPr>
                        <a:t>&lt;Article&gt;</a:t>
                      </a:r>
                      <a:r>
                        <a:rPr sz="1600" b="1" spc="-20" dirty="0">
                          <a:latin typeface="Corbel"/>
                          <a:cs typeface="Corbel"/>
                        </a:rPr>
                        <a:t> </a:t>
                      </a:r>
                      <a:r>
                        <a:rPr sz="1600" b="1" dirty="0">
                          <a:latin typeface="Corbel"/>
                          <a:cs typeface="Corbel"/>
                        </a:rPr>
                        <a:t>&lt;Noun&gt;</a:t>
                      </a:r>
                      <a:r>
                        <a:rPr sz="1600" b="1" spc="-15" dirty="0">
                          <a:latin typeface="Corbel"/>
                          <a:cs typeface="Corbel"/>
                        </a:rPr>
                        <a:t> </a:t>
                      </a:r>
                      <a:r>
                        <a:rPr sz="1600" b="1" spc="-20" dirty="0">
                          <a:latin typeface="Corbel"/>
                          <a:cs typeface="Corbel"/>
                        </a:rPr>
                        <a:t>&lt;Verb&gt;</a:t>
                      </a:r>
                      <a:r>
                        <a:rPr sz="1600" b="1" spc="-15" dirty="0">
                          <a:latin typeface="Corbel"/>
                          <a:cs typeface="Corbel"/>
                        </a:rPr>
                        <a:t> </a:t>
                      </a:r>
                      <a:r>
                        <a:rPr sz="1600" b="1" spc="-10" dirty="0">
                          <a:latin typeface="Corbel"/>
                          <a:cs typeface="Corbel"/>
                        </a:rPr>
                        <a:t>&lt;Article&gt;</a:t>
                      </a:r>
                      <a:r>
                        <a:rPr sz="1600" b="1" spc="-20" dirty="0">
                          <a:latin typeface="Corbel"/>
                          <a:cs typeface="Corbel"/>
                        </a:rPr>
                        <a:t> </a:t>
                      </a:r>
                      <a:r>
                        <a:rPr sz="1600" b="1" spc="-10" dirty="0">
                          <a:latin typeface="Corbel"/>
                          <a:cs typeface="Corbel"/>
                        </a:rPr>
                        <a:t>apple</a:t>
                      </a:r>
                      <a:endParaRPr sz="1600">
                        <a:latin typeface="Corbel"/>
                        <a:cs typeface="Corbel"/>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5"/>
                  </a:ext>
                </a:extLst>
              </a:tr>
              <a:tr h="347345">
                <a:tc>
                  <a:txBody>
                    <a:bodyPr/>
                    <a:lstStyle/>
                    <a:p>
                      <a:pPr marL="1270" algn="ctr">
                        <a:lnSpc>
                          <a:spcPct val="100000"/>
                        </a:lnSpc>
                        <a:spcBef>
                          <a:spcPts val="270"/>
                        </a:spcBef>
                      </a:pPr>
                      <a:r>
                        <a:rPr sz="1600" b="1" spc="-50" dirty="0">
                          <a:latin typeface="Corbel"/>
                          <a:cs typeface="Corbel"/>
                        </a:rPr>
                        <a:t>5</a:t>
                      </a:r>
                      <a:endParaRPr sz="1600">
                        <a:latin typeface="Corbel"/>
                        <a:cs typeface="Corbel"/>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70"/>
                        </a:spcBef>
                      </a:pPr>
                      <a:r>
                        <a:rPr sz="1600" b="1" dirty="0">
                          <a:latin typeface="Corbel"/>
                          <a:cs typeface="Corbel"/>
                        </a:rPr>
                        <a:t>&lt;Article&gt;</a:t>
                      </a:r>
                      <a:r>
                        <a:rPr sz="1600" b="1" spc="-55" dirty="0">
                          <a:latin typeface="Corbel"/>
                          <a:cs typeface="Corbel"/>
                        </a:rPr>
                        <a:t> </a:t>
                      </a:r>
                      <a:r>
                        <a:rPr sz="1600" b="1" dirty="0">
                          <a:latin typeface="Corbel"/>
                          <a:cs typeface="Corbel"/>
                        </a:rPr>
                        <a:t>&lt;Noun&gt;</a:t>
                      </a:r>
                      <a:r>
                        <a:rPr sz="1600" b="1" spc="-60" dirty="0">
                          <a:latin typeface="Corbel"/>
                          <a:cs typeface="Corbel"/>
                        </a:rPr>
                        <a:t> </a:t>
                      </a:r>
                      <a:r>
                        <a:rPr sz="1600" b="1" spc="-20" dirty="0">
                          <a:latin typeface="Corbel"/>
                          <a:cs typeface="Corbel"/>
                        </a:rPr>
                        <a:t>&lt;Verb&gt;</a:t>
                      </a:r>
                      <a:r>
                        <a:rPr sz="1600" b="1" spc="-45" dirty="0">
                          <a:latin typeface="Corbel"/>
                          <a:cs typeface="Corbel"/>
                        </a:rPr>
                        <a:t> </a:t>
                      </a:r>
                      <a:r>
                        <a:rPr sz="1600" b="1" dirty="0">
                          <a:latin typeface="Corbel"/>
                          <a:cs typeface="Corbel"/>
                        </a:rPr>
                        <a:t>&lt;Article&gt;</a:t>
                      </a:r>
                      <a:r>
                        <a:rPr sz="1600" b="1" spc="-55" dirty="0">
                          <a:latin typeface="Corbel"/>
                          <a:cs typeface="Corbel"/>
                        </a:rPr>
                        <a:t> </a:t>
                      </a:r>
                      <a:r>
                        <a:rPr sz="1600" b="1" spc="-10" dirty="0">
                          <a:latin typeface="Corbel"/>
                          <a:cs typeface="Corbel"/>
                        </a:rPr>
                        <a:t>&lt;Noun&gt;</a:t>
                      </a:r>
                      <a:endParaRPr sz="1600">
                        <a:latin typeface="Corbel"/>
                        <a:cs typeface="Corbel"/>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6"/>
                  </a:ext>
                </a:extLst>
              </a:tr>
              <a:tr h="347345">
                <a:tc>
                  <a:txBody>
                    <a:bodyPr/>
                    <a:lstStyle/>
                    <a:p>
                      <a:pPr marL="1270" algn="ctr">
                        <a:lnSpc>
                          <a:spcPct val="100000"/>
                        </a:lnSpc>
                        <a:spcBef>
                          <a:spcPts val="270"/>
                        </a:spcBef>
                      </a:pPr>
                      <a:r>
                        <a:rPr sz="1600" b="1" spc="-50" dirty="0">
                          <a:latin typeface="Corbel"/>
                          <a:cs typeface="Corbel"/>
                        </a:rPr>
                        <a:t>6</a:t>
                      </a:r>
                      <a:endParaRPr sz="1600">
                        <a:latin typeface="Corbel"/>
                        <a:cs typeface="Corbel"/>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70"/>
                        </a:spcBef>
                      </a:pPr>
                      <a:r>
                        <a:rPr sz="1600" b="1" dirty="0">
                          <a:latin typeface="Corbel"/>
                          <a:cs typeface="Corbel"/>
                        </a:rPr>
                        <a:t>&lt;Noun</a:t>
                      </a:r>
                      <a:r>
                        <a:rPr sz="1600" b="1" spc="-50" dirty="0">
                          <a:latin typeface="Corbel"/>
                          <a:cs typeface="Corbel"/>
                        </a:rPr>
                        <a:t> </a:t>
                      </a:r>
                      <a:r>
                        <a:rPr sz="1600" b="1" dirty="0">
                          <a:latin typeface="Corbel"/>
                          <a:cs typeface="Corbel"/>
                        </a:rPr>
                        <a:t>Phrase&gt;</a:t>
                      </a:r>
                      <a:r>
                        <a:rPr sz="1600" b="1" spc="-40" dirty="0">
                          <a:latin typeface="Corbel"/>
                          <a:cs typeface="Corbel"/>
                        </a:rPr>
                        <a:t> </a:t>
                      </a:r>
                      <a:r>
                        <a:rPr sz="1600" b="1" spc="-20" dirty="0">
                          <a:latin typeface="Corbel"/>
                          <a:cs typeface="Corbel"/>
                        </a:rPr>
                        <a:t>&lt;Verb&gt;</a:t>
                      </a:r>
                      <a:r>
                        <a:rPr sz="1600" b="1" spc="-45" dirty="0">
                          <a:latin typeface="Corbel"/>
                          <a:cs typeface="Corbel"/>
                        </a:rPr>
                        <a:t> </a:t>
                      </a:r>
                      <a:r>
                        <a:rPr sz="1600" b="1" dirty="0">
                          <a:latin typeface="Corbel"/>
                          <a:cs typeface="Corbel"/>
                        </a:rPr>
                        <a:t>&lt;Article&gt;</a:t>
                      </a:r>
                      <a:r>
                        <a:rPr sz="1600" b="1" spc="-45" dirty="0">
                          <a:latin typeface="Corbel"/>
                          <a:cs typeface="Corbel"/>
                        </a:rPr>
                        <a:t> </a:t>
                      </a:r>
                      <a:r>
                        <a:rPr sz="1600" b="1" spc="-10" dirty="0">
                          <a:latin typeface="Corbel"/>
                          <a:cs typeface="Corbel"/>
                        </a:rPr>
                        <a:t>&lt;Noun&gt;</a:t>
                      </a:r>
                      <a:endParaRPr sz="1600">
                        <a:latin typeface="Corbel"/>
                        <a:cs typeface="Corbel"/>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7"/>
                  </a:ext>
                </a:extLst>
              </a:tr>
              <a:tr h="347345">
                <a:tc>
                  <a:txBody>
                    <a:bodyPr/>
                    <a:lstStyle/>
                    <a:p>
                      <a:pPr marL="1270" algn="ctr">
                        <a:lnSpc>
                          <a:spcPct val="100000"/>
                        </a:lnSpc>
                        <a:spcBef>
                          <a:spcPts val="270"/>
                        </a:spcBef>
                      </a:pPr>
                      <a:r>
                        <a:rPr sz="1600" b="1" spc="-50" dirty="0">
                          <a:latin typeface="Corbel"/>
                          <a:cs typeface="Corbel"/>
                        </a:rPr>
                        <a:t>7</a:t>
                      </a:r>
                      <a:endParaRPr sz="1600">
                        <a:latin typeface="Corbel"/>
                        <a:cs typeface="Corbel"/>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70"/>
                        </a:spcBef>
                      </a:pPr>
                      <a:r>
                        <a:rPr sz="1600" b="1" dirty="0">
                          <a:latin typeface="Corbel"/>
                          <a:cs typeface="Corbel"/>
                        </a:rPr>
                        <a:t>&lt;Noun</a:t>
                      </a:r>
                      <a:r>
                        <a:rPr sz="1600" b="1" spc="-40" dirty="0">
                          <a:latin typeface="Corbel"/>
                          <a:cs typeface="Corbel"/>
                        </a:rPr>
                        <a:t> </a:t>
                      </a:r>
                      <a:r>
                        <a:rPr sz="1600" b="1" dirty="0">
                          <a:latin typeface="Corbel"/>
                          <a:cs typeface="Corbel"/>
                        </a:rPr>
                        <a:t>Phrase&gt;</a:t>
                      </a:r>
                      <a:r>
                        <a:rPr sz="1600" b="1" spc="-35" dirty="0">
                          <a:latin typeface="Corbel"/>
                          <a:cs typeface="Corbel"/>
                        </a:rPr>
                        <a:t> </a:t>
                      </a:r>
                      <a:r>
                        <a:rPr sz="1600" b="1" spc="-20" dirty="0">
                          <a:latin typeface="Corbel"/>
                          <a:cs typeface="Corbel"/>
                        </a:rPr>
                        <a:t>&lt;Verb&gt;</a:t>
                      </a:r>
                      <a:r>
                        <a:rPr sz="1600" b="1" spc="-35" dirty="0">
                          <a:latin typeface="Corbel"/>
                          <a:cs typeface="Corbel"/>
                        </a:rPr>
                        <a:t> </a:t>
                      </a:r>
                      <a:r>
                        <a:rPr sz="1600" b="1" dirty="0">
                          <a:latin typeface="Corbel"/>
                          <a:cs typeface="Corbel"/>
                        </a:rPr>
                        <a:t>&lt;Noun</a:t>
                      </a:r>
                      <a:r>
                        <a:rPr sz="1600" b="1" spc="-40" dirty="0">
                          <a:latin typeface="Corbel"/>
                          <a:cs typeface="Corbel"/>
                        </a:rPr>
                        <a:t> </a:t>
                      </a:r>
                      <a:r>
                        <a:rPr sz="1600" b="1" spc="-10" dirty="0">
                          <a:latin typeface="Corbel"/>
                          <a:cs typeface="Corbel"/>
                        </a:rPr>
                        <a:t>Phrase&gt;</a:t>
                      </a:r>
                      <a:endParaRPr sz="1600">
                        <a:latin typeface="Corbel"/>
                        <a:cs typeface="Corbel"/>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8"/>
                  </a:ext>
                </a:extLst>
              </a:tr>
              <a:tr h="347345">
                <a:tc>
                  <a:txBody>
                    <a:bodyPr/>
                    <a:lstStyle/>
                    <a:p>
                      <a:pPr algn="ctr">
                        <a:lnSpc>
                          <a:spcPct val="100000"/>
                        </a:lnSpc>
                        <a:spcBef>
                          <a:spcPts val="270"/>
                        </a:spcBef>
                      </a:pPr>
                      <a:r>
                        <a:rPr sz="1600" b="1" spc="-50" dirty="0">
                          <a:latin typeface="Corbel"/>
                          <a:cs typeface="Corbel"/>
                        </a:rPr>
                        <a:t>8</a:t>
                      </a:r>
                      <a:endParaRPr sz="1600">
                        <a:latin typeface="Corbel"/>
                        <a:cs typeface="Corbel"/>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70"/>
                        </a:spcBef>
                      </a:pPr>
                      <a:r>
                        <a:rPr sz="1600" b="1" dirty="0">
                          <a:latin typeface="Corbel"/>
                          <a:cs typeface="Corbel"/>
                        </a:rPr>
                        <a:t>&lt;Noun</a:t>
                      </a:r>
                      <a:r>
                        <a:rPr sz="1600" b="1" spc="-45" dirty="0">
                          <a:latin typeface="Corbel"/>
                          <a:cs typeface="Corbel"/>
                        </a:rPr>
                        <a:t> </a:t>
                      </a:r>
                      <a:r>
                        <a:rPr sz="1600" b="1" dirty="0">
                          <a:latin typeface="Corbel"/>
                          <a:cs typeface="Corbel"/>
                        </a:rPr>
                        <a:t>Phrase&gt;</a:t>
                      </a:r>
                      <a:r>
                        <a:rPr sz="1600" b="1" spc="-35" dirty="0">
                          <a:latin typeface="Corbel"/>
                          <a:cs typeface="Corbel"/>
                        </a:rPr>
                        <a:t> </a:t>
                      </a:r>
                      <a:r>
                        <a:rPr sz="1600" b="1" spc="-20" dirty="0">
                          <a:latin typeface="Corbel"/>
                          <a:cs typeface="Corbel"/>
                        </a:rPr>
                        <a:t>&lt;Verb</a:t>
                      </a:r>
                      <a:r>
                        <a:rPr sz="1600" b="1" spc="-40" dirty="0">
                          <a:latin typeface="Corbel"/>
                          <a:cs typeface="Corbel"/>
                        </a:rPr>
                        <a:t> </a:t>
                      </a:r>
                      <a:r>
                        <a:rPr sz="1600" b="1" spc="-10" dirty="0">
                          <a:latin typeface="Corbel"/>
                          <a:cs typeface="Corbel"/>
                        </a:rPr>
                        <a:t>Phrase&gt;</a:t>
                      </a:r>
                      <a:endParaRPr sz="1600">
                        <a:latin typeface="Corbel"/>
                        <a:cs typeface="Corbel"/>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9"/>
                  </a:ext>
                </a:extLst>
              </a:tr>
              <a:tr h="347345">
                <a:tc>
                  <a:txBody>
                    <a:bodyPr/>
                    <a:lstStyle/>
                    <a:p>
                      <a:pPr marL="1905" algn="ctr">
                        <a:lnSpc>
                          <a:spcPct val="100000"/>
                        </a:lnSpc>
                        <a:spcBef>
                          <a:spcPts val="270"/>
                        </a:spcBef>
                      </a:pPr>
                      <a:r>
                        <a:rPr sz="1600" b="1" spc="-50" dirty="0">
                          <a:latin typeface="Corbel"/>
                          <a:cs typeface="Corbel"/>
                        </a:rPr>
                        <a:t>9</a:t>
                      </a:r>
                      <a:endParaRPr sz="1600">
                        <a:latin typeface="Corbel"/>
                        <a:cs typeface="Corbel"/>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70"/>
                        </a:spcBef>
                      </a:pPr>
                      <a:r>
                        <a:rPr sz="1600" b="1" spc="-10" dirty="0">
                          <a:latin typeface="Corbel"/>
                          <a:cs typeface="Corbel"/>
                        </a:rPr>
                        <a:t>&lt;Sentence&gt;</a:t>
                      </a:r>
                      <a:endParaRPr sz="1600">
                        <a:latin typeface="Corbel"/>
                        <a:cs typeface="Corbel"/>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781050">
              <a:lnSpc>
                <a:spcPts val="3890"/>
              </a:lnSpc>
            </a:pPr>
            <a:r>
              <a:rPr sz="3600" b="1" spc="-65" dirty="0">
                <a:solidFill>
                  <a:srgbClr val="FFFFFF"/>
                </a:solidFill>
                <a:latin typeface="Cambria"/>
                <a:cs typeface="Cambria"/>
              </a:rPr>
              <a:t>Ambiguous </a:t>
            </a:r>
            <a:r>
              <a:rPr sz="3600" b="1" spc="-10" dirty="0">
                <a:solidFill>
                  <a:srgbClr val="FFFFFF"/>
                </a:solidFill>
                <a:latin typeface="Cambria"/>
                <a:cs typeface="Cambria"/>
              </a:rPr>
              <a:t>Grammar</a:t>
            </a:r>
            <a:endParaRPr sz="3600">
              <a:latin typeface="Cambria"/>
              <a:cs typeface="Cambria"/>
            </a:endParaRPr>
          </a:p>
        </p:txBody>
      </p:sp>
      <p:sp>
        <p:nvSpPr>
          <p:cNvPr id="3" name="object 3"/>
          <p:cNvSpPr txBox="1"/>
          <p:nvPr/>
        </p:nvSpPr>
        <p:spPr>
          <a:xfrm>
            <a:off x="3780790" y="396366"/>
            <a:ext cx="7876540" cy="757555"/>
          </a:xfrm>
          <a:prstGeom prst="rect">
            <a:avLst/>
          </a:prstGeom>
        </p:spPr>
        <p:txBody>
          <a:bodyPr vert="horz" wrap="square" lIns="0" tIns="12700" rIns="0" bIns="0" rtlCol="0">
            <a:spAutoFit/>
          </a:bodyPr>
          <a:lstStyle/>
          <a:p>
            <a:pPr marL="195580" marR="5080" indent="-182880">
              <a:lnSpc>
                <a:spcPct val="100000"/>
              </a:lnSpc>
              <a:spcBef>
                <a:spcPts val="100"/>
              </a:spcBef>
              <a:buClr>
                <a:srgbClr val="40B9D2"/>
              </a:buClr>
              <a:buFont typeface="Microsoft Sans Serif"/>
              <a:buChar char="•"/>
              <a:tabLst>
                <a:tab pos="195580" algn="l"/>
                <a:tab pos="536575" algn="l"/>
                <a:tab pos="1631314" algn="l"/>
                <a:tab pos="2188845" algn="l"/>
                <a:tab pos="3683000" algn="l"/>
                <a:tab pos="4076065" algn="l"/>
                <a:tab pos="5340985" algn="l"/>
                <a:tab pos="7322184" algn="l"/>
                <a:tab pos="7713980" algn="l"/>
              </a:tabLst>
            </a:pPr>
            <a:r>
              <a:rPr sz="2400" spc="-25" dirty="0">
                <a:latin typeface="Cambria"/>
                <a:cs typeface="Cambria"/>
              </a:rPr>
              <a:t>It</a:t>
            </a:r>
            <a:r>
              <a:rPr sz="2400" dirty="0">
                <a:latin typeface="Cambria"/>
                <a:cs typeface="Cambria"/>
              </a:rPr>
              <a:t>	</a:t>
            </a:r>
            <a:r>
              <a:rPr sz="2400" spc="-10" dirty="0">
                <a:latin typeface="Cambria"/>
                <a:cs typeface="Cambria"/>
              </a:rPr>
              <a:t>implies</a:t>
            </a:r>
            <a:r>
              <a:rPr sz="2400" dirty="0">
                <a:latin typeface="Cambria"/>
                <a:cs typeface="Cambria"/>
              </a:rPr>
              <a:t>	</a:t>
            </a:r>
            <a:r>
              <a:rPr sz="2400" spc="-25" dirty="0">
                <a:latin typeface="Cambria"/>
                <a:cs typeface="Cambria"/>
              </a:rPr>
              <a:t>the</a:t>
            </a:r>
            <a:r>
              <a:rPr sz="2400" dirty="0">
                <a:latin typeface="Cambria"/>
                <a:cs typeface="Cambria"/>
              </a:rPr>
              <a:t>	</a:t>
            </a:r>
            <a:r>
              <a:rPr sz="2400" spc="-10" dirty="0">
                <a:latin typeface="Cambria"/>
                <a:cs typeface="Cambria"/>
              </a:rPr>
              <a:t>possibility</a:t>
            </a:r>
            <a:r>
              <a:rPr sz="2400" dirty="0">
                <a:latin typeface="Cambria"/>
                <a:cs typeface="Cambria"/>
              </a:rPr>
              <a:t>	</a:t>
            </a:r>
            <a:r>
              <a:rPr sz="2400" spc="-25" dirty="0">
                <a:latin typeface="Cambria"/>
                <a:cs typeface="Cambria"/>
              </a:rPr>
              <a:t>of</a:t>
            </a:r>
            <a:r>
              <a:rPr sz="2400" dirty="0">
                <a:latin typeface="Cambria"/>
                <a:cs typeface="Cambria"/>
              </a:rPr>
              <a:t>	</a:t>
            </a:r>
            <a:r>
              <a:rPr sz="2400" spc="-10" dirty="0">
                <a:latin typeface="Cambria"/>
                <a:cs typeface="Cambria"/>
              </a:rPr>
              <a:t>different</a:t>
            </a:r>
            <a:r>
              <a:rPr sz="2400" dirty="0">
                <a:latin typeface="Cambria"/>
                <a:cs typeface="Cambria"/>
              </a:rPr>
              <a:t>	</a:t>
            </a:r>
            <a:r>
              <a:rPr sz="2400" spc="-10" dirty="0">
                <a:latin typeface="Cambria"/>
                <a:cs typeface="Cambria"/>
              </a:rPr>
              <a:t>interpretation</a:t>
            </a:r>
            <a:r>
              <a:rPr sz="2400" dirty="0">
                <a:latin typeface="Cambria"/>
                <a:cs typeface="Cambria"/>
              </a:rPr>
              <a:t>	</a:t>
            </a:r>
            <a:r>
              <a:rPr sz="2400" spc="-25" dirty="0">
                <a:latin typeface="Cambria"/>
                <a:cs typeface="Cambria"/>
              </a:rPr>
              <a:t>of</a:t>
            </a:r>
            <a:r>
              <a:rPr sz="2400" dirty="0">
                <a:latin typeface="Cambria"/>
                <a:cs typeface="Cambria"/>
              </a:rPr>
              <a:t>	</a:t>
            </a:r>
            <a:r>
              <a:rPr sz="2400" spc="-50" dirty="0">
                <a:latin typeface="Cambria"/>
                <a:cs typeface="Cambria"/>
              </a:rPr>
              <a:t>a </a:t>
            </a:r>
            <a:r>
              <a:rPr sz="2400" dirty="0">
                <a:latin typeface="Cambria"/>
                <a:cs typeface="Cambria"/>
              </a:rPr>
              <a:t>source</a:t>
            </a:r>
            <a:r>
              <a:rPr sz="2400" spc="-105" dirty="0">
                <a:latin typeface="Cambria"/>
                <a:cs typeface="Cambria"/>
              </a:rPr>
              <a:t> </a:t>
            </a:r>
            <a:r>
              <a:rPr sz="2400" spc="-10" dirty="0">
                <a:latin typeface="Cambria"/>
                <a:cs typeface="Cambria"/>
              </a:rPr>
              <a:t>string.</a:t>
            </a:r>
            <a:endParaRPr sz="2400">
              <a:latin typeface="Cambria"/>
              <a:cs typeface="Cambria"/>
            </a:endParaRPr>
          </a:p>
        </p:txBody>
      </p:sp>
      <p:sp>
        <p:nvSpPr>
          <p:cNvPr id="4" name="object 4"/>
          <p:cNvSpPr txBox="1"/>
          <p:nvPr/>
        </p:nvSpPr>
        <p:spPr>
          <a:xfrm>
            <a:off x="3780790" y="1243965"/>
            <a:ext cx="7874634" cy="391160"/>
          </a:xfrm>
          <a:prstGeom prst="rect">
            <a:avLst/>
          </a:prstGeom>
        </p:spPr>
        <p:txBody>
          <a:bodyPr vert="horz" wrap="square" lIns="0" tIns="12700" rIns="0" bIns="0" rtlCol="0">
            <a:spAutoFit/>
          </a:bodyPr>
          <a:lstStyle/>
          <a:p>
            <a:pPr marL="194945" indent="-182245">
              <a:lnSpc>
                <a:spcPct val="100000"/>
              </a:lnSpc>
              <a:spcBef>
                <a:spcPts val="100"/>
              </a:spcBef>
              <a:buClr>
                <a:srgbClr val="40B9D2"/>
              </a:buClr>
              <a:buFont typeface="Microsoft Sans Serif"/>
              <a:buChar char="•"/>
              <a:tabLst>
                <a:tab pos="194945" algn="l"/>
                <a:tab pos="1654175" algn="l"/>
                <a:tab pos="2126615" algn="l"/>
                <a:tab pos="3658235" algn="l"/>
                <a:tab pos="4127500" algn="l"/>
                <a:tab pos="4765040" algn="l"/>
                <a:tab pos="5590540" algn="l"/>
                <a:tab pos="6060440" algn="l"/>
                <a:tab pos="6699250" algn="l"/>
              </a:tabLst>
            </a:pPr>
            <a:r>
              <a:rPr sz="2400" spc="-10" dirty="0">
                <a:latin typeface="Cambria"/>
                <a:cs typeface="Cambria"/>
              </a:rPr>
              <a:t>Existence</a:t>
            </a:r>
            <a:r>
              <a:rPr sz="2400" dirty="0">
                <a:latin typeface="Cambria"/>
                <a:cs typeface="Cambria"/>
              </a:rPr>
              <a:t>	</a:t>
            </a:r>
            <a:r>
              <a:rPr sz="2400" spc="-25" dirty="0">
                <a:latin typeface="Cambria"/>
                <a:cs typeface="Cambria"/>
              </a:rPr>
              <a:t>of</a:t>
            </a:r>
            <a:r>
              <a:rPr sz="2400" dirty="0">
                <a:latin typeface="Cambria"/>
                <a:cs typeface="Cambria"/>
              </a:rPr>
              <a:t>	</a:t>
            </a:r>
            <a:r>
              <a:rPr sz="2400" spc="-10" dirty="0">
                <a:latin typeface="Cambria"/>
                <a:cs typeface="Cambria"/>
              </a:rPr>
              <a:t>ambiguity</a:t>
            </a:r>
            <a:r>
              <a:rPr sz="2400" dirty="0">
                <a:latin typeface="Cambria"/>
                <a:cs typeface="Cambria"/>
              </a:rPr>
              <a:t>	</a:t>
            </a:r>
            <a:r>
              <a:rPr sz="2400" spc="-25" dirty="0">
                <a:latin typeface="Cambria"/>
                <a:cs typeface="Cambria"/>
              </a:rPr>
              <a:t>at</a:t>
            </a:r>
            <a:r>
              <a:rPr sz="2400" dirty="0">
                <a:latin typeface="Cambria"/>
                <a:cs typeface="Cambria"/>
              </a:rPr>
              <a:t>	</a:t>
            </a:r>
            <a:r>
              <a:rPr sz="2400" spc="-25" dirty="0">
                <a:latin typeface="Cambria"/>
                <a:cs typeface="Cambria"/>
              </a:rPr>
              <a:t>the</a:t>
            </a:r>
            <a:r>
              <a:rPr sz="2400" dirty="0">
                <a:latin typeface="Cambria"/>
                <a:cs typeface="Cambria"/>
              </a:rPr>
              <a:t>	</a:t>
            </a:r>
            <a:r>
              <a:rPr sz="2400" spc="-10" dirty="0">
                <a:latin typeface="Cambria"/>
                <a:cs typeface="Cambria"/>
              </a:rPr>
              <a:t>level</a:t>
            </a:r>
            <a:r>
              <a:rPr sz="2400" dirty="0">
                <a:latin typeface="Cambria"/>
                <a:cs typeface="Cambria"/>
              </a:rPr>
              <a:t>	</a:t>
            </a:r>
            <a:r>
              <a:rPr sz="2400" spc="-25" dirty="0">
                <a:latin typeface="Cambria"/>
                <a:cs typeface="Cambria"/>
              </a:rPr>
              <a:t>of</a:t>
            </a:r>
            <a:r>
              <a:rPr sz="2400" dirty="0">
                <a:latin typeface="Cambria"/>
                <a:cs typeface="Cambria"/>
              </a:rPr>
              <a:t>	</a:t>
            </a:r>
            <a:r>
              <a:rPr sz="2400" spc="-25" dirty="0">
                <a:latin typeface="Cambria"/>
                <a:cs typeface="Cambria"/>
              </a:rPr>
              <a:t>the</a:t>
            </a:r>
            <a:r>
              <a:rPr sz="2400" dirty="0">
                <a:latin typeface="Cambria"/>
                <a:cs typeface="Cambria"/>
              </a:rPr>
              <a:t>	</a:t>
            </a:r>
            <a:r>
              <a:rPr sz="2400" spc="-10" dirty="0">
                <a:latin typeface="Cambria"/>
                <a:cs typeface="Cambria"/>
              </a:rPr>
              <a:t>syntactic</a:t>
            </a:r>
            <a:endParaRPr sz="2400">
              <a:latin typeface="Cambria"/>
              <a:cs typeface="Cambria"/>
            </a:endParaRPr>
          </a:p>
        </p:txBody>
      </p:sp>
      <p:sp>
        <p:nvSpPr>
          <p:cNvPr id="5" name="object 5"/>
          <p:cNvSpPr txBox="1"/>
          <p:nvPr/>
        </p:nvSpPr>
        <p:spPr>
          <a:xfrm>
            <a:off x="3963670" y="1573148"/>
            <a:ext cx="7693659"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structure</a:t>
            </a:r>
            <a:r>
              <a:rPr sz="2400" spc="-5" dirty="0">
                <a:latin typeface="Cambria"/>
                <a:cs typeface="Cambria"/>
              </a:rPr>
              <a:t> </a:t>
            </a:r>
            <a:r>
              <a:rPr sz="2400" dirty="0">
                <a:latin typeface="Cambria"/>
                <a:cs typeface="Cambria"/>
              </a:rPr>
              <a:t>of a</a:t>
            </a:r>
            <a:r>
              <a:rPr sz="2400" spc="5" dirty="0">
                <a:latin typeface="Cambria"/>
                <a:cs typeface="Cambria"/>
              </a:rPr>
              <a:t> </a:t>
            </a:r>
            <a:r>
              <a:rPr sz="2400" dirty="0">
                <a:latin typeface="Cambria"/>
                <a:cs typeface="Cambria"/>
              </a:rPr>
              <a:t>string</a:t>
            </a:r>
            <a:r>
              <a:rPr sz="2400" spc="5" dirty="0">
                <a:latin typeface="Cambria"/>
                <a:cs typeface="Cambria"/>
              </a:rPr>
              <a:t> </a:t>
            </a:r>
            <a:r>
              <a:rPr sz="2400" dirty="0">
                <a:latin typeface="Cambria"/>
                <a:cs typeface="Cambria"/>
              </a:rPr>
              <a:t>would</a:t>
            </a:r>
            <a:r>
              <a:rPr sz="2400" spc="10" dirty="0">
                <a:latin typeface="Cambria"/>
                <a:cs typeface="Cambria"/>
              </a:rPr>
              <a:t> </a:t>
            </a:r>
            <a:r>
              <a:rPr sz="2400" dirty="0">
                <a:latin typeface="Cambria"/>
                <a:cs typeface="Cambria"/>
              </a:rPr>
              <a:t>mean</a:t>
            </a:r>
            <a:r>
              <a:rPr sz="2400" spc="10" dirty="0">
                <a:latin typeface="Cambria"/>
                <a:cs typeface="Cambria"/>
              </a:rPr>
              <a:t> </a:t>
            </a:r>
            <a:r>
              <a:rPr sz="2400" dirty="0">
                <a:latin typeface="Cambria"/>
                <a:cs typeface="Cambria"/>
              </a:rPr>
              <a:t>that</a:t>
            </a:r>
            <a:r>
              <a:rPr sz="2400" spc="5" dirty="0">
                <a:latin typeface="Cambria"/>
                <a:cs typeface="Cambria"/>
              </a:rPr>
              <a:t> </a:t>
            </a:r>
            <a:r>
              <a:rPr sz="2400" dirty="0">
                <a:latin typeface="Cambria"/>
                <a:cs typeface="Cambria"/>
              </a:rPr>
              <a:t>more</a:t>
            </a:r>
            <a:r>
              <a:rPr sz="2400" spc="5" dirty="0">
                <a:latin typeface="Cambria"/>
                <a:cs typeface="Cambria"/>
              </a:rPr>
              <a:t> </a:t>
            </a:r>
            <a:r>
              <a:rPr sz="2400" dirty="0">
                <a:latin typeface="Cambria"/>
                <a:cs typeface="Cambria"/>
              </a:rPr>
              <a:t>than</a:t>
            </a:r>
            <a:r>
              <a:rPr sz="2400" spc="10" dirty="0">
                <a:latin typeface="Cambria"/>
                <a:cs typeface="Cambria"/>
              </a:rPr>
              <a:t> </a:t>
            </a:r>
            <a:r>
              <a:rPr sz="2400" dirty="0">
                <a:latin typeface="Cambria"/>
                <a:cs typeface="Cambria"/>
              </a:rPr>
              <a:t>one</a:t>
            </a:r>
            <a:r>
              <a:rPr sz="2400" spc="5" dirty="0">
                <a:latin typeface="Cambria"/>
                <a:cs typeface="Cambria"/>
              </a:rPr>
              <a:t> </a:t>
            </a:r>
            <a:r>
              <a:rPr sz="2400" spc="-10" dirty="0">
                <a:latin typeface="Cambria"/>
                <a:cs typeface="Cambria"/>
              </a:rPr>
              <a:t>parse</a:t>
            </a:r>
            <a:endParaRPr sz="2400">
              <a:latin typeface="Cambria"/>
              <a:cs typeface="Cambria"/>
            </a:endParaRPr>
          </a:p>
        </p:txBody>
      </p:sp>
      <p:sp>
        <p:nvSpPr>
          <p:cNvPr id="6" name="object 6"/>
          <p:cNvSpPr txBox="1"/>
          <p:nvPr/>
        </p:nvSpPr>
        <p:spPr>
          <a:xfrm>
            <a:off x="3780790" y="1902028"/>
            <a:ext cx="7878445" cy="1978025"/>
          </a:xfrm>
          <a:prstGeom prst="rect">
            <a:avLst/>
          </a:prstGeom>
        </p:spPr>
        <p:txBody>
          <a:bodyPr vert="horz" wrap="square" lIns="0" tIns="12700" rIns="0" bIns="0" rtlCol="0">
            <a:spAutoFit/>
          </a:bodyPr>
          <a:lstStyle/>
          <a:p>
            <a:pPr marL="195580">
              <a:lnSpc>
                <a:spcPts val="2735"/>
              </a:lnSpc>
              <a:spcBef>
                <a:spcPts val="100"/>
              </a:spcBef>
            </a:pPr>
            <a:r>
              <a:rPr sz="2400" dirty="0">
                <a:latin typeface="Cambria"/>
                <a:cs typeface="Cambria"/>
              </a:rPr>
              <a:t>tree</a:t>
            </a:r>
            <a:r>
              <a:rPr sz="2400" spc="380" dirty="0">
                <a:latin typeface="Cambria"/>
                <a:cs typeface="Cambria"/>
              </a:rPr>
              <a:t> </a:t>
            </a:r>
            <a:r>
              <a:rPr sz="2400" dirty="0">
                <a:latin typeface="Cambria"/>
                <a:cs typeface="Cambria"/>
              </a:rPr>
              <a:t>can</a:t>
            </a:r>
            <a:r>
              <a:rPr sz="2400" spc="360" dirty="0">
                <a:latin typeface="Cambria"/>
                <a:cs typeface="Cambria"/>
              </a:rPr>
              <a:t> </a:t>
            </a:r>
            <a:r>
              <a:rPr sz="2400" dirty="0">
                <a:latin typeface="Cambria"/>
                <a:cs typeface="Cambria"/>
              </a:rPr>
              <a:t>be</a:t>
            </a:r>
            <a:r>
              <a:rPr sz="2400" spc="370" dirty="0">
                <a:latin typeface="Cambria"/>
                <a:cs typeface="Cambria"/>
              </a:rPr>
              <a:t> </a:t>
            </a:r>
            <a:r>
              <a:rPr sz="2400" dirty="0">
                <a:latin typeface="Cambria"/>
                <a:cs typeface="Cambria"/>
              </a:rPr>
              <a:t>built</a:t>
            </a:r>
            <a:r>
              <a:rPr sz="2400" spc="360" dirty="0">
                <a:latin typeface="Cambria"/>
                <a:cs typeface="Cambria"/>
              </a:rPr>
              <a:t> </a:t>
            </a:r>
            <a:r>
              <a:rPr sz="2400" dirty="0">
                <a:latin typeface="Cambria"/>
                <a:cs typeface="Cambria"/>
              </a:rPr>
              <a:t>for</a:t>
            </a:r>
            <a:r>
              <a:rPr sz="2400" spc="355" dirty="0">
                <a:latin typeface="Cambria"/>
                <a:cs typeface="Cambria"/>
              </a:rPr>
              <a:t> </a:t>
            </a:r>
            <a:r>
              <a:rPr sz="2400" dirty="0">
                <a:latin typeface="Cambria"/>
                <a:cs typeface="Cambria"/>
              </a:rPr>
              <a:t>the</a:t>
            </a:r>
            <a:r>
              <a:rPr sz="2400" spc="375" dirty="0">
                <a:latin typeface="Cambria"/>
                <a:cs typeface="Cambria"/>
              </a:rPr>
              <a:t> </a:t>
            </a:r>
            <a:r>
              <a:rPr sz="2400" dirty="0">
                <a:latin typeface="Cambria"/>
                <a:cs typeface="Cambria"/>
              </a:rPr>
              <a:t>string.</a:t>
            </a:r>
            <a:r>
              <a:rPr sz="2400" spc="355" dirty="0">
                <a:latin typeface="Cambria"/>
                <a:cs typeface="Cambria"/>
              </a:rPr>
              <a:t> </a:t>
            </a:r>
            <a:r>
              <a:rPr sz="2400" dirty="0">
                <a:latin typeface="Cambria"/>
                <a:cs typeface="Cambria"/>
              </a:rPr>
              <a:t>So</a:t>
            </a:r>
            <a:r>
              <a:rPr sz="2400" spc="365" dirty="0">
                <a:latin typeface="Cambria"/>
                <a:cs typeface="Cambria"/>
              </a:rPr>
              <a:t> </a:t>
            </a:r>
            <a:r>
              <a:rPr sz="2400" dirty="0">
                <a:latin typeface="Cambria"/>
                <a:cs typeface="Cambria"/>
              </a:rPr>
              <a:t>string</a:t>
            </a:r>
            <a:r>
              <a:rPr sz="2400" spc="375" dirty="0">
                <a:latin typeface="Cambria"/>
                <a:cs typeface="Cambria"/>
              </a:rPr>
              <a:t> </a:t>
            </a:r>
            <a:r>
              <a:rPr sz="2400" dirty="0">
                <a:latin typeface="Cambria"/>
                <a:cs typeface="Cambria"/>
              </a:rPr>
              <a:t>can</a:t>
            </a:r>
            <a:r>
              <a:rPr sz="2400" spc="375" dirty="0">
                <a:latin typeface="Cambria"/>
                <a:cs typeface="Cambria"/>
              </a:rPr>
              <a:t> </a:t>
            </a:r>
            <a:r>
              <a:rPr sz="2400" dirty="0">
                <a:latin typeface="Cambria"/>
                <a:cs typeface="Cambria"/>
              </a:rPr>
              <a:t>have</a:t>
            </a:r>
            <a:r>
              <a:rPr sz="2400" spc="375" dirty="0">
                <a:latin typeface="Cambria"/>
                <a:cs typeface="Cambria"/>
              </a:rPr>
              <a:t> </a:t>
            </a:r>
            <a:r>
              <a:rPr sz="2400" spc="-20" dirty="0">
                <a:latin typeface="Cambria"/>
                <a:cs typeface="Cambria"/>
              </a:rPr>
              <a:t>more</a:t>
            </a:r>
            <a:endParaRPr sz="2400">
              <a:latin typeface="Cambria"/>
              <a:cs typeface="Cambria"/>
            </a:endParaRPr>
          </a:p>
          <a:p>
            <a:pPr marL="195580">
              <a:lnSpc>
                <a:spcPts val="2735"/>
              </a:lnSpc>
            </a:pPr>
            <a:r>
              <a:rPr sz="2400" dirty="0">
                <a:latin typeface="Cambria"/>
                <a:cs typeface="Cambria"/>
              </a:rPr>
              <a:t>than</a:t>
            </a:r>
            <a:r>
              <a:rPr sz="2400" spc="-60" dirty="0">
                <a:latin typeface="Cambria"/>
                <a:cs typeface="Cambria"/>
              </a:rPr>
              <a:t> </a:t>
            </a:r>
            <a:r>
              <a:rPr sz="2400" dirty="0">
                <a:latin typeface="Cambria"/>
                <a:cs typeface="Cambria"/>
              </a:rPr>
              <a:t>one</a:t>
            </a:r>
            <a:r>
              <a:rPr sz="2400" spc="-45" dirty="0">
                <a:latin typeface="Cambria"/>
                <a:cs typeface="Cambria"/>
              </a:rPr>
              <a:t> </a:t>
            </a:r>
            <a:r>
              <a:rPr sz="2400" dirty="0">
                <a:latin typeface="Cambria"/>
                <a:cs typeface="Cambria"/>
              </a:rPr>
              <a:t>meaning</a:t>
            </a:r>
            <a:r>
              <a:rPr sz="2400" spc="-70" dirty="0">
                <a:latin typeface="Cambria"/>
                <a:cs typeface="Cambria"/>
              </a:rPr>
              <a:t> </a:t>
            </a:r>
            <a:r>
              <a:rPr sz="2400" spc="-10" dirty="0">
                <a:latin typeface="Cambria"/>
                <a:cs typeface="Cambria"/>
              </a:rPr>
              <a:t>associated</a:t>
            </a:r>
            <a:r>
              <a:rPr sz="2400" spc="-25" dirty="0">
                <a:latin typeface="Cambria"/>
                <a:cs typeface="Cambria"/>
              </a:rPr>
              <a:t> </a:t>
            </a:r>
            <a:r>
              <a:rPr sz="2400" dirty="0">
                <a:latin typeface="Cambria"/>
                <a:cs typeface="Cambria"/>
              </a:rPr>
              <a:t>with</a:t>
            </a:r>
            <a:r>
              <a:rPr sz="2400" spc="-65" dirty="0">
                <a:latin typeface="Cambria"/>
                <a:cs typeface="Cambria"/>
              </a:rPr>
              <a:t> </a:t>
            </a:r>
            <a:r>
              <a:rPr sz="2400" spc="-25" dirty="0">
                <a:latin typeface="Cambria"/>
                <a:cs typeface="Cambria"/>
              </a:rPr>
              <a:t>it.</a:t>
            </a:r>
            <a:endParaRPr sz="2400">
              <a:latin typeface="Cambria"/>
              <a:cs typeface="Cambria"/>
            </a:endParaRPr>
          </a:p>
          <a:p>
            <a:pPr marL="195580" marR="5080" indent="-182880">
              <a:lnSpc>
                <a:spcPts val="2590"/>
              </a:lnSpc>
              <a:spcBef>
                <a:spcPts val="1240"/>
              </a:spcBef>
              <a:buClr>
                <a:srgbClr val="40B9D2"/>
              </a:buClr>
              <a:buFont typeface="Microsoft Sans Serif"/>
              <a:buChar char="•"/>
              <a:tabLst>
                <a:tab pos="195580" algn="l"/>
                <a:tab pos="514984" algn="l"/>
                <a:tab pos="1847850" algn="l"/>
                <a:tab pos="2501265" algn="l"/>
                <a:tab pos="3836670" algn="l"/>
                <a:tab pos="4652010" algn="l"/>
                <a:tab pos="5372735" algn="l"/>
                <a:tab pos="5984240" algn="l"/>
                <a:tab pos="6837680" algn="l"/>
                <a:tab pos="7488555" algn="l"/>
              </a:tabLst>
            </a:pPr>
            <a:r>
              <a:rPr sz="2400" spc="-50" dirty="0">
                <a:latin typeface="Cambria"/>
                <a:cs typeface="Cambria"/>
              </a:rPr>
              <a:t>A</a:t>
            </a:r>
            <a:r>
              <a:rPr sz="2400" dirty="0">
                <a:latin typeface="Cambria"/>
                <a:cs typeface="Cambria"/>
              </a:rPr>
              <a:t>	</a:t>
            </a:r>
            <a:r>
              <a:rPr sz="2400" spc="-10" dirty="0">
                <a:latin typeface="Cambria"/>
                <a:cs typeface="Cambria"/>
              </a:rPr>
              <a:t>grammar</a:t>
            </a:r>
            <a:r>
              <a:rPr sz="2400" dirty="0">
                <a:latin typeface="Cambria"/>
                <a:cs typeface="Cambria"/>
              </a:rPr>
              <a:t>	</a:t>
            </a:r>
            <a:r>
              <a:rPr sz="2400" spc="-20" dirty="0">
                <a:latin typeface="Cambria"/>
                <a:cs typeface="Cambria"/>
              </a:rPr>
              <a:t>that</a:t>
            </a:r>
            <a:r>
              <a:rPr sz="2400" dirty="0">
                <a:latin typeface="Cambria"/>
                <a:cs typeface="Cambria"/>
              </a:rPr>
              <a:t>	</a:t>
            </a:r>
            <a:r>
              <a:rPr sz="2400" spc="-10" dirty="0">
                <a:latin typeface="Cambria"/>
                <a:cs typeface="Cambria"/>
              </a:rPr>
              <a:t>produces</a:t>
            </a:r>
            <a:r>
              <a:rPr sz="2400" dirty="0">
                <a:latin typeface="Cambria"/>
                <a:cs typeface="Cambria"/>
              </a:rPr>
              <a:t>	</a:t>
            </a:r>
            <a:r>
              <a:rPr sz="2400" spc="-20" dirty="0">
                <a:latin typeface="Cambria"/>
                <a:cs typeface="Cambria"/>
              </a:rPr>
              <a:t>more</a:t>
            </a:r>
            <a:r>
              <a:rPr sz="2400" dirty="0">
                <a:latin typeface="Cambria"/>
                <a:cs typeface="Cambria"/>
              </a:rPr>
              <a:t>	</a:t>
            </a:r>
            <a:r>
              <a:rPr sz="2400" spc="-20" dirty="0">
                <a:latin typeface="Cambria"/>
                <a:cs typeface="Cambria"/>
              </a:rPr>
              <a:t>than</a:t>
            </a:r>
            <a:r>
              <a:rPr sz="2400" dirty="0">
                <a:latin typeface="Cambria"/>
                <a:cs typeface="Cambria"/>
              </a:rPr>
              <a:t>	</a:t>
            </a:r>
            <a:r>
              <a:rPr sz="2400" spc="-25" dirty="0">
                <a:latin typeface="Cambria"/>
                <a:cs typeface="Cambria"/>
              </a:rPr>
              <a:t>one</a:t>
            </a:r>
            <a:r>
              <a:rPr sz="2400" dirty="0">
                <a:latin typeface="Cambria"/>
                <a:cs typeface="Cambria"/>
              </a:rPr>
              <a:t>	</a:t>
            </a:r>
            <a:r>
              <a:rPr sz="2400" spc="-10" dirty="0">
                <a:latin typeface="Cambria"/>
                <a:cs typeface="Cambria"/>
              </a:rPr>
              <a:t>parse</a:t>
            </a:r>
            <a:r>
              <a:rPr sz="2400" dirty="0">
                <a:latin typeface="Cambria"/>
                <a:cs typeface="Cambria"/>
              </a:rPr>
              <a:t>	</a:t>
            </a:r>
            <a:r>
              <a:rPr sz="2400" spc="-20" dirty="0">
                <a:latin typeface="Cambria"/>
                <a:cs typeface="Cambria"/>
              </a:rPr>
              <a:t>tree</a:t>
            </a:r>
            <a:r>
              <a:rPr sz="2400" dirty="0">
                <a:latin typeface="Cambria"/>
                <a:cs typeface="Cambria"/>
              </a:rPr>
              <a:t>	</a:t>
            </a:r>
            <a:r>
              <a:rPr sz="2400" spc="-25" dirty="0">
                <a:latin typeface="Cambria"/>
                <a:cs typeface="Cambria"/>
              </a:rPr>
              <a:t>for </a:t>
            </a:r>
            <a:r>
              <a:rPr sz="2400" dirty="0">
                <a:latin typeface="Cambria"/>
                <a:cs typeface="Cambria"/>
              </a:rPr>
              <a:t>some</a:t>
            </a:r>
            <a:r>
              <a:rPr sz="2400" spc="-35" dirty="0">
                <a:latin typeface="Cambria"/>
                <a:cs typeface="Cambria"/>
              </a:rPr>
              <a:t> </a:t>
            </a:r>
            <a:r>
              <a:rPr sz="2400" dirty="0">
                <a:latin typeface="Cambria"/>
                <a:cs typeface="Cambria"/>
              </a:rPr>
              <a:t>sentence</a:t>
            </a:r>
            <a:r>
              <a:rPr sz="2400" spc="-60" dirty="0">
                <a:latin typeface="Cambria"/>
                <a:cs typeface="Cambria"/>
              </a:rPr>
              <a:t> </a:t>
            </a:r>
            <a:r>
              <a:rPr sz="2400" dirty="0">
                <a:latin typeface="Cambria"/>
                <a:cs typeface="Cambria"/>
              </a:rPr>
              <a:t>is</a:t>
            </a:r>
            <a:r>
              <a:rPr sz="2400" spc="-55" dirty="0">
                <a:latin typeface="Cambria"/>
                <a:cs typeface="Cambria"/>
              </a:rPr>
              <a:t> </a:t>
            </a:r>
            <a:r>
              <a:rPr sz="2400" dirty="0">
                <a:latin typeface="Cambria"/>
                <a:cs typeface="Cambria"/>
              </a:rPr>
              <a:t>said</a:t>
            </a:r>
            <a:r>
              <a:rPr sz="2400" spc="-55" dirty="0">
                <a:latin typeface="Cambria"/>
                <a:cs typeface="Cambria"/>
              </a:rPr>
              <a:t> </a:t>
            </a:r>
            <a:r>
              <a:rPr sz="2400" dirty="0">
                <a:latin typeface="Cambria"/>
                <a:cs typeface="Cambria"/>
              </a:rPr>
              <a:t>to</a:t>
            </a:r>
            <a:r>
              <a:rPr sz="2400" spc="-55" dirty="0">
                <a:latin typeface="Cambria"/>
                <a:cs typeface="Cambria"/>
              </a:rPr>
              <a:t> </a:t>
            </a:r>
            <a:r>
              <a:rPr sz="2400" dirty="0">
                <a:latin typeface="Cambria"/>
                <a:cs typeface="Cambria"/>
              </a:rPr>
              <a:t>be</a:t>
            </a:r>
            <a:r>
              <a:rPr sz="2400" spc="-55" dirty="0">
                <a:latin typeface="Cambria"/>
                <a:cs typeface="Cambria"/>
              </a:rPr>
              <a:t> </a:t>
            </a:r>
            <a:r>
              <a:rPr sz="2400" spc="-10" dirty="0">
                <a:latin typeface="Cambria"/>
                <a:cs typeface="Cambria"/>
              </a:rPr>
              <a:t>ambiguous.</a:t>
            </a:r>
            <a:endParaRPr sz="2400">
              <a:latin typeface="Cambria"/>
              <a:cs typeface="Cambria"/>
            </a:endParaRPr>
          </a:p>
          <a:p>
            <a:pPr marL="114300">
              <a:lnSpc>
                <a:spcPct val="100000"/>
              </a:lnSpc>
              <a:spcBef>
                <a:spcPts val="1075"/>
              </a:spcBef>
            </a:pPr>
            <a:r>
              <a:rPr sz="2000" b="1" spc="-10" dirty="0">
                <a:solidFill>
                  <a:srgbClr val="FF0000"/>
                </a:solidFill>
                <a:latin typeface="Corbel"/>
                <a:cs typeface="Corbel"/>
              </a:rPr>
              <a:t>Ambiguous</a:t>
            </a:r>
            <a:r>
              <a:rPr sz="2000" b="1" spc="-20" dirty="0">
                <a:solidFill>
                  <a:srgbClr val="FF0000"/>
                </a:solidFill>
                <a:latin typeface="Corbel"/>
                <a:cs typeface="Corbel"/>
              </a:rPr>
              <a:t> </a:t>
            </a:r>
            <a:r>
              <a:rPr sz="2000" b="1" spc="-10" dirty="0">
                <a:solidFill>
                  <a:srgbClr val="FF0000"/>
                </a:solidFill>
                <a:latin typeface="Corbel"/>
                <a:cs typeface="Corbel"/>
              </a:rPr>
              <a:t>Grammar</a:t>
            </a:r>
            <a:endParaRPr sz="2000">
              <a:latin typeface="Corbel"/>
              <a:cs typeface="Corbel"/>
            </a:endParaRPr>
          </a:p>
        </p:txBody>
      </p:sp>
      <p:sp>
        <p:nvSpPr>
          <p:cNvPr id="7" name="object 7"/>
          <p:cNvSpPr txBox="1"/>
          <p:nvPr/>
        </p:nvSpPr>
        <p:spPr>
          <a:xfrm>
            <a:off x="3882390" y="3857345"/>
            <a:ext cx="2067560" cy="812165"/>
          </a:xfrm>
          <a:prstGeom prst="rect">
            <a:avLst/>
          </a:prstGeom>
        </p:spPr>
        <p:txBody>
          <a:bodyPr vert="horz" wrap="square" lIns="0" tIns="12700" rIns="0" bIns="0" rtlCol="0">
            <a:spAutoFit/>
          </a:bodyPr>
          <a:lstStyle/>
          <a:p>
            <a:pPr marL="12700" marR="5080">
              <a:lnSpc>
                <a:spcPct val="129000"/>
              </a:lnSpc>
              <a:spcBef>
                <a:spcPts val="100"/>
              </a:spcBef>
            </a:pPr>
            <a:r>
              <a:rPr sz="2000" b="1" dirty="0">
                <a:latin typeface="Corbel"/>
                <a:cs typeface="Corbel"/>
              </a:rPr>
              <a:t>E</a:t>
            </a:r>
            <a:r>
              <a:rPr sz="2000" b="1" spc="-10" dirty="0">
                <a:latin typeface="Corbel"/>
                <a:cs typeface="Corbel"/>
              </a:rPr>
              <a:t> </a:t>
            </a:r>
            <a:r>
              <a:rPr sz="2000" dirty="0">
                <a:latin typeface="Wingdings"/>
                <a:cs typeface="Wingdings"/>
              </a:rPr>
              <a:t></a:t>
            </a:r>
            <a:r>
              <a:rPr sz="2000" spc="-85" dirty="0">
                <a:latin typeface="Times New Roman"/>
                <a:cs typeface="Times New Roman"/>
              </a:rPr>
              <a:t> </a:t>
            </a:r>
            <a:r>
              <a:rPr sz="2000" b="1" dirty="0">
                <a:latin typeface="Corbel"/>
                <a:cs typeface="Corbel"/>
              </a:rPr>
              <a:t>Id| E</a:t>
            </a:r>
            <a:r>
              <a:rPr sz="2000" b="1" spc="-5" dirty="0">
                <a:latin typeface="Corbel"/>
                <a:cs typeface="Corbel"/>
              </a:rPr>
              <a:t> </a:t>
            </a:r>
            <a:r>
              <a:rPr sz="2000" b="1" dirty="0">
                <a:latin typeface="Corbel"/>
                <a:cs typeface="Corbel"/>
              </a:rPr>
              <a:t>+ E</a:t>
            </a:r>
            <a:r>
              <a:rPr sz="2000" b="1" spc="-10" dirty="0">
                <a:latin typeface="Corbel"/>
                <a:cs typeface="Corbel"/>
              </a:rPr>
              <a:t> </a:t>
            </a:r>
            <a:r>
              <a:rPr sz="2000" b="1" dirty="0">
                <a:latin typeface="Corbel"/>
                <a:cs typeface="Corbel"/>
              </a:rPr>
              <a:t>| E *</a:t>
            </a:r>
            <a:r>
              <a:rPr sz="2000" b="1" spc="-10" dirty="0">
                <a:latin typeface="Corbel"/>
                <a:cs typeface="Corbel"/>
              </a:rPr>
              <a:t> </a:t>
            </a:r>
            <a:r>
              <a:rPr sz="2000" b="1" spc="-50" dirty="0">
                <a:latin typeface="Corbel"/>
                <a:cs typeface="Corbel"/>
              </a:rPr>
              <a:t>E </a:t>
            </a:r>
            <a:r>
              <a:rPr sz="2000" b="1" dirty="0">
                <a:latin typeface="Corbel"/>
                <a:cs typeface="Corbel"/>
              </a:rPr>
              <a:t>Id</a:t>
            </a:r>
            <a:r>
              <a:rPr sz="2000" b="1" spc="-15" dirty="0">
                <a:latin typeface="Corbel"/>
                <a:cs typeface="Corbel"/>
              </a:rPr>
              <a:t> </a:t>
            </a:r>
            <a:r>
              <a:rPr sz="2000" dirty="0">
                <a:latin typeface="Wingdings"/>
                <a:cs typeface="Wingdings"/>
              </a:rPr>
              <a:t></a:t>
            </a:r>
            <a:r>
              <a:rPr sz="2000" spc="-85" dirty="0">
                <a:latin typeface="Times New Roman"/>
                <a:cs typeface="Times New Roman"/>
              </a:rPr>
              <a:t> </a:t>
            </a:r>
            <a:r>
              <a:rPr sz="2000" b="1" dirty="0">
                <a:latin typeface="Corbel"/>
                <a:cs typeface="Corbel"/>
              </a:rPr>
              <a:t>a |</a:t>
            </a:r>
            <a:r>
              <a:rPr sz="2000" b="1" spc="-5" dirty="0">
                <a:latin typeface="Corbel"/>
                <a:cs typeface="Corbel"/>
              </a:rPr>
              <a:t> </a:t>
            </a:r>
            <a:r>
              <a:rPr sz="2000" b="1" dirty="0">
                <a:latin typeface="Corbel"/>
                <a:cs typeface="Corbel"/>
              </a:rPr>
              <a:t>b</a:t>
            </a:r>
            <a:r>
              <a:rPr sz="2000" b="1" spc="-10" dirty="0">
                <a:latin typeface="Corbel"/>
                <a:cs typeface="Corbel"/>
              </a:rPr>
              <a:t> </a:t>
            </a:r>
            <a:r>
              <a:rPr sz="2000" b="1" dirty="0">
                <a:latin typeface="Corbel"/>
                <a:cs typeface="Corbel"/>
              </a:rPr>
              <a:t>| </a:t>
            </a:r>
            <a:r>
              <a:rPr sz="2000" b="1" spc="-50" dirty="0">
                <a:latin typeface="Corbel"/>
                <a:cs typeface="Corbel"/>
              </a:rPr>
              <a:t>c</a:t>
            </a:r>
            <a:endParaRPr sz="2000">
              <a:latin typeface="Corbel"/>
              <a:cs typeface="Corbel"/>
            </a:endParaRPr>
          </a:p>
        </p:txBody>
      </p:sp>
      <p:sp>
        <p:nvSpPr>
          <p:cNvPr id="8" name="object 8"/>
          <p:cNvSpPr txBox="1"/>
          <p:nvPr/>
        </p:nvSpPr>
        <p:spPr>
          <a:xfrm>
            <a:off x="4202684" y="5001514"/>
            <a:ext cx="2284730" cy="635635"/>
          </a:xfrm>
          <a:prstGeom prst="rect">
            <a:avLst/>
          </a:prstGeom>
        </p:spPr>
        <p:txBody>
          <a:bodyPr vert="horz" wrap="square" lIns="0" tIns="12700" rIns="0" bIns="0" rtlCol="0">
            <a:spAutoFit/>
          </a:bodyPr>
          <a:lstStyle/>
          <a:p>
            <a:pPr marL="12700" marR="5080">
              <a:lnSpc>
                <a:spcPct val="100000"/>
              </a:lnSpc>
              <a:spcBef>
                <a:spcPts val="100"/>
              </a:spcBef>
            </a:pPr>
            <a:r>
              <a:rPr sz="2000" b="1" dirty="0">
                <a:latin typeface="Corbel"/>
                <a:cs typeface="Corbel"/>
              </a:rPr>
              <a:t>Both</a:t>
            </a:r>
            <a:r>
              <a:rPr sz="2000" b="1" spc="-20" dirty="0">
                <a:latin typeface="Corbel"/>
                <a:cs typeface="Corbel"/>
              </a:rPr>
              <a:t> </a:t>
            </a:r>
            <a:r>
              <a:rPr sz="2000" b="1" dirty="0">
                <a:latin typeface="Corbel"/>
                <a:cs typeface="Corbel"/>
              </a:rPr>
              <a:t>tree</a:t>
            </a:r>
            <a:r>
              <a:rPr sz="2000" b="1" spc="-25" dirty="0">
                <a:latin typeface="Corbel"/>
                <a:cs typeface="Corbel"/>
              </a:rPr>
              <a:t> </a:t>
            </a:r>
            <a:r>
              <a:rPr sz="2000" b="1" dirty="0">
                <a:latin typeface="Corbel"/>
                <a:cs typeface="Corbel"/>
              </a:rPr>
              <a:t>have</a:t>
            </a:r>
            <a:r>
              <a:rPr sz="2000" b="1" spc="-35" dirty="0">
                <a:latin typeface="Corbel"/>
                <a:cs typeface="Corbel"/>
              </a:rPr>
              <a:t> </a:t>
            </a:r>
            <a:r>
              <a:rPr sz="2000" b="1" spc="-20" dirty="0">
                <a:latin typeface="Corbel"/>
                <a:cs typeface="Corbel"/>
              </a:rPr>
              <a:t>same </a:t>
            </a:r>
            <a:r>
              <a:rPr sz="2000" b="1" dirty="0">
                <a:latin typeface="Corbel"/>
                <a:cs typeface="Corbel"/>
              </a:rPr>
              <a:t>string</a:t>
            </a:r>
            <a:r>
              <a:rPr sz="2000" b="1" spc="-10" dirty="0">
                <a:latin typeface="Corbel"/>
                <a:cs typeface="Corbel"/>
              </a:rPr>
              <a:t> </a:t>
            </a:r>
            <a:r>
              <a:rPr sz="2000" b="1" dirty="0">
                <a:latin typeface="Corbel"/>
                <a:cs typeface="Corbel"/>
              </a:rPr>
              <a:t>:</a:t>
            </a:r>
            <a:r>
              <a:rPr sz="2000" b="1" spc="-15" dirty="0">
                <a:latin typeface="Corbel"/>
                <a:cs typeface="Corbel"/>
              </a:rPr>
              <a:t> </a:t>
            </a:r>
            <a:r>
              <a:rPr sz="2000" b="1" dirty="0">
                <a:latin typeface="Corbel"/>
                <a:cs typeface="Corbel"/>
              </a:rPr>
              <a:t>a</a:t>
            </a:r>
            <a:r>
              <a:rPr sz="2000" b="1" spc="-20" dirty="0">
                <a:latin typeface="Corbel"/>
                <a:cs typeface="Corbel"/>
              </a:rPr>
              <a:t> </a:t>
            </a:r>
            <a:r>
              <a:rPr sz="2000" b="1" dirty="0">
                <a:latin typeface="Corbel"/>
                <a:cs typeface="Corbel"/>
              </a:rPr>
              <a:t>+</a:t>
            </a:r>
            <a:r>
              <a:rPr sz="2000" b="1" spc="-5" dirty="0">
                <a:latin typeface="Corbel"/>
                <a:cs typeface="Corbel"/>
              </a:rPr>
              <a:t> </a:t>
            </a:r>
            <a:r>
              <a:rPr sz="2000" b="1" dirty="0">
                <a:latin typeface="Corbel"/>
                <a:cs typeface="Corbel"/>
              </a:rPr>
              <a:t>b</a:t>
            </a:r>
            <a:r>
              <a:rPr sz="2000" b="1" spc="-20" dirty="0">
                <a:latin typeface="Corbel"/>
                <a:cs typeface="Corbel"/>
              </a:rPr>
              <a:t> </a:t>
            </a:r>
            <a:r>
              <a:rPr sz="2000" b="1" dirty="0">
                <a:latin typeface="Corbel"/>
                <a:cs typeface="Corbel"/>
              </a:rPr>
              <a:t>*</a:t>
            </a:r>
            <a:r>
              <a:rPr sz="2000" b="1" spc="-15" dirty="0">
                <a:latin typeface="Corbel"/>
                <a:cs typeface="Corbel"/>
              </a:rPr>
              <a:t> </a:t>
            </a:r>
            <a:r>
              <a:rPr sz="2000" b="1" spc="-50" dirty="0">
                <a:latin typeface="Corbel"/>
                <a:cs typeface="Corbel"/>
              </a:rPr>
              <a:t>c</a:t>
            </a:r>
            <a:endParaRPr sz="2000">
              <a:latin typeface="Corbel"/>
              <a:cs typeface="Corbel"/>
            </a:endParaRPr>
          </a:p>
        </p:txBody>
      </p:sp>
      <p:sp>
        <p:nvSpPr>
          <p:cNvPr id="9" name="object 9"/>
          <p:cNvSpPr txBox="1"/>
          <p:nvPr/>
        </p:nvSpPr>
        <p:spPr>
          <a:xfrm>
            <a:off x="6971538" y="4646421"/>
            <a:ext cx="156845"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Corbel"/>
                <a:cs typeface="Corbel"/>
              </a:rPr>
              <a:t>a</a:t>
            </a:r>
            <a:endParaRPr sz="2000">
              <a:latin typeface="Corbel"/>
              <a:cs typeface="Corbel"/>
            </a:endParaRPr>
          </a:p>
        </p:txBody>
      </p:sp>
      <p:sp>
        <p:nvSpPr>
          <p:cNvPr id="10" name="object 10"/>
          <p:cNvSpPr txBox="1"/>
          <p:nvPr/>
        </p:nvSpPr>
        <p:spPr>
          <a:xfrm>
            <a:off x="8038592" y="4665726"/>
            <a:ext cx="16002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Corbel"/>
                <a:cs typeface="Corbel"/>
              </a:rPr>
              <a:t>*</a:t>
            </a:r>
            <a:endParaRPr sz="2000">
              <a:latin typeface="Corbel"/>
              <a:cs typeface="Corbel"/>
            </a:endParaRPr>
          </a:p>
        </p:txBody>
      </p:sp>
      <p:sp>
        <p:nvSpPr>
          <p:cNvPr id="11" name="object 11"/>
          <p:cNvSpPr txBox="1"/>
          <p:nvPr/>
        </p:nvSpPr>
        <p:spPr>
          <a:xfrm>
            <a:off x="7595743" y="5256403"/>
            <a:ext cx="16764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Corbel"/>
                <a:cs typeface="Corbel"/>
              </a:rPr>
              <a:t>b</a:t>
            </a:r>
            <a:endParaRPr sz="2000">
              <a:latin typeface="Corbel"/>
              <a:cs typeface="Corbel"/>
            </a:endParaRPr>
          </a:p>
        </p:txBody>
      </p:sp>
      <p:sp>
        <p:nvSpPr>
          <p:cNvPr id="12" name="object 12"/>
          <p:cNvSpPr txBox="1"/>
          <p:nvPr/>
        </p:nvSpPr>
        <p:spPr>
          <a:xfrm>
            <a:off x="8434196" y="5256403"/>
            <a:ext cx="137795"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Corbel"/>
                <a:cs typeface="Corbel"/>
              </a:rPr>
              <a:t>c</a:t>
            </a:r>
            <a:endParaRPr sz="2000">
              <a:latin typeface="Corbel"/>
              <a:cs typeface="Corbel"/>
            </a:endParaRPr>
          </a:p>
        </p:txBody>
      </p:sp>
      <p:sp>
        <p:nvSpPr>
          <p:cNvPr id="13" name="object 13"/>
          <p:cNvSpPr txBox="1"/>
          <p:nvPr/>
        </p:nvSpPr>
        <p:spPr>
          <a:xfrm>
            <a:off x="9981310" y="4513326"/>
            <a:ext cx="134620" cy="330835"/>
          </a:xfrm>
          <a:prstGeom prst="rect">
            <a:avLst/>
          </a:prstGeom>
        </p:spPr>
        <p:txBody>
          <a:bodyPr vert="horz" wrap="square" lIns="0" tIns="12700" rIns="0" bIns="0" rtlCol="0">
            <a:spAutoFit/>
          </a:bodyPr>
          <a:lstStyle/>
          <a:p>
            <a:pPr>
              <a:lnSpc>
                <a:spcPct val="100000"/>
              </a:lnSpc>
              <a:spcBef>
                <a:spcPts val="100"/>
              </a:spcBef>
            </a:pPr>
            <a:r>
              <a:rPr sz="2000" b="1" spc="-50" dirty="0">
                <a:latin typeface="Corbel"/>
                <a:cs typeface="Corbel"/>
              </a:rPr>
              <a:t>+</a:t>
            </a:r>
            <a:endParaRPr sz="2000">
              <a:latin typeface="Corbel"/>
              <a:cs typeface="Corbel"/>
            </a:endParaRPr>
          </a:p>
        </p:txBody>
      </p:sp>
      <p:sp>
        <p:nvSpPr>
          <p:cNvPr id="14" name="object 14"/>
          <p:cNvSpPr txBox="1"/>
          <p:nvPr/>
        </p:nvSpPr>
        <p:spPr>
          <a:xfrm>
            <a:off x="11010645" y="4513326"/>
            <a:ext cx="137795"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Corbel"/>
                <a:cs typeface="Corbel"/>
              </a:rPr>
              <a:t>c</a:t>
            </a:r>
            <a:endParaRPr sz="2000">
              <a:latin typeface="Corbel"/>
              <a:cs typeface="Corbel"/>
            </a:endParaRPr>
          </a:p>
        </p:txBody>
      </p:sp>
      <p:sp>
        <p:nvSpPr>
          <p:cNvPr id="15" name="object 15"/>
          <p:cNvSpPr txBox="1"/>
          <p:nvPr/>
        </p:nvSpPr>
        <p:spPr>
          <a:xfrm>
            <a:off x="9624441" y="5199126"/>
            <a:ext cx="156845"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Corbel"/>
                <a:cs typeface="Corbel"/>
              </a:rPr>
              <a:t>a</a:t>
            </a:r>
            <a:endParaRPr sz="2000">
              <a:latin typeface="Corbel"/>
              <a:cs typeface="Corbel"/>
            </a:endParaRPr>
          </a:p>
        </p:txBody>
      </p:sp>
      <p:sp>
        <p:nvSpPr>
          <p:cNvPr id="16" name="object 16"/>
          <p:cNvSpPr txBox="1"/>
          <p:nvPr/>
        </p:nvSpPr>
        <p:spPr>
          <a:xfrm>
            <a:off x="10461117" y="5199126"/>
            <a:ext cx="16764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Corbel"/>
                <a:cs typeface="Corbel"/>
              </a:rPr>
              <a:t>b</a:t>
            </a:r>
            <a:endParaRPr sz="2000">
              <a:latin typeface="Corbel"/>
              <a:cs typeface="Corbel"/>
            </a:endParaRPr>
          </a:p>
        </p:txBody>
      </p:sp>
      <p:sp>
        <p:nvSpPr>
          <p:cNvPr id="17" name="object 17"/>
          <p:cNvSpPr/>
          <p:nvPr/>
        </p:nvSpPr>
        <p:spPr>
          <a:xfrm>
            <a:off x="7197090" y="4484370"/>
            <a:ext cx="228600" cy="228600"/>
          </a:xfrm>
          <a:custGeom>
            <a:avLst/>
            <a:gdLst/>
            <a:ahLst/>
            <a:cxnLst/>
            <a:rect l="l" t="t" r="r" b="b"/>
            <a:pathLst>
              <a:path w="228600" h="228600">
                <a:moveTo>
                  <a:pt x="228600" y="0"/>
                </a:moveTo>
                <a:lnTo>
                  <a:pt x="0" y="228599"/>
                </a:lnTo>
              </a:path>
            </a:pathLst>
          </a:custGeom>
          <a:ln w="25908">
            <a:solidFill>
              <a:srgbClr val="000000"/>
            </a:solidFill>
          </a:ln>
        </p:spPr>
        <p:txBody>
          <a:bodyPr wrap="square" lIns="0" tIns="0" rIns="0" bIns="0" rtlCol="0"/>
          <a:lstStyle/>
          <a:p>
            <a:endParaRPr/>
          </a:p>
        </p:txBody>
      </p:sp>
      <p:sp>
        <p:nvSpPr>
          <p:cNvPr id="18" name="object 18"/>
          <p:cNvSpPr/>
          <p:nvPr/>
        </p:nvSpPr>
        <p:spPr>
          <a:xfrm>
            <a:off x="7719821" y="4537709"/>
            <a:ext cx="228600" cy="228600"/>
          </a:xfrm>
          <a:custGeom>
            <a:avLst/>
            <a:gdLst/>
            <a:ahLst/>
            <a:cxnLst/>
            <a:rect l="l" t="t" r="r" b="b"/>
            <a:pathLst>
              <a:path w="228600" h="228600">
                <a:moveTo>
                  <a:pt x="0" y="0"/>
                </a:moveTo>
                <a:lnTo>
                  <a:pt x="228600" y="228600"/>
                </a:lnTo>
              </a:path>
            </a:pathLst>
          </a:custGeom>
          <a:ln w="25908">
            <a:solidFill>
              <a:srgbClr val="000000"/>
            </a:solidFill>
          </a:ln>
        </p:spPr>
        <p:txBody>
          <a:bodyPr wrap="square" lIns="0" tIns="0" rIns="0" bIns="0" rtlCol="0"/>
          <a:lstStyle/>
          <a:p>
            <a:endParaRPr/>
          </a:p>
        </p:txBody>
      </p:sp>
      <p:sp>
        <p:nvSpPr>
          <p:cNvPr id="19" name="object 19"/>
          <p:cNvSpPr/>
          <p:nvPr/>
        </p:nvSpPr>
        <p:spPr>
          <a:xfrm>
            <a:off x="7730490" y="5029961"/>
            <a:ext cx="228600" cy="228600"/>
          </a:xfrm>
          <a:custGeom>
            <a:avLst/>
            <a:gdLst/>
            <a:ahLst/>
            <a:cxnLst/>
            <a:rect l="l" t="t" r="r" b="b"/>
            <a:pathLst>
              <a:path w="228600" h="228600">
                <a:moveTo>
                  <a:pt x="228600" y="0"/>
                </a:moveTo>
                <a:lnTo>
                  <a:pt x="0" y="228600"/>
                </a:lnTo>
              </a:path>
            </a:pathLst>
          </a:custGeom>
          <a:ln w="25908">
            <a:solidFill>
              <a:srgbClr val="000000"/>
            </a:solidFill>
          </a:ln>
        </p:spPr>
        <p:txBody>
          <a:bodyPr wrap="square" lIns="0" tIns="0" rIns="0" bIns="0" rtlCol="0"/>
          <a:lstStyle/>
          <a:p>
            <a:endParaRPr/>
          </a:p>
        </p:txBody>
      </p:sp>
      <p:sp>
        <p:nvSpPr>
          <p:cNvPr id="20" name="object 20"/>
          <p:cNvSpPr/>
          <p:nvPr/>
        </p:nvSpPr>
        <p:spPr>
          <a:xfrm>
            <a:off x="8263890" y="5029961"/>
            <a:ext cx="228600" cy="228600"/>
          </a:xfrm>
          <a:custGeom>
            <a:avLst/>
            <a:gdLst/>
            <a:ahLst/>
            <a:cxnLst/>
            <a:rect l="l" t="t" r="r" b="b"/>
            <a:pathLst>
              <a:path w="228600" h="228600">
                <a:moveTo>
                  <a:pt x="0" y="0"/>
                </a:moveTo>
                <a:lnTo>
                  <a:pt x="228600" y="228600"/>
                </a:lnTo>
              </a:path>
            </a:pathLst>
          </a:custGeom>
          <a:ln w="25908">
            <a:solidFill>
              <a:srgbClr val="000000"/>
            </a:solidFill>
          </a:ln>
        </p:spPr>
        <p:txBody>
          <a:bodyPr wrap="square" lIns="0" tIns="0" rIns="0" bIns="0" rtlCol="0"/>
          <a:lstStyle/>
          <a:p>
            <a:endParaRPr/>
          </a:p>
        </p:txBody>
      </p:sp>
      <p:sp>
        <p:nvSpPr>
          <p:cNvPr id="21" name="object 21"/>
          <p:cNvSpPr/>
          <p:nvPr/>
        </p:nvSpPr>
        <p:spPr>
          <a:xfrm>
            <a:off x="10168890" y="4344161"/>
            <a:ext cx="228600" cy="228600"/>
          </a:xfrm>
          <a:custGeom>
            <a:avLst/>
            <a:gdLst/>
            <a:ahLst/>
            <a:cxnLst/>
            <a:rect l="l" t="t" r="r" b="b"/>
            <a:pathLst>
              <a:path w="228600" h="228600">
                <a:moveTo>
                  <a:pt x="228600" y="0"/>
                </a:moveTo>
                <a:lnTo>
                  <a:pt x="0" y="228600"/>
                </a:lnTo>
              </a:path>
            </a:pathLst>
          </a:custGeom>
          <a:ln w="25908">
            <a:solidFill>
              <a:srgbClr val="000000"/>
            </a:solidFill>
          </a:ln>
        </p:spPr>
        <p:txBody>
          <a:bodyPr wrap="square" lIns="0" tIns="0" rIns="0" bIns="0" rtlCol="0"/>
          <a:lstStyle/>
          <a:p>
            <a:endParaRPr/>
          </a:p>
        </p:txBody>
      </p:sp>
      <p:sp>
        <p:nvSpPr>
          <p:cNvPr id="22" name="object 22"/>
          <p:cNvSpPr/>
          <p:nvPr/>
        </p:nvSpPr>
        <p:spPr>
          <a:xfrm>
            <a:off x="10702290" y="4344161"/>
            <a:ext cx="228600" cy="228600"/>
          </a:xfrm>
          <a:custGeom>
            <a:avLst/>
            <a:gdLst/>
            <a:ahLst/>
            <a:cxnLst/>
            <a:rect l="l" t="t" r="r" b="b"/>
            <a:pathLst>
              <a:path w="228600" h="228600">
                <a:moveTo>
                  <a:pt x="0" y="0"/>
                </a:moveTo>
                <a:lnTo>
                  <a:pt x="228600" y="228600"/>
                </a:lnTo>
              </a:path>
            </a:pathLst>
          </a:custGeom>
          <a:ln w="25908">
            <a:solidFill>
              <a:srgbClr val="000000"/>
            </a:solidFill>
          </a:ln>
        </p:spPr>
        <p:txBody>
          <a:bodyPr wrap="square" lIns="0" tIns="0" rIns="0" bIns="0" rtlCol="0"/>
          <a:lstStyle/>
          <a:p>
            <a:endParaRPr/>
          </a:p>
        </p:txBody>
      </p:sp>
      <p:sp>
        <p:nvSpPr>
          <p:cNvPr id="23" name="object 23"/>
          <p:cNvSpPr/>
          <p:nvPr/>
        </p:nvSpPr>
        <p:spPr>
          <a:xfrm>
            <a:off x="9711690" y="4953761"/>
            <a:ext cx="228600" cy="228600"/>
          </a:xfrm>
          <a:custGeom>
            <a:avLst/>
            <a:gdLst/>
            <a:ahLst/>
            <a:cxnLst/>
            <a:rect l="l" t="t" r="r" b="b"/>
            <a:pathLst>
              <a:path w="228600" h="228600">
                <a:moveTo>
                  <a:pt x="228600" y="0"/>
                </a:moveTo>
                <a:lnTo>
                  <a:pt x="0" y="228600"/>
                </a:lnTo>
              </a:path>
            </a:pathLst>
          </a:custGeom>
          <a:ln w="25908">
            <a:solidFill>
              <a:srgbClr val="000000"/>
            </a:solidFill>
          </a:ln>
        </p:spPr>
        <p:txBody>
          <a:bodyPr wrap="square" lIns="0" tIns="0" rIns="0" bIns="0" rtlCol="0"/>
          <a:lstStyle/>
          <a:p>
            <a:endParaRPr/>
          </a:p>
        </p:txBody>
      </p:sp>
      <p:sp>
        <p:nvSpPr>
          <p:cNvPr id="24" name="object 24"/>
          <p:cNvSpPr/>
          <p:nvPr/>
        </p:nvSpPr>
        <p:spPr>
          <a:xfrm>
            <a:off x="10245090" y="4953761"/>
            <a:ext cx="228600" cy="228600"/>
          </a:xfrm>
          <a:custGeom>
            <a:avLst/>
            <a:gdLst/>
            <a:ahLst/>
            <a:cxnLst/>
            <a:rect l="l" t="t" r="r" b="b"/>
            <a:pathLst>
              <a:path w="228600" h="228600">
                <a:moveTo>
                  <a:pt x="0" y="0"/>
                </a:moveTo>
                <a:lnTo>
                  <a:pt x="228600" y="228600"/>
                </a:lnTo>
              </a:path>
            </a:pathLst>
          </a:custGeom>
          <a:ln w="25908">
            <a:solidFill>
              <a:srgbClr val="000000"/>
            </a:solidFill>
          </a:ln>
        </p:spPr>
        <p:txBody>
          <a:bodyPr wrap="square" lIns="0" tIns="0" rIns="0" bIns="0" rtlCol="0"/>
          <a:lstStyle/>
          <a:p>
            <a:endParaRPr/>
          </a:p>
        </p:txBody>
      </p:sp>
      <p:sp>
        <p:nvSpPr>
          <p:cNvPr id="25" name="object 25"/>
          <p:cNvSpPr txBox="1"/>
          <p:nvPr/>
        </p:nvSpPr>
        <p:spPr>
          <a:xfrm>
            <a:off x="7138543" y="3979240"/>
            <a:ext cx="886460" cy="636905"/>
          </a:xfrm>
          <a:prstGeom prst="rect">
            <a:avLst/>
          </a:prstGeom>
        </p:spPr>
        <p:txBody>
          <a:bodyPr vert="horz" wrap="square" lIns="0" tIns="13335" rIns="0" bIns="0" rtlCol="0">
            <a:spAutoFit/>
          </a:bodyPr>
          <a:lstStyle/>
          <a:p>
            <a:pPr algn="ctr">
              <a:lnSpc>
                <a:spcPct val="100000"/>
              </a:lnSpc>
              <a:spcBef>
                <a:spcPts val="105"/>
              </a:spcBef>
            </a:pPr>
            <a:r>
              <a:rPr sz="2000" b="1" dirty="0">
                <a:latin typeface="Corbel"/>
                <a:cs typeface="Corbel"/>
              </a:rPr>
              <a:t>a</a:t>
            </a:r>
            <a:r>
              <a:rPr sz="2000" b="1" spc="-5" dirty="0">
                <a:latin typeface="Corbel"/>
                <a:cs typeface="Corbel"/>
              </a:rPr>
              <a:t> </a:t>
            </a:r>
            <a:r>
              <a:rPr sz="2000" b="1" dirty="0">
                <a:latin typeface="Corbel"/>
                <a:cs typeface="Corbel"/>
              </a:rPr>
              <a:t>+</a:t>
            </a:r>
            <a:r>
              <a:rPr sz="2000" b="1" spc="-10" dirty="0">
                <a:latin typeface="Corbel"/>
                <a:cs typeface="Corbel"/>
              </a:rPr>
              <a:t> </a:t>
            </a:r>
            <a:r>
              <a:rPr sz="2000" b="1" dirty="0">
                <a:latin typeface="Corbel"/>
                <a:cs typeface="Corbel"/>
              </a:rPr>
              <a:t>b</a:t>
            </a:r>
            <a:r>
              <a:rPr sz="2000" b="1" spc="-10" dirty="0">
                <a:latin typeface="Corbel"/>
                <a:cs typeface="Corbel"/>
              </a:rPr>
              <a:t> </a:t>
            </a:r>
            <a:r>
              <a:rPr sz="2000" b="1" dirty="0">
                <a:latin typeface="Corbel"/>
                <a:cs typeface="Corbel"/>
              </a:rPr>
              <a:t>*</a:t>
            </a:r>
            <a:r>
              <a:rPr sz="2000" b="1" spc="-10" dirty="0">
                <a:latin typeface="Corbel"/>
                <a:cs typeface="Corbel"/>
              </a:rPr>
              <a:t> </a:t>
            </a:r>
            <a:r>
              <a:rPr sz="2000" b="1" spc="-50" dirty="0">
                <a:latin typeface="Corbel"/>
                <a:cs typeface="Corbel"/>
              </a:rPr>
              <a:t>c</a:t>
            </a:r>
            <a:endParaRPr sz="2000">
              <a:latin typeface="Corbel"/>
              <a:cs typeface="Corbel"/>
            </a:endParaRPr>
          </a:p>
          <a:p>
            <a:pPr marL="27940" algn="ctr">
              <a:lnSpc>
                <a:spcPct val="100000"/>
              </a:lnSpc>
              <a:spcBef>
                <a:spcPts val="5"/>
              </a:spcBef>
            </a:pPr>
            <a:r>
              <a:rPr sz="2000" b="1" spc="-50" dirty="0">
                <a:latin typeface="Corbel"/>
                <a:cs typeface="Corbel"/>
              </a:rPr>
              <a:t>+</a:t>
            </a:r>
            <a:endParaRPr sz="2000">
              <a:latin typeface="Corbel"/>
              <a:cs typeface="Corbel"/>
            </a:endParaRPr>
          </a:p>
        </p:txBody>
      </p:sp>
      <p:sp>
        <p:nvSpPr>
          <p:cNvPr id="26" name="object 26"/>
          <p:cNvSpPr txBox="1"/>
          <p:nvPr/>
        </p:nvSpPr>
        <p:spPr>
          <a:xfrm>
            <a:off x="10500994" y="4208526"/>
            <a:ext cx="134620" cy="330835"/>
          </a:xfrm>
          <a:prstGeom prst="rect">
            <a:avLst/>
          </a:prstGeom>
        </p:spPr>
        <p:txBody>
          <a:bodyPr vert="horz" wrap="square" lIns="0" tIns="12700" rIns="0" bIns="0" rtlCol="0">
            <a:spAutoFit/>
          </a:bodyPr>
          <a:lstStyle/>
          <a:p>
            <a:pPr>
              <a:lnSpc>
                <a:spcPct val="100000"/>
              </a:lnSpc>
              <a:spcBef>
                <a:spcPts val="100"/>
              </a:spcBef>
            </a:pPr>
            <a:r>
              <a:rPr sz="2000" b="1" spc="-50" dirty="0">
                <a:latin typeface="Corbel"/>
                <a:cs typeface="Corbel"/>
              </a:rPr>
              <a:t>*</a:t>
            </a:r>
            <a:endParaRPr sz="2000">
              <a:latin typeface="Corbel"/>
              <a:cs typeface="Corbel"/>
            </a:endParaRPr>
          </a:p>
        </p:txBody>
      </p:sp>
      <p:sp>
        <p:nvSpPr>
          <p:cNvPr id="27" name="object 27"/>
          <p:cNvSpPr txBox="1"/>
          <p:nvPr/>
        </p:nvSpPr>
        <p:spPr>
          <a:xfrm>
            <a:off x="10032745" y="3960621"/>
            <a:ext cx="861060" cy="330835"/>
          </a:xfrm>
          <a:prstGeom prst="rect">
            <a:avLst/>
          </a:prstGeom>
        </p:spPr>
        <p:txBody>
          <a:bodyPr vert="horz" wrap="square" lIns="0" tIns="12700" rIns="0" bIns="0" rtlCol="0">
            <a:spAutoFit/>
          </a:bodyPr>
          <a:lstStyle/>
          <a:p>
            <a:pPr>
              <a:lnSpc>
                <a:spcPct val="100000"/>
              </a:lnSpc>
              <a:spcBef>
                <a:spcPts val="100"/>
              </a:spcBef>
            </a:pPr>
            <a:r>
              <a:rPr sz="2000" b="1" dirty="0">
                <a:latin typeface="Corbel"/>
                <a:cs typeface="Corbel"/>
              </a:rPr>
              <a:t>a</a:t>
            </a:r>
            <a:r>
              <a:rPr sz="2000" b="1" spc="-10" dirty="0">
                <a:latin typeface="Corbel"/>
                <a:cs typeface="Corbel"/>
              </a:rPr>
              <a:t> </a:t>
            </a:r>
            <a:r>
              <a:rPr sz="2000" b="1" dirty="0">
                <a:latin typeface="Corbel"/>
                <a:cs typeface="Corbel"/>
              </a:rPr>
              <a:t>+</a:t>
            </a:r>
            <a:r>
              <a:rPr sz="2000" b="1" spc="-10" dirty="0">
                <a:latin typeface="Corbel"/>
                <a:cs typeface="Corbel"/>
              </a:rPr>
              <a:t> </a:t>
            </a:r>
            <a:r>
              <a:rPr sz="2000" b="1" dirty="0">
                <a:latin typeface="Corbel"/>
                <a:cs typeface="Corbel"/>
              </a:rPr>
              <a:t>b *</a:t>
            </a:r>
            <a:r>
              <a:rPr sz="2000" b="1" spc="-10" dirty="0">
                <a:latin typeface="Corbel"/>
                <a:cs typeface="Corbel"/>
              </a:rPr>
              <a:t> </a:t>
            </a:r>
            <a:r>
              <a:rPr sz="2000" b="1" spc="-60" dirty="0">
                <a:latin typeface="Corbel"/>
                <a:cs typeface="Corbel"/>
              </a:rPr>
              <a:t>c</a:t>
            </a:r>
            <a:endParaRPr sz="2000">
              <a:latin typeface="Corbel"/>
              <a:cs typeface="Corbe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2700"/>
              </a:spcBef>
            </a:pPr>
            <a:endParaRPr sz="3600" dirty="0">
              <a:latin typeface="Times New Roman"/>
              <a:cs typeface="Times New Roman"/>
            </a:endParaRPr>
          </a:p>
          <a:p>
            <a:pPr marL="344170" marR="780415">
              <a:lnSpc>
                <a:spcPts val="3890"/>
              </a:lnSpc>
            </a:pPr>
            <a:r>
              <a:rPr sz="3600" b="1" spc="-65" dirty="0">
                <a:solidFill>
                  <a:srgbClr val="FFFFFF"/>
                </a:solidFill>
                <a:latin typeface="Cambria"/>
                <a:cs typeface="Cambria"/>
              </a:rPr>
              <a:t>Ambiguous </a:t>
            </a:r>
            <a:r>
              <a:rPr sz="3600" b="1" spc="-10" dirty="0">
                <a:solidFill>
                  <a:srgbClr val="FFFFFF"/>
                </a:solidFill>
                <a:latin typeface="Cambria"/>
                <a:cs typeface="Cambria"/>
              </a:rPr>
              <a:t>Grammar</a:t>
            </a:r>
            <a:endParaRPr sz="3600" dirty="0">
              <a:latin typeface="Cambria"/>
              <a:cs typeface="Cambria"/>
            </a:endParaRPr>
          </a:p>
        </p:txBody>
      </p:sp>
      <p:sp>
        <p:nvSpPr>
          <p:cNvPr id="3" name="object 3"/>
          <p:cNvSpPr txBox="1"/>
          <p:nvPr/>
        </p:nvSpPr>
        <p:spPr>
          <a:xfrm>
            <a:off x="3622675" y="138582"/>
            <a:ext cx="2072639" cy="1287780"/>
          </a:xfrm>
          <a:prstGeom prst="rect">
            <a:avLst/>
          </a:prstGeom>
        </p:spPr>
        <p:txBody>
          <a:bodyPr vert="horz" wrap="square" lIns="0" tIns="12700" rIns="0" bIns="0" rtlCol="0">
            <a:spAutoFit/>
          </a:bodyPr>
          <a:lstStyle/>
          <a:p>
            <a:pPr marL="12700" marR="5080">
              <a:lnSpc>
                <a:spcPct val="141600"/>
              </a:lnSpc>
              <a:spcBef>
                <a:spcPts val="100"/>
              </a:spcBef>
            </a:pPr>
            <a:r>
              <a:rPr sz="1950" dirty="0">
                <a:latin typeface="Cambria"/>
                <a:cs typeface="Cambria"/>
              </a:rPr>
              <a:t>E</a:t>
            </a:r>
            <a:r>
              <a:rPr sz="1950" dirty="0">
                <a:latin typeface="Wingdings"/>
                <a:cs typeface="Wingdings"/>
              </a:rPr>
              <a:t></a:t>
            </a:r>
            <a:r>
              <a:rPr sz="1950" spc="-65" dirty="0">
                <a:latin typeface="Times New Roman"/>
                <a:cs typeface="Times New Roman"/>
              </a:rPr>
              <a:t> </a:t>
            </a:r>
            <a:r>
              <a:rPr sz="1950" dirty="0">
                <a:latin typeface="Cambria"/>
                <a:cs typeface="Cambria"/>
              </a:rPr>
              <a:t>E</a:t>
            </a:r>
            <a:r>
              <a:rPr sz="1950" spc="-10" dirty="0">
                <a:latin typeface="Cambria"/>
                <a:cs typeface="Cambria"/>
              </a:rPr>
              <a:t> </a:t>
            </a:r>
            <a:r>
              <a:rPr sz="1950" dirty="0">
                <a:latin typeface="Cambria"/>
                <a:cs typeface="Cambria"/>
              </a:rPr>
              <a:t>+</a:t>
            </a:r>
            <a:r>
              <a:rPr sz="1950" spc="-15" dirty="0">
                <a:latin typeface="Cambria"/>
                <a:cs typeface="Cambria"/>
              </a:rPr>
              <a:t> </a:t>
            </a:r>
            <a:r>
              <a:rPr sz="1950" dirty="0">
                <a:latin typeface="Cambria"/>
                <a:cs typeface="Cambria"/>
              </a:rPr>
              <a:t>E</a:t>
            </a:r>
            <a:r>
              <a:rPr sz="1950" spc="-10" dirty="0">
                <a:latin typeface="Cambria"/>
                <a:cs typeface="Cambria"/>
              </a:rPr>
              <a:t> </a:t>
            </a:r>
            <a:r>
              <a:rPr sz="1950" dirty="0">
                <a:latin typeface="Cambria"/>
                <a:cs typeface="Cambria"/>
              </a:rPr>
              <a:t>|</a:t>
            </a:r>
            <a:r>
              <a:rPr sz="1950" spc="-20" dirty="0">
                <a:latin typeface="Cambria"/>
                <a:cs typeface="Cambria"/>
              </a:rPr>
              <a:t> </a:t>
            </a:r>
            <a:r>
              <a:rPr sz="1950" dirty="0">
                <a:latin typeface="Cambria"/>
                <a:cs typeface="Cambria"/>
              </a:rPr>
              <a:t>E</a:t>
            </a:r>
            <a:r>
              <a:rPr sz="1950" spc="-10" dirty="0">
                <a:latin typeface="Cambria"/>
                <a:cs typeface="Cambria"/>
              </a:rPr>
              <a:t> </a:t>
            </a:r>
            <a:r>
              <a:rPr sz="1950" dirty="0">
                <a:latin typeface="Cambria"/>
                <a:cs typeface="Cambria"/>
              </a:rPr>
              <a:t>* E</a:t>
            </a:r>
            <a:r>
              <a:rPr sz="1950" spc="-10" dirty="0">
                <a:latin typeface="Cambria"/>
                <a:cs typeface="Cambria"/>
              </a:rPr>
              <a:t> </a:t>
            </a:r>
            <a:r>
              <a:rPr sz="1950" dirty="0">
                <a:latin typeface="Cambria"/>
                <a:cs typeface="Cambria"/>
              </a:rPr>
              <a:t>|</a:t>
            </a:r>
            <a:r>
              <a:rPr sz="1950" spc="-20" dirty="0">
                <a:latin typeface="Cambria"/>
                <a:cs typeface="Cambria"/>
              </a:rPr>
              <a:t> </a:t>
            </a:r>
            <a:r>
              <a:rPr sz="1950" spc="-25" dirty="0">
                <a:latin typeface="Cambria"/>
                <a:cs typeface="Cambria"/>
              </a:rPr>
              <a:t>id </a:t>
            </a:r>
            <a:r>
              <a:rPr sz="1950" dirty="0">
                <a:latin typeface="Cambria"/>
                <a:cs typeface="Cambria"/>
              </a:rPr>
              <a:t>By</a:t>
            </a:r>
            <a:r>
              <a:rPr sz="1950" spc="-50" dirty="0">
                <a:latin typeface="Cambria"/>
                <a:cs typeface="Cambria"/>
              </a:rPr>
              <a:t> </a:t>
            </a:r>
            <a:r>
              <a:rPr sz="1950" dirty="0">
                <a:latin typeface="Cambria"/>
                <a:cs typeface="Cambria"/>
              </a:rPr>
              <a:t>parse</a:t>
            </a:r>
            <a:r>
              <a:rPr sz="1950" spc="-50" dirty="0">
                <a:latin typeface="Cambria"/>
                <a:cs typeface="Cambria"/>
              </a:rPr>
              <a:t> </a:t>
            </a:r>
            <a:r>
              <a:rPr sz="1950" spc="-10" dirty="0">
                <a:latin typeface="Cambria"/>
                <a:cs typeface="Cambria"/>
              </a:rPr>
              <a:t>tree:-</a:t>
            </a:r>
            <a:endParaRPr sz="1950">
              <a:latin typeface="Cambria"/>
              <a:cs typeface="Cambria"/>
            </a:endParaRPr>
          </a:p>
          <a:p>
            <a:pPr marR="67310" algn="ctr">
              <a:lnSpc>
                <a:spcPct val="100000"/>
              </a:lnSpc>
              <a:spcBef>
                <a:spcPts val="969"/>
              </a:spcBef>
            </a:pPr>
            <a:r>
              <a:rPr sz="1950" spc="-50" dirty="0">
                <a:latin typeface="Cambria"/>
                <a:cs typeface="Cambria"/>
              </a:rPr>
              <a:t>E</a:t>
            </a:r>
            <a:endParaRPr sz="1950">
              <a:latin typeface="Cambria"/>
              <a:cs typeface="Cambria"/>
            </a:endParaRPr>
          </a:p>
        </p:txBody>
      </p:sp>
      <p:sp>
        <p:nvSpPr>
          <p:cNvPr id="4" name="object 4"/>
          <p:cNvSpPr txBox="1"/>
          <p:nvPr/>
        </p:nvSpPr>
        <p:spPr>
          <a:xfrm>
            <a:off x="4000627" y="1942846"/>
            <a:ext cx="1381760" cy="323850"/>
          </a:xfrm>
          <a:prstGeom prst="rect">
            <a:avLst/>
          </a:prstGeom>
        </p:spPr>
        <p:txBody>
          <a:bodyPr vert="horz" wrap="square" lIns="0" tIns="13335" rIns="0" bIns="0" rtlCol="0">
            <a:spAutoFit/>
          </a:bodyPr>
          <a:lstStyle/>
          <a:p>
            <a:pPr marL="12700">
              <a:lnSpc>
                <a:spcPct val="100000"/>
              </a:lnSpc>
              <a:spcBef>
                <a:spcPts val="105"/>
              </a:spcBef>
              <a:tabLst>
                <a:tab pos="657225" algn="l"/>
                <a:tab pos="1225550" algn="l"/>
              </a:tabLst>
            </a:pPr>
            <a:r>
              <a:rPr sz="1950" spc="-50" dirty="0">
                <a:latin typeface="Cambria"/>
                <a:cs typeface="Cambria"/>
              </a:rPr>
              <a:t>E</a:t>
            </a:r>
            <a:r>
              <a:rPr sz="1950" dirty="0">
                <a:latin typeface="Cambria"/>
                <a:cs typeface="Cambria"/>
              </a:rPr>
              <a:t>	</a:t>
            </a:r>
            <a:r>
              <a:rPr sz="1950" spc="-50" dirty="0">
                <a:latin typeface="Cambria"/>
                <a:cs typeface="Cambria"/>
              </a:rPr>
              <a:t>+</a:t>
            </a:r>
            <a:r>
              <a:rPr sz="1950" dirty="0">
                <a:latin typeface="Cambria"/>
                <a:cs typeface="Cambria"/>
              </a:rPr>
              <a:t>	</a:t>
            </a:r>
            <a:r>
              <a:rPr sz="1950" spc="-50" dirty="0">
                <a:latin typeface="Cambria"/>
                <a:cs typeface="Cambria"/>
              </a:rPr>
              <a:t>E</a:t>
            </a:r>
            <a:endParaRPr sz="1950">
              <a:latin typeface="Cambria"/>
              <a:cs typeface="Cambria"/>
            </a:endParaRPr>
          </a:p>
        </p:txBody>
      </p:sp>
      <p:sp>
        <p:nvSpPr>
          <p:cNvPr id="5" name="object 5"/>
          <p:cNvSpPr txBox="1"/>
          <p:nvPr/>
        </p:nvSpPr>
        <p:spPr>
          <a:xfrm>
            <a:off x="3839083" y="2782570"/>
            <a:ext cx="231775" cy="323850"/>
          </a:xfrm>
          <a:prstGeom prst="rect">
            <a:avLst/>
          </a:prstGeom>
        </p:spPr>
        <p:txBody>
          <a:bodyPr vert="horz" wrap="square" lIns="0" tIns="13335" rIns="0" bIns="0" rtlCol="0">
            <a:spAutoFit/>
          </a:bodyPr>
          <a:lstStyle/>
          <a:p>
            <a:pPr marL="12700">
              <a:lnSpc>
                <a:spcPct val="100000"/>
              </a:lnSpc>
              <a:spcBef>
                <a:spcPts val="105"/>
              </a:spcBef>
            </a:pPr>
            <a:r>
              <a:rPr sz="1950" spc="-25" dirty="0">
                <a:latin typeface="Cambria"/>
                <a:cs typeface="Cambria"/>
              </a:rPr>
              <a:t>id</a:t>
            </a:r>
            <a:endParaRPr sz="1950">
              <a:latin typeface="Cambria"/>
              <a:cs typeface="Cambria"/>
            </a:endParaRPr>
          </a:p>
        </p:txBody>
      </p:sp>
      <p:sp>
        <p:nvSpPr>
          <p:cNvPr id="6" name="object 6"/>
          <p:cNvSpPr txBox="1"/>
          <p:nvPr/>
        </p:nvSpPr>
        <p:spPr>
          <a:xfrm>
            <a:off x="4753483" y="2782570"/>
            <a:ext cx="1066165" cy="323850"/>
          </a:xfrm>
          <a:prstGeom prst="rect">
            <a:avLst/>
          </a:prstGeom>
        </p:spPr>
        <p:txBody>
          <a:bodyPr vert="horz" wrap="square" lIns="0" tIns="13335" rIns="0" bIns="0" rtlCol="0">
            <a:spAutoFit/>
          </a:bodyPr>
          <a:lstStyle/>
          <a:p>
            <a:pPr marL="12700">
              <a:lnSpc>
                <a:spcPct val="100000"/>
              </a:lnSpc>
              <a:spcBef>
                <a:spcPts val="105"/>
              </a:spcBef>
              <a:tabLst>
                <a:tab pos="423545" algn="l"/>
                <a:tab pos="909319" algn="l"/>
              </a:tabLst>
            </a:pPr>
            <a:r>
              <a:rPr sz="1950" spc="-50" dirty="0">
                <a:latin typeface="Cambria"/>
                <a:cs typeface="Cambria"/>
              </a:rPr>
              <a:t>E</a:t>
            </a:r>
            <a:r>
              <a:rPr sz="1950" dirty="0">
                <a:latin typeface="Cambria"/>
                <a:cs typeface="Cambria"/>
              </a:rPr>
              <a:t>	</a:t>
            </a:r>
            <a:r>
              <a:rPr sz="1950" spc="-50" dirty="0">
                <a:latin typeface="Cambria"/>
                <a:cs typeface="Cambria"/>
              </a:rPr>
              <a:t>*</a:t>
            </a:r>
            <a:r>
              <a:rPr sz="1950" dirty="0">
                <a:latin typeface="Cambria"/>
                <a:cs typeface="Cambria"/>
              </a:rPr>
              <a:t>	</a:t>
            </a:r>
            <a:r>
              <a:rPr sz="1950" spc="-50" dirty="0">
                <a:latin typeface="Cambria"/>
                <a:cs typeface="Cambria"/>
              </a:rPr>
              <a:t>E</a:t>
            </a:r>
            <a:endParaRPr sz="1950">
              <a:latin typeface="Cambria"/>
              <a:cs typeface="Cambria"/>
            </a:endParaRPr>
          </a:p>
        </p:txBody>
      </p:sp>
      <p:sp>
        <p:nvSpPr>
          <p:cNvPr id="7" name="object 7"/>
          <p:cNvSpPr txBox="1"/>
          <p:nvPr/>
        </p:nvSpPr>
        <p:spPr>
          <a:xfrm>
            <a:off x="4806822" y="3622675"/>
            <a:ext cx="232410" cy="323850"/>
          </a:xfrm>
          <a:prstGeom prst="rect">
            <a:avLst/>
          </a:prstGeom>
        </p:spPr>
        <p:txBody>
          <a:bodyPr vert="horz" wrap="square" lIns="0" tIns="13335" rIns="0" bIns="0" rtlCol="0">
            <a:spAutoFit/>
          </a:bodyPr>
          <a:lstStyle/>
          <a:p>
            <a:pPr marL="12700">
              <a:lnSpc>
                <a:spcPct val="100000"/>
              </a:lnSpc>
              <a:spcBef>
                <a:spcPts val="105"/>
              </a:spcBef>
            </a:pPr>
            <a:r>
              <a:rPr sz="1950" spc="-25" dirty="0">
                <a:latin typeface="Cambria"/>
                <a:cs typeface="Cambria"/>
              </a:rPr>
              <a:t>id</a:t>
            </a:r>
            <a:endParaRPr sz="1950">
              <a:latin typeface="Cambria"/>
              <a:cs typeface="Cambria"/>
            </a:endParaRPr>
          </a:p>
        </p:txBody>
      </p:sp>
      <p:sp>
        <p:nvSpPr>
          <p:cNvPr id="8" name="object 8"/>
          <p:cNvSpPr txBox="1"/>
          <p:nvPr/>
        </p:nvSpPr>
        <p:spPr>
          <a:xfrm>
            <a:off x="5608701" y="3622675"/>
            <a:ext cx="231775" cy="323850"/>
          </a:xfrm>
          <a:prstGeom prst="rect">
            <a:avLst/>
          </a:prstGeom>
        </p:spPr>
        <p:txBody>
          <a:bodyPr vert="horz" wrap="square" lIns="0" tIns="13335" rIns="0" bIns="0" rtlCol="0">
            <a:spAutoFit/>
          </a:bodyPr>
          <a:lstStyle/>
          <a:p>
            <a:pPr marL="12700">
              <a:lnSpc>
                <a:spcPct val="100000"/>
              </a:lnSpc>
              <a:spcBef>
                <a:spcPts val="105"/>
              </a:spcBef>
            </a:pPr>
            <a:r>
              <a:rPr sz="1950" spc="-25" dirty="0">
                <a:latin typeface="Cambria"/>
                <a:cs typeface="Cambria"/>
              </a:rPr>
              <a:t>id</a:t>
            </a:r>
            <a:endParaRPr sz="1950">
              <a:latin typeface="Cambria"/>
              <a:cs typeface="Cambria"/>
            </a:endParaRPr>
          </a:p>
        </p:txBody>
      </p:sp>
      <p:sp>
        <p:nvSpPr>
          <p:cNvPr id="9" name="object 9"/>
          <p:cNvSpPr txBox="1"/>
          <p:nvPr/>
        </p:nvSpPr>
        <p:spPr>
          <a:xfrm>
            <a:off x="4537075" y="4041775"/>
            <a:ext cx="168910" cy="323850"/>
          </a:xfrm>
          <a:prstGeom prst="rect">
            <a:avLst/>
          </a:prstGeom>
        </p:spPr>
        <p:txBody>
          <a:bodyPr vert="horz" wrap="square" lIns="0" tIns="13335" rIns="0" bIns="0" rtlCol="0">
            <a:spAutoFit/>
          </a:bodyPr>
          <a:lstStyle/>
          <a:p>
            <a:pPr marL="12700">
              <a:lnSpc>
                <a:spcPct val="100000"/>
              </a:lnSpc>
              <a:spcBef>
                <a:spcPts val="105"/>
              </a:spcBef>
            </a:pPr>
            <a:r>
              <a:rPr sz="1950" spc="-50" dirty="0">
                <a:latin typeface="Cambria"/>
                <a:cs typeface="Cambria"/>
              </a:rPr>
              <a:t>E</a:t>
            </a:r>
            <a:endParaRPr sz="1950">
              <a:latin typeface="Cambria"/>
              <a:cs typeface="Cambria"/>
            </a:endParaRPr>
          </a:p>
        </p:txBody>
      </p:sp>
      <p:sp>
        <p:nvSpPr>
          <p:cNvPr id="10" name="object 10"/>
          <p:cNvSpPr txBox="1"/>
          <p:nvPr/>
        </p:nvSpPr>
        <p:spPr>
          <a:xfrm>
            <a:off x="4108830" y="4881752"/>
            <a:ext cx="1119505" cy="323850"/>
          </a:xfrm>
          <a:prstGeom prst="rect">
            <a:avLst/>
          </a:prstGeom>
        </p:spPr>
        <p:txBody>
          <a:bodyPr vert="horz" wrap="square" lIns="0" tIns="13335" rIns="0" bIns="0" rtlCol="0">
            <a:spAutoFit/>
          </a:bodyPr>
          <a:lstStyle/>
          <a:p>
            <a:pPr marL="12700">
              <a:lnSpc>
                <a:spcPct val="100000"/>
              </a:lnSpc>
              <a:spcBef>
                <a:spcPts val="105"/>
              </a:spcBef>
              <a:tabLst>
                <a:tab pos="480059" algn="l"/>
                <a:tab pos="963294" algn="l"/>
              </a:tabLst>
            </a:pPr>
            <a:r>
              <a:rPr sz="1950" spc="-50" dirty="0">
                <a:latin typeface="Cambria"/>
                <a:cs typeface="Cambria"/>
              </a:rPr>
              <a:t>E</a:t>
            </a:r>
            <a:r>
              <a:rPr sz="1950" dirty="0">
                <a:latin typeface="Cambria"/>
                <a:cs typeface="Cambria"/>
              </a:rPr>
              <a:t>	</a:t>
            </a:r>
            <a:r>
              <a:rPr sz="1950" spc="-50" dirty="0">
                <a:latin typeface="Cambria"/>
                <a:cs typeface="Cambria"/>
              </a:rPr>
              <a:t>*</a:t>
            </a:r>
            <a:r>
              <a:rPr sz="1950" dirty="0">
                <a:latin typeface="Cambria"/>
                <a:cs typeface="Cambria"/>
              </a:rPr>
              <a:t>	</a:t>
            </a:r>
            <a:r>
              <a:rPr sz="1950" spc="-50" dirty="0">
                <a:latin typeface="Cambria"/>
                <a:cs typeface="Cambria"/>
              </a:rPr>
              <a:t>E</a:t>
            </a:r>
            <a:endParaRPr sz="1950">
              <a:latin typeface="Cambria"/>
              <a:cs typeface="Cambria"/>
            </a:endParaRPr>
          </a:p>
        </p:txBody>
      </p:sp>
      <p:sp>
        <p:nvSpPr>
          <p:cNvPr id="11" name="object 11"/>
          <p:cNvSpPr txBox="1"/>
          <p:nvPr/>
        </p:nvSpPr>
        <p:spPr>
          <a:xfrm>
            <a:off x="3784219" y="5598273"/>
            <a:ext cx="1518920" cy="868044"/>
          </a:xfrm>
          <a:prstGeom prst="rect">
            <a:avLst/>
          </a:prstGeom>
        </p:spPr>
        <p:txBody>
          <a:bodyPr vert="horz" wrap="square" lIns="0" tIns="136525" rIns="0" bIns="0" rtlCol="0">
            <a:spAutoFit/>
          </a:bodyPr>
          <a:lstStyle/>
          <a:p>
            <a:pPr marL="12700">
              <a:lnSpc>
                <a:spcPct val="100000"/>
              </a:lnSpc>
              <a:spcBef>
                <a:spcPts val="1075"/>
              </a:spcBef>
              <a:tabLst>
                <a:tab pos="371475" algn="l"/>
                <a:tab pos="777240" algn="l"/>
                <a:tab pos="1298575" algn="l"/>
              </a:tabLst>
            </a:pPr>
            <a:r>
              <a:rPr sz="1950" spc="-50" dirty="0">
                <a:latin typeface="Cambria"/>
                <a:cs typeface="Cambria"/>
              </a:rPr>
              <a:t>E</a:t>
            </a:r>
            <a:r>
              <a:rPr sz="1950" dirty="0">
                <a:latin typeface="Cambria"/>
                <a:cs typeface="Cambria"/>
              </a:rPr>
              <a:t>	</a:t>
            </a:r>
            <a:r>
              <a:rPr sz="1950" spc="-50" dirty="0">
                <a:latin typeface="Cambria"/>
                <a:cs typeface="Cambria"/>
              </a:rPr>
              <a:t>+</a:t>
            </a:r>
            <a:r>
              <a:rPr sz="1950" dirty="0">
                <a:latin typeface="Cambria"/>
                <a:cs typeface="Cambria"/>
              </a:rPr>
              <a:t>	</a:t>
            </a:r>
            <a:r>
              <a:rPr sz="1950" spc="-50" dirty="0">
                <a:latin typeface="Cambria"/>
                <a:cs typeface="Cambria"/>
              </a:rPr>
              <a:t>E</a:t>
            </a:r>
            <a:r>
              <a:rPr sz="1950" dirty="0">
                <a:latin typeface="Cambria"/>
                <a:cs typeface="Cambria"/>
              </a:rPr>
              <a:t>	</a:t>
            </a:r>
            <a:r>
              <a:rPr sz="1950" spc="-25" dirty="0">
                <a:latin typeface="Cambria"/>
                <a:cs typeface="Cambria"/>
              </a:rPr>
              <a:t>id</a:t>
            </a:r>
            <a:endParaRPr sz="1950">
              <a:latin typeface="Cambria"/>
              <a:cs typeface="Cambria"/>
            </a:endParaRPr>
          </a:p>
          <a:p>
            <a:pPr marL="12700">
              <a:lnSpc>
                <a:spcPct val="100000"/>
              </a:lnSpc>
              <a:spcBef>
                <a:spcPts val="975"/>
              </a:spcBef>
            </a:pPr>
            <a:r>
              <a:rPr sz="1950" spc="-25" dirty="0">
                <a:latin typeface="Cambria"/>
                <a:cs typeface="Cambria"/>
              </a:rPr>
              <a:t>id</a:t>
            </a:r>
            <a:endParaRPr sz="1950">
              <a:latin typeface="Cambria"/>
              <a:cs typeface="Cambria"/>
            </a:endParaRPr>
          </a:p>
        </p:txBody>
      </p:sp>
      <p:sp>
        <p:nvSpPr>
          <p:cNvPr id="12" name="object 12"/>
          <p:cNvSpPr txBox="1"/>
          <p:nvPr/>
        </p:nvSpPr>
        <p:spPr>
          <a:xfrm>
            <a:off x="4585842" y="6142431"/>
            <a:ext cx="231775" cy="323850"/>
          </a:xfrm>
          <a:prstGeom prst="rect">
            <a:avLst/>
          </a:prstGeom>
        </p:spPr>
        <p:txBody>
          <a:bodyPr vert="horz" wrap="square" lIns="0" tIns="13335" rIns="0" bIns="0" rtlCol="0">
            <a:spAutoFit/>
          </a:bodyPr>
          <a:lstStyle/>
          <a:p>
            <a:pPr marL="12700">
              <a:lnSpc>
                <a:spcPct val="100000"/>
              </a:lnSpc>
              <a:spcBef>
                <a:spcPts val="105"/>
              </a:spcBef>
            </a:pPr>
            <a:r>
              <a:rPr sz="1950" spc="-25" dirty="0">
                <a:latin typeface="Cambria"/>
                <a:cs typeface="Cambria"/>
              </a:rPr>
              <a:t>id</a:t>
            </a:r>
            <a:endParaRPr sz="1950">
              <a:latin typeface="Cambria"/>
              <a:cs typeface="Cambria"/>
            </a:endParaRPr>
          </a:p>
        </p:txBody>
      </p:sp>
      <p:sp>
        <p:nvSpPr>
          <p:cNvPr id="13" name="object 13"/>
          <p:cNvSpPr/>
          <p:nvPr/>
        </p:nvSpPr>
        <p:spPr>
          <a:xfrm>
            <a:off x="4291584" y="1525524"/>
            <a:ext cx="310515" cy="321945"/>
          </a:xfrm>
          <a:custGeom>
            <a:avLst/>
            <a:gdLst/>
            <a:ahLst/>
            <a:cxnLst/>
            <a:rect l="l" t="t" r="r" b="b"/>
            <a:pathLst>
              <a:path w="310514" h="321944">
                <a:moveTo>
                  <a:pt x="310514" y="0"/>
                </a:moveTo>
                <a:lnTo>
                  <a:pt x="0" y="321437"/>
                </a:lnTo>
              </a:path>
            </a:pathLst>
          </a:custGeom>
          <a:ln w="9144">
            <a:solidFill>
              <a:srgbClr val="000000"/>
            </a:solidFill>
          </a:ln>
        </p:spPr>
        <p:txBody>
          <a:bodyPr wrap="square" lIns="0" tIns="0" rIns="0" bIns="0" rtlCol="0"/>
          <a:lstStyle/>
          <a:p>
            <a:endParaRPr/>
          </a:p>
        </p:txBody>
      </p:sp>
      <p:sp>
        <p:nvSpPr>
          <p:cNvPr id="14" name="object 14"/>
          <p:cNvSpPr/>
          <p:nvPr/>
        </p:nvSpPr>
        <p:spPr>
          <a:xfrm>
            <a:off x="4852415" y="1524000"/>
            <a:ext cx="403225" cy="368300"/>
          </a:xfrm>
          <a:custGeom>
            <a:avLst/>
            <a:gdLst/>
            <a:ahLst/>
            <a:cxnLst/>
            <a:rect l="l" t="t" r="r" b="b"/>
            <a:pathLst>
              <a:path w="403225" h="368300">
                <a:moveTo>
                  <a:pt x="0" y="0"/>
                </a:moveTo>
                <a:lnTo>
                  <a:pt x="402971" y="368173"/>
                </a:lnTo>
              </a:path>
            </a:pathLst>
          </a:custGeom>
          <a:ln w="9144">
            <a:solidFill>
              <a:srgbClr val="000000"/>
            </a:solidFill>
          </a:ln>
        </p:spPr>
        <p:txBody>
          <a:bodyPr wrap="square" lIns="0" tIns="0" rIns="0" bIns="0" rtlCol="0"/>
          <a:lstStyle/>
          <a:p>
            <a:endParaRPr/>
          </a:p>
        </p:txBody>
      </p:sp>
      <p:sp>
        <p:nvSpPr>
          <p:cNvPr id="15" name="object 15"/>
          <p:cNvSpPr/>
          <p:nvPr/>
        </p:nvSpPr>
        <p:spPr>
          <a:xfrm>
            <a:off x="4733544" y="1524000"/>
            <a:ext cx="14604" cy="368300"/>
          </a:xfrm>
          <a:custGeom>
            <a:avLst/>
            <a:gdLst/>
            <a:ahLst/>
            <a:cxnLst/>
            <a:rect l="l" t="t" r="r" b="b"/>
            <a:pathLst>
              <a:path w="14604" h="368300">
                <a:moveTo>
                  <a:pt x="0" y="0"/>
                </a:moveTo>
                <a:lnTo>
                  <a:pt x="14350" y="368173"/>
                </a:lnTo>
              </a:path>
            </a:pathLst>
          </a:custGeom>
          <a:ln w="9144">
            <a:solidFill>
              <a:srgbClr val="000000"/>
            </a:solidFill>
          </a:ln>
        </p:spPr>
        <p:txBody>
          <a:bodyPr wrap="square" lIns="0" tIns="0" rIns="0" bIns="0" rtlCol="0"/>
          <a:lstStyle/>
          <a:p>
            <a:endParaRPr/>
          </a:p>
        </p:txBody>
      </p:sp>
      <p:sp>
        <p:nvSpPr>
          <p:cNvPr id="16" name="object 16"/>
          <p:cNvSpPr/>
          <p:nvPr/>
        </p:nvSpPr>
        <p:spPr>
          <a:xfrm>
            <a:off x="4081271" y="2331720"/>
            <a:ext cx="1905" cy="412115"/>
          </a:xfrm>
          <a:custGeom>
            <a:avLst/>
            <a:gdLst/>
            <a:ahLst/>
            <a:cxnLst/>
            <a:rect l="l" t="t" r="r" b="b"/>
            <a:pathLst>
              <a:path w="1904" h="412114">
                <a:moveTo>
                  <a:pt x="0" y="0"/>
                </a:moveTo>
                <a:lnTo>
                  <a:pt x="1904" y="411606"/>
                </a:lnTo>
              </a:path>
            </a:pathLst>
          </a:custGeom>
          <a:ln w="9143">
            <a:solidFill>
              <a:srgbClr val="000000"/>
            </a:solidFill>
          </a:ln>
        </p:spPr>
        <p:txBody>
          <a:bodyPr wrap="square" lIns="0" tIns="0" rIns="0" bIns="0" rtlCol="0"/>
          <a:lstStyle/>
          <a:p>
            <a:endParaRPr/>
          </a:p>
        </p:txBody>
      </p:sp>
      <p:sp>
        <p:nvSpPr>
          <p:cNvPr id="17" name="object 17"/>
          <p:cNvSpPr/>
          <p:nvPr/>
        </p:nvSpPr>
        <p:spPr>
          <a:xfrm>
            <a:off x="4934711" y="2314955"/>
            <a:ext cx="283845" cy="427990"/>
          </a:xfrm>
          <a:custGeom>
            <a:avLst/>
            <a:gdLst/>
            <a:ahLst/>
            <a:cxnLst/>
            <a:rect l="l" t="t" r="r" b="b"/>
            <a:pathLst>
              <a:path w="283845" h="427989">
                <a:moveTo>
                  <a:pt x="283845" y="0"/>
                </a:moveTo>
                <a:lnTo>
                  <a:pt x="0" y="427609"/>
                </a:lnTo>
              </a:path>
            </a:pathLst>
          </a:custGeom>
          <a:ln w="9144">
            <a:solidFill>
              <a:srgbClr val="000000"/>
            </a:solidFill>
          </a:ln>
        </p:spPr>
        <p:txBody>
          <a:bodyPr wrap="square" lIns="0" tIns="0" rIns="0" bIns="0" rtlCol="0"/>
          <a:lstStyle/>
          <a:p>
            <a:endParaRPr/>
          </a:p>
        </p:txBody>
      </p:sp>
      <p:sp>
        <p:nvSpPr>
          <p:cNvPr id="18" name="object 18"/>
          <p:cNvSpPr/>
          <p:nvPr/>
        </p:nvSpPr>
        <p:spPr>
          <a:xfrm>
            <a:off x="5471159" y="2314955"/>
            <a:ext cx="349885" cy="384810"/>
          </a:xfrm>
          <a:custGeom>
            <a:avLst/>
            <a:gdLst/>
            <a:ahLst/>
            <a:cxnLst/>
            <a:rect l="l" t="t" r="r" b="b"/>
            <a:pathLst>
              <a:path w="349885" h="384810">
                <a:moveTo>
                  <a:pt x="0" y="0"/>
                </a:moveTo>
                <a:lnTo>
                  <a:pt x="349630" y="384810"/>
                </a:lnTo>
              </a:path>
            </a:pathLst>
          </a:custGeom>
          <a:ln w="9143">
            <a:solidFill>
              <a:srgbClr val="000000"/>
            </a:solidFill>
          </a:ln>
        </p:spPr>
        <p:txBody>
          <a:bodyPr wrap="square" lIns="0" tIns="0" rIns="0" bIns="0" rtlCol="0"/>
          <a:lstStyle/>
          <a:p>
            <a:endParaRPr/>
          </a:p>
        </p:txBody>
      </p:sp>
      <p:sp>
        <p:nvSpPr>
          <p:cNvPr id="19" name="object 19"/>
          <p:cNvSpPr/>
          <p:nvPr/>
        </p:nvSpPr>
        <p:spPr>
          <a:xfrm>
            <a:off x="5359908" y="2365248"/>
            <a:ext cx="0" cy="327025"/>
          </a:xfrm>
          <a:custGeom>
            <a:avLst/>
            <a:gdLst/>
            <a:ahLst/>
            <a:cxnLst/>
            <a:rect l="l" t="t" r="r" b="b"/>
            <a:pathLst>
              <a:path h="327025">
                <a:moveTo>
                  <a:pt x="0" y="0"/>
                </a:moveTo>
                <a:lnTo>
                  <a:pt x="0" y="326516"/>
                </a:lnTo>
              </a:path>
            </a:pathLst>
          </a:custGeom>
          <a:ln w="9144">
            <a:solidFill>
              <a:srgbClr val="000000"/>
            </a:solidFill>
          </a:ln>
        </p:spPr>
        <p:txBody>
          <a:bodyPr wrap="square" lIns="0" tIns="0" rIns="0" bIns="0" rtlCol="0"/>
          <a:lstStyle/>
          <a:p>
            <a:endParaRPr/>
          </a:p>
        </p:txBody>
      </p:sp>
      <p:grpSp>
        <p:nvGrpSpPr>
          <p:cNvPr id="20" name="object 20"/>
          <p:cNvGrpSpPr/>
          <p:nvPr/>
        </p:nvGrpSpPr>
        <p:grpSpPr>
          <a:xfrm>
            <a:off x="8144256" y="1597152"/>
            <a:ext cx="2382520" cy="890269"/>
            <a:chOff x="8144256" y="1597152"/>
            <a:chExt cx="2382520" cy="890269"/>
          </a:xfrm>
        </p:grpSpPr>
        <p:sp>
          <p:nvSpPr>
            <p:cNvPr id="21" name="object 21"/>
            <p:cNvSpPr/>
            <p:nvPr/>
          </p:nvSpPr>
          <p:spPr>
            <a:xfrm>
              <a:off x="8149590" y="1602486"/>
              <a:ext cx="2371725" cy="879475"/>
            </a:xfrm>
            <a:custGeom>
              <a:avLst/>
              <a:gdLst/>
              <a:ahLst/>
              <a:cxnLst/>
              <a:rect l="l" t="t" r="r" b="b"/>
              <a:pathLst>
                <a:path w="2371725" h="879475">
                  <a:moveTo>
                    <a:pt x="2224785" y="0"/>
                  </a:moveTo>
                  <a:lnTo>
                    <a:pt x="146557" y="0"/>
                  </a:lnTo>
                  <a:lnTo>
                    <a:pt x="100250" y="7475"/>
                  </a:lnTo>
                  <a:lnTo>
                    <a:pt x="60021" y="28289"/>
                  </a:lnTo>
                  <a:lnTo>
                    <a:pt x="28289" y="60021"/>
                  </a:lnTo>
                  <a:lnTo>
                    <a:pt x="7475" y="100250"/>
                  </a:lnTo>
                  <a:lnTo>
                    <a:pt x="0" y="146558"/>
                  </a:lnTo>
                  <a:lnTo>
                    <a:pt x="0" y="732789"/>
                  </a:lnTo>
                  <a:lnTo>
                    <a:pt x="7475" y="779097"/>
                  </a:lnTo>
                  <a:lnTo>
                    <a:pt x="28289" y="819326"/>
                  </a:lnTo>
                  <a:lnTo>
                    <a:pt x="60021" y="851058"/>
                  </a:lnTo>
                  <a:lnTo>
                    <a:pt x="100250" y="871872"/>
                  </a:lnTo>
                  <a:lnTo>
                    <a:pt x="146557" y="879348"/>
                  </a:lnTo>
                  <a:lnTo>
                    <a:pt x="2224785" y="879348"/>
                  </a:lnTo>
                  <a:lnTo>
                    <a:pt x="2271093" y="871872"/>
                  </a:lnTo>
                  <a:lnTo>
                    <a:pt x="2311322" y="851058"/>
                  </a:lnTo>
                  <a:lnTo>
                    <a:pt x="2343054" y="819326"/>
                  </a:lnTo>
                  <a:lnTo>
                    <a:pt x="2363868" y="779097"/>
                  </a:lnTo>
                  <a:lnTo>
                    <a:pt x="2371343" y="732789"/>
                  </a:lnTo>
                  <a:lnTo>
                    <a:pt x="2371343" y="146558"/>
                  </a:lnTo>
                  <a:lnTo>
                    <a:pt x="2363868" y="100250"/>
                  </a:lnTo>
                  <a:lnTo>
                    <a:pt x="2343054" y="60021"/>
                  </a:lnTo>
                  <a:lnTo>
                    <a:pt x="2311322" y="28289"/>
                  </a:lnTo>
                  <a:lnTo>
                    <a:pt x="2271093" y="7475"/>
                  </a:lnTo>
                  <a:lnTo>
                    <a:pt x="2224785" y="0"/>
                  </a:lnTo>
                  <a:close/>
                </a:path>
              </a:pathLst>
            </a:custGeom>
            <a:solidFill>
              <a:srgbClr val="40B9D2"/>
            </a:solidFill>
          </p:spPr>
          <p:txBody>
            <a:bodyPr wrap="square" lIns="0" tIns="0" rIns="0" bIns="0" rtlCol="0"/>
            <a:lstStyle/>
            <a:p>
              <a:endParaRPr/>
            </a:p>
          </p:txBody>
        </p:sp>
        <p:sp>
          <p:nvSpPr>
            <p:cNvPr id="22" name="object 22"/>
            <p:cNvSpPr/>
            <p:nvPr/>
          </p:nvSpPr>
          <p:spPr>
            <a:xfrm>
              <a:off x="8149590" y="1602486"/>
              <a:ext cx="2371725" cy="879475"/>
            </a:xfrm>
            <a:custGeom>
              <a:avLst/>
              <a:gdLst/>
              <a:ahLst/>
              <a:cxnLst/>
              <a:rect l="l" t="t" r="r" b="b"/>
              <a:pathLst>
                <a:path w="2371725" h="879475">
                  <a:moveTo>
                    <a:pt x="0" y="146558"/>
                  </a:moveTo>
                  <a:lnTo>
                    <a:pt x="7475" y="100250"/>
                  </a:lnTo>
                  <a:lnTo>
                    <a:pt x="28289" y="60021"/>
                  </a:lnTo>
                  <a:lnTo>
                    <a:pt x="60021" y="28289"/>
                  </a:lnTo>
                  <a:lnTo>
                    <a:pt x="100250" y="7475"/>
                  </a:lnTo>
                  <a:lnTo>
                    <a:pt x="146557" y="0"/>
                  </a:lnTo>
                  <a:lnTo>
                    <a:pt x="2224785" y="0"/>
                  </a:lnTo>
                  <a:lnTo>
                    <a:pt x="2271093" y="7475"/>
                  </a:lnTo>
                  <a:lnTo>
                    <a:pt x="2311322" y="28289"/>
                  </a:lnTo>
                  <a:lnTo>
                    <a:pt x="2343054" y="60021"/>
                  </a:lnTo>
                  <a:lnTo>
                    <a:pt x="2363868" y="100250"/>
                  </a:lnTo>
                  <a:lnTo>
                    <a:pt x="2371343" y="146558"/>
                  </a:lnTo>
                  <a:lnTo>
                    <a:pt x="2371343" y="732789"/>
                  </a:lnTo>
                  <a:lnTo>
                    <a:pt x="2363868" y="779097"/>
                  </a:lnTo>
                  <a:lnTo>
                    <a:pt x="2343054" y="819326"/>
                  </a:lnTo>
                  <a:lnTo>
                    <a:pt x="2311322" y="851058"/>
                  </a:lnTo>
                  <a:lnTo>
                    <a:pt x="2271093" y="871872"/>
                  </a:lnTo>
                  <a:lnTo>
                    <a:pt x="2224785" y="879348"/>
                  </a:lnTo>
                  <a:lnTo>
                    <a:pt x="146557" y="879348"/>
                  </a:lnTo>
                  <a:lnTo>
                    <a:pt x="100250" y="871872"/>
                  </a:lnTo>
                  <a:lnTo>
                    <a:pt x="60021" y="851058"/>
                  </a:lnTo>
                  <a:lnTo>
                    <a:pt x="28289" y="819326"/>
                  </a:lnTo>
                  <a:lnTo>
                    <a:pt x="7475" y="779097"/>
                  </a:lnTo>
                  <a:lnTo>
                    <a:pt x="0" y="732789"/>
                  </a:lnTo>
                  <a:lnTo>
                    <a:pt x="0" y="146558"/>
                  </a:lnTo>
                  <a:close/>
                </a:path>
              </a:pathLst>
            </a:custGeom>
            <a:ln w="10668">
              <a:solidFill>
                <a:srgbClr val="2C879A"/>
              </a:solidFill>
            </a:ln>
          </p:spPr>
          <p:txBody>
            <a:bodyPr wrap="square" lIns="0" tIns="0" rIns="0" bIns="0" rtlCol="0"/>
            <a:lstStyle/>
            <a:p>
              <a:endParaRPr/>
            </a:p>
          </p:txBody>
        </p:sp>
      </p:grpSp>
      <p:sp>
        <p:nvSpPr>
          <p:cNvPr id="23" name="object 23"/>
          <p:cNvSpPr txBox="1"/>
          <p:nvPr/>
        </p:nvSpPr>
        <p:spPr>
          <a:xfrm>
            <a:off x="8754871" y="1876805"/>
            <a:ext cx="116014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orbel"/>
                <a:cs typeface="Corbel"/>
              </a:rPr>
              <a:t>Parse</a:t>
            </a:r>
            <a:r>
              <a:rPr sz="1800" spc="-5" dirty="0">
                <a:solidFill>
                  <a:srgbClr val="FFFFFF"/>
                </a:solidFill>
                <a:latin typeface="Corbel"/>
                <a:cs typeface="Corbel"/>
              </a:rPr>
              <a:t> </a:t>
            </a:r>
            <a:r>
              <a:rPr sz="1800" spc="-10" dirty="0">
                <a:solidFill>
                  <a:srgbClr val="FFFFFF"/>
                </a:solidFill>
                <a:latin typeface="Corbel"/>
                <a:cs typeface="Corbel"/>
              </a:rPr>
              <a:t>tree-</a:t>
            </a:r>
            <a:r>
              <a:rPr sz="1800" spc="-50" dirty="0">
                <a:solidFill>
                  <a:srgbClr val="FFFFFF"/>
                </a:solidFill>
                <a:latin typeface="Corbel"/>
                <a:cs typeface="Corbel"/>
              </a:rPr>
              <a:t>1</a:t>
            </a:r>
            <a:endParaRPr sz="1800">
              <a:latin typeface="Corbel"/>
              <a:cs typeface="Corbel"/>
            </a:endParaRPr>
          </a:p>
        </p:txBody>
      </p:sp>
      <p:sp>
        <p:nvSpPr>
          <p:cNvPr id="24" name="object 24"/>
          <p:cNvSpPr/>
          <p:nvPr/>
        </p:nvSpPr>
        <p:spPr>
          <a:xfrm>
            <a:off x="4288535" y="4485132"/>
            <a:ext cx="230504" cy="384810"/>
          </a:xfrm>
          <a:custGeom>
            <a:avLst/>
            <a:gdLst/>
            <a:ahLst/>
            <a:cxnLst/>
            <a:rect l="l" t="t" r="r" b="b"/>
            <a:pathLst>
              <a:path w="230504" h="384810">
                <a:moveTo>
                  <a:pt x="229997" y="0"/>
                </a:moveTo>
                <a:lnTo>
                  <a:pt x="0" y="384810"/>
                </a:lnTo>
              </a:path>
            </a:pathLst>
          </a:custGeom>
          <a:ln w="9144">
            <a:solidFill>
              <a:srgbClr val="000000"/>
            </a:solidFill>
          </a:ln>
        </p:spPr>
        <p:txBody>
          <a:bodyPr wrap="square" lIns="0" tIns="0" rIns="0" bIns="0" rtlCol="0"/>
          <a:lstStyle/>
          <a:p>
            <a:endParaRPr/>
          </a:p>
        </p:txBody>
      </p:sp>
      <p:sp>
        <p:nvSpPr>
          <p:cNvPr id="25" name="object 25"/>
          <p:cNvSpPr/>
          <p:nvPr/>
        </p:nvSpPr>
        <p:spPr>
          <a:xfrm>
            <a:off x="4765547" y="4500371"/>
            <a:ext cx="310515" cy="368300"/>
          </a:xfrm>
          <a:custGeom>
            <a:avLst/>
            <a:gdLst/>
            <a:ahLst/>
            <a:cxnLst/>
            <a:rect l="l" t="t" r="r" b="b"/>
            <a:pathLst>
              <a:path w="310514" h="368300">
                <a:moveTo>
                  <a:pt x="0" y="0"/>
                </a:moveTo>
                <a:lnTo>
                  <a:pt x="310006" y="368172"/>
                </a:lnTo>
              </a:path>
            </a:pathLst>
          </a:custGeom>
          <a:ln w="9144">
            <a:solidFill>
              <a:srgbClr val="000000"/>
            </a:solidFill>
          </a:ln>
        </p:spPr>
        <p:txBody>
          <a:bodyPr wrap="square" lIns="0" tIns="0" rIns="0" bIns="0" rtlCol="0"/>
          <a:lstStyle/>
          <a:p>
            <a:endParaRPr/>
          </a:p>
        </p:txBody>
      </p:sp>
      <p:sp>
        <p:nvSpPr>
          <p:cNvPr id="26" name="object 26"/>
          <p:cNvSpPr/>
          <p:nvPr/>
        </p:nvSpPr>
        <p:spPr>
          <a:xfrm>
            <a:off x="4649723" y="4500371"/>
            <a:ext cx="14604" cy="368300"/>
          </a:xfrm>
          <a:custGeom>
            <a:avLst/>
            <a:gdLst/>
            <a:ahLst/>
            <a:cxnLst/>
            <a:rect l="l" t="t" r="r" b="b"/>
            <a:pathLst>
              <a:path w="14604" h="368300">
                <a:moveTo>
                  <a:pt x="0" y="0"/>
                </a:moveTo>
                <a:lnTo>
                  <a:pt x="14350" y="368172"/>
                </a:lnTo>
              </a:path>
            </a:pathLst>
          </a:custGeom>
          <a:ln w="9144">
            <a:solidFill>
              <a:srgbClr val="000000"/>
            </a:solidFill>
          </a:ln>
        </p:spPr>
        <p:txBody>
          <a:bodyPr wrap="square" lIns="0" tIns="0" rIns="0" bIns="0" rtlCol="0"/>
          <a:lstStyle/>
          <a:p>
            <a:endParaRPr/>
          </a:p>
        </p:txBody>
      </p:sp>
      <p:sp>
        <p:nvSpPr>
          <p:cNvPr id="27" name="object 27"/>
          <p:cNvSpPr/>
          <p:nvPr/>
        </p:nvSpPr>
        <p:spPr>
          <a:xfrm>
            <a:off x="4852415" y="3151632"/>
            <a:ext cx="0" cy="523875"/>
          </a:xfrm>
          <a:custGeom>
            <a:avLst/>
            <a:gdLst/>
            <a:ahLst/>
            <a:cxnLst/>
            <a:rect l="l" t="t" r="r" b="b"/>
            <a:pathLst>
              <a:path h="523875">
                <a:moveTo>
                  <a:pt x="0" y="0"/>
                </a:moveTo>
                <a:lnTo>
                  <a:pt x="0" y="523366"/>
                </a:lnTo>
              </a:path>
            </a:pathLst>
          </a:custGeom>
          <a:ln w="9144">
            <a:solidFill>
              <a:srgbClr val="000000"/>
            </a:solidFill>
          </a:ln>
        </p:spPr>
        <p:txBody>
          <a:bodyPr wrap="square" lIns="0" tIns="0" rIns="0" bIns="0" rtlCol="0"/>
          <a:lstStyle/>
          <a:p>
            <a:endParaRPr/>
          </a:p>
        </p:txBody>
      </p:sp>
      <p:sp>
        <p:nvSpPr>
          <p:cNvPr id="28" name="object 28"/>
          <p:cNvSpPr/>
          <p:nvPr/>
        </p:nvSpPr>
        <p:spPr>
          <a:xfrm>
            <a:off x="5809488" y="3151632"/>
            <a:ext cx="12065" cy="523875"/>
          </a:xfrm>
          <a:custGeom>
            <a:avLst/>
            <a:gdLst/>
            <a:ahLst/>
            <a:cxnLst/>
            <a:rect l="l" t="t" r="r" b="b"/>
            <a:pathLst>
              <a:path w="12064" h="523875">
                <a:moveTo>
                  <a:pt x="0" y="0"/>
                </a:moveTo>
                <a:lnTo>
                  <a:pt x="11557" y="523366"/>
                </a:lnTo>
              </a:path>
            </a:pathLst>
          </a:custGeom>
          <a:ln w="9144">
            <a:solidFill>
              <a:srgbClr val="000000"/>
            </a:solidFill>
          </a:ln>
        </p:spPr>
        <p:txBody>
          <a:bodyPr wrap="square" lIns="0" tIns="0" rIns="0" bIns="0" rtlCol="0"/>
          <a:lstStyle/>
          <a:p>
            <a:endParaRPr/>
          </a:p>
        </p:txBody>
      </p:sp>
      <p:sp>
        <p:nvSpPr>
          <p:cNvPr id="29" name="object 29"/>
          <p:cNvSpPr/>
          <p:nvPr/>
        </p:nvSpPr>
        <p:spPr>
          <a:xfrm>
            <a:off x="3814571" y="5297423"/>
            <a:ext cx="230504" cy="384810"/>
          </a:xfrm>
          <a:custGeom>
            <a:avLst/>
            <a:gdLst/>
            <a:ahLst/>
            <a:cxnLst/>
            <a:rect l="l" t="t" r="r" b="b"/>
            <a:pathLst>
              <a:path w="230504" h="384810">
                <a:moveTo>
                  <a:pt x="229997" y="0"/>
                </a:moveTo>
                <a:lnTo>
                  <a:pt x="0" y="384771"/>
                </a:lnTo>
              </a:path>
            </a:pathLst>
          </a:custGeom>
          <a:ln w="9144">
            <a:solidFill>
              <a:srgbClr val="000000"/>
            </a:solidFill>
          </a:ln>
        </p:spPr>
        <p:txBody>
          <a:bodyPr wrap="square" lIns="0" tIns="0" rIns="0" bIns="0" rtlCol="0"/>
          <a:lstStyle/>
          <a:p>
            <a:endParaRPr/>
          </a:p>
        </p:txBody>
      </p:sp>
      <p:sp>
        <p:nvSpPr>
          <p:cNvPr id="30" name="object 30"/>
          <p:cNvSpPr/>
          <p:nvPr/>
        </p:nvSpPr>
        <p:spPr>
          <a:xfrm>
            <a:off x="4311396" y="5350764"/>
            <a:ext cx="310515" cy="368300"/>
          </a:xfrm>
          <a:custGeom>
            <a:avLst/>
            <a:gdLst/>
            <a:ahLst/>
            <a:cxnLst/>
            <a:rect l="l" t="t" r="r" b="b"/>
            <a:pathLst>
              <a:path w="310514" h="368300">
                <a:moveTo>
                  <a:pt x="0" y="0"/>
                </a:moveTo>
                <a:lnTo>
                  <a:pt x="310006" y="368173"/>
                </a:lnTo>
              </a:path>
            </a:pathLst>
          </a:custGeom>
          <a:ln w="9143">
            <a:solidFill>
              <a:srgbClr val="000000"/>
            </a:solidFill>
          </a:ln>
        </p:spPr>
        <p:txBody>
          <a:bodyPr wrap="square" lIns="0" tIns="0" rIns="0" bIns="0" rtlCol="0"/>
          <a:lstStyle/>
          <a:p>
            <a:endParaRPr/>
          </a:p>
        </p:txBody>
      </p:sp>
      <p:sp>
        <p:nvSpPr>
          <p:cNvPr id="31" name="object 31"/>
          <p:cNvSpPr/>
          <p:nvPr/>
        </p:nvSpPr>
        <p:spPr>
          <a:xfrm>
            <a:off x="5076444" y="5306567"/>
            <a:ext cx="14604" cy="368300"/>
          </a:xfrm>
          <a:custGeom>
            <a:avLst/>
            <a:gdLst/>
            <a:ahLst/>
            <a:cxnLst/>
            <a:rect l="l" t="t" r="r" b="b"/>
            <a:pathLst>
              <a:path w="14604" h="368300">
                <a:moveTo>
                  <a:pt x="0" y="0"/>
                </a:moveTo>
                <a:lnTo>
                  <a:pt x="14350" y="368172"/>
                </a:lnTo>
              </a:path>
            </a:pathLst>
          </a:custGeom>
          <a:ln w="9144">
            <a:solidFill>
              <a:srgbClr val="000000"/>
            </a:solidFill>
          </a:ln>
        </p:spPr>
        <p:txBody>
          <a:bodyPr wrap="square" lIns="0" tIns="0" rIns="0" bIns="0" rtlCol="0"/>
          <a:lstStyle/>
          <a:p>
            <a:endParaRPr/>
          </a:p>
        </p:txBody>
      </p:sp>
      <p:sp>
        <p:nvSpPr>
          <p:cNvPr id="32" name="object 32"/>
          <p:cNvSpPr/>
          <p:nvPr/>
        </p:nvSpPr>
        <p:spPr>
          <a:xfrm>
            <a:off x="4181855" y="5369052"/>
            <a:ext cx="14604" cy="368935"/>
          </a:xfrm>
          <a:custGeom>
            <a:avLst/>
            <a:gdLst/>
            <a:ahLst/>
            <a:cxnLst/>
            <a:rect l="l" t="t" r="r" b="b"/>
            <a:pathLst>
              <a:path w="14604" h="368935">
                <a:moveTo>
                  <a:pt x="14605" y="0"/>
                </a:moveTo>
                <a:lnTo>
                  <a:pt x="0" y="350075"/>
                </a:lnTo>
              </a:path>
              <a:path w="14604" h="368935">
                <a:moveTo>
                  <a:pt x="14605" y="18288"/>
                </a:moveTo>
                <a:lnTo>
                  <a:pt x="0" y="368363"/>
                </a:lnTo>
              </a:path>
            </a:pathLst>
          </a:custGeom>
          <a:ln w="9144">
            <a:solidFill>
              <a:srgbClr val="000000"/>
            </a:solidFill>
          </a:ln>
        </p:spPr>
        <p:txBody>
          <a:bodyPr wrap="square" lIns="0" tIns="0" rIns="0" bIns="0" rtlCol="0"/>
          <a:lstStyle/>
          <a:p>
            <a:endParaRPr/>
          </a:p>
        </p:txBody>
      </p:sp>
      <p:sp>
        <p:nvSpPr>
          <p:cNvPr id="33" name="object 33"/>
          <p:cNvSpPr/>
          <p:nvPr/>
        </p:nvSpPr>
        <p:spPr>
          <a:xfrm>
            <a:off x="3834384" y="6074664"/>
            <a:ext cx="15240" cy="235585"/>
          </a:xfrm>
          <a:custGeom>
            <a:avLst/>
            <a:gdLst/>
            <a:ahLst/>
            <a:cxnLst/>
            <a:rect l="l" t="t" r="r" b="b"/>
            <a:pathLst>
              <a:path w="15239" h="235585">
                <a:moveTo>
                  <a:pt x="14986" y="0"/>
                </a:moveTo>
                <a:lnTo>
                  <a:pt x="0" y="235394"/>
                </a:lnTo>
              </a:path>
            </a:pathLst>
          </a:custGeom>
          <a:ln w="9144">
            <a:solidFill>
              <a:srgbClr val="000000"/>
            </a:solidFill>
          </a:ln>
        </p:spPr>
        <p:txBody>
          <a:bodyPr wrap="square" lIns="0" tIns="0" rIns="0" bIns="0" rtlCol="0"/>
          <a:lstStyle/>
          <a:p>
            <a:endParaRPr/>
          </a:p>
        </p:txBody>
      </p:sp>
      <p:sp>
        <p:nvSpPr>
          <p:cNvPr id="34" name="object 34"/>
          <p:cNvSpPr/>
          <p:nvPr/>
        </p:nvSpPr>
        <p:spPr>
          <a:xfrm>
            <a:off x="4664964" y="6047232"/>
            <a:ext cx="0" cy="262890"/>
          </a:xfrm>
          <a:custGeom>
            <a:avLst/>
            <a:gdLst/>
            <a:ahLst/>
            <a:cxnLst/>
            <a:rect l="l" t="t" r="r" b="b"/>
            <a:pathLst>
              <a:path h="262889">
                <a:moveTo>
                  <a:pt x="0" y="0"/>
                </a:moveTo>
                <a:lnTo>
                  <a:pt x="0" y="262559"/>
                </a:lnTo>
              </a:path>
            </a:pathLst>
          </a:custGeom>
          <a:ln w="9144">
            <a:solidFill>
              <a:srgbClr val="000000"/>
            </a:solidFill>
          </a:ln>
        </p:spPr>
        <p:txBody>
          <a:bodyPr wrap="square" lIns="0" tIns="0" rIns="0" bIns="0" rtlCol="0"/>
          <a:lstStyle/>
          <a:p>
            <a:endParaRPr/>
          </a:p>
        </p:txBody>
      </p:sp>
      <p:grpSp>
        <p:nvGrpSpPr>
          <p:cNvPr id="35" name="object 35"/>
          <p:cNvGrpSpPr/>
          <p:nvPr/>
        </p:nvGrpSpPr>
        <p:grpSpPr>
          <a:xfrm>
            <a:off x="8232647" y="4872228"/>
            <a:ext cx="2382520" cy="889000"/>
            <a:chOff x="8232647" y="4872228"/>
            <a:chExt cx="2382520" cy="889000"/>
          </a:xfrm>
        </p:grpSpPr>
        <p:sp>
          <p:nvSpPr>
            <p:cNvPr id="36" name="object 36"/>
            <p:cNvSpPr/>
            <p:nvPr/>
          </p:nvSpPr>
          <p:spPr>
            <a:xfrm>
              <a:off x="8237981" y="4877562"/>
              <a:ext cx="2371725" cy="878205"/>
            </a:xfrm>
            <a:custGeom>
              <a:avLst/>
              <a:gdLst/>
              <a:ahLst/>
              <a:cxnLst/>
              <a:rect l="l" t="t" r="r" b="b"/>
              <a:pathLst>
                <a:path w="2371725" h="878204">
                  <a:moveTo>
                    <a:pt x="2225040" y="0"/>
                  </a:moveTo>
                  <a:lnTo>
                    <a:pt x="146303" y="0"/>
                  </a:lnTo>
                  <a:lnTo>
                    <a:pt x="100071" y="7461"/>
                  </a:lnTo>
                  <a:lnTo>
                    <a:pt x="59911" y="28236"/>
                  </a:lnTo>
                  <a:lnTo>
                    <a:pt x="28236" y="59911"/>
                  </a:lnTo>
                  <a:lnTo>
                    <a:pt x="7461" y="100071"/>
                  </a:lnTo>
                  <a:lnTo>
                    <a:pt x="0" y="146304"/>
                  </a:lnTo>
                  <a:lnTo>
                    <a:pt x="0" y="731519"/>
                  </a:lnTo>
                  <a:lnTo>
                    <a:pt x="7461" y="777761"/>
                  </a:lnTo>
                  <a:lnTo>
                    <a:pt x="28236" y="817923"/>
                  </a:lnTo>
                  <a:lnTo>
                    <a:pt x="59911" y="849594"/>
                  </a:lnTo>
                  <a:lnTo>
                    <a:pt x="100071" y="870364"/>
                  </a:lnTo>
                  <a:lnTo>
                    <a:pt x="146303" y="877824"/>
                  </a:lnTo>
                  <a:lnTo>
                    <a:pt x="2225040" y="877824"/>
                  </a:lnTo>
                  <a:lnTo>
                    <a:pt x="2271272" y="870364"/>
                  </a:lnTo>
                  <a:lnTo>
                    <a:pt x="2311432" y="849594"/>
                  </a:lnTo>
                  <a:lnTo>
                    <a:pt x="2343107" y="817923"/>
                  </a:lnTo>
                  <a:lnTo>
                    <a:pt x="2363882" y="777761"/>
                  </a:lnTo>
                  <a:lnTo>
                    <a:pt x="2371344" y="731519"/>
                  </a:lnTo>
                  <a:lnTo>
                    <a:pt x="2371344" y="146304"/>
                  </a:lnTo>
                  <a:lnTo>
                    <a:pt x="2363882" y="100071"/>
                  </a:lnTo>
                  <a:lnTo>
                    <a:pt x="2343107" y="59911"/>
                  </a:lnTo>
                  <a:lnTo>
                    <a:pt x="2311432" y="28236"/>
                  </a:lnTo>
                  <a:lnTo>
                    <a:pt x="2271272" y="7461"/>
                  </a:lnTo>
                  <a:lnTo>
                    <a:pt x="2225040" y="0"/>
                  </a:lnTo>
                  <a:close/>
                </a:path>
              </a:pathLst>
            </a:custGeom>
            <a:solidFill>
              <a:srgbClr val="40B9D2"/>
            </a:solidFill>
          </p:spPr>
          <p:txBody>
            <a:bodyPr wrap="square" lIns="0" tIns="0" rIns="0" bIns="0" rtlCol="0"/>
            <a:lstStyle/>
            <a:p>
              <a:endParaRPr/>
            </a:p>
          </p:txBody>
        </p:sp>
        <p:sp>
          <p:nvSpPr>
            <p:cNvPr id="37" name="object 37"/>
            <p:cNvSpPr/>
            <p:nvPr/>
          </p:nvSpPr>
          <p:spPr>
            <a:xfrm>
              <a:off x="8237981" y="4877562"/>
              <a:ext cx="2371725" cy="878205"/>
            </a:xfrm>
            <a:custGeom>
              <a:avLst/>
              <a:gdLst/>
              <a:ahLst/>
              <a:cxnLst/>
              <a:rect l="l" t="t" r="r" b="b"/>
              <a:pathLst>
                <a:path w="2371725" h="878204">
                  <a:moveTo>
                    <a:pt x="0" y="146304"/>
                  </a:moveTo>
                  <a:lnTo>
                    <a:pt x="7461" y="100071"/>
                  </a:lnTo>
                  <a:lnTo>
                    <a:pt x="28236" y="59911"/>
                  </a:lnTo>
                  <a:lnTo>
                    <a:pt x="59911" y="28236"/>
                  </a:lnTo>
                  <a:lnTo>
                    <a:pt x="100071" y="7461"/>
                  </a:lnTo>
                  <a:lnTo>
                    <a:pt x="146303" y="0"/>
                  </a:lnTo>
                  <a:lnTo>
                    <a:pt x="2225040" y="0"/>
                  </a:lnTo>
                  <a:lnTo>
                    <a:pt x="2271272" y="7461"/>
                  </a:lnTo>
                  <a:lnTo>
                    <a:pt x="2311432" y="28236"/>
                  </a:lnTo>
                  <a:lnTo>
                    <a:pt x="2343107" y="59911"/>
                  </a:lnTo>
                  <a:lnTo>
                    <a:pt x="2363882" y="100071"/>
                  </a:lnTo>
                  <a:lnTo>
                    <a:pt x="2371344" y="146304"/>
                  </a:lnTo>
                  <a:lnTo>
                    <a:pt x="2371344" y="731519"/>
                  </a:lnTo>
                  <a:lnTo>
                    <a:pt x="2363882" y="777761"/>
                  </a:lnTo>
                  <a:lnTo>
                    <a:pt x="2343107" y="817923"/>
                  </a:lnTo>
                  <a:lnTo>
                    <a:pt x="2311432" y="849594"/>
                  </a:lnTo>
                  <a:lnTo>
                    <a:pt x="2271272" y="870364"/>
                  </a:lnTo>
                  <a:lnTo>
                    <a:pt x="2225040" y="877824"/>
                  </a:lnTo>
                  <a:lnTo>
                    <a:pt x="146303" y="877824"/>
                  </a:lnTo>
                  <a:lnTo>
                    <a:pt x="100071" y="870364"/>
                  </a:lnTo>
                  <a:lnTo>
                    <a:pt x="59911" y="849594"/>
                  </a:lnTo>
                  <a:lnTo>
                    <a:pt x="28236" y="817923"/>
                  </a:lnTo>
                  <a:lnTo>
                    <a:pt x="7461" y="777761"/>
                  </a:lnTo>
                  <a:lnTo>
                    <a:pt x="0" y="731519"/>
                  </a:lnTo>
                  <a:lnTo>
                    <a:pt x="0" y="146304"/>
                  </a:lnTo>
                  <a:close/>
                </a:path>
              </a:pathLst>
            </a:custGeom>
            <a:ln w="10668">
              <a:solidFill>
                <a:srgbClr val="2C879A"/>
              </a:solidFill>
            </a:ln>
          </p:spPr>
          <p:txBody>
            <a:bodyPr wrap="square" lIns="0" tIns="0" rIns="0" bIns="0" rtlCol="0"/>
            <a:lstStyle/>
            <a:p>
              <a:endParaRPr/>
            </a:p>
          </p:txBody>
        </p:sp>
      </p:grpSp>
      <p:sp>
        <p:nvSpPr>
          <p:cNvPr id="38" name="object 38"/>
          <p:cNvSpPr txBox="1"/>
          <p:nvPr/>
        </p:nvSpPr>
        <p:spPr>
          <a:xfrm>
            <a:off x="8836279" y="5152135"/>
            <a:ext cx="11741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orbel"/>
                <a:cs typeface="Corbel"/>
              </a:rPr>
              <a:t>Parse</a:t>
            </a:r>
            <a:r>
              <a:rPr sz="1800" spc="-5" dirty="0">
                <a:solidFill>
                  <a:srgbClr val="FFFFFF"/>
                </a:solidFill>
                <a:latin typeface="Corbel"/>
                <a:cs typeface="Corbel"/>
              </a:rPr>
              <a:t> </a:t>
            </a:r>
            <a:r>
              <a:rPr sz="1800" spc="-10" dirty="0">
                <a:solidFill>
                  <a:srgbClr val="FFFFFF"/>
                </a:solidFill>
                <a:latin typeface="Corbel"/>
                <a:cs typeface="Corbel"/>
              </a:rPr>
              <a:t>tree-</a:t>
            </a:r>
            <a:r>
              <a:rPr sz="1800" spc="-50" dirty="0">
                <a:solidFill>
                  <a:srgbClr val="FFFFFF"/>
                </a:solidFill>
                <a:latin typeface="Corbel"/>
                <a:cs typeface="Corbel"/>
              </a:rPr>
              <a:t>2</a:t>
            </a:r>
            <a:endParaRPr sz="1800">
              <a:latin typeface="Corbel"/>
              <a:cs typeface="Corbe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780415">
              <a:lnSpc>
                <a:spcPts val="3890"/>
              </a:lnSpc>
            </a:pPr>
            <a:r>
              <a:rPr sz="3600" b="1" spc="-65" dirty="0">
                <a:solidFill>
                  <a:srgbClr val="FFFFFF"/>
                </a:solidFill>
                <a:latin typeface="Cambria"/>
                <a:cs typeface="Cambria"/>
              </a:rPr>
              <a:t>Ambiguous </a:t>
            </a:r>
            <a:r>
              <a:rPr sz="3600" b="1" spc="-10" dirty="0">
                <a:solidFill>
                  <a:srgbClr val="FFFFFF"/>
                </a:solidFill>
                <a:latin typeface="Cambria"/>
                <a:cs typeface="Cambria"/>
              </a:rPr>
              <a:t>Grammar Example:-</a:t>
            </a:r>
            <a:endParaRPr sz="3600">
              <a:latin typeface="Cambria"/>
              <a:cs typeface="Cambria"/>
            </a:endParaRPr>
          </a:p>
        </p:txBody>
      </p:sp>
      <p:sp>
        <p:nvSpPr>
          <p:cNvPr id="3" name="object 3"/>
          <p:cNvSpPr txBox="1">
            <a:spLocks noGrp="1"/>
          </p:cNvSpPr>
          <p:nvPr>
            <p:ph type="title"/>
          </p:nvPr>
        </p:nvSpPr>
        <p:spPr>
          <a:xfrm>
            <a:off x="3948429" y="335356"/>
            <a:ext cx="5626735" cy="331470"/>
          </a:xfrm>
          <a:prstGeom prst="rect">
            <a:avLst/>
          </a:prstGeom>
        </p:spPr>
        <p:txBody>
          <a:bodyPr vert="horz" wrap="square" lIns="0" tIns="13335" rIns="0" bIns="0" rtlCol="0">
            <a:spAutoFit/>
          </a:bodyPr>
          <a:lstStyle/>
          <a:p>
            <a:pPr marL="12700">
              <a:lnSpc>
                <a:spcPct val="100000"/>
              </a:lnSpc>
              <a:spcBef>
                <a:spcPts val="105"/>
              </a:spcBef>
            </a:pPr>
            <a:r>
              <a:rPr sz="2000" spc="-1040" dirty="0">
                <a:solidFill>
                  <a:srgbClr val="40B9D2"/>
                </a:solidFill>
                <a:latin typeface="Arial MT"/>
                <a:cs typeface="Arial MT"/>
              </a:rPr>
              <a:t>🞄</a:t>
            </a:r>
            <a:r>
              <a:rPr sz="2000" spc="155" dirty="0">
                <a:solidFill>
                  <a:srgbClr val="40B9D2"/>
                </a:solidFill>
                <a:latin typeface="Arial MT"/>
                <a:cs typeface="Arial MT"/>
              </a:rPr>
              <a:t> </a:t>
            </a:r>
            <a:r>
              <a:rPr sz="2000" spc="-10" dirty="0"/>
              <a:t>Prove</a:t>
            </a:r>
            <a:r>
              <a:rPr sz="2000" spc="-90" dirty="0"/>
              <a:t> </a:t>
            </a:r>
            <a:r>
              <a:rPr sz="2000" dirty="0"/>
              <a:t>that</a:t>
            </a:r>
            <a:r>
              <a:rPr sz="2000" spc="-50" dirty="0"/>
              <a:t> </a:t>
            </a:r>
            <a:r>
              <a:rPr sz="2000" spc="-10" dirty="0"/>
              <a:t>given</a:t>
            </a:r>
            <a:r>
              <a:rPr sz="2000" spc="-50" dirty="0"/>
              <a:t> </a:t>
            </a:r>
            <a:r>
              <a:rPr sz="2000" dirty="0"/>
              <a:t>grammar</a:t>
            </a:r>
            <a:r>
              <a:rPr sz="2000" spc="-70" dirty="0"/>
              <a:t> </a:t>
            </a:r>
            <a:r>
              <a:rPr sz="2000" dirty="0"/>
              <a:t>is</a:t>
            </a:r>
            <a:r>
              <a:rPr sz="2000" spc="-35" dirty="0"/>
              <a:t> </a:t>
            </a:r>
            <a:r>
              <a:rPr sz="2000" dirty="0"/>
              <a:t>ambiguous</a:t>
            </a:r>
            <a:r>
              <a:rPr sz="2000" spc="-60" dirty="0"/>
              <a:t> </a:t>
            </a:r>
            <a:r>
              <a:rPr sz="2000" spc="-10" dirty="0"/>
              <a:t>grammar:</a:t>
            </a:r>
            <a:endParaRPr sz="2000">
              <a:latin typeface="Arial MT"/>
              <a:cs typeface="Arial MT"/>
            </a:endParaRPr>
          </a:p>
        </p:txBody>
      </p:sp>
      <p:sp>
        <p:nvSpPr>
          <p:cNvPr id="4" name="object 4"/>
          <p:cNvSpPr txBox="1"/>
          <p:nvPr/>
        </p:nvSpPr>
        <p:spPr>
          <a:xfrm>
            <a:off x="3948429" y="641451"/>
            <a:ext cx="3117215" cy="2007235"/>
          </a:xfrm>
          <a:prstGeom prst="rect">
            <a:avLst/>
          </a:prstGeom>
        </p:spPr>
        <p:txBody>
          <a:bodyPr vert="horz" wrap="square" lIns="0" tIns="12700" rIns="0" bIns="0" rtlCol="0">
            <a:spAutoFit/>
          </a:bodyPr>
          <a:lstStyle/>
          <a:p>
            <a:pPr marL="12700" marR="5080">
              <a:lnSpc>
                <a:spcPct val="130000"/>
              </a:lnSpc>
              <a:spcBef>
                <a:spcPts val="10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ambria"/>
                <a:cs typeface="Cambria"/>
              </a:rPr>
              <a:t>E</a:t>
            </a:r>
            <a:r>
              <a:rPr sz="2000" dirty="0">
                <a:latin typeface="Wingdings"/>
                <a:cs typeface="Wingdings"/>
              </a:rPr>
              <a:t></a:t>
            </a:r>
            <a:r>
              <a:rPr sz="2000" spc="-80" dirty="0">
                <a:latin typeface="Times New Roman"/>
                <a:cs typeface="Times New Roman"/>
              </a:rPr>
              <a:t> </a:t>
            </a:r>
            <a:r>
              <a:rPr sz="2000" dirty="0">
                <a:latin typeface="Cambria"/>
                <a:cs typeface="Cambria"/>
              </a:rPr>
              <a:t>a</a:t>
            </a:r>
            <a:r>
              <a:rPr sz="2000" spc="-10" dirty="0">
                <a:latin typeface="Cambria"/>
                <a:cs typeface="Cambria"/>
              </a:rPr>
              <a:t> </a:t>
            </a:r>
            <a:r>
              <a:rPr sz="2000" dirty="0">
                <a:latin typeface="Cambria"/>
                <a:cs typeface="Cambria"/>
              </a:rPr>
              <a:t>|</a:t>
            </a:r>
            <a:r>
              <a:rPr sz="2000" spc="-10" dirty="0">
                <a:latin typeface="Cambria"/>
                <a:cs typeface="Cambria"/>
              </a:rPr>
              <a:t> </a:t>
            </a:r>
            <a:r>
              <a:rPr sz="2000" dirty="0">
                <a:latin typeface="Cambria"/>
                <a:cs typeface="Cambria"/>
              </a:rPr>
              <a:t>Ea</a:t>
            </a:r>
            <a:r>
              <a:rPr sz="2000" spc="-10" dirty="0">
                <a:latin typeface="Cambria"/>
                <a:cs typeface="Cambria"/>
              </a:rPr>
              <a:t> </a:t>
            </a:r>
            <a:r>
              <a:rPr sz="2000" dirty="0">
                <a:latin typeface="Cambria"/>
                <a:cs typeface="Cambria"/>
              </a:rPr>
              <a:t>|</a:t>
            </a:r>
            <a:r>
              <a:rPr sz="2000" spc="-15" dirty="0">
                <a:latin typeface="Cambria"/>
                <a:cs typeface="Cambria"/>
              </a:rPr>
              <a:t> </a:t>
            </a:r>
            <a:r>
              <a:rPr sz="2000" dirty="0">
                <a:latin typeface="Cambria"/>
                <a:cs typeface="Cambria"/>
              </a:rPr>
              <a:t>bEE</a:t>
            </a:r>
            <a:r>
              <a:rPr sz="2000" spc="-10" dirty="0">
                <a:latin typeface="Cambria"/>
                <a:cs typeface="Cambria"/>
              </a:rPr>
              <a:t> </a:t>
            </a:r>
            <a:r>
              <a:rPr sz="2000" dirty="0">
                <a:latin typeface="Cambria"/>
                <a:cs typeface="Cambria"/>
              </a:rPr>
              <a:t>|</a:t>
            </a:r>
            <a:r>
              <a:rPr sz="2000" spc="-5" dirty="0">
                <a:latin typeface="Cambria"/>
                <a:cs typeface="Cambria"/>
              </a:rPr>
              <a:t> </a:t>
            </a:r>
            <a:r>
              <a:rPr sz="2000" dirty="0">
                <a:latin typeface="Cambria"/>
                <a:cs typeface="Cambria"/>
              </a:rPr>
              <a:t>EEb</a:t>
            </a:r>
            <a:r>
              <a:rPr sz="2000" spc="-20" dirty="0">
                <a:latin typeface="Cambria"/>
                <a:cs typeface="Cambria"/>
              </a:rPr>
              <a:t> </a:t>
            </a:r>
            <a:r>
              <a:rPr sz="2000" dirty="0">
                <a:latin typeface="Cambria"/>
                <a:cs typeface="Cambria"/>
              </a:rPr>
              <a:t>| </a:t>
            </a:r>
            <a:r>
              <a:rPr sz="2000" spc="-65" dirty="0">
                <a:latin typeface="Cambria"/>
                <a:cs typeface="Cambria"/>
              </a:rPr>
              <a:t>EbE </a:t>
            </a:r>
            <a:r>
              <a:rPr sz="2000" spc="-10" dirty="0">
                <a:latin typeface="Cambria"/>
                <a:cs typeface="Cambria"/>
              </a:rPr>
              <a:t>Ans:-</a:t>
            </a:r>
            <a:endParaRPr sz="2000">
              <a:latin typeface="Cambria"/>
              <a:cs typeface="Cambria"/>
            </a:endParaRPr>
          </a:p>
          <a:p>
            <a:pPr marL="12700" marR="843280">
              <a:lnSpc>
                <a:spcPts val="3120"/>
              </a:lnSpc>
              <a:spcBef>
                <a:spcPts val="220"/>
              </a:spcBef>
            </a:pPr>
            <a:r>
              <a:rPr sz="2000" dirty="0">
                <a:latin typeface="Cambria"/>
                <a:cs typeface="Cambria"/>
              </a:rPr>
              <a:t>Assume</a:t>
            </a:r>
            <a:r>
              <a:rPr sz="2000" spc="-25" dirty="0">
                <a:latin typeface="Cambria"/>
                <a:cs typeface="Cambria"/>
              </a:rPr>
              <a:t> </a:t>
            </a:r>
            <a:r>
              <a:rPr sz="2000" dirty="0">
                <a:latin typeface="Cambria"/>
                <a:cs typeface="Cambria"/>
              </a:rPr>
              <a:t>string</a:t>
            </a:r>
            <a:r>
              <a:rPr sz="2000" spc="-30" dirty="0">
                <a:latin typeface="Cambria"/>
                <a:cs typeface="Cambria"/>
              </a:rPr>
              <a:t> </a:t>
            </a:r>
            <a:r>
              <a:rPr sz="2000" spc="-20" dirty="0">
                <a:latin typeface="Cambria"/>
                <a:cs typeface="Cambria"/>
              </a:rPr>
              <a:t>baaab </a:t>
            </a:r>
            <a:r>
              <a:rPr sz="2000" dirty="0">
                <a:latin typeface="Cambria"/>
                <a:cs typeface="Cambria"/>
              </a:rPr>
              <a:t>E</a:t>
            </a:r>
            <a:r>
              <a:rPr sz="2000" dirty="0">
                <a:latin typeface="Wingdings"/>
                <a:cs typeface="Wingdings"/>
              </a:rPr>
              <a:t></a:t>
            </a:r>
            <a:r>
              <a:rPr sz="2000" spc="-70" dirty="0">
                <a:latin typeface="Times New Roman"/>
                <a:cs typeface="Times New Roman"/>
              </a:rPr>
              <a:t> </a:t>
            </a:r>
            <a:r>
              <a:rPr sz="2000" spc="-25" dirty="0">
                <a:latin typeface="Cambria"/>
                <a:cs typeface="Cambria"/>
              </a:rPr>
              <a:t>bEE</a:t>
            </a:r>
            <a:endParaRPr sz="2000">
              <a:latin typeface="Cambria"/>
              <a:cs typeface="Cambria"/>
            </a:endParaRPr>
          </a:p>
          <a:p>
            <a:pPr marL="512445">
              <a:lnSpc>
                <a:spcPct val="100000"/>
              </a:lnSpc>
              <a:spcBef>
                <a:spcPts val="500"/>
              </a:spcBef>
            </a:pPr>
            <a:r>
              <a:rPr sz="2000" spc="-25" dirty="0">
                <a:latin typeface="Cambria"/>
                <a:cs typeface="Cambria"/>
              </a:rPr>
              <a:t>baE</a:t>
            </a:r>
            <a:endParaRPr sz="2000">
              <a:latin typeface="Cambria"/>
              <a:cs typeface="Cambria"/>
            </a:endParaRPr>
          </a:p>
        </p:txBody>
      </p:sp>
      <p:sp>
        <p:nvSpPr>
          <p:cNvPr id="5" name="object 5"/>
          <p:cNvSpPr txBox="1"/>
          <p:nvPr/>
        </p:nvSpPr>
        <p:spPr>
          <a:xfrm>
            <a:off x="4448302" y="2623318"/>
            <a:ext cx="720725" cy="1214120"/>
          </a:xfrm>
          <a:prstGeom prst="rect">
            <a:avLst/>
          </a:prstGeom>
        </p:spPr>
        <p:txBody>
          <a:bodyPr vert="horz" wrap="square" lIns="0" tIns="12065" rIns="0" bIns="0" rtlCol="0">
            <a:spAutoFit/>
          </a:bodyPr>
          <a:lstStyle/>
          <a:p>
            <a:pPr marL="12700" marR="5080" algn="just">
              <a:lnSpc>
                <a:spcPct val="130000"/>
              </a:lnSpc>
              <a:spcBef>
                <a:spcPts val="95"/>
              </a:spcBef>
            </a:pPr>
            <a:r>
              <a:rPr sz="2000" spc="-10" dirty="0">
                <a:latin typeface="Cambria"/>
                <a:cs typeface="Cambria"/>
              </a:rPr>
              <a:t>baEEb baaEb baaab</a:t>
            </a:r>
            <a:endParaRPr sz="2000">
              <a:latin typeface="Cambria"/>
              <a:cs typeface="Cambria"/>
            </a:endParaRPr>
          </a:p>
        </p:txBody>
      </p:sp>
      <p:sp>
        <p:nvSpPr>
          <p:cNvPr id="6" name="object 6"/>
          <p:cNvSpPr txBox="1"/>
          <p:nvPr/>
        </p:nvSpPr>
        <p:spPr>
          <a:xfrm>
            <a:off x="3948429" y="3812292"/>
            <a:ext cx="1256030" cy="2403475"/>
          </a:xfrm>
          <a:prstGeom prst="rect">
            <a:avLst/>
          </a:prstGeom>
        </p:spPr>
        <p:txBody>
          <a:bodyPr vert="horz" wrap="square" lIns="0" tIns="103505" rIns="0" bIns="0" rtlCol="0">
            <a:spAutoFit/>
          </a:bodyPr>
          <a:lstStyle/>
          <a:p>
            <a:pPr marL="12700">
              <a:lnSpc>
                <a:spcPct val="100000"/>
              </a:lnSpc>
              <a:spcBef>
                <a:spcPts val="815"/>
              </a:spcBef>
            </a:pPr>
            <a:r>
              <a:rPr sz="2000" spc="-25" dirty="0">
                <a:latin typeface="Cambria"/>
                <a:cs typeface="Cambria"/>
              </a:rPr>
              <a:t>OR</a:t>
            </a:r>
            <a:endParaRPr sz="2000">
              <a:latin typeface="Cambria"/>
              <a:cs typeface="Cambria"/>
            </a:endParaRPr>
          </a:p>
          <a:p>
            <a:pPr marL="12700">
              <a:lnSpc>
                <a:spcPct val="100000"/>
              </a:lnSpc>
              <a:spcBef>
                <a:spcPts val="720"/>
              </a:spcBef>
            </a:pPr>
            <a:r>
              <a:rPr sz="2000" dirty="0">
                <a:latin typeface="Cambria"/>
                <a:cs typeface="Cambria"/>
              </a:rPr>
              <a:t>E</a:t>
            </a:r>
            <a:r>
              <a:rPr sz="2000" dirty="0">
                <a:latin typeface="Wingdings"/>
                <a:cs typeface="Wingdings"/>
              </a:rPr>
              <a:t></a:t>
            </a:r>
            <a:r>
              <a:rPr sz="2000" spc="-75" dirty="0">
                <a:latin typeface="Times New Roman"/>
                <a:cs typeface="Times New Roman"/>
              </a:rPr>
              <a:t> </a:t>
            </a:r>
            <a:r>
              <a:rPr sz="2000" spc="-25" dirty="0">
                <a:latin typeface="Cambria"/>
                <a:cs typeface="Cambria"/>
              </a:rPr>
              <a:t>EEb</a:t>
            </a:r>
            <a:endParaRPr sz="2000">
              <a:latin typeface="Cambria"/>
              <a:cs typeface="Cambria"/>
            </a:endParaRPr>
          </a:p>
          <a:p>
            <a:pPr marL="512445" marR="5080" algn="just">
              <a:lnSpc>
                <a:spcPct val="130000"/>
              </a:lnSpc>
            </a:pPr>
            <a:r>
              <a:rPr sz="2000" spc="-10" dirty="0">
                <a:latin typeface="Cambria"/>
                <a:cs typeface="Cambria"/>
              </a:rPr>
              <a:t>bEEEb baEEb baaEb baaab</a:t>
            </a:r>
            <a:endParaRPr sz="2000">
              <a:latin typeface="Cambria"/>
              <a:cs typeface="Cambria"/>
            </a:endParaRPr>
          </a:p>
        </p:txBody>
      </p:sp>
      <p:grpSp>
        <p:nvGrpSpPr>
          <p:cNvPr id="7" name="object 7"/>
          <p:cNvGrpSpPr/>
          <p:nvPr/>
        </p:nvGrpSpPr>
        <p:grpSpPr>
          <a:xfrm>
            <a:off x="7772400" y="2295144"/>
            <a:ext cx="2228215" cy="852169"/>
            <a:chOff x="7772400" y="2295144"/>
            <a:chExt cx="2228215" cy="852169"/>
          </a:xfrm>
        </p:grpSpPr>
        <p:sp>
          <p:nvSpPr>
            <p:cNvPr id="8" name="object 8"/>
            <p:cNvSpPr/>
            <p:nvPr/>
          </p:nvSpPr>
          <p:spPr>
            <a:xfrm>
              <a:off x="7777733" y="2300478"/>
              <a:ext cx="2217420" cy="841375"/>
            </a:xfrm>
            <a:custGeom>
              <a:avLst/>
              <a:gdLst/>
              <a:ahLst/>
              <a:cxnLst/>
              <a:rect l="l" t="t" r="r" b="b"/>
              <a:pathLst>
                <a:path w="2217420" h="841375">
                  <a:moveTo>
                    <a:pt x="2077212" y="0"/>
                  </a:moveTo>
                  <a:lnTo>
                    <a:pt x="140208" y="0"/>
                  </a:lnTo>
                  <a:lnTo>
                    <a:pt x="95877" y="7144"/>
                  </a:lnTo>
                  <a:lnTo>
                    <a:pt x="57387" y="27041"/>
                  </a:lnTo>
                  <a:lnTo>
                    <a:pt x="27041" y="57387"/>
                  </a:lnTo>
                  <a:lnTo>
                    <a:pt x="7144" y="95877"/>
                  </a:lnTo>
                  <a:lnTo>
                    <a:pt x="0" y="140208"/>
                  </a:lnTo>
                  <a:lnTo>
                    <a:pt x="0" y="701039"/>
                  </a:lnTo>
                  <a:lnTo>
                    <a:pt x="7144" y="745370"/>
                  </a:lnTo>
                  <a:lnTo>
                    <a:pt x="27041" y="783860"/>
                  </a:lnTo>
                  <a:lnTo>
                    <a:pt x="57387" y="814206"/>
                  </a:lnTo>
                  <a:lnTo>
                    <a:pt x="95877" y="834103"/>
                  </a:lnTo>
                  <a:lnTo>
                    <a:pt x="140208" y="841248"/>
                  </a:lnTo>
                  <a:lnTo>
                    <a:pt x="2077212" y="841248"/>
                  </a:lnTo>
                  <a:lnTo>
                    <a:pt x="2121542" y="834103"/>
                  </a:lnTo>
                  <a:lnTo>
                    <a:pt x="2160032" y="814206"/>
                  </a:lnTo>
                  <a:lnTo>
                    <a:pt x="2190378" y="783860"/>
                  </a:lnTo>
                  <a:lnTo>
                    <a:pt x="2210275" y="745370"/>
                  </a:lnTo>
                  <a:lnTo>
                    <a:pt x="2217420" y="701039"/>
                  </a:lnTo>
                  <a:lnTo>
                    <a:pt x="2217420" y="140208"/>
                  </a:lnTo>
                  <a:lnTo>
                    <a:pt x="2210275" y="95877"/>
                  </a:lnTo>
                  <a:lnTo>
                    <a:pt x="2190378" y="57387"/>
                  </a:lnTo>
                  <a:lnTo>
                    <a:pt x="2160032" y="27041"/>
                  </a:lnTo>
                  <a:lnTo>
                    <a:pt x="2121542" y="7144"/>
                  </a:lnTo>
                  <a:lnTo>
                    <a:pt x="2077212" y="0"/>
                  </a:lnTo>
                  <a:close/>
                </a:path>
              </a:pathLst>
            </a:custGeom>
            <a:solidFill>
              <a:srgbClr val="40B9D2"/>
            </a:solidFill>
          </p:spPr>
          <p:txBody>
            <a:bodyPr wrap="square" lIns="0" tIns="0" rIns="0" bIns="0" rtlCol="0"/>
            <a:lstStyle/>
            <a:p>
              <a:endParaRPr/>
            </a:p>
          </p:txBody>
        </p:sp>
        <p:sp>
          <p:nvSpPr>
            <p:cNvPr id="9" name="object 9"/>
            <p:cNvSpPr/>
            <p:nvPr/>
          </p:nvSpPr>
          <p:spPr>
            <a:xfrm>
              <a:off x="7777733" y="2300478"/>
              <a:ext cx="2217420" cy="841375"/>
            </a:xfrm>
            <a:custGeom>
              <a:avLst/>
              <a:gdLst/>
              <a:ahLst/>
              <a:cxnLst/>
              <a:rect l="l" t="t" r="r" b="b"/>
              <a:pathLst>
                <a:path w="2217420" h="841375">
                  <a:moveTo>
                    <a:pt x="0" y="140208"/>
                  </a:moveTo>
                  <a:lnTo>
                    <a:pt x="7144" y="95877"/>
                  </a:lnTo>
                  <a:lnTo>
                    <a:pt x="27041" y="57387"/>
                  </a:lnTo>
                  <a:lnTo>
                    <a:pt x="57387" y="27041"/>
                  </a:lnTo>
                  <a:lnTo>
                    <a:pt x="95877" y="7144"/>
                  </a:lnTo>
                  <a:lnTo>
                    <a:pt x="140208" y="0"/>
                  </a:lnTo>
                  <a:lnTo>
                    <a:pt x="2077212" y="0"/>
                  </a:lnTo>
                  <a:lnTo>
                    <a:pt x="2121542" y="7144"/>
                  </a:lnTo>
                  <a:lnTo>
                    <a:pt x="2160032" y="27041"/>
                  </a:lnTo>
                  <a:lnTo>
                    <a:pt x="2190378" y="57387"/>
                  </a:lnTo>
                  <a:lnTo>
                    <a:pt x="2210275" y="95877"/>
                  </a:lnTo>
                  <a:lnTo>
                    <a:pt x="2217420" y="140208"/>
                  </a:lnTo>
                  <a:lnTo>
                    <a:pt x="2217420" y="701039"/>
                  </a:lnTo>
                  <a:lnTo>
                    <a:pt x="2210275" y="745370"/>
                  </a:lnTo>
                  <a:lnTo>
                    <a:pt x="2190378" y="783860"/>
                  </a:lnTo>
                  <a:lnTo>
                    <a:pt x="2160032" y="814206"/>
                  </a:lnTo>
                  <a:lnTo>
                    <a:pt x="2121542" y="834103"/>
                  </a:lnTo>
                  <a:lnTo>
                    <a:pt x="2077212" y="841248"/>
                  </a:lnTo>
                  <a:lnTo>
                    <a:pt x="140208" y="841248"/>
                  </a:lnTo>
                  <a:lnTo>
                    <a:pt x="95877" y="834103"/>
                  </a:lnTo>
                  <a:lnTo>
                    <a:pt x="57387" y="814206"/>
                  </a:lnTo>
                  <a:lnTo>
                    <a:pt x="27041" y="783860"/>
                  </a:lnTo>
                  <a:lnTo>
                    <a:pt x="7144" y="745370"/>
                  </a:lnTo>
                  <a:lnTo>
                    <a:pt x="0" y="701039"/>
                  </a:lnTo>
                  <a:lnTo>
                    <a:pt x="0" y="140208"/>
                  </a:lnTo>
                  <a:close/>
                </a:path>
              </a:pathLst>
            </a:custGeom>
            <a:ln w="10668">
              <a:solidFill>
                <a:srgbClr val="2C879A"/>
              </a:solidFill>
            </a:ln>
          </p:spPr>
          <p:txBody>
            <a:bodyPr wrap="square" lIns="0" tIns="0" rIns="0" bIns="0" rtlCol="0"/>
            <a:lstStyle/>
            <a:p>
              <a:endParaRPr/>
            </a:p>
          </p:txBody>
        </p:sp>
      </p:grpSp>
      <p:sp>
        <p:nvSpPr>
          <p:cNvPr id="10" name="object 10"/>
          <p:cNvSpPr txBox="1"/>
          <p:nvPr/>
        </p:nvSpPr>
        <p:spPr>
          <a:xfrm>
            <a:off x="8090154" y="2556128"/>
            <a:ext cx="159258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orbel"/>
                <a:cs typeface="Corbel"/>
              </a:rPr>
              <a:t>Left</a:t>
            </a:r>
            <a:r>
              <a:rPr sz="1800" spc="-15" dirty="0">
                <a:solidFill>
                  <a:srgbClr val="FFFFFF"/>
                </a:solidFill>
                <a:latin typeface="Corbel"/>
                <a:cs typeface="Corbel"/>
              </a:rPr>
              <a:t> </a:t>
            </a:r>
            <a:r>
              <a:rPr sz="1800" spc="-10" dirty="0">
                <a:solidFill>
                  <a:srgbClr val="FFFFFF"/>
                </a:solidFill>
                <a:latin typeface="Corbel"/>
                <a:cs typeface="Corbel"/>
              </a:rPr>
              <a:t>derivation-</a:t>
            </a:r>
            <a:r>
              <a:rPr sz="1800" spc="-50" dirty="0">
                <a:solidFill>
                  <a:srgbClr val="FFFFFF"/>
                </a:solidFill>
                <a:latin typeface="Corbel"/>
                <a:cs typeface="Corbel"/>
              </a:rPr>
              <a:t>1</a:t>
            </a:r>
            <a:endParaRPr sz="1800">
              <a:latin typeface="Corbel"/>
              <a:cs typeface="Corbel"/>
            </a:endParaRPr>
          </a:p>
        </p:txBody>
      </p:sp>
      <p:grpSp>
        <p:nvGrpSpPr>
          <p:cNvPr id="11" name="object 11"/>
          <p:cNvGrpSpPr/>
          <p:nvPr/>
        </p:nvGrpSpPr>
        <p:grpSpPr>
          <a:xfrm>
            <a:off x="7772400" y="4643628"/>
            <a:ext cx="2228215" cy="853440"/>
            <a:chOff x="7772400" y="4643628"/>
            <a:chExt cx="2228215" cy="853440"/>
          </a:xfrm>
        </p:grpSpPr>
        <p:sp>
          <p:nvSpPr>
            <p:cNvPr id="12" name="object 12"/>
            <p:cNvSpPr/>
            <p:nvPr/>
          </p:nvSpPr>
          <p:spPr>
            <a:xfrm>
              <a:off x="7777733" y="4648962"/>
              <a:ext cx="2217420" cy="843280"/>
            </a:xfrm>
            <a:custGeom>
              <a:avLst/>
              <a:gdLst/>
              <a:ahLst/>
              <a:cxnLst/>
              <a:rect l="l" t="t" r="r" b="b"/>
              <a:pathLst>
                <a:path w="2217420" h="843279">
                  <a:moveTo>
                    <a:pt x="2076958" y="0"/>
                  </a:moveTo>
                  <a:lnTo>
                    <a:pt x="140462" y="0"/>
                  </a:lnTo>
                  <a:lnTo>
                    <a:pt x="96056" y="7158"/>
                  </a:lnTo>
                  <a:lnTo>
                    <a:pt x="57497" y="27094"/>
                  </a:lnTo>
                  <a:lnTo>
                    <a:pt x="27094" y="57497"/>
                  </a:lnTo>
                  <a:lnTo>
                    <a:pt x="7158" y="96056"/>
                  </a:lnTo>
                  <a:lnTo>
                    <a:pt x="0" y="140462"/>
                  </a:lnTo>
                  <a:lnTo>
                    <a:pt x="0" y="702310"/>
                  </a:lnTo>
                  <a:lnTo>
                    <a:pt x="7158" y="746715"/>
                  </a:lnTo>
                  <a:lnTo>
                    <a:pt x="27094" y="785274"/>
                  </a:lnTo>
                  <a:lnTo>
                    <a:pt x="57497" y="815677"/>
                  </a:lnTo>
                  <a:lnTo>
                    <a:pt x="96056" y="835613"/>
                  </a:lnTo>
                  <a:lnTo>
                    <a:pt x="140462" y="842772"/>
                  </a:lnTo>
                  <a:lnTo>
                    <a:pt x="2076958" y="842772"/>
                  </a:lnTo>
                  <a:lnTo>
                    <a:pt x="2121363" y="835613"/>
                  </a:lnTo>
                  <a:lnTo>
                    <a:pt x="2159922" y="815677"/>
                  </a:lnTo>
                  <a:lnTo>
                    <a:pt x="2190325" y="785274"/>
                  </a:lnTo>
                  <a:lnTo>
                    <a:pt x="2210261" y="746715"/>
                  </a:lnTo>
                  <a:lnTo>
                    <a:pt x="2217420" y="702310"/>
                  </a:lnTo>
                  <a:lnTo>
                    <a:pt x="2217420" y="140462"/>
                  </a:lnTo>
                  <a:lnTo>
                    <a:pt x="2210261" y="96056"/>
                  </a:lnTo>
                  <a:lnTo>
                    <a:pt x="2190325" y="57497"/>
                  </a:lnTo>
                  <a:lnTo>
                    <a:pt x="2159922" y="27094"/>
                  </a:lnTo>
                  <a:lnTo>
                    <a:pt x="2121363" y="7158"/>
                  </a:lnTo>
                  <a:lnTo>
                    <a:pt x="2076958" y="0"/>
                  </a:lnTo>
                  <a:close/>
                </a:path>
              </a:pathLst>
            </a:custGeom>
            <a:solidFill>
              <a:srgbClr val="40B9D2"/>
            </a:solidFill>
          </p:spPr>
          <p:txBody>
            <a:bodyPr wrap="square" lIns="0" tIns="0" rIns="0" bIns="0" rtlCol="0"/>
            <a:lstStyle/>
            <a:p>
              <a:endParaRPr/>
            </a:p>
          </p:txBody>
        </p:sp>
        <p:sp>
          <p:nvSpPr>
            <p:cNvPr id="13" name="object 13"/>
            <p:cNvSpPr/>
            <p:nvPr/>
          </p:nvSpPr>
          <p:spPr>
            <a:xfrm>
              <a:off x="7777733" y="4648962"/>
              <a:ext cx="2217420" cy="843280"/>
            </a:xfrm>
            <a:custGeom>
              <a:avLst/>
              <a:gdLst/>
              <a:ahLst/>
              <a:cxnLst/>
              <a:rect l="l" t="t" r="r" b="b"/>
              <a:pathLst>
                <a:path w="2217420" h="843279">
                  <a:moveTo>
                    <a:pt x="0" y="140462"/>
                  </a:moveTo>
                  <a:lnTo>
                    <a:pt x="7158" y="96056"/>
                  </a:lnTo>
                  <a:lnTo>
                    <a:pt x="27094" y="57497"/>
                  </a:lnTo>
                  <a:lnTo>
                    <a:pt x="57497" y="27094"/>
                  </a:lnTo>
                  <a:lnTo>
                    <a:pt x="96056" y="7158"/>
                  </a:lnTo>
                  <a:lnTo>
                    <a:pt x="140462" y="0"/>
                  </a:lnTo>
                  <a:lnTo>
                    <a:pt x="2076958" y="0"/>
                  </a:lnTo>
                  <a:lnTo>
                    <a:pt x="2121363" y="7158"/>
                  </a:lnTo>
                  <a:lnTo>
                    <a:pt x="2159922" y="27094"/>
                  </a:lnTo>
                  <a:lnTo>
                    <a:pt x="2190325" y="57497"/>
                  </a:lnTo>
                  <a:lnTo>
                    <a:pt x="2210261" y="96056"/>
                  </a:lnTo>
                  <a:lnTo>
                    <a:pt x="2217420" y="140462"/>
                  </a:lnTo>
                  <a:lnTo>
                    <a:pt x="2217420" y="702310"/>
                  </a:lnTo>
                  <a:lnTo>
                    <a:pt x="2210261" y="746715"/>
                  </a:lnTo>
                  <a:lnTo>
                    <a:pt x="2190325" y="785274"/>
                  </a:lnTo>
                  <a:lnTo>
                    <a:pt x="2159922" y="815677"/>
                  </a:lnTo>
                  <a:lnTo>
                    <a:pt x="2121363" y="835613"/>
                  </a:lnTo>
                  <a:lnTo>
                    <a:pt x="2076958" y="842772"/>
                  </a:lnTo>
                  <a:lnTo>
                    <a:pt x="140462" y="842772"/>
                  </a:lnTo>
                  <a:lnTo>
                    <a:pt x="96056" y="835613"/>
                  </a:lnTo>
                  <a:lnTo>
                    <a:pt x="57497" y="815677"/>
                  </a:lnTo>
                  <a:lnTo>
                    <a:pt x="27094" y="785274"/>
                  </a:lnTo>
                  <a:lnTo>
                    <a:pt x="7158" y="746715"/>
                  </a:lnTo>
                  <a:lnTo>
                    <a:pt x="0" y="702310"/>
                  </a:lnTo>
                  <a:lnTo>
                    <a:pt x="0" y="140462"/>
                  </a:lnTo>
                  <a:close/>
                </a:path>
              </a:pathLst>
            </a:custGeom>
            <a:ln w="10668">
              <a:solidFill>
                <a:srgbClr val="2C879A"/>
              </a:solidFill>
            </a:ln>
          </p:spPr>
          <p:txBody>
            <a:bodyPr wrap="square" lIns="0" tIns="0" rIns="0" bIns="0" rtlCol="0"/>
            <a:lstStyle/>
            <a:p>
              <a:endParaRPr/>
            </a:p>
          </p:txBody>
        </p:sp>
      </p:grpSp>
      <p:sp>
        <p:nvSpPr>
          <p:cNvPr id="14" name="object 14"/>
          <p:cNvSpPr txBox="1"/>
          <p:nvPr/>
        </p:nvSpPr>
        <p:spPr>
          <a:xfrm>
            <a:off x="8082533" y="4906136"/>
            <a:ext cx="160718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orbel"/>
                <a:cs typeface="Corbel"/>
              </a:rPr>
              <a:t>Left</a:t>
            </a:r>
            <a:r>
              <a:rPr sz="1800" spc="-15" dirty="0">
                <a:solidFill>
                  <a:srgbClr val="FFFFFF"/>
                </a:solidFill>
                <a:latin typeface="Corbel"/>
                <a:cs typeface="Corbel"/>
              </a:rPr>
              <a:t> </a:t>
            </a:r>
            <a:r>
              <a:rPr sz="1800" spc="-10" dirty="0">
                <a:solidFill>
                  <a:srgbClr val="FFFFFF"/>
                </a:solidFill>
                <a:latin typeface="Corbel"/>
                <a:cs typeface="Corbel"/>
              </a:rPr>
              <a:t>derivation-</a:t>
            </a:r>
            <a:r>
              <a:rPr sz="1800" spc="-50" dirty="0">
                <a:solidFill>
                  <a:srgbClr val="FFFFFF"/>
                </a:solidFill>
                <a:latin typeface="Corbel"/>
                <a:cs typeface="Corbel"/>
              </a:rPr>
              <a:t>2</a:t>
            </a:r>
            <a:endParaRPr sz="1800">
              <a:latin typeface="Corbel"/>
              <a:cs typeface="Corbe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58951"/>
            <a:ext cx="3444240" cy="5331460"/>
          </a:xfrm>
          <a:custGeom>
            <a:avLst/>
            <a:gdLst/>
            <a:ahLst/>
            <a:cxnLst/>
            <a:rect l="l" t="t" r="r" b="b"/>
            <a:pathLst>
              <a:path w="3444240" h="5331460">
                <a:moveTo>
                  <a:pt x="3444240" y="0"/>
                </a:moveTo>
                <a:lnTo>
                  <a:pt x="0" y="0"/>
                </a:lnTo>
                <a:lnTo>
                  <a:pt x="0" y="5330952"/>
                </a:lnTo>
                <a:lnTo>
                  <a:pt x="3444240" y="5330952"/>
                </a:lnTo>
                <a:lnTo>
                  <a:pt x="3444240" y="0"/>
                </a:lnTo>
                <a:close/>
              </a:path>
            </a:pathLst>
          </a:custGeom>
          <a:solidFill>
            <a:srgbClr val="40B9D2"/>
          </a:solidFill>
        </p:spPr>
        <p:txBody>
          <a:bodyPr wrap="square" lIns="0" tIns="0" rIns="0" bIns="0" rtlCol="0"/>
          <a:lstStyle/>
          <a:p>
            <a:endParaRPr/>
          </a:p>
        </p:txBody>
      </p:sp>
      <p:sp>
        <p:nvSpPr>
          <p:cNvPr id="3" name="object 3"/>
          <p:cNvSpPr/>
          <p:nvPr/>
        </p:nvSpPr>
        <p:spPr>
          <a:xfrm>
            <a:off x="11815571" y="758951"/>
            <a:ext cx="376555" cy="5331460"/>
          </a:xfrm>
          <a:custGeom>
            <a:avLst/>
            <a:gdLst/>
            <a:ahLst/>
            <a:cxnLst/>
            <a:rect l="l" t="t" r="r" b="b"/>
            <a:pathLst>
              <a:path w="376554" h="5331460">
                <a:moveTo>
                  <a:pt x="376427" y="0"/>
                </a:moveTo>
                <a:lnTo>
                  <a:pt x="0" y="0"/>
                </a:lnTo>
                <a:lnTo>
                  <a:pt x="0" y="5330952"/>
                </a:lnTo>
                <a:lnTo>
                  <a:pt x="376427" y="5330952"/>
                </a:lnTo>
                <a:lnTo>
                  <a:pt x="376427" y="0"/>
                </a:lnTo>
                <a:close/>
              </a:path>
            </a:pathLst>
          </a:custGeom>
          <a:solidFill>
            <a:srgbClr val="C7C7C7">
              <a:alpha val="49803"/>
            </a:srgbClr>
          </a:solidFill>
        </p:spPr>
        <p:txBody>
          <a:bodyPr wrap="square" lIns="0" tIns="0" rIns="0" bIns="0" rtlCol="0"/>
          <a:lstStyle/>
          <a:p>
            <a:endParaRPr/>
          </a:p>
        </p:txBody>
      </p:sp>
      <p:sp>
        <p:nvSpPr>
          <p:cNvPr id="4" name="object 4"/>
          <p:cNvSpPr txBox="1"/>
          <p:nvPr/>
        </p:nvSpPr>
        <p:spPr>
          <a:xfrm>
            <a:off x="3948429" y="757783"/>
            <a:ext cx="5469255" cy="1736089"/>
          </a:xfrm>
          <a:prstGeom prst="rect">
            <a:avLst/>
          </a:prstGeom>
        </p:spPr>
        <p:txBody>
          <a:bodyPr vert="horz" wrap="square" lIns="0" tIns="135890" rIns="0" bIns="0" rtlCol="0">
            <a:spAutoFit/>
          </a:bodyPr>
          <a:lstStyle/>
          <a:p>
            <a:pPr marL="12700">
              <a:lnSpc>
                <a:spcPct val="100000"/>
              </a:lnSpc>
              <a:spcBef>
                <a:spcPts val="1070"/>
              </a:spcBef>
            </a:pPr>
            <a:r>
              <a:rPr sz="2000" dirty="0">
                <a:latin typeface="Corbel"/>
                <a:cs typeface="Corbel"/>
              </a:rPr>
              <a:t>Check</a:t>
            </a:r>
            <a:r>
              <a:rPr sz="2000" spc="-45" dirty="0">
                <a:latin typeface="Corbel"/>
                <a:cs typeface="Corbel"/>
              </a:rPr>
              <a:t> </a:t>
            </a:r>
            <a:r>
              <a:rPr sz="2000" dirty="0">
                <a:latin typeface="Corbel"/>
                <a:cs typeface="Corbel"/>
              </a:rPr>
              <a:t>whether</a:t>
            </a:r>
            <a:r>
              <a:rPr sz="2000" spc="-25" dirty="0">
                <a:latin typeface="Corbel"/>
                <a:cs typeface="Corbel"/>
              </a:rPr>
              <a:t> </a:t>
            </a:r>
            <a:r>
              <a:rPr sz="2000" dirty="0">
                <a:latin typeface="Corbel"/>
                <a:cs typeface="Corbel"/>
              </a:rPr>
              <a:t>given</a:t>
            </a:r>
            <a:r>
              <a:rPr sz="2000" spc="-55" dirty="0">
                <a:latin typeface="Corbel"/>
                <a:cs typeface="Corbel"/>
              </a:rPr>
              <a:t> </a:t>
            </a:r>
            <a:r>
              <a:rPr sz="2000" dirty="0">
                <a:latin typeface="Corbel"/>
                <a:cs typeface="Corbel"/>
              </a:rPr>
              <a:t>grammar</a:t>
            </a:r>
            <a:r>
              <a:rPr sz="2000" spc="-35" dirty="0">
                <a:latin typeface="Corbel"/>
                <a:cs typeface="Corbel"/>
              </a:rPr>
              <a:t> </a:t>
            </a:r>
            <a:r>
              <a:rPr sz="2000" dirty="0">
                <a:latin typeface="Corbel"/>
                <a:cs typeface="Corbel"/>
              </a:rPr>
              <a:t>is</a:t>
            </a:r>
            <a:r>
              <a:rPr sz="2000" spc="-25" dirty="0">
                <a:latin typeface="Corbel"/>
                <a:cs typeface="Corbel"/>
              </a:rPr>
              <a:t> </a:t>
            </a:r>
            <a:r>
              <a:rPr sz="2000" dirty="0">
                <a:latin typeface="Corbel"/>
                <a:cs typeface="Corbel"/>
              </a:rPr>
              <a:t>ambiguous</a:t>
            </a:r>
            <a:r>
              <a:rPr sz="2000" spc="-35" dirty="0">
                <a:latin typeface="Corbel"/>
                <a:cs typeface="Corbel"/>
              </a:rPr>
              <a:t> </a:t>
            </a:r>
            <a:r>
              <a:rPr sz="2000" dirty="0">
                <a:latin typeface="Corbel"/>
                <a:cs typeface="Corbel"/>
              </a:rPr>
              <a:t>or</a:t>
            </a:r>
            <a:r>
              <a:rPr sz="2000" spc="-40" dirty="0">
                <a:latin typeface="Corbel"/>
                <a:cs typeface="Corbel"/>
              </a:rPr>
              <a:t> </a:t>
            </a:r>
            <a:r>
              <a:rPr sz="2000" spc="-20" dirty="0">
                <a:latin typeface="Corbel"/>
                <a:cs typeface="Corbel"/>
              </a:rPr>
              <a:t>not?</a:t>
            </a:r>
            <a:endParaRPr sz="2000">
              <a:latin typeface="Corbel"/>
              <a:cs typeface="Corbel"/>
            </a:endParaRPr>
          </a:p>
          <a:p>
            <a:pPr marL="12700">
              <a:lnSpc>
                <a:spcPct val="100000"/>
              </a:lnSpc>
              <a:spcBef>
                <a:spcPts val="969"/>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orbel"/>
                <a:cs typeface="Corbel"/>
              </a:rPr>
              <a:t>S</a:t>
            </a:r>
            <a:r>
              <a:rPr sz="2000" spc="-20" dirty="0">
                <a:latin typeface="Corbel"/>
                <a:cs typeface="Corbel"/>
              </a:rPr>
              <a:t> </a:t>
            </a:r>
            <a:r>
              <a:rPr sz="2000" dirty="0">
                <a:latin typeface="Microsoft Sans Serif"/>
                <a:cs typeface="Microsoft Sans Serif"/>
              </a:rPr>
              <a:t>→</a:t>
            </a:r>
            <a:r>
              <a:rPr sz="2000" spc="-220" dirty="0">
                <a:latin typeface="Microsoft Sans Serif"/>
                <a:cs typeface="Microsoft Sans Serif"/>
              </a:rPr>
              <a:t> </a:t>
            </a:r>
            <a:r>
              <a:rPr sz="2000" dirty="0">
                <a:latin typeface="Corbel"/>
                <a:cs typeface="Corbel"/>
              </a:rPr>
              <a:t>A</a:t>
            </a:r>
            <a:r>
              <a:rPr sz="2000" spc="-10" dirty="0">
                <a:latin typeface="Corbel"/>
                <a:cs typeface="Corbel"/>
              </a:rPr>
              <a:t> </a:t>
            </a:r>
            <a:r>
              <a:rPr sz="2000" dirty="0">
                <a:latin typeface="Corbel"/>
                <a:cs typeface="Corbel"/>
              </a:rPr>
              <a:t>/</a:t>
            </a:r>
            <a:r>
              <a:rPr sz="2000" spc="-10" dirty="0">
                <a:latin typeface="Corbel"/>
                <a:cs typeface="Corbel"/>
              </a:rPr>
              <a:t> </a:t>
            </a:r>
            <a:r>
              <a:rPr sz="2000" spc="-50" dirty="0">
                <a:latin typeface="Corbel"/>
                <a:cs typeface="Corbel"/>
              </a:rPr>
              <a:t>B</a:t>
            </a:r>
            <a:endParaRPr sz="2000">
              <a:latin typeface="Corbel"/>
              <a:cs typeface="Corbel"/>
            </a:endParaRPr>
          </a:p>
          <a:p>
            <a:pPr marL="12700">
              <a:lnSpc>
                <a:spcPct val="100000"/>
              </a:lnSpc>
              <a:spcBef>
                <a:spcPts val="965"/>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orbel"/>
                <a:cs typeface="Corbel"/>
              </a:rPr>
              <a:t>A</a:t>
            </a:r>
            <a:r>
              <a:rPr sz="2000" spc="-5" dirty="0">
                <a:latin typeface="Corbel"/>
                <a:cs typeface="Corbel"/>
              </a:rPr>
              <a:t> </a:t>
            </a:r>
            <a:r>
              <a:rPr sz="2000" dirty="0">
                <a:latin typeface="Microsoft Sans Serif"/>
                <a:cs typeface="Microsoft Sans Serif"/>
              </a:rPr>
              <a:t>→</a:t>
            </a:r>
            <a:r>
              <a:rPr sz="2000" spc="-140" dirty="0">
                <a:latin typeface="Microsoft Sans Serif"/>
                <a:cs typeface="Microsoft Sans Serif"/>
              </a:rPr>
              <a:t> </a:t>
            </a:r>
            <a:r>
              <a:rPr sz="2000" dirty="0">
                <a:latin typeface="Corbel"/>
                <a:cs typeface="Corbel"/>
              </a:rPr>
              <a:t>aAb</a:t>
            </a:r>
            <a:r>
              <a:rPr sz="2000" spc="-15" dirty="0">
                <a:latin typeface="Corbel"/>
                <a:cs typeface="Corbel"/>
              </a:rPr>
              <a:t> </a:t>
            </a:r>
            <a:r>
              <a:rPr sz="2000" dirty="0">
                <a:latin typeface="Corbel"/>
                <a:cs typeface="Corbel"/>
              </a:rPr>
              <a:t>/ </a:t>
            </a:r>
            <a:r>
              <a:rPr sz="2000" spc="-25" dirty="0">
                <a:latin typeface="Corbel"/>
                <a:cs typeface="Corbel"/>
              </a:rPr>
              <a:t>ab</a:t>
            </a:r>
            <a:endParaRPr sz="2000">
              <a:latin typeface="Corbel"/>
              <a:cs typeface="Corbel"/>
            </a:endParaRPr>
          </a:p>
          <a:p>
            <a:pPr marL="12700">
              <a:lnSpc>
                <a:spcPct val="100000"/>
              </a:lnSpc>
              <a:spcBef>
                <a:spcPts val="960"/>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dirty="0">
                <a:latin typeface="Corbel"/>
                <a:cs typeface="Corbel"/>
              </a:rPr>
              <a:t>B</a:t>
            </a:r>
            <a:r>
              <a:rPr sz="2000" spc="-20" dirty="0">
                <a:latin typeface="Corbel"/>
                <a:cs typeface="Corbel"/>
              </a:rPr>
              <a:t> </a:t>
            </a:r>
            <a:r>
              <a:rPr sz="2000" dirty="0">
                <a:latin typeface="Microsoft Sans Serif"/>
                <a:cs typeface="Microsoft Sans Serif"/>
              </a:rPr>
              <a:t>→</a:t>
            </a:r>
            <a:r>
              <a:rPr sz="2000" spc="-140" dirty="0">
                <a:latin typeface="Microsoft Sans Serif"/>
                <a:cs typeface="Microsoft Sans Serif"/>
              </a:rPr>
              <a:t> </a:t>
            </a:r>
            <a:r>
              <a:rPr sz="2000" dirty="0">
                <a:latin typeface="Corbel"/>
                <a:cs typeface="Corbel"/>
              </a:rPr>
              <a:t>abB</a:t>
            </a:r>
            <a:r>
              <a:rPr sz="2000" spc="-5" dirty="0">
                <a:latin typeface="Corbel"/>
                <a:cs typeface="Corbel"/>
              </a:rPr>
              <a:t> </a:t>
            </a:r>
            <a:r>
              <a:rPr sz="2000" dirty="0">
                <a:latin typeface="Corbel"/>
                <a:cs typeface="Corbel"/>
              </a:rPr>
              <a:t>/</a:t>
            </a:r>
            <a:r>
              <a:rPr sz="2000" spc="5" dirty="0">
                <a:latin typeface="Corbel"/>
                <a:cs typeface="Corbel"/>
              </a:rPr>
              <a:t> </a:t>
            </a:r>
            <a:r>
              <a:rPr sz="2000" spc="-50" dirty="0">
                <a:latin typeface="Cambria Math"/>
                <a:cs typeface="Cambria Math"/>
              </a:rPr>
              <a:t>∈</a:t>
            </a:r>
            <a:endParaRPr sz="2000">
              <a:latin typeface="Cambria Math"/>
              <a:cs typeface="Cambria Math"/>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58951"/>
            <a:ext cx="3444240" cy="5331460"/>
          </a:xfrm>
          <a:custGeom>
            <a:avLst/>
            <a:gdLst/>
            <a:ahLst/>
            <a:cxnLst/>
            <a:rect l="l" t="t" r="r" b="b"/>
            <a:pathLst>
              <a:path w="3444240" h="5331460">
                <a:moveTo>
                  <a:pt x="3444240" y="0"/>
                </a:moveTo>
                <a:lnTo>
                  <a:pt x="0" y="0"/>
                </a:lnTo>
                <a:lnTo>
                  <a:pt x="0" y="5330952"/>
                </a:lnTo>
                <a:lnTo>
                  <a:pt x="3444240" y="5330952"/>
                </a:lnTo>
                <a:lnTo>
                  <a:pt x="3444240" y="0"/>
                </a:lnTo>
                <a:close/>
              </a:path>
            </a:pathLst>
          </a:custGeom>
          <a:solidFill>
            <a:srgbClr val="40B9D2"/>
          </a:solidFill>
        </p:spPr>
        <p:txBody>
          <a:bodyPr wrap="square" lIns="0" tIns="0" rIns="0" bIns="0" rtlCol="0"/>
          <a:lstStyle/>
          <a:p>
            <a:endParaRPr/>
          </a:p>
        </p:txBody>
      </p:sp>
      <p:sp>
        <p:nvSpPr>
          <p:cNvPr id="3" name="object 3"/>
          <p:cNvSpPr/>
          <p:nvPr/>
        </p:nvSpPr>
        <p:spPr>
          <a:xfrm>
            <a:off x="11815571" y="758951"/>
            <a:ext cx="376555" cy="5331460"/>
          </a:xfrm>
          <a:custGeom>
            <a:avLst/>
            <a:gdLst/>
            <a:ahLst/>
            <a:cxnLst/>
            <a:rect l="l" t="t" r="r" b="b"/>
            <a:pathLst>
              <a:path w="376554" h="5331460">
                <a:moveTo>
                  <a:pt x="376427" y="0"/>
                </a:moveTo>
                <a:lnTo>
                  <a:pt x="0" y="0"/>
                </a:lnTo>
                <a:lnTo>
                  <a:pt x="0" y="5330952"/>
                </a:lnTo>
                <a:lnTo>
                  <a:pt x="376427" y="5330952"/>
                </a:lnTo>
                <a:lnTo>
                  <a:pt x="376427" y="0"/>
                </a:lnTo>
                <a:close/>
              </a:path>
            </a:pathLst>
          </a:custGeom>
          <a:solidFill>
            <a:srgbClr val="C7C7C7">
              <a:alpha val="49803"/>
            </a:srgbClr>
          </a:solidFill>
        </p:spPr>
        <p:txBody>
          <a:bodyPr wrap="square" lIns="0" tIns="0" rIns="0" bIns="0" rtlCol="0"/>
          <a:lstStyle/>
          <a:p>
            <a:endParaRPr/>
          </a:p>
        </p:txBody>
      </p:sp>
      <p:sp>
        <p:nvSpPr>
          <p:cNvPr id="4" name="object 4"/>
          <p:cNvSpPr txBox="1"/>
          <p:nvPr/>
        </p:nvSpPr>
        <p:spPr>
          <a:xfrm>
            <a:off x="3948429" y="971594"/>
            <a:ext cx="5469255" cy="882015"/>
          </a:xfrm>
          <a:prstGeom prst="rect">
            <a:avLst/>
          </a:prstGeom>
        </p:spPr>
        <p:txBody>
          <a:bodyPr vert="horz" wrap="square" lIns="0" tIns="135255" rIns="0" bIns="0" rtlCol="0">
            <a:spAutoFit/>
          </a:bodyPr>
          <a:lstStyle/>
          <a:p>
            <a:pPr marL="12700">
              <a:lnSpc>
                <a:spcPct val="100000"/>
              </a:lnSpc>
              <a:spcBef>
                <a:spcPts val="1065"/>
              </a:spcBef>
            </a:pPr>
            <a:r>
              <a:rPr sz="2000" dirty="0">
                <a:latin typeface="Corbel"/>
                <a:cs typeface="Corbel"/>
              </a:rPr>
              <a:t>Check</a:t>
            </a:r>
            <a:r>
              <a:rPr sz="2000" spc="-45" dirty="0">
                <a:latin typeface="Corbel"/>
                <a:cs typeface="Corbel"/>
              </a:rPr>
              <a:t> </a:t>
            </a:r>
            <a:r>
              <a:rPr sz="2000" dirty="0">
                <a:latin typeface="Corbel"/>
                <a:cs typeface="Corbel"/>
              </a:rPr>
              <a:t>whether</a:t>
            </a:r>
            <a:r>
              <a:rPr sz="2000" spc="-25" dirty="0">
                <a:latin typeface="Corbel"/>
                <a:cs typeface="Corbel"/>
              </a:rPr>
              <a:t> </a:t>
            </a:r>
            <a:r>
              <a:rPr sz="2000" dirty="0">
                <a:latin typeface="Corbel"/>
                <a:cs typeface="Corbel"/>
              </a:rPr>
              <a:t>given</a:t>
            </a:r>
            <a:r>
              <a:rPr sz="2000" spc="-55" dirty="0">
                <a:latin typeface="Corbel"/>
                <a:cs typeface="Corbel"/>
              </a:rPr>
              <a:t> </a:t>
            </a:r>
            <a:r>
              <a:rPr sz="2000" dirty="0">
                <a:latin typeface="Corbel"/>
                <a:cs typeface="Corbel"/>
              </a:rPr>
              <a:t>grammar</a:t>
            </a:r>
            <a:r>
              <a:rPr sz="2000" spc="-35" dirty="0">
                <a:latin typeface="Corbel"/>
                <a:cs typeface="Corbel"/>
              </a:rPr>
              <a:t> </a:t>
            </a:r>
            <a:r>
              <a:rPr sz="2000" dirty="0">
                <a:latin typeface="Corbel"/>
                <a:cs typeface="Corbel"/>
              </a:rPr>
              <a:t>is</a:t>
            </a:r>
            <a:r>
              <a:rPr sz="2000" spc="-25" dirty="0">
                <a:latin typeface="Corbel"/>
                <a:cs typeface="Corbel"/>
              </a:rPr>
              <a:t> </a:t>
            </a:r>
            <a:r>
              <a:rPr sz="2000" dirty="0">
                <a:latin typeface="Corbel"/>
                <a:cs typeface="Corbel"/>
              </a:rPr>
              <a:t>ambiguous</a:t>
            </a:r>
            <a:r>
              <a:rPr sz="2000" spc="-35" dirty="0">
                <a:latin typeface="Corbel"/>
                <a:cs typeface="Corbel"/>
              </a:rPr>
              <a:t> </a:t>
            </a:r>
            <a:r>
              <a:rPr sz="2000" dirty="0">
                <a:latin typeface="Corbel"/>
                <a:cs typeface="Corbel"/>
              </a:rPr>
              <a:t>or</a:t>
            </a:r>
            <a:r>
              <a:rPr sz="2000" spc="-40" dirty="0">
                <a:latin typeface="Corbel"/>
                <a:cs typeface="Corbel"/>
              </a:rPr>
              <a:t> </a:t>
            </a:r>
            <a:r>
              <a:rPr sz="2000" spc="-20" dirty="0">
                <a:latin typeface="Corbel"/>
                <a:cs typeface="Corbel"/>
              </a:rPr>
              <a:t>not?</a:t>
            </a:r>
            <a:endParaRPr sz="2000">
              <a:latin typeface="Corbel"/>
              <a:cs typeface="Corbel"/>
            </a:endParaRPr>
          </a:p>
          <a:p>
            <a:pPr marL="12700">
              <a:lnSpc>
                <a:spcPct val="100000"/>
              </a:lnSpc>
              <a:spcBef>
                <a:spcPts val="975"/>
              </a:spcBef>
            </a:pPr>
            <a:r>
              <a:rPr sz="2000" spc="-1040" dirty="0">
                <a:solidFill>
                  <a:srgbClr val="40B9D2"/>
                </a:solidFill>
                <a:latin typeface="Arial MT"/>
                <a:cs typeface="Arial MT"/>
              </a:rPr>
              <a:t>🞄</a:t>
            </a:r>
            <a:r>
              <a:rPr sz="2000" spc="155" dirty="0">
                <a:solidFill>
                  <a:srgbClr val="40B9D2"/>
                </a:solidFill>
                <a:latin typeface="Arial MT"/>
                <a:cs typeface="Arial MT"/>
              </a:rPr>
              <a:t> </a:t>
            </a:r>
            <a:r>
              <a:rPr sz="2000" dirty="0">
                <a:latin typeface="Corbel"/>
                <a:cs typeface="Corbel"/>
              </a:rPr>
              <a:t>S</a:t>
            </a:r>
            <a:r>
              <a:rPr sz="2000" spc="-10" dirty="0">
                <a:latin typeface="Corbel"/>
                <a:cs typeface="Corbel"/>
              </a:rPr>
              <a:t> </a:t>
            </a:r>
            <a:r>
              <a:rPr sz="2000" dirty="0">
                <a:latin typeface="Wingdings"/>
                <a:cs typeface="Wingdings"/>
              </a:rPr>
              <a:t></a:t>
            </a:r>
            <a:r>
              <a:rPr sz="2000" spc="-150" dirty="0">
                <a:latin typeface="Times New Roman"/>
                <a:cs typeface="Times New Roman"/>
              </a:rPr>
              <a:t> </a:t>
            </a:r>
            <a:r>
              <a:rPr sz="2000" dirty="0">
                <a:latin typeface="Corbel"/>
                <a:cs typeface="Corbel"/>
              </a:rPr>
              <a:t>SS</a:t>
            </a:r>
            <a:r>
              <a:rPr sz="2000" spc="-20" dirty="0">
                <a:latin typeface="Corbel"/>
                <a:cs typeface="Corbel"/>
              </a:rPr>
              <a:t> </a:t>
            </a:r>
            <a:r>
              <a:rPr sz="2000" dirty="0">
                <a:latin typeface="Corbel"/>
                <a:cs typeface="Corbel"/>
              </a:rPr>
              <a:t>| a</a:t>
            </a:r>
            <a:r>
              <a:rPr sz="2000" spc="-10" dirty="0">
                <a:latin typeface="Corbel"/>
                <a:cs typeface="Corbel"/>
              </a:rPr>
              <a:t> </a:t>
            </a:r>
            <a:r>
              <a:rPr sz="2000" dirty="0">
                <a:latin typeface="Corbel"/>
                <a:cs typeface="Corbel"/>
              </a:rPr>
              <a:t>| </a:t>
            </a:r>
            <a:r>
              <a:rPr sz="2000" spc="-50" dirty="0">
                <a:latin typeface="Corbel"/>
                <a:cs typeface="Corbel"/>
              </a:rPr>
              <a:t>b</a:t>
            </a:r>
            <a:endParaRPr sz="2000">
              <a:latin typeface="Corbel"/>
              <a:cs typeface="Corbe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pPr>
            <a:endParaRPr sz="3600" dirty="0">
              <a:latin typeface="Times New Roman"/>
              <a:cs typeface="Times New Roman"/>
            </a:endParaRPr>
          </a:p>
          <a:p>
            <a:pPr>
              <a:lnSpc>
                <a:spcPct val="100000"/>
              </a:lnSpc>
              <a:spcBef>
                <a:spcPts val="595"/>
              </a:spcBef>
            </a:pPr>
            <a:endParaRPr sz="3600" dirty="0">
              <a:latin typeface="Times New Roman"/>
              <a:cs typeface="Times New Roman"/>
            </a:endParaRPr>
          </a:p>
          <a:p>
            <a:pPr marL="344170" marR="1028700">
              <a:lnSpc>
                <a:spcPts val="3779"/>
              </a:lnSpc>
            </a:pPr>
            <a:r>
              <a:rPr sz="3600" b="1" spc="-20" dirty="0">
                <a:solidFill>
                  <a:srgbClr val="FFFFFF"/>
                </a:solidFill>
                <a:latin typeface="Cambria"/>
                <a:cs typeface="Cambria"/>
              </a:rPr>
              <a:t>Left </a:t>
            </a:r>
            <a:r>
              <a:rPr sz="3600" b="1" spc="-75" dirty="0">
                <a:solidFill>
                  <a:srgbClr val="FFFFFF"/>
                </a:solidFill>
                <a:latin typeface="Cambria"/>
                <a:cs typeface="Cambria"/>
              </a:rPr>
              <a:t>Recursion</a:t>
            </a:r>
            <a:endParaRPr sz="3600" dirty="0">
              <a:latin typeface="Cambria"/>
              <a:cs typeface="Cambria"/>
            </a:endParaRPr>
          </a:p>
        </p:txBody>
      </p:sp>
      <p:sp>
        <p:nvSpPr>
          <p:cNvPr id="3" name="object 3"/>
          <p:cNvSpPr txBox="1">
            <a:spLocks noGrp="1"/>
          </p:cNvSpPr>
          <p:nvPr>
            <p:ph type="title"/>
          </p:nvPr>
        </p:nvSpPr>
        <p:spPr>
          <a:xfrm>
            <a:off x="3948429" y="889761"/>
            <a:ext cx="7157084" cy="1123315"/>
          </a:xfrm>
          <a:prstGeom prst="rect">
            <a:avLst/>
          </a:prstGeom>
        </p:spPr>
        <p:txBody>
          <a:bodyPr vert="horz" wrap="square" lIns="0" tIns="12700" rIns="0" bIns="0" rtlCol="0">
            <a:spAutoFit/>
          </a:bodyPr>
          <a:lstStyle/>
          <a:p>
            <a:pPr marL="195580" marR="5080" indent="-182880" algn="just">
              <a:lnSpc>
                <a:spcPct val="100000"/>
              </a:lnSpc>
              <a:spcBef>
                <a:spcPts val="100"/>
              </a:spcBef>
            </a:pPr>
            <a:r>
              <a:rPr spc="-1250" dirty="0">
                <a:solidFill>
                  <a:srgbClr val="40B9D2"/>
                </a:solidFill>
                <a:latin typeface="Arial MT"/>
                <a:cs typeface="Arial MT"/>
              </a:rPr>
              <a:t>🞄</a:t>
            </a:r>
            <a:r>
              <a:rPr spc="425" dirty="0">
                <a:solidFill>
                  <a:srgbClr val="40B9D2"/>
                </a:solidFill>
                <a:latin typeface="Arial MT"/>
                <a:cs typeface="Arial MT"/>
              </a:rPr>
              <a:t> </a:t>
            </a:r>
            <a:r>
              <a:rPr dirty="0"/>
              <a:t>In</a:t>
            </a:r>
            <a:r>
              <a:rPr spc="15" dirty="0"/>
              <a:t> </a:t>
            </a:r>
            <a:r>
              <a:rPr spc="-15" dirty="0"/>
              <a:t>leftmost</a:t>
            </a:r>
            <a:r>
              <a:rPr spc="15" dirty="0"/>
              <a:t> </a:t>
            </a:r>
            <a:r>
              <a:rPr spc="-20" dirty="0"/>
              <a:t>derivation</a:t>
            </a:r>
            <a:r>
              <a:rPr dirty="0"/>
              <a:t> </a:t>
            </a:r>
            <a:r>
              <a:rPr spc="-35" dirty="0"/>
              <a:t>by</a:t>
            </a:r>
            <a:r>
              <a:rPr spc="10" dirty="0"/>
              <a:t> </a:t>
            </a:r>
            <a:r>
              <a:rPr spc="-15" dirty="0"/>
              <a:t>scanning</a:t>
            </a:r>
            <a:r>
              <a:rPr spc="5" dirty="0"/>
              <a:t> </a:t>
            </a:r>
            <a:r>
              <a:rPr spc="-15" dirty="0"/>
              <a:t>the</a:t>
            </a:r>
            <a:r>
              <a:rPr spc="15" dirty="0"/>
              <a:t> </a:t>
            </a:r>
            <a:r>
              <a:rPr spc="-10" dirty="0"/>
              <a:t>input</a:t>
            </a:r>
            <a:r>
              <a:rPr spc="20" dirty="0"/>
              <a:t> </a:t>
            </a:r>
            <a:r>
              <a:rPr spc="-25" dirty="0"/>
              <a:t>from</a:t>
            </a:r>
            <a:r>
              <a:rPr dirty="0"/>
              <a:t> </a:t>
            </a:r>
            <a:r>
              <a:rPr spc="-55" dirty="0"/>
              <a:t>left</a:t>
            </a:r>
            <a:r>
              <a:rPr spc="-10" dirty="0"/>
              <a:t> </a:t>
            </a:r>
            <a:r>
              <a:rPr spc="-20" dirty="0"/>
              <a:t>t</a:t>
            </a:r>
            <a:r>
              <a:rPr dirty="0"/>
              <a:t>o</a:t>
            </a:r>
            <a:r>
              <a:rPr spc="254" dirty="0"/>
              <a:t> </a:t>
            </a:r>
            <a:r>
              <a:rPr dirty="0"/>
              <a:t>right,</a:t>
            </a:r>
            <a:r>
              <a:rPr spc="265" dirty="0"/>
              <a:t> </a:t>
            </a:r>
            <a:r>
              <a:rPr spc="-25" dirty="0"/>
              <a:t>grammars</a:t>
            </a:r>
            <a:r>
              <a:rPr spc="260" dirty="0"/>
              <a:t> </a:t>
            </a:r>
            <a:r>
              <a:rPr spc="-5" dirty="0"/>
              <a:t>o</a:t>
            </a:r>
            <a:r>
              <a:rPr dirty="0"/>
              <a:t>f</a:t>
            </a:r>
            <a:r>
              <a:rPr spc="275" dirty="0"/>
              <a:t> </a:t>
            </a:r>
            <a:r>
              <a:rPr spc="-15" dirty="0"/>
              <a:t>the</a:t>
            </a:r>
            <a:r>
              <a:rPr spc="260" dirty="0"/>
              <a:t> </a:t>
            </a:r>
            <a:r>
              <a:rPr spc="-20" dirty="0"/>
              <a:t>f</a:t>
            </a:r>
            <a:r>
              <a:rPr spc="-5" dirty="0"/>
              <a:t>or</a:t>
            </a:r>
            <a:r>
              <a:rPr dirty="0"/>
              <a:t>m</a:t>
            </a:r>
            <a:r>
              <a:rPr spc="1040" dirty="0"/>
              <a:t> </a:t>
            </a:r>
            <a:r>
              <a:rPr b="1" dirty="0">
                <a:latin typeface="Cambria"/>
                <a:cs typeface="Cambria"/>
              </a:rPr>
              <a:t>A</a:t>
            </a:r>
            <a:r>
              <a:rPr b="1" spc="245" dirty="0">
                <a:latin typeface="Cambria"/>
                <a:cs typeface="Cambria"/>
              </a:rPr>
              <a:t> </a:t>
            </a:r>
            <a:r>
              <a:rPr dirty="0">
                <a:latin typeface="Symbol"/>
                <a:cs typeface="Symbol"/>
              </a:rPr>
              <a:t></a:t>
            </a:r>
            <a:r>
              <a:rPr spc="195" dirty="0">
                <a:latin typeface="Times New Roman"/>
                <a:cs typeface="Times New Roman"/>
              </a:rPr>
              <a:t> </a:t>
            </a:r>
            <a:r>
              <a:rPr b="1" dirty="0">
                <a:latin typeface="Cambria"/>
                <a:cs typeface="Cambria"/>
              </a:rPr>
              <a:t>A</a:t>
            </a:r>
            <a:r>
              <a:rPr b="1" spc="254" dirty="0">
                <a:latin typeface="Cambria"/>
                <a:cs typeface="Cambria"/>
              </a:rPr>
              <a:t> </a:t>
            </a:r>
            <a:r>
              <a:rPr b="1" spc="-15" dirty="0">
                <a:latin typeface="Cambria"/>
                <a:cs typeface="Cambria"/>
              </a:rPr>
              <a:t>x</a:t>
            </a:r>
            <a:r>
              <a:rPr b="1" spc="260" dirty="0">
                <a:latin typeface="Cambria"/>
                <a:cs typeface="Cambria"/>
              </a:rPr>
              <a:t> </a:t>
            </a:r>
            <a:r>
              <a:rPr spc="-30" dirty="0"/>
              <a:t>may</a:t>
            </a:r>
            <a:r>
              <a:rPr spc="260" dirty="0"/>
              <a:t> </a:t>
            </a:r>
            <a:r>
              <a:rPr spc="-15" dirty="0"/>
              <a:t>cause</a:t>
            </a:r>
            <a:r>
              <a:rPr spc="-10" dirty="0"/>
              <a:t> </a:t>
            </a:r>
            <a:r>
              <a:rPr spc="-15" dirty="0"/>
              <a:t>endless</a:t>
            </a:r>
            <a:r>
              <a:rPr spc="15" dirty="0"/>
              <a:t> </a:t>
            </a:r>
            <a:r>
              <a:rPr spc="-15" dirty="0"/>
              <a:t>recursion.</a:t>
            </a:r>
          </a:p>
        </p:txBody>
      </p:sp>
      <p:sp>
        <p:nvSpPr>
          <p:cNvPr id="4" name="object 4"/>
          <p:cNvSpPr txBox="1"/>
          <p:nvPr/>
        </p:nvSpPr>
        <p:spPr>
          <a:xfrm>
            <a:off x="3948429" y="1987422"/>
            <a:ext cx="7157084" cy="1852930"/>
          </a:xfrm>
          <a:prstGeom prst="rect">
            <a:avLst/>
          </a:prstGeom>
        </p:spPr>
        <p:txBody>
          <a:bodyPr vert="horz" wrap="square" lIns="0" tIns="12700" rIns="0" bIns="0" rtlCol="0">
            <a:spAutoFit/>
          </a:bodyPr>
          <a:lstStyle/>
          <a:p>
            <a:pPr marL="195580" marR="5080" indent="-182880" algn="just">
              <a:lnSpc>
                <a:spcPct val="100000"/>
              </a:lnSpc>
              <a:spcBef>
                <a:spcPts val="1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5" dirty="0">
                <a:latin typeface="Cambria"/>
                <a:cs typeface="Cambria"/>
              </a:rPr>
              <a:t>Such</a:t>
            </a:r>
            <a:r>
              <a:rPr sz="2400" spc="605" dirty="0">
                <a:latin typeface="Cambria"/>
                <a:cs typeface="Cambria"/>
              </a:rPr>
              <a:t> </a:t>
            </a:r>
            <a:r>
              <a:rPr sz="2400" spc="-15" dirty="0">
                <a:latin typeface="Cambria"/>
                <a:cs typeface="Cambria"/>
              </a:rPr>
              <a:t>grammars</a:t>
            </a:r>
            <a:r>
              <a:rPr sz="2400" spc="605" dirty="0">
                <a:latin typeface="Cambria"/>
                <a:cs typeface="Cambria"/>
              </a:rPr>
              <a:t> </a:t>
            </a:r>
            <a:r>
              <a:rPr sz="2400" spc="-15" dirty="0">
                <a:latin typeface="Cambria"/>
                <a:cs typeface="Cambria"/>
              </a:rPr>
              <a:t>are</a:t>
            </a:r>
            <a:r>
              <a:rPr sz="2400" spc="610" dirty="0">
                <a:latin typeface="Cambria"/>
                <a:cs typeface="Cambria"/>
              </a:rPr>
              <a:t> </a:t>
            </a:r>
            <a:r>
              <a:rPr sz="2400" spc="-15" dirty="0">
                <a:latin typeface="Cambria"/>
                <a:cs typeface="Cambria"/>
              </a:rPr>
              <a:t>called</a:t>
            </a:r>
            <a:r>
              <a:rPr sz="2400" spc="610" dirty="0">
                <a:latin typeface="Cambria"/>
                <a:cs typeface="Cambria"/>
              </a:rPr>
              <a:t> </a:t>
            </a:r>
            <a:r>
              <a:rPr sz="2400" b="1" spc="-15" dirty="0">
                <a:latin typeface="Cambria"/>
                <a:cs typeface="Cambria"/>
              </a:rPr>
              <a:t>left-</a:t>
            </a:r>
            <a:r>
              <a:rPr sz="2400" b="1" spc="-35" dirty="0">
                <a:latin typeface="Cambria"/>
                <a:cs typeface="Cambria"/>
              </a:rPr>
              <a:t>recursive</a:t>
            </a:r>
            <a:r>
              <a:rPr sz="2400" b="1" spc="610" dirty="0">
                <a:latin typeface="Cambria"/>
                <a:cs typeface="Cambria"/>
              </a:rPr>
              <a:t> </a:t>
            </a:r>
            <a:r>
              <a:rPr sz="2400" spc="-10" dirty="0">
                <a:latin typeface="Cambria"/>
                <a:cs typeface="Cambria"/>
              </a:rPr>
              <a:t>and</a:t>
            </a:r>
            <a:r>
              <a:rPr sz="2400" spc="610" dirty="0">
                <a:latin typeface="Cambria"/>
                <a:cs typeface="Cambria"/>
              </a:rPr>
              <a:t> </a:t>
            </a:r>
            <a:r>
              <a:rPr sz="2400" spc="-75" dirty="0">
                <a:latin typeface="Cambria"/>
                <a:cs typeface="Cambria"/>
              </a:rPr>
              <a:t>they</a:t>
            </a:r>
            <a:r>
              <a:rPr sz="2400" spc="-10" dirty="0">
                <a:latin typeface="Cambria"/>
                <a:cs typeface="Cambria"/>
              </a:rPr>
              <a:t> </a:t>
            </a:r>
            <a:r>
              <a:rPr sz="2400" spc="-20" dirty="0">
                <a:latin typeface="Cambria"/>
                <a:cs typeface="Cambria"/>
              </a:rPr>
              <a:t>must</a:t>
            </a:r>
            <a:r>
              <a:rPr sz="2400" spc="365" dirty="0">
                <a:latin typeface="Cambria"/>
                <a:cs typeface="Cambria"/>
              </a:rPr>
              <a:t> </a:t>
            </a:r>
            <a:r>
              <a:rPr sz="2400" spc="-15" dirty="0">
                <a:latin typeface="Cambria"/>
                <a:cs typeface="Cambria"/>
              </a:rPr>
              <a:t>be</a:t>
            </a:r>
            <a:r>
              <a:rPr sz="2400" spc="355" dirty="0">
                <a:latin typeface="Cambria"/>
                <a:cs typeface="Cambria"/>
              </a:rPr>
              <a:t> </a:t>
            </a:r>
            <a:r>
              <a:rPr sz="2400" spc="-20" dirty="0">
                <a:latin typeface="Cambria"/>
                <a:cs typeface="Cambria"/>
              </a:rPr>
              <a:t>transformed</a:t>
            </a:r>
            <a:r>
              <a:rPr sz="2400" spc="355" dirty="0">
                <a:latin typeface="Cambria"/>
                <a:cs typeface="Cambria"/>
              </a:rPr>
              <a:t> </a:t>
            </a:r>
            <a:r>
              <a:rPr sz="2400" spc="5" dirty="0">
                <a:latin typeface="Cambria"/>
                <a:cs typeface="Cambria"/>
              </a:rPr>
              <a:t>i</a:t>
            </a:r>
            <a:r>
              <a:rPr sz="2400" dirty="0">
                <a:latin typeface="Cambria"/>
                <a:cs typeface="Cambria"/>
              </a:rPr>
              <a:t>f</a:t>
            </a:r>
            <a:r>
              <a:rPr sz="2400" spc="350" dirty="0">
                <a:latin typeface="Cambria"/>
                <a:cs typeface="Cambria"/>
              </a:rPr>
              <a:t> </a:t>
            </a:r>
            <a:r>
              <a:rPr sz="2400" spc="-35" dirty="0">
                <a:latin typeface="Cambria"/>
                <a:cs typeface="Cambria"/>
              </a:rPr>
              <a:t>we</a:t>
            </a:r>
            <a:r>
              <a:rPr sz="2400" spc="355" dirty="0">
                <a:latin typeface="Cambria"/>
                <a:cs typeface="Cambria"/>
              </a:rPr>
              <a:t> </a:t>
            </a:r>
            <a:r>
              <a:rPr sz="2400" spc="-30" dirty="0">
                <a:latin typeface="Cambria"/>
                <a:cs typeface="Cambria"/>
              </a:rPr>
              <a:t>want</a:t>
            </a:r>
            <a:r>
              <a:rPr sz="2400" spc="345" dirty="0">
                <a:latin typeface="Cambria"/>
                <a:cs typeface="Cambria"/>
              </a:rPr>
              <a:t> </a:t>
            </a:r>
            <a:r>
              <a:rPr sz="2400" spc="-25" dirty="0">
                <a:latin typeface="Cambria"/>
                <a:cs typeface="Cambria"/>
              </a:rPr>
              <a:t>to</a:t>
            </a:r>
            <a:r>
              <a:rPr sz="2400" spc="350" dirty="0">
                <a:latin typeface="Cambria"/>
                <a:cs typeface="Cambria"/>
              </a:rPr>
              <a:t> </a:t>
            </a:r>
            <a:r>
              <a:rPr sz="2400" spc="-15" dirty="0">
                <a:latin typeface="Cambria"/>
                <a:cs typeface="Cambria"/>
              </a:rPr>
              <a:t>use</a:t>
            </a:r>
            <a:r>
              <a:rPr sz="2400" spc="355" dirty="0">
                <a:latin typeface="Cambria"/>
                <a:cs typeface="Cambria"/>
              </a:rPr>
              <a:t> </a:t>
            </a:r>
            <a:r>
              <a:rPr sz="2400" spc="-15" dirty="0">
                <a:latin typeface="Cambria"/>
                <a:cs typeface="Cambria"/>
              </a:rPr>
              <a:t>a</a:t>
            </a:r>
            <a:r>
              <a:rPr sz="2400" spc="360" dirty="0">
                <a:latin typeface="Cambria"/>
                <a:cs typeface="Cambria"/>
              </a:rPr>
              <a:t> </a:t>
            </a:r>
            <a:r>
              <a:rPr sz="2400" b="1" spc="-20" dirty="0">
                <a:latin typeface="Cambria"/>
                <a:cs typeface="Cambria"/>
              </a:rPr>
              <a:t>top-</a:t>
            </a:r>
            <a:r>
              <a:rPr sz="2400" b="1" spc="-25" dirty="0">
                <a:latin typeface="Cambria"/>
                <a:cs typeface="Cambria"/>
              </a:rPr>
              <a:t>down</a:t>
            </a:r>
            <a:r>
              <a:rPr sz="2400" b="1" spc="-15" dirty="0">
                <a:latin typeface="Cambria"/>
                <a:cs typeface="Cambria"/>
              </a:rPr>
              <a:t> </a:t>
            </a:r>
            <a:r>
              <a:rPr sz="2400" b="1" spc="-45" dirty="0">
                <a:latin typeface="Cambria"/>
                <a:cs typeface="Cambria"/>
              </a:rPr>
              <a:t>parser.</a:t>
            </a:r>
            <a:endParaRPr sz="2400" b="1" dirty="0">
              <a:latin typeface="Cambria"/>
              <a:cs typeface="Cambria"/>
            </a:endParaRPr>
          </a:p>
          <a:p>
            <a:pPr marL="12700" algn="just">
              <a:lnSpc>
                <a:spcPts val="2875"/>
              </a:lnSpc>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0" dirty="0">
                <a:latin typeface="Cambria"/>
                <a:cs typeface="Cambria"/>
              </a:rPr>
              <a:t>Example:</a:t>
            </a:r>
            <a:endParaRPr sz="2400" dirty="0">
              <a:latin typeface="Cambria"/>
              <a:cs typeface="Cambria"/>
            </a:endParaRPr>
          </a:p>
          <a:p>
            <a:pPr marL="12700" algn="just">
              <a:lnSpc>
                <a:spcPts val="2875"/>
              </a:lnSpc>
            </a:pPr>
            <a:r>
              <a:rPr sz="2400" dirty="0">
                <a:latin typeface="Cambria"/>
                <a:cs typeface="Cambria"/>
              </a:rPr>
              <a:t>E</a:t>
            </a:r>
            <a:r>
              <a:rPr sz="2400" dirty="0">
                <a:latin typeface="Wingdings"/>
                <a:cs typeface="Wingdings"/>
              </a:rPr>
              <a:t></a:t>
            </a:r>
            <a:r>
              <a:rPr sz="2400" spc="-95" dirty="0">
                <a:latin typeface="Times New Roman"/>
                <a:cs typeface="Times New Roman"/>
              </a:rPr>
              <a:t> </a:t>
            </a:r>
            <a:r>
              <a:rPr sz="2400" dirty="0">
                <a:latin typeface="Cambria"/>
                <a:cs typeface="Cambria"/>
              </a:rPr>
              <a:t>Ea</a:t>
            </a:r>
            <a:r>
              <a:rPr sz="2400" spc="-15" dirty="0">
                <a:latin typeface="Cambria"/>
                <a:cs typeface="Cambria"/>
              </a:rPr>
              <a:t> </a:t>
            </a:r>
            <a:r>
              <a:rPr sz="2400" dirty="0">
                <a:latin typeface="Cambria"/>
                <a:cs typeface="Cambria"/>
              </a:rPr>
              <a:t>|</a:t>
            </a:r>
            <a:r>
              <a:rPr sz="2400" spc="-5" dirty="0">
                <a:latin typeface="Cambria"/>
                <a:cs typeface="Cambria"/>
              </a:rPr>
              <a:t> </a:t>
            </a:r>
            <a:r>
              <a:rPr sz="2400" dirty="0">
                <a:latin typeface="Cambria"/>
                <a:cs typeface="Cambria"/>
              </a:rPr>
              <a:t>E+b</a:t>
            </a:r>
            <a:r>
              <a:rPr sz="2400" spc="-20" dirty="0">
                <a:latin typeface="Cambria"/>
                <a:cs typeface="Cambria"/>
              </a:rPr>
              <a:t> </a:t>
            </a:r>
            <a:r>
              <a:rPr sz="2400" dirty="0">
                <a:latin typeface="Cambria"/>
                <a:cs typeface="Cambria"/>
              </a:rPr>
              <a:t>|</a:t>
            </a:r>
            <a:r>
              <a:rPr sz="2400" spc="-15" dirty="0">
                <a:latin typeface="Cambria"/>
                <a:cs typeface="Cambria"/>
              </a:rPr>
              <a:t> </a:t>
            </a:r>
            <a:r>
              <a:rPr sz="2400" spc="-50" dirty="0">
                <a:latin typeface="Cambria"/>
                <a:cs typeface="Cambria"/>
              </a:rPr>
              <a:t>c</a:t>
            </a:r>
            <a:endParaRPr sz="2400" dirty="0">
              <a:latin typeface="Cambria"/>
              <a:cs typeface="Cambr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855"/>
              </a:spcBef>
            </a:pPr>
            <a:endParaRPr sz="3600">
              <a:latin typeface="Times New Roman"/>
              <a:cs typeface="Times New Roman"/>
            </a:endParaRPr>
          </a:p>
          <a:p>
            <a:pPr marL="344170">
              <a:lnSpc>
                <a:spcPct val="100000"/>
              </a:lnSpc>
            </a:pPr>
            <a:r>
              <a:rPr sz="3600" b="1" spc="-10" dirty="0">
                <a:solidFill>
                  <a:srgbClr val="FFFFFF"/>
                </a:solidFill>
                <a:latin typeface="Cambria"/>
                <a:cs typeface="Cambria"/>
              </a:rPr>
              <a:t>Algorithm</a:t>
            </a:r>
            <a:endParaRPr sz="3600">
              <a:latin typeface="Cambria"/>
              <a:cs typeface="Cambria"/>
            </a:endParaRPr>
          </a:p>
        </p:txBody>
      </p:sp>
      <p:sp>
        <p:nvSpPr>
          <p:cNvPr id="3" name="object 3"/>
          <p:cNvSpPr txBox="1"/>
          <p:nvPr/>
        </p:nvSpPr>
        <p:spPr>
          <a:xfrm>
            <a:off x="3948429" y="856234"/>
            <a:ext cx="7136765" cy="4806315"/>
          </a:xfrm>
          <a:prstGeom prst="rect">
            <a:avLst/>
          </a:prstGeom>
        </p:spPr>
        <p:txBody>
          <a:bodyPr vert="horz" wrap="square" lIns="0" tIns="49530" rIns="0" bIns="0" rtlCol="0">
            <a:spAutoFit/>
          </a:bodyPr>
          <a:lstStyle/>
          <a:p>
            <a:pPr marL="195580" marR="151765" indent="-182880">
              <a:lnSpc>
                <a:spcPts val="2380"/>
              </a:lnSpc>
              <a:spcBef>
                <a:spcPts val="39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Assign</a:t>
            </a:r>
            <a:r>
              <a:rPr sz="2200" spc="-105" dirty="0">
                <a:latin typeface="Cambria"/>
                <a:cs typeface="Cambria"/>
              </a:rPr>
              <a:t> </a:t>
            </a:r>
            <a:r>
              <a:rPr sz="2200" dirty="0">
                <a:latin typeface="Cambria"/>
                <a:cs typeface="Cambria"/>
              </a:rPr>
              <a:t>an</a:t>
            </a:r>
            <a:r>
              <a:rPr sz="2200" spc="-40" dirty="0">
                <a:latin typeface="Cambria"/>
                <a:cs typeface="Cambria"/>
              </a:rPr>
              <a:t> </a:t>
            </a:r>
            <a:r>
              <a:rPr sz="2200" spc="-10" dirty="0">
                <a:latin typeface="Cambria"/>
                <a:cs typeface="Cambria"/>
              </a:rPr>
              <a:t>ordering</a:t>
            </a:r>
            <a:r>
              <a:rPr sz="2200" spc="-35" dirty="0">
                <a:latin typeface="Cambria"/>
                <a:cs typeface="Cambria"/>
              </a:rPr>
              <a:t> </a:t>
            </a:r>
            <a:r>
              <a:rPr sz="2200" dirty="0">
                <a:latin typeface="Cambria"/>
                <a:cs typeface="Cambria"/>
              </a:rPr>
              <a:t>from</a:t>
            </a:r>
            <a:r>
              <a:rPr sz="2200" spc="-50" dirty="0">
                <a:latin typeface="Cambria"/>
                <a:cs typeface="Cambria"/>
              </a:rPr>
              <a:t> </a:t>
            </a:r>
            <a:r>
              <a:rPr sz="2200" dirty="0">
                <a:latin typeface="Cambria"/>
                <a:cs typeface="Cambria"/>
              </a:rPr>
              <a:t>A1,…….An</a:t>
            </a:r>
            <a:r>
              <a:rPr sz="2200" spc="-55" dirty="0">
                <a:latin typeface="Cambria"/>
                <a:cs typeface="Cambria"/>
              </a:rPr>
              <a:t> </a:t>
            </a:r>
            <a:r>
              <a:rPr sz="2200" dirty="0">
                <a:latin typeface="Cambria"/>
                <a:cs typeface="Cambria"/>
              </a:rPr>
              <a:t>to</a:t>
            </a:r>
            <a:r>
              <a:rPr sz="2200" spc="-50" dirty="0">
                <a:latin typeface="Cambria"/>
                <a:cs typeface="Cambria"/>
              </a:rPr>
              <a:t> </a:t>
            </a:r>
            <a:r>
              <a:rPr sz="2200" dirty="0">
                <a:latin typeface="Cambria"/>
                <a:cs typeface="Cambria"/>
              </a:rPr>
              <a:t>the</a:t>
            </a:r>
            <a:r>
              <a:rPr sz="2200" spc="-30" dirty="0">
                <a:latin typeface="Cambria"/>
                <a:cs typeface="Cambria"/>
              </a:rPr>
              <a:t> </a:t>
            </a:r>
            <a:r>
              <a:rPr sz="2200" dirty="0">
                <a:latin typeface="Cambria"/>
                <a:cs typeface="Cambria"/>
              </a:rPr>
              <a:t>non</a:t>
            </a:r>
            <a:r>
              <a:rPr sz="2200" spc="-55" dirty="0">
                <a:latin typeface="Cambria"/>
                <a:cs typeface="Cambria"/>
              </a:rPr>
              <a:t> </a:t>
            </a:r>
            <a:r>
              <a:rPr sz="2200" dirty="0">
                <a:latin typeface="Cambria"/>
                <a:cs typeface="Cambria"/>
              </a:rPr>
              <a:t>terminal</a:t>
            </a:r>
            <a:r>
              <a:rPr sz="2200" spc="-20" dirty="0">
                <a:latin typeface="Cambria"/>
                <a:cs typeface="Cambria"/>
              </a:rPr>
              <a:t> </a:t>
            </a:r>
            <a:r>
              <a:rPr sz="2200" spc="-25" dirty="0">
                <a:latin typeface="Cambria"/>
                <a:cs typeface="Cambria"/>
              </a:rPr>
              <a:t>of </a:t>
            </a:r>
            <a:r>
              <a:rPr sz="2200" dirty="0">
                <a:latin typeface="Cambria"/>
                <a:cs typeface="Cambria"/>
              </a:rPr>
              <a:t>the</a:t>
            </a:r>
            <a:r>
              <a:rPr sz="2200" spc="-20" dirty="0">
                <a:latin typeface="Cambria"/>
                <a:cs typeface="Cambria"/>
              </a:rPr>
              <a:t> </a:t>
            </a:r>
            <a:r>
              <a:rPr sz="2200" spc="-10" dirty="0">
                <a:latin typeface="Cambria"/>
                <a:cs typeface="Cambria"/>
              </a:rPr>
              <a:t>grammar;</a:t>
            </a:r>
            <a:endParaRPr sz="2200">
              <a:latin typeface="Cambria"/>
              <a:cs typeface="Cambria"/>
            </a:endParaRPr>
          </a:p>
          <a:p>
            <a:pPr marL="12700">
              <a:lnSpc>
                <a:spcPts val="2205"/>
              </a:lnSpc>
            </a:pPr>
            <a:r>
              <a:rPr sz="2200" spc="-1145" dirty="0">
                <a:solidFill>
                  <a:srgbClr val="40B9D2"/>
                </a:solidFill>
                <a:latin typeface="Arial MT"/>
                <a:cs typeface="Arial MT"/>
              </a:rPr>
              <a:t>🞄</a:t>
            </a:r>
            <a:r>
              <a:rPr sz="2200" spc="30" dirty="0">
                <a:solidFill>
                  <a:srgbClr val="40B9D2"/>
                </a:solidFill>
                <a:latin typeface="Arial MT"/>
                <a:cs typeface="Arial MT"/>
              </a:rPr>
              <a:t> </a:t>
            </a:r>
            <a:r>
              <a:rPr sz="2200" dirty="0">
                <a:latin typeface="Cambria"/>
                <a:cs typeface="Cambria"/>
              </a:rPr>
              <a:t>For</a:t>
            </a:r>
            <a:r>
              <a:rPr sz="2200" spc="-55" dirty="0">
                <a:latin typeface="Cambria"/>
                <a:cs typeface="Cambria"/>
              </a:rPr>
              <a:t> </a:t>
            </a:r>
            <a:r>
              <a:rPr sz="2200" dirty="0">
                <a:latin typeface="Cambria"/>
                <a:cs typeface="Cambria"/>
              </a:rPr>
              <a:t>i</a:t>
            </a:r>
            <a:r>
              <a:rPr sz="2200" spc="-10" dirty="0">
                <a:latin typeface="Cambria"/>
                <a:cs typeface="Cambria"/>
              </a:rPr>
              <a:t> </a:t>
            </a:r>
            <a:r>
              <a:rPr sz="2200" dirty="0">
                <a:latin typeface="Cambria"/>
                <a:cs typeface="Cambria"/>
              </a:rPr>
              <a:t>=</a:t>
            </a:r>
            <a:r>
              <a:rPr sz="2200" spc="-25" dirty="0">
                <a:latin typeface="Cambria"/>
                <a:cs typeface="Cambria"/>
              </a:rPr>
              <a:t> </a:t>
            </a:r>
            <a:r>
              <a:rPr sz="2200" dirty="0">
                <a:latin typeface="Cambria"/>
                <a:cs typeface="Cambria"/>
              </a:rPr>
              <a:t>1</a:t>
            </a:r>
            <a:r>
              <a:rPr sz="2200" spc="-20" dirty="0">
                <a:latin typeface="Cambria"/>
                <a:cs typeface="Cambria"/>
              </a:rPr>
              <a:t> </a:t>
            </a:r>
            <a:r>
              <a:rPr sz="2200" dirty="0">
                <a:latin typeface="Cambria"/>
                <a:cs typeface="Cambria"/>
              </a:rPr>
              <a:t>to</a:t>
            </a:r>
            <a:r>
              <a:rPr sz="2200" spc="-5" dirty="0">
                <a:latin typeface="Cambria"/>
                <a:cs typeface="Cambria"/>
              </a:rPr>
              <a:t> </a:t>
            </a:r>
            <a:r>
              <a:rPr sz="2200" dirty="0">
                <a:latin typeface="Cambria"/>
                <a:cs typeface="Cambria"/>
              </a:rPr>
              <a:t>n</a:t>
            </a:r>
            <a:r>
              <a:rPr sz="2200" spc="-20" dirty="0">
                <a:latin typeface="Cambria"/>
                <a:cs typeface="Cambria"/>
              </a:rPr>
              <a:t> </a:t>
            </a:r>
            <a:r>
              <a:rPr sz="2200" spc="-25" dirty="0">
                <a:latin typeface="Cambria"/>
                <a:cs typeface="Cambria"/>
              </a:rPr>
              <a:t>do</a:t>
            </a:r>
            <a:endParaRPr sz="2200">
              <a:latin typeface="Cambria"/>
              <a:cs typeface="Cambria"/>
            </a:endParaRPr>
          </a:p>
          <a:p>
            <a:pPr marL="12700">
              <a:lnSpc>
                <a:spcPts val="2380"/>
              </a:lnSpc>
            </a:pPr>
            <a:r>
              <a:rPr sz="2200" spc="-10" dirty="0">
                <a:latin typeface="Cambria"/>
                <a:cs typeface="Cambria"/>
              </a:rPr>
              <a:t>begin</a:t>
            </a:r>
            <a:endParaRPr sz="2200">
              <a:latin typeface="Cambria"/>
              <a:cs typeface="Cambria"/>
            </a:endParaRPr>
          </a:p>
          <a:p>
            <a:pPr marL="927100" marR="4358640">
              <a:lnSpc>
                <a:spcPts val="2380"/>
              </a:lnSpc>
              <a:spcBef>
                <a:spcPts val="165"/>
              </a:spcBef>
            </a:pPr>
            <a:r>
              <a:rPr sz="2200" dirty="0">
                <a:latin typeface="Cambria"/>
                <a:cs typeface="Cambria"/>
              </a:rPr>
              <a:t>for</a:t>
            </a:r>
            <a:r>
              <a:rPr sz="2200" spc="-25" dirty="0">
                <a:latin typeface="Cambria"/>
                <a:cs typeface="Cambria"/>
              </a:rPr>
              <a:t> </a:t>
            </a:r>
            <a:r>
              <a:rPr sz="2200" dirty="0">
                <a:latin typeface="Cambria"/>
                <a:cs typeface="Cambria"/>
              </a:rPr>
              <a:t>j=1</a:t>
            </a:r>
            <a:r>
              <a:rPr sz="2200" spc="-20" dirty="0">
                <a:latin typeface="Cambria"/>
                <a:cs typeface="Cambria"/>
              </a:rPr>
              <a:t> </a:t>
            </a:r>
            <a:r>
              <a:rPr sz="2200" dirty="0">
                <a:latin typeface="Cambria"/>
                <a:cs typeface="Cambria"/>
              </a:rPr>
              <a:t>to</a:t>
            </a:r>
            <a:r>
              <a:rPr sz="2200" spc="-5" dirty="0">
                <a:latin typeface="Cambria"/>
                <a:cs typeface="Cambria"/>
              </a:rPr>
              <a:t> </a:t>
            </a:r>
            <a:r>
              <a:rPr sz="2200" spc="-10" dirty="0">
                <a:latin typeface="Cambria"/>
                <a:cs typeface="Cambria"/>
              </a:rPr>
              <a:t>i-</a:t>
            </a:r>
            <a:r>
              <a:rPr sz="2200" dirty="0">
                <a:latin typeface="Cambria"/>
                <a:cs typeface="Cambria"/>
              </a:rPr>
              <a:t>1</a:t>
            </a:r>
            <a:r>
              <a:rPr sz="2200" spc="-25" dirty="0">
                <a:latin typeface="Cambria"/>
                <a:cs typeface="Cambria"/>
              </a:rPr>
              <a:t> do </a:t>
            </a:r>
            <a:r>
              <a:rPr sz="2200" spc="-10" dirty="0">
                <a:latin typeface="Cambria"/>
                <a:cs typeface="Cambria"/>
              </a:rPr>
              <a:t>begin</a:t>
            </a:r>
            <a:endParaRPr sz="2200">
              <a:latin typeface="Cambria"/>
              <a:cs typeface="Cambria"/>
            </a:endParaRPr>
          </a:p>
          <a:p>
            <a:pPr marL="1360170">
              <a:lnSpc>
                <a:spcPts val="2190"/>
              </a:lnSpc>
            </a:pPr>
            <a:r>
              <a:rPr sz="2200" dirty="0">
                <a:latin typeface="Cambria"/>
                <a:cs typeface="Cambria"/>
              </a:rPr>
              <a:t>replace</a:t>
            </a:r>
            <a:r>
              <a:rPr sz="2200" spc="-25" dirty="0">
                <a:latin typeface="Cambria"/>
                <a:cs typeface="Cambria"/>
              </a:rPr>
              <a:t> </a:t>
            </a:r>
            <a:r>
              <a:rPr sz="2200" dirty="0">
                <a:latin typeface="Cambria"/>
                <a:cs typeface="Cambria"/>
              </a:rPr>
              <a:t>each</a:t>
            </a:r>
            <a:r>
              <a:rPr sz="2200" spc="-10" dirty="0">
                <a:latin typeface="Cambria"/>
                <a:cs typeface="Cambria"/>
              </a:rPr>
              <a:t> production</a:t>
            </a:r>
            <a:r>
              <a:rPr sz="2200" spc="-45" dirty="0">
                <a:latin typeface="Cambria"/>
                <a:cs typeface="Cambria"/>
              </a:rPr>
              <a:t> </a:t>
            </a:r>
            <a:r>
              <a:rPr sz="2200" dirty="0">
                <a:latin typeface="Cambria"/>
                <a:cs typeface="Cambria"/>
              </a:rPr>
              <a:t>of</a:t>
            </a:r>
            <a:r>
              <a:rPr sz="2200" spc="-40" dirty="0">
                <a:latin typeface="Cambria"/>
                <a:cs typeface="Cambria"/>
              </a:rPr>
              <a:t> </a:t>
            </a:r>
            <a:r>
              <a:rPr sz="2200" dirty="0">
                <a:latin typeface="Cambria"/>
                <a:cs typeface="Cambria"/>
              </a:rPr>
              <a:t>the</a:t>
            </a:r>
            <a:r>
              <a:rPr sz="2200" spc="-25" dirty="0">
                <a:latin typeface="Cambria"/>
                <a:cs typeface="Cambria"/>
              </a:rPr>
              <a:t> </a:t>
            </a:r>
            <a:r>
              <a:rPr sz="2200" dirty="0">
                <a:latin typeface="Cambria"/>
                <a:cs typeface="Cambria"/>
              </a:rPr>
              <a:t>form</a:t>
            </a:r>
            <a:r>
              <a:rPr sz="2200" spc="-55" dirty="0">
                <a:latin typeface="Cambria"/>
                <a:cs typeface="Cambria"/>
              </a:rPr>
              <a:t> </a:t>
            </a:r>
            <a:r>
              <a:rPr sz="2200" dirty="0">
                <a:latin typeface="Cambria"/>
                <a:cs typeface="Cambria"/>
              </a:rPr>
              <a:t>A</a:t>
            </a:r>
            <a:r>
              <a:rPr sz="1400" dirty="0">
                <a:latin typeface="Cambria"/>
                <a:cs typeface="Cambria"/>
              </a:rPr>
              <a:t>i</a:t>
            </a:r>
            <a:r>
              <a:rPr sz="1400" spc="150" dirty="0">
                <a:latin typeface="Cambria"/>
                <a:cs typeface="Cambria"/>
              </a:rPr>
              <a:t> </a:t>
            </a:r>
            <a:r>
              <a:rPr sz="2200" dirty="0">
                <a:latin typeface="Wingdings"/>
                <a:cs typeface="Wingdings"/>
              </a:rPr>
              <a:t></a:t>
            </a:r>
            <a:r>
              <a:rPr sz="2200" spc="-105" dirty="0">
                <a:latin typeface="Times New Roman"/>
                <a:cs typeface="Times New Roman"/>
              </a:rPr>
              <a:t> </a:t>
            </a:r>
            <a:r>
              <a:rPr sz="2200" spc="-25" dirty="0">
                <a:latin typeface="Cambria"/>
                <a:cs typeface="Cambria"/>
              </a:rPr>
              <a:t>A</a:t>
            </a:r>
            <a:r>
              <a:rPr sz="1400" spc="-25" dirty="0">
                <a:latin typeface="Cambria"/>
                <a:cs typeface="Cambria"/>
              </a:rPr>
              <a:t>iΥ</a:t>
            </a:r>
            <a:endParaRPr sz="1400">
              <a:latin typeface="Cambria"/>
              <a:cs typeface="Cambria"/>
            </a:endParaRPr>
          </a:p>
          <a:p>
            <a:pPr marL="1393825" marR="5080">
              <a:lnSpc>
                <a:spcPts val="2590"/>
              </a:lnSpc>
              <a:spcBef>
                <a:spcPts val="180"/>
              </a:spcBef>
              <a:tabLst>
                <a:tab pos="5283200" algn="l"/>
              </a:tabLst>
            </a:pPr>
            <a:r>
              <a:rPr sz="2400" dirty="0">
                <a:latin typeface="Cambria"/>
                <a:cs typeface="Cambria"/>
              </a:rPr>
              <a:t>by</a:t>
            </a:r>
            <a:r>
              <a:rPr sz="2400" spc="-50" dirty="0">
                <a:latin typeface="Cambria"/>
                <a:cs typeface="Cambria"/>
              </a:rPr>
              <a:t> </a:t>
            </a:r>
            <a:r>
              <a:rPr sz="2400" dirty="0">
                <a:latin typeface="Cambria"/>
                <a:cs typeface="Cambria"/>
              </a:rPr>
              <a:t>the</a:t>
            </a:r>
            <a:r>
              <a:rPr sz="2400" spc="-25" dirty="0">
                <a:latin typeface="Cambria"/>
                <a:cs typeface="Cambria"/>
              </a:rPr>
              <a:t> </a:t>
            </a:r>
            <a:r>
              <a:rPr sz="2400" dirty="0">
                <a:latin typeface="Cambria"/>
                <a:cs typeface="Cambria"/>
              </a:rPr>
              <a:t>productions</a:t>
            </a:r>
            <a:r>
              <a:rPr sz="2400" spc="-20" dirty="0">
                <a:latin typeface="Cambria"/>
                <a:cs typeface="Cambria"/>
              </a:rPr>
              <a:t> </a:t>
            </a:r>
            <a:r>
              <a:rPr sz="2400" dirty="0">
                <a:latin typeface="Cambria"/>
                <a:cs typeface="Cambria"/>
              </a:rPr>
              <a:t>A</a:t>
            </a:r>
            <a:r>
              <a:rPr sz="1400" dirty="0">
                <a:latin typeface="Cambria"/>
                <a:cs typeface="Cambria"/>
              </a:rPr>
              <a:t>i</a:t>
            </a:r>
            <a:r>
              <a:rPr sz="1400" spc="-20" dirty="0">
                <a:latin typeface="Cambria"/>
                <a:cs typeface="Cambria"/>
              </a:rPr>
              <a:t> </a:t>
            </a:r>
            <a:r>
              <a:rPr sz="2400" dirty="0">
                <a:latin typeface="Wingdings"/>
                <a:cs typeface="Wingdings"/>
              </a:rPr>
              <a:t></a:t>
            </a:r>
            <a:r>
              <a:rPr sz="2400" spc="-100" dirty="0">
                <a:latin typeface="Times New Roman"/>
                <a:cs typeface="Times New Roman"/>
              </a:rPr>
              <a:t> </a:t>
            </a:r>
            <a:r>
              <a:rPr sz="2400" dirty="0">
                <a:latin typeface="Cambria"/>
                <a:cs typeface="Cambria"/>
              </a:rPr>
              <a:t>δ</a:t>
            </a:r>
            <a:r>
              <a:rPr sz="1400" dirty="0">
                <a:latin typeface="Cambria"/>
                <a:cs typeface="Cambria"/>
              </a:rPr>
              <a:t>1Υ</a:t>
            </a:r>
            <a:r>
              <a:rPr sz="1400" spc="484" dirty="0">
                <a:latin typeface="Cambria"/>
                <a:cs typeface="Cambria"/>
              </a:rPr>
              <a:t> </a:t>
            </a:r>
            <a:r>
              <a:rPr sz="2400" dirty="0">
                <a:latin typeface="Cambria"/>
                <a:cs typeface="Cambria"/>
              </a:rPr>
              <a:t>|</a:t>
            </a:r>
            <a:r>
              <a:rPr sz="2400" spc="-30" dirty="0">
                <a:latin typeface="Cambria"/>
                <a:cs typeface="Cambria"/>
              </a:rPr>
              <a:t> </a:t>
            </a:r>
            <a:r>
              <a:rPr sz="2400" dirty="0">
                <a:latin typeface="Cambria"/>
                <a:cs typeface="Cambria"/>
              </a:rPr>
              <a:t>δ</a:t>
            </a:r>
            <a:r>
              <a:rPr sz="1400" dirty="0">
                <a:latin typeface="Cambria"/>
                <a:cs typeface="Cambria"/>
              </a:rPr>
              <a:t>2Υ</a:t>
            </a:r>
            <a:r>
              <a:rPr sz="1400" spc="-15" dirty="0">
                <a:latin typeface="Cambria"/>
                <a:cs typeface="Cambria"/>
              </a:rPr>
              <a:t> </a:t>
            </a:r>
            <a:r>
              <a:rPr sz="2400" dirty="0">
                <a:latin typeface="Cambria"/>
                <a:cs typeface="Cambria"/>
              </a:rPr>
              <a:t>|……</a:t>
            </a:r>
            <a:r>
              <a:rPr sz="2400" spc="-35" dirty="0">
                <a:latin typeface="Cambria"/>
                <a:cs typeface="Cambria"/>
              </a:rPr>
              <a:t> </a:t>
            </a:r>
            <a:r>
              <a:rPr sz="2400" spc="-10" dirty="0">
                <a:latin typeface="Cambria"/>
                <a:cs typeface="Cambria"/>
              </a:rPr>
              <a:t>|</a:t>
            </a:r>
            <a:r>
              <a:rPr sz="2400" spc="-220" dirty="0">
                <a:latin typeface="Cambria"/>
                <a:cs typeface="Cambria"/>
              </a:rPr>
              <a:t> </a:t>
            </a:r>
            <a:r>
              <a:rPr sz="2400" spc="-25" dirty="0">
                <a:latin typeface="Cambria"/>
                <a:cs typeface="Cambria"/>
              </a:rPr>
              <a:t>δ</a:t>
            </a:r>
            <a:r>
              <a:rPr sz="1400" spc="-25" dirty="0">
                <a:latin typeface="Cambria"/>
                <a:cs typeface="Cambria"/>
              </a:rPr>
              <a:t>kΥ </a:t>
            </a:r>
            <a:r>
              <a:rPr sz="2400" dirty="0">
                <a:latin typeface="Cambria"/>
                <a:cs typeface="Cambria"/>
              </a:rPr>
              <a:t>where</a:t>
            </a:r>
            <a:r>
              <a:rPr sz="2400" spc="-25" dirty="0">
                <a:latin typeface="Cambria"/>
                <a:cs typeface="Cambria"/>
              </a:rPr>
              <a:t> </a:t>
            </a:r>
            <a:r>
              <a:rPr sz="2400" dirty="0">
                <a:latin typeface="Cambria"/>
                <a:cs typeface="Cambria"/>
              </a:rPr>
              <a:t>Aj</a:t>
            </a:r>
            <a:r>
              <a:rPr sz="2400" spc="-30" dirty="0">
                <a:latin typeface="Cambria"/>
                <a:cs typeface="Cambria"/>
              </a:rPr>
              <a:t> </a:t>
            </a:r>
            <a:r>
              <a:rPr sz="2400" dirty="0">
                <a:latin typeface="Wingdings"/>
                <a:cs typeface="Wingdings"/>
              </a:rPr>
              <a:t></a:t>
            </a:r>
            <a:r>
              <a:rPr sz="2400" spc="-110" dirty="0">
                <a:latin typeface="Times New Roman"/>
                <a:cs typeface="Times New Roman"/>
              </a:rPr>
              <a:t> </a:t>
            </a:r>
            <a:r>
              <a:rPr sz="2400" dirty="0">
                <a:latin typeface="Cambria"/>
                <a:cs typeface="Cambria"/>
              </a:rPr>
              <a:t>δ</a:t>
            </a:r>
            <a:r>
              <a:rPr sz="1400" dirty="0">
                <a:latin typeface="Cambria"/>
                <a:cs typeface="Cambria"/>
              </a:rPr>
              <a:t>1</a:t>
            </a:r>
            <a:r>
              <a:rPr sz="1400" spc="-10" dirty="0">
                <a:latin typeface="Cambria"/>
                <a:cs typeface="Cambria"/>
              </a:rPr>
              <a:t> </a:t>
            </a:r>
            <a:r>
              <a:rPr sz="2400" dirty="0">
                <a:latin typeface="Cambria"/>
                <a:cs typeface="Cambria"/>
              </a:rPr>
              <a:t>|</a:t>
            </a:r>
            <a:r>
              <a:rPr sz="2400" spc="-30" dirty="0">
                <a:latin typeface="Cambria"/>
                <a:cs typeface="Cambria"/>
              </a:rPr>
              <a:t> </a:t>
            </a:r>
            <a:r>
              <a:rPr sz="2400" dirty="0">
                <a:latin typeface="Cambria"/>
                <a:cs typeface="Cambria"/>
              </a:rPr>
              <a:t>δ</a:t>
            </a:r>
            <a:r>
              <a:rPr sz="1400" dirty="0">
                <a:latin typeface="Cambria"/>
                <a:cs typeface="Cambria"/>
              </a:rPr>
              <a:t>2</a:t>
            </a:r>
            <a:r>
              <a:rPr sz="1400" spc="-10" dirty="0">
                <a:latin typeface="Cambria"/>
                <a:cs typeface="Cambria"/>
              </a:rPr>
              <a:t> </a:t>
            </a:r>
            <a:r>
              <a:rPr sz="2400" dirty="0">
                <a:latin typeface="Cambria"/>
                <a:cs typeface="Cambria"/>
              </a:rPr>
              <a:t>|………..</a:t>
            </a:r>
            <a:r>
              <a:rPr sz="2400" spc="-30" dirty="0">
                <a:latin typeface="Cambria"/>
                <a:cs typeface="Cambria"/>
              </a:rPr>
              <a:t> </a:t>
            </a:r>
            <a:r>
              <a:rPr sz="2400" dirty="0">
                <a:latin typeface="Cambria"/>
                <a:cs typeface="Cambria"/>
              </a:rPr>
              <a:t>|</a:t>
            </a:r>
            <a:r>
              <a:rPr sz="2400" spc="-35" dirty="0">
                <a:latin typeface="Cambria"/>
                <a:cs typeface="Cambria"/>
              </a:rPr>
              <a:t> </a:t>
            </a:r>
            <a:r>
              <a:rPr sz="2400" spc="-25" dirty="0">
                <a:latin typeface="Cambria"/>
                <a:cs typeface="Cambria"/>
              </a:rPr>
              <a:t>δ</a:t>
            </a:r>
            <a:r>
              <a:rPr sz="1400" spc="-25" dirty="0">
                <a:latin typeface="Cambria"/>
                <a:cs typeface="Cambria"/>
              </a:rPr>
              <a:t>k</a:t>
            </a:r>
            <a:r>
              <a:rPr sz="1400" dirty="0">
                <a:latin typeface="Cambria"/>
                <a:cs typeface="Cambria"/>
              </a:rPr>
              <a:t>	</a:t>
            </a:r>
            <a:r>
              <a:rPr sz="2400" dirty="0">
                <a:latin typeface="Cambria"/>
                <a:cs typeface="Cambria"/>
              </a:rPr>
              <a:t>are</a:t>
            </a:r>
            <a:r>
              <a:rPr sz="2400" spc="-40" dirty="0">
                <a:latin typeface="Cambria"/>
                <a:cs typeface="Cambria"/>
              </a:rPr>
              <a:t> </a:t>
            </a:r>
            <a:r>
              <a:rPr sz="2400" dirty="0">
                <a:latin typeface="Cambria"/>
                <a:cs typeface="Cambria"/>
              </a:rPr>
              <a:t>all</a:t>
            </a:r>
            <a:r>
              <a:rPr sz="2400" spc="-30" dirty="0">
                <a:latin typeface="Cambria"/>
                <a:cs typeface="Cambria"/>
              </a:rPr>
              <a:t> </a:t>
            </a:r>
            <a:r>
              <a:rPr sz="2400" spc="-10" dirty="0">
                <a:latin typeface="Cambria"/>
                <a:cs typeface="Cambria"/>
              </a:rPr>
              <a:t>current</a:t>
            </a:r>
            <a:endParaRPr sz="2400">
              <a:latin typeface="Cambria"/>
              <a:cs typeface="Cambria"/>
            </a:endParaRPr>
          </a:p>
          <a:p>
            <a:pPr marL="12700">
              <a:lnSpc>
                <a:spcPts val="2425"/>
              </a:lnSpc>
            </a:pPr>
            <a:r>
              <a:rPr sz="2400" dirty="0">
                <a:latin typeface="Cambria"/>
                <a:cs typeface="Cambria"/>
              </a:rPr>
              <a:t>Aj</a:t>
            </a:r>
            <a:r>
              <a:rPr sz="2400" spc="-30" dirty="0">
                <a:latin typeface="Cambria"/>
                <a:cs typeface="Cambria"/>
              </a:rPr>
              <a:t> </a:t>
            </a:r>
            <a:r>
              <a:rPr sz="2400" spc="-10" dirty="0">
                <a:latin typeface="Cambria"/>
                <a:cs typeface="Cambria"/>
              </a:rPr>
              <a:t>production.</a:t>
            </a:r>
            <a:endParaRPr sz="2400">
              <a:latin typeface="Cambria"/>
              <a:cs typeface="Cambria"/>
            </a:endParaRPr>
          </a:p>
          <a:p>
            <a:pPr marL="927100">
              <a:lnSpc>
                <a:spcPts val="2595"/>
              </a:lnSpc>
            </a:pPr>
            <a:r>
              <a:rPr sz="2400" spc="-25" dirty="0">
                <a:latin typeface="Cambria"/>
                <a:cs typeface="Cambria"/>
              </a:rPr>
              <a:t>end</a:t>
            </a:r>
            <a:endParaRPr sz="2400">
              <a:latin typeface="Cambria"/>
              <a:cs typeface="Cambria"/>
            </a:endParaRPr>
          </a:p>
          <a:p>
            <a:pPr marL="12700" marR="932815" indent="914400">
              <a:lnSpc>
                <a:spcPts val="2590"/>
              </a:lnSpc>
              <a:spcBef>
                <a:spcPts val="185"/>
              </a:spcBef>
            </a:pPr>
            <a:r>
              <a:rPr sz="2400" dirty="0">
                <a:latin typeface="Cambria"/>
                <a:cs typeface="Cambria"/>
              </a:rPr>
              <a:t>eliminate</a:t>
            </a:r>
            <a:r>
              <a:rPr sz="2400" spc="-55" dirty="0">
                <a:latin typeface="Cambria"/>
                <a:cs typeface="Cambria"/>
              </a:rPr>
              <a:t> </a:t>
            </a:r>
            <a:r>
              <a:rPr sz="2400" dirty="0">
                <a:latin typeface="Cambria"/>
                <a:cs typeface="Cambria"/>
              </a:rPr>
              <a:t>the</a:t>
            </a:r>
            <a:r>
              <a:rPr sz="2400" spc="-40" dirty="0">
                <a:latin typeface="Cambria"/>
                <a:cs typeface="Cambria"/>
              </a:rPr>
              <a:t> </a:t>
            </a:r>
            <a:r>
              <a:rPr sz="2400" spc="-10" dirty="0">
                <a:latin typeface="Cambria"/>
                <a:cs typeface="Cambria"/>
              </a:rPr>
              <a:t>intermediate</a:t>
            </a:r>
            <a:r>
              <a:rPr sz="2400" spc="-55" dirty="0">
                <a:latin typeface="Cambria"/>
                <a:cs typeface="Cambria"/>
              </a:rPr>
              <a:t> </a:t>
            </a:r>
            <a:r>
              <a:rPr sz="2400" dirty="0">
                <a:latin typeface="Cambria"/>
                <a:cs typeface="Cambria"/>
              </a:rPr>
              <a:t>left</a:t>
            </a:r>
            <a:r>
              <a:rPr sz="2400" spc="-40" dirty="0">
                <a:latin typeface="Cambria"/>
                <a:cs typeface="Cambria"/>
              </a:rPr>
              <a:t> </a:t>
            </a:r>
            <a:r>
              <a:rPr sz="2400" spc="-10" dirty="0">
                <a:latin typeface="Cambria"/>
                <a:cs typeface="Cambria"/>
              </a:rPr>
              <a:t>recursion </a:t>
            </a:r>
            <a:r>
              <a:rPr sz="2400" dirty="0">
                <a:latin typeface="Cambria"/>
                <a:cs typeface="Cambria"/>
              </a:rPr>
              <a:t>among</a:t>
            </a:r>
            <a:r>
              <a:rPr sz="2400" spc="-45" dirty="0">
                <a:latin typeface="Cambria"/>
                <a:cs typeface="Cambria"/>
              </a:rPr>
              <a:t> </a:t>
            </a:r>
            <a:r>
              <a:rPr sz="2400" dirty="0">
                <a:latin typeface="Cambria"/>
                <a:cs typeface="Cambria"/>
              </a:rPr>
              <a:t>A</a:t>
            </a:r>
            <a:r>
              <a:rPr sz="1400" dirty="0">
                <a:latin typeface="Cambria"/>
                <a:cs typeface="Cambria"/>
              </a:rPr>
              <a:t>i</a:t>
            </a:r>
            <a:r>
              <a:rPr sz="1400" spc="475" dirty="0">
                <a:latin typeface="Cambria"/>
                <a:cs typeface="Cambria"/>
              </a:rPr>
              <a:t> </a:t>
            </a:r>
            <a:r>
              <a:rPr sz="2400" spc="-10" dirty="0">
                <a:latin typeface="Cambria"/>
                <a:cs typeface="Cambria"/>
              </a:rPr>
              <a:t>productions.</a:t>
            </a:r>
            <a:endParaRPr sz="2400">
              <a:latin typeface="Cambria"/>
              <a:cs typeface="Cambria"/>
            </a:endParaRPr>
          </a:p>
          <a:p>
            <a:pPr marL="12700">
              <a:lnSpc>
                <a:spcPct val="100000"/>
              </a:lnSpc>
              <a:spcBef>
                <a:spcPts val="2270"/>
              </a:spcBef>
            </a:pPr>
            <a:r>
              <a:rPr sz="2400" spc="-25" dirty="0">
                <a:latin typeface="Cambria"/>
                <a:cs typeface="Cambria"/>
              </a:rPr>
              <a:t>end</a:t>
            </a:r>
            <a:endParaRPr sz="2400">
              <a:latin typeface="Cambria"/>
              <a:cs typeface="Cambri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1028700">
              <a:lnSpc>
                <a:spcPts val="3779"/>
              </a:lnSpc>
            </a:pPr>
            <a:r>
              <a:rPr sz="3600" b="1" spc="-20" dirty="0">
                <a:solidFill>
                  <a:srgbClr val="FFFFFF"/>
                </a:solidFill>
                <a:latin typeface="Cambria"/>
                <a:cs typeface="Cambria"/>
              </a:rPr>
              <a:t>Left </a:t>
            </a:r>
            <a:r>
              <a:rPr sz="3600" b="1" spc="-75" dirty="0">
                <a:solidFill>
                  <a:srgbClr val="FFFFFF"/>
                </a:solidFill>
                <a:latin typeface="Cambria"/>
                <a:cs typeface="Cambria"/>
              </a:rPr>
              <a:t>Recursion</a:t>
            </a:r>
            <a:endParaRPr sz="3600">
              <a:latin typeface="Cambria"/>
              <a:cs typeface="Cambria"/>
            </a:endParaRPr>
          </a:p>
        </p:txBody>
      </p:sp>
      <p:sp>
        <p:nvSpPr>
          <p:cNvPr id="3" name="object 3"/>
          <p:cNvSpPr txBox="1"/>
          <p:nvPr/>
        </p:nvSpPr>
        <p:spPr>
          <a:xfrm>
            <a:off x="3797300" y="812037"/>
            <a:ext cx="4952365" cy="360680"/>
          </a:xfrm>
          <a:prstGeom prst="rect">
            <a:avLst/>
          </a:prstGeom>
        </p:spPr>
        <p:txBody>
          <a:bodyPr vert="horz" wrap="square" lIns="0" tIns="12065" rIns="0" bIns="0" rtlCol="0">
            <a:spAutoFit/>
          </a:bodyPr>
          <a:lstStyle/>
          <a:p>
            <a:pPr marL="354965" indent="-342265">
              <a:lnSpc>
                <a:spcPct val="100000"/>
              </a:lnSpc>
              <a:spcBef>
                <a:spcPts val="95"/>
              </a:spcBef>
              <a:buFont typeface="Microsoft Sans Serif"/>
              <a:buChar char="•"/>
              <a:tabLst>
                <a:tab pos="354965" algn="l"/>
              </a:tabLst>
            </a:pPr>
            <a:r>
              <a:rPr sz="2200" dirty="0">
                <a:latin typeface="Cambria"/>
                <a:cs typeface="Cambria"/>
              </a:rPr>
              <a:t>There</a:t>
            </a:r>
            <a:r>
              <a:rPr sz="2200" spc="-40" dirty="0">
                <a:latin typeface="Cambria"/>
                <a:cs typeface="Cambria"/>
              </a:rPr>
              <a:t> </a:t>
            </a:r>
            <a:r>
              <a:rPr sz="2200" dirty="0">
                <a:latin typeface="Cambria"/>
                <a:cs typeface="Cambria"/>
              </a:rPr>
              <a:t>are</a:t>
            </a:r>
            <a:r>
              <a:rPr sz="2200" spc="-45" dirty="0">
                <a:latin typeface="Cambria"/>
                <a:cs typeface="Cambria"/>
              </a:rPr>
              <a:t> </a:t>
            </a:r>
            <a:r>
              <a:rPr sz="2200" dirty="0">
                <a:latin typeface="Cambria"/>
                <a:cs typeface="Cambria"/>
              </a:rPr>
              <a:t>three</a:t>
            </a:r>
            <a:r>
              <a:rPr sz="2200" spc="-45" dirty="0">
                <a:latin typeface="Cambria"/>
                <a:cs typeface="Cambria"/>
              </a:rPr>
              <a:t> </a:t>
            </a:r>
            <a:r>
              <a:rPr sz="2200" dirty="0">
                <a:latin typeface="Cambria"/>
                <a:cs typeface="Cambria"/>
              </a:rPr>
              <a:t>types</a:t>
            </a:r>
            <a:r>
              <a:rPr sz="2200" spc="-35" dirty="0">
                <a:latin typeface="Cambria"/>
                <a:cs typeface="Cambria"/>
              </a:rPr>
              <a:t> </a:t>
            </a:r>
            <a:r>
              <a:rPr sz="2200" dirty="0">
                <a:latin typeface="Cambria"/>
                <a:cs typeface="Cambria"/>
              </a:rPr>
              <a:t>of</a:t>
            </a:r>
            <a:r>
              <a:rPr sz="2200" spc="-55" dirty="0">
                <a:latin typeface="Cambria"/>
                <a:cs typeface="Cambria"/>
              </a:rPr>
              <a:t> </a:t>
            </a:r>
            <a:r>
              <a:rPr sz="2200" dirty="0">
                <a:latin typeface="Cambria"/>
                <a:cs typeface="Cambria"/>
              </a:rPr>
              <a:t>left</a:t>
            </a:r>
            <a:r>
              <a:rPr sz="2200" spc="-45" dirty="0">
                <a:latin typeface="Cambria"/>
                <a:cs typeface="Cambria"/>
              </a:rPr>
              <a:t> </a:t>
            </a:r>
            <a:r>
              <a:rPr sz="2200" spc="-10" dirty="0">
                <a:latin typeface="Cambria"/>
                <a:cs typeface="Cambria"/>
              </a:rPr>
              <a:t>recursion:</a:t>
            </a:r>
            <a:endParaRPr sz="2200">
              <a:latin typeface="Cambria"/>
              <a:cs typeface="Cambria"/>
            </a:endParaRPr>
          </a:p>
        </p:txBody>
      </p:sp>
      <p:sp>
        <p:nvSpPr>
          <p:cNvPr id="4" name="object 4"/>
          <p:cNvSpPr txBox="1"/>
          <p:nvPr/>
        </p:nvSpPr>
        <p:spPr>
          <a:xfrm>
            <a:off x="4254500" y="1482598"/>
            <a:ext cx="2067560" cy="360680"/>
          </a:xfrm>
          <a:prstGeom prst="rect">
            <a:avLst/>
          </a:prstGeom>
        </p:spPr>
        <p:txBody>
          <a:bodyPr vert="horz" wrap="square" lIns="0" tIns="12065" rIns="0" bIns="0" rtlCol="0">
            <a:spAutoFit/>
          </a:bodyPr>
          <a:lstStyle/>
          <a:p>
            <a:pPr marL="12700">
              <a:lnSpc>
                <a:spcPct val="100000"/>
              </a:lnSpc>
              <a:spcBef>
                <a:spcPts val="95"/>
              </a:spcBef>
            </a:pPr>
            <a:r>
              <a:rPr sz="2200" b="1" dirty="0">
                <a:latin typeface="Cambria"/>
                <a:cs typeface="Cambria"/>
              </a:rPr>
              <a:t>direct</a:t>
            </a:r>
            <a:r>
              <a:rPr sz="2200" b="1" spc="445" dirty="0">
                <a:latin typeface="Cambria"/>
                <a:cs typeface="Cambria"/>
              </a:rPr>
              <a:t> </a:t>
            </a:r>
            <a:r>
              <a:rPr sz="2200" dirty="0">
                <a:latin typeface="Cambria"/>
                <a:cs typeface="Cambria"/>
              </a:rPr>
              <a:t>(A</a:t>
            </a:r>
            <a:r>
              <a:rPr sz="2200" spc="-25" dirty="0">
                <a:latin typeface="Cambria"/>
                <a:cs typeface="Cambria"/>
              </a:rPr>
              <a:t> </a:t>
            </a:r>
            <a:r>
              <a:rPr sz="2200" dirty="0">
                <a:latin typeface="Symbol"/>
                <a:cs typeface="Symbol"/>
              </a:rPr>
              <a:t></a:t>
            </a:r>
            <a:r>
              <a:rPr sz="2200" spc="-85" dirty="0">
                <a:latin typeface="Times New Roman"/>
                <a:cs typeface="Times New Roman"/>
              </a:rPr>
              <a:t> </a:t>
            </a:r>
            <a:r>
              <a:rPr sz="2200" dirty="0">
                <a:latin typeface="Cambria"/>
                <a:cs typeface="Cambria"/>
              </a:rPr>
              <a:t>A</a:t>
            </a:r>
            <a:r>
              <a:rPr sz="2200" spc="-25" dirty="0">
                <a:latin typeface="Cambria"/>
                <a:cs typeface="Cambria"/>
              </a:rPr>
              <a:t> x)</a:t>
            </a:r>
            <a:endParaRPr sz="2200">
              <a:latin typeface="Cambria"/>
              <a:cs typeface="Cambria"/>
            </a:endParaRPr>
          </a:p>
        </p:txBody>
      </p:sp>
      <p:sp>
        <p:nvSpPr>
          <p:cNvPr id="5" name="object 5"/>
          <p:cNvSpPr txBox="1"/>
          <p:nvPr/>
        </p:nvSpPr>
        <p:spPr>
          <a:xfrm>
            <a:off x="4254500" y="2153538"/>
            <a:ext cx="3331210" cy="360680"/>
          </a:xfrm>
          <a:prstGeom prst="rect">
            <a:avLst/>
          </a:prstGeom>
        </p:spPr>
        <p:txBody>
          <a:bodyPr vert="horz" wrap="square" lIns="0" tIns="12065" rIns="0" bIns="0" rtlCol="0">
            <a:spAutoFit/>
          </a:bodyPr>
          <a:lstStyle/>
          <a:p>
            <a:pPr marL="12700">
              <a:lnSpc>
                <a:spcPct val="100000"/>
              </a:lnSpc>
              <a:spcBef>
                <a:spcPts val="95"/>
              </a:spcBef>
            </a:pPr>
            <a:r>
              <a:rPr sz="2200" b="1" dirty="0">
                <a:latin typeface="Cambria"/>
                <a:cs typeface="Cambria"/>
              </a:rPr>
              <a:t>indirect</a:t>
            </a:r>
            <a:r>
              <a:rPr sz="2200" b="1" spc="445" dirty="0">
                <a:latin typeface="Cambria"/>
                <a:cs typeface="Cambria"/>
              </a:rPr>
              <a:t> </a:t>
            </a:r>
            <a:r>
              <a:rPr sz="2200" dirty="0">
                <a:latin typeface="Cambria"/>
                <a:cs typeface="Cambria"/>
              </a:rPr>
              <a:t>(A</a:t>
            </a:r>
            <a:r>
              <a:rPr sz="2200" spc="-15" dirty="0">
                <a:latin typeface="Cambria"/>
                <a:cs typeface="Cambria"/>
              </a:rPr>
              <a:t> </a:t>
            </a:r>
            <a:r>
              <a:rPr sz="2200" dirty="0">
                <a:latin typeface="Symbol"/>
                <a:cs typeface="Symbol"/>
              </a:rPr>
              <a:t></a:t>
            </a:r>
            <a:r>
              <a:rPr sz="2200" spc="-80" dirty="0">
                <a:latin typeface="Times New Roman"/>
                <a:cs typeface="Times New Roman"/>
              </a:rPr>
              <a:t> </a:t>
            </a:r>
            <a:r>
              <a:rPr sz="2200" dirty="0">
                <a:latin typeface="Cambria"/>
                <a:cs typeface="Cambria"/>
              </a:rPr>
              <a:t>B</a:t>
            </a:r>
            <a:r>
              <a:rPr sz="2200" spc="-15" dirty="0">
                <a:latin typeface="Cambria"/>
                <a:cs typeface="Cambria"/>
              </a:rPr>
              <a:t> </a:t>
            </a:r>
            <a:r>
              <a:rPr sz="2200" dirty="0">
                <a:latin typeface="Cambria"/>
                <a:cs typeface="Cambria"/>
              </a:rPr>
              <a:t>C,</a:t>
            </a:r>
            <a:r>
              <a:rPr sz="2200" spc="450" dirty="0">
                <a:latin typeface="Cambria"/>
                <a:cs typeface="Cambria"/>
              </a:rPr>
              <a:t> </a:t>
            </a:r>
            <a:r>
              <a:rPr sz="2200" dirty="0">
                <a:latin typeface="Cambria"/>
                <a:cs typeface="Cambria"/>
              </a:rPr>
              <a:t>B</a:t>
            </a:r>
            <a:r>
              <a:rPr sz="2200" spc="-20" dirty="0">
                <a:latin typeface="Cambria"/>
                <a:cs typeface="Cambria"/>
              </a:rPr>
              <a:t> </a:t>
            </a:r>
            <a:r>
              <a:rPr sz="2200" dirty="0">
                <a:latin typeface="Symbol"/>
                <a:cs typeface="Symbol"/>
              </a:rPr>
              <a:t></a:t>
            </a:r>
            <a:r>
              <a:rPr sz="2200" spc="-80" dirty="0">
                <a:latin typeface="Times New Roman"/>
                <a:cs typeface="Times New Roman"/>
              </a:rPr>
              <a:t> </a:t>
            </a:r>
            <a:r>
              <a:rPr sz="2200" dirty="0">
                <a:latin typeface="Cambria"/>
                <a:cs typeface="Cambria"/>
              </a:rPr>
              <a:t>A</a:t>
            </a:r>
            <a:r>
              <a:rPr sz="2200" spc="-15" dirty="0">
                <a:latin typeface="Cambria"/>
                <a:cs typeface="Cambria"/>
              </a:rPr>
              <a:t> </a:t>
            </a:r>
            <a:r>
              <a:rPr sz="2200" spc="-60" dirty="0">
                <a:latin typeface="Cambria"/>
                <a:cs typeface="Cambria"/>
              </a:rPr>
              <a:t>)</a:t>
            </a:r>
            <a:endParaRPr sz="2200">
              <a:latin typeface="Cambria"/>
              <a:cs typeface="Cambria"/>
            </a:endParaRPr>
          </a:p>
        </p:txBody>
      </p:sp>
      <p:sp>
        <p:nvSpPr>
          <p:cNvPr id="6" name="object 6"/>
          <p:cNvSpPr txBox="1"/>
          <p:nvPr/>
        </p:nvSpPr>
        <p:spPr>
          <a:xfrm>
            <a:off x="3797300" y="2719602"/>
            <a:ext cx="4857750" cy="904240"/>
          </a:xfrm>
          <a:prstGeom prst="rect">
            <a:avLst/>
          </a:prstGeom>
        </p:spPr>
        <p:txBody>
          <a:bodyPr vert="horz" wrap="square" lIns="0" tIns="116205" rIns="0" bIns="0" rtlCol="0">
            <a:spAutoFit/>
          </a:bodyPr>
          <a:lstStyle/>
          <a:p>
            <a:pPr marL="469900">
              <a:lnSpc>
                <a:spcPct val="100000"/>
              </a:lnSpc>
              <a:spcBef>
                <a:spcPts val="915"/>
              </a:spcBef>
            </a:pPr>
            <a:r>
              <a:rPr sz="2200" b="1" dirty="0">
                <a:latin typeface="Cambria"/>
                <a:cs typeface="Cambria"/>
              </a:rPr>
              <a:t>hidden</a:t>
            </a:r>
            <a:r>
              <a:rPr sz="2200" b="1" spc="-25" dirty="0">
                <a:latin typeface="Cambria"/>
                <a:cs typeface="Cambria"/>
              </a:rPr>
              <a:t> </a:t>
            </a:r>
            <a:r>
              <a:rPr sz="2200" dirty="0">
                <a:latin typeface="Cambria"/>
                <a:cs typeface="Cambria"/>
              </a:rPr>
              <a:t>(A</a:t>
            </a:r>
            <a:r>
              <a:rPr sz="2200" spc="-10" dirty="0">
                <a:latin typeface="Cambria"/>
                <a:cs typeface="Cambria"/>
              </a:rPr>
              <a:t> </a:t>
            </a:r>
            <a:r>
              <a:rPr sz="2200" dirty="0">
                <a:latin typeface="Symbol"/>
                <a:cs typeface="Symbol"/>
              </a:rPr>
              <a:t></a:t>
            </a:r>
            <a:r>
              <a:rPr sz="2200" spc="-70" dirty="0">
                <a:latin typeface="Times New Roman"/>
                <a:cs typeface="Times New Roman"/>
              </a:rPr>
              <a:t> </a:t>
            </a:r>
            <a:r>
              <a:rPr sz="2200" dirty="0">
                <a:latin typeface="Cambria"/>
                <a:cs typeface="Cambria"/>
              </a:rPr>
              <a:t>B</a:t>
            </a:r>
            <a:r>
              <a:rPr sz="2200" spc="-10" dirty="0">
                <a:latin typeface="Cambria"/>
                <a:cs typeface="Cambria"/>
              </a:rPr>
              <a:t> </a:t>
            </a:r>
            <a:r>
              <a:rPr sz="2200" dirty="0">
                <a:latin typeface="Cambria"/>
                <a:cs typeface="Cambria"/>
              </a:rPr>
              <a:t>A,</a:t>
            </a:r>
            <a:r>
              <a:rPr sz="2200" spc="475" dirty="0">
                <a:latin typeface="Cambria"/>
                <a:cs typeface="Cambria"/>
              </a:rPr>
              <a:t> </a:t>
            </a:r>
            <a:r>
              <a:rPr sz="2200" dirty="0">
                <a:latin typeface="Cambria"/>
                <a:cs typeface="Cambria"/>
              </a:rPr>
              <a:t>B</a:t>
            </a:r>
            <a:r>
              <a:rPr sz="2200" spc="-10" dirty="0">
                <a:latin typeface="Cambria"/>
                <a:cs typeface="Cambria"/>
              </a:rPr>
              <a:t> </a:t>
            </a:r>
            <a:r>
              <a:rPr sz="2200" dirty="0">
                <a:latin typeface="Symbol"/>
                <a:cs typeface="Symbol"/>
              </a:rPr>
              <a:t></a:t>
            </a:r>
            <a:r>
              <a:rPr sz="2200" spc="-70" dirty="0">
                <a:latin typeface="Times New Roman"/>
                <a:cs typeface="Times New Roman"/>
              </a:rPr>
              <a:t> </a:t>
            </a:r>
            <a:r>
              <a:rPr sz="2200" spc="-25" dirty="0">
                <a:latin typeface="Symbol"/>
                <a:cs typeface="Symbol"/>
              </a:rPr>
              <a:t></a:t>
            </a:r>
            <a:r>
              <a:rPr sz="2200" spc="-25" dirty="0">
                <a:latin typeface="Cambria"/>
                <a:cs typeface="Cambria"/>
              </a:rPr>
              <a:t>)</a:t>
            </a:r>
            <a:endParaRPr sz="2200">
              <a:latin typeface="Cambria"/>
              <a:cs typeface="Cambria"/>
            </a:endParaRPr>
          </a:p>
          <a:p>
            <a:pPr marL="12700">
              <a:lnSpc>
                <a:spcPct val="100000"/>
              </a:lnSpc>
              <a:spcBef>
                <a:spcPts val="819"/>
              </a:spcBef>
            </a:pPr>
            <a:r>
              <a:rPr sz="2200" spc="-65" dirty="0">
                <a:latin typeface="Cambria"/>
                <a:cs typeface="Cambria"/>
              </a:rPr>
              <a:t>To</a:t>
            </a:r>
            <a:r>
              <a:rPr sz="2200" spc="-60" dirty="0">
                <a:latin typeface="Cambria"/>
                <a:cs typeface="Cambria"/>
              </a:rPr>
              <a:t> </a:t>
            </a:r>
            <a:r>
              <a:rPr sz="2200" spc="-10" dirty="0">
                <a:latin typeface="Cambria"/>
                <a:cs typeface="Cambria"/>
              </a:rPr>
              <a:t>eliminate</a:t>
            </a:r>
            <a:r>
              <a:rPr sz="2200" spc="-55" dirty="0">
                <a:latin typeface="Cambria"/>
                <a:cs typeface="Cambria"/>
              </a:rPr>
              <a:t> </a:t>
            </a:r>
            <a:r>
              <a:rPr sz="2200" dirty="0">
                <a:latin typeface="Cambria"/>
                <a:cs typeface="Cambria"/>
              </a:rPr>
              <a:t>direct</a:t>
            </a:r>
            <a:r>
              <a:rPr sz="2200" spc="-40" dirty="0">
                <a:latin typeface="Cambria"/>
                <a:cs typeface="Cambria"/>
              </a:rPr>
              <a:t> </a:t>
            </a:r>
            <a:r>
              <a:rPr sz="2200" dirty="0">
                <a:latin typeface="Cambria"/>
                <a:cs typeface="Cambria"/>
              </a:rPr>
              <a:t>left</a:t>
            </a:r>
            <a:r>
              <a:rPr sz="2200" spc="-60" dirty="0">
                <a:latin typeface="Cambria"/>
                <a:cs typeface="Cambria"/>
              </a:rPr>
              <a:t> </a:t>
            </a:r>
            <a:r>
              <a:rPr sz="2200" dirty="0">
                <a:latin typeface="Cambria"/>
                <a:cs typeface="Cambria"/>
              </a:rPr>
              <a:t>recursion</a:t>
            </a:r>
            <a:r>
              <a:rPr sz="2200" spc="-60" dirty="0">
                <a:latin typeface="Cambria"/>
                <a:cs typeface="Cambria"/>
              </a:rPr>
              <a:t> </a:t>
            </a:r>
            <a:r>
              <a:rPr sz="2200" spc="-10" dirty="0">
                <a:latin typeface="Cambria"/>
                <a:cs typeface="Cambria"/>
              </a:rPr>
              <a:t>replace</a:t>
            </a:r>
            <a:endParaRPr sz="2200">
              <a:latin typeface="Cambria"/>
              <a:cs typeface="Cambria"/>
            </a:endParaRPr>
          </a:p>
        </p:txBody>
      </p:sp>
      <p:sp>
        <p:nvSpPr>
          <p:cNvPr id="7" name="object 7"/>
          <p:cNvSpPr txBox="1"/>
          <p:nvPr/>
        </p:nvSpPr>
        <p:spPr>
          <a:xfrm>
            <a:off x="4081271" y="3935348"/>
            <a:ext cx="4689475" cy="1029969"/>
          </a:xfrm>
          <a:prstGeom prst="rect">
            <a:avLst/>
          </a:prstGeom>
        </p:spPr>
        <p:txBody>
          <a:bodyPr vert="horz" wrap="square" lIns="0" tIns="12065" rIns="0" bIns="0" rtlCol="0">
            <a:spAutoFit/>
          </a:bodyPr>
          <a:lstStyle/>
          <a:p>
            <a:pPr marL="38100">
              <a:lnSpc>
                <a:spcPct val="100000"/>
              </a:lnSpc>
              <a:spcBef>
                <a:spcPts val="95"/>
              </a:spcBef>
            </a:pPr>
            <a:r>
              <a:rPr sz="2200" b="1" dirty="0">
                <a:latin typeface="Cambria"/>
                <a:cs typeface="Cambria"/>
              </a:rPr>
              <a:t>A </a:t>
            </a:r>
            <a:r>
              <a:rPr sz="2200" dirty="0">
                <a:latin typeface="Symbol"/>
                <a:cs typeface="Symbol"/>
              </a:rPr>
              <a:t></a:t>
            </a:r>
            <a:r>
              <a:rPr sz="2200" spc="-80" dirty="0">
                <a:latin typeface="Times New Roman"/>
                <a:cs typeface="Times New Roman"/>
              </a:rPr>
              <a:t> </a:t>
            </a:r>
            <a:r>
              <a:rPr sz="2200" b="1" dirty="0">
                <a:latin typeface="Cambria"/>
                <a:cs typeface="Cambria"/>
              </a:rPr>
              <a:t>A</a:t>
            </a:r>
            <a:r>
              <a:rPr sz="2200" dirty="0">
                <a:latin typeface="Symbol"/>
                <a:cs typeface="Symbol"/>
              </a:rPr>
              <a:t></a:t>
            </a:r>
            <a:r>
              <a:rPr sz="2175" b="1" baseline="-21072" dirty="0">
                <a:latin typeface="Cambria"/>
                <a:cs typeface="Cambria"/>
              </a:rPr>
              <a:t>1 </a:t>
            </a:r>
            <a:r>
              <a:rPr sz="2200" b="1" dirty="0">
                <a:latin typeface="Cambria"/>
                <a:cs typeface="Cambria"/>
              </a:rPr>
              <a:t>|</a:t>
            </a:r>
            <a:r>
              <a:rPr sz="2200" b="1" spc="-10" dirty="0">
                <a:latin typeface="Cambria"/>
                <a:cs typeface="Cambria"/>
              </a:rPr>
              <a:t> </a:t>
            </a:r>
            <a:r>
              <a:rPr sz="2200" b="1" dirty="0">
                <a:latin typeface="Cambria"/>
                <a:cs typeface="Cambria"/>
              </a:rPr>
              <a:t>A</a:t>
            </a:r>
            <a:r>
              <a:rPr sz="2200" dirty="0">
                <a:latin typeface="Symbol"/>
                <a:cs typeface="Symbol"/>
              </a:rPr>
              <a:t></a:t>
            </a:r>
            <a:r>
              <a:rPr sz="2175" b="1" baseline="-21072" dirty="0">
                <a:latin typeface="Cambria"/>
                <a:cs typeface="Cambria"/>
              </a:rPr>
              <a:t>2</a:t>
            </a:r>
            <a:r>
              <a:rPr sz="2175" b="1" spc="-15" baseline="-21072" dirty="0">
                <a:latin typeface="Cambria"/>
                <a:cs typeface="Cambria"/>
              </a:rPr>
              <a:t> </a:t>
            </a:r>
            <a:r>
              <a:rPr sz="2200" b="1" dirty="0">
                <a:latin typeface="Cambria"/>
                <a:cs typeface="Cambria"/>
              </a:rPr>
              <a:t>|</a:t>
            </a:r>
            <a:r>
              <a:rPr sz="2200" b="1" spc="-15" dirty="0">
                <a:latin typeface="Cambria"/>
                <a:cs typeface="Cambria"/>
              </a:rPr>
              <a:t> </a:t>
            </a:r>
            <a:r>
              <a:rPr sz="2200" b="1" dirty="0">
                <a:latin typeface="Cambria"/>
                <a:cs typeface="Cambria"/>
              </a:rPr>
              <a:t>...</a:t>
            </a:r>
            <a:r>
              <a:rPr sz="2200" b="1" spc="10" dirty="0">
                <a:latin typeface="Cambria"/>
                <a:cs typeface="Cambria"/>
              </a:rPr>
              <a:t> </a:t>
            </a:r>
            <a:r>
              <a:rPr sz="2200" b="1" dirty="0">
                <a:latin typeface="Cambria"/>
                <a:cs typeface="Cambria"/>
              </a:rPr>
              <a:t>|</a:t>
            </a:r>
            <a:r>
              <a:rPr sz="2200" b="1" spc="-10" dirty="0">
                <a:latin typeface="Cambria"/>
                <a:cs typeface="Cambria"/>
              </a:rPr>
              <a:t> </a:t>
            </a:r>
            <a:r>
              <a:rPr sz="2200" b="1" dirty="0">
                <a:latin typeface="Cambria"/>
                <a:cs typeface="Cambria"/>
              </a:rPr>
              <a:t>A</a:t>
            </a:r>
            <a:r>
              <a:rPr sz="2200" dirty="0">
                <a:latin typeface="Symbol"/>
                <a:cs typeface="Symbol"/>
              </a:rPr>
              <a:t></a:t>
            </a:r>
            <a:r>
              <a:rPr sz="2175" b="1" baseline="-21072" dirty="0">
                <a:latin typeface="Cambria"/>
                <a:cs typeface="Cambria"/>
              </a:rPr>
              <a:t>m</a:t>
            </a:r>
            <a:r>
              <a:rPr sz="2175" b="1" spc="-7" baseline="-21072" dirty="0">
                <a:latin typeface="Cambria"/>
                <a:cs typeface="Cambria"/>
              </a:rPr>
              <a:t> </a:t>
            </a:r>
            <a:r>
              <a:rPr sz="2200" b="1" dirty="0">
                <a:latin typeface="Cambria"/>
                <a:cs typeface="Cambria"/>
              </a:rPr>
              <a:t>|</a:t>
            </a:r>
            <a:r>
              <a:rPr sz="2200" b="1" spc="-15" dirty="0">
                <a:latin typeface="Cambria"/>
                <a:cs typeface="Cambria"/>
              </a:rPr>
              <a:t> </a:t>
            </a:r>
            <a:r>
              <a:rPr sz="2200" dirty="0">
                <a:latin typeface="Symbol"/>
                <a:cs typeface="Symbol"/>
              </a:rPr>
              <a:t></a:t>
            </a:r>
            <a:r>
              <a:rPr sz="2175" b="1" baseline="-21072" dirty="0">
                <a:latin typeface="Cambria"/>
                <a:cs typeface="Cambria"/>
              </a:rPr>
              <a:t>1</a:t>
            </a:r>
            <a:r>
              <a:rPr sz="2175" b="1" spc="-15" baseline="-21072" dirty="0">
                <a:latin typeface="Cambria"/>
                <a:cs typeface="Cambria"/>
              </a:rPr>
              <a:t> </a:t>
            </a:r>
            <a:r>
              <a:rPr sz="2200" b="1" dirty="0">
                <a:latin typeface="Cambria"/>
                <a:cs typeface="Cambria"/>
              </a:rPr>
              <a:t>|</a:t>
            </a:r>
            <a:r>
              <a:rPr sz="2200" b="1" spc="-10" dirty="0">
                <a:latin typeface="Cambria"/>
                <a:cs typeface="Cambria"/>
              </a:rPr>
              <a:t> </a:t>
            </a:r>
            <a:r>
              <a:rPr sz="2200" dirty="0">
                <a:latin typeface="Symbol"/>
                <a:cs typeface="Symbol"/>
              </a:rPr>
              <a:t></a:t>
            </a:r>
            <a:r>
              <a:rPr sz="2175" b="1" baseline="-21072" dirty="0">
                <a:latin typeface="Cambria"/>
                <a:cs typeface="Cambria"/>
              </a:rPr>
              <a:t>2</a:t>
            </a:r>
            <a:r>
              <a:rPr sz="2175" b="1" spc="-15" baseline="-21072" dirty="0">
                <a:latin typeface="Cambria"/>
                <a:cs typeface="Cambria"/>
              </a:rPr>
              <a:t> </a:t>
            </a:r>
            <a:r>
              <a:rPr sz="2200" b="1" dirty="0">
                <a:latin typeface="Cambria"/>
                <a:cs typeface="Cambria"/>
              </a:rPr>
              <a:t>|</a:t>
            </a:r>
            <a:r>
              <a:rPr sz="2200" b="1" spc="-15" dirty="0">
                <a:latin typeface="Cambria"/>
                <a:cs typeface="Cambria"/>
              </a:rPr>
              <a:t> </a:t>
            </a:r>
            <a:r>
              <a:rPr sz="2200" b="1" dirty="0">
                <a:latin typeface="Cambria"/>
                <a:cs typeface="Cambria"/>
              </a:rPr>
              <a:t>...</a:t>
            </a:r>
            <a:r>
              <a:rPr sz="2200" b="1" spc="5" dirty="0">
                <a:latin typeface="Cambria"/>
                <a:cs typeface="Cambria"/>
              </a:rPr>
              <a:t> </a:t>
            </a:r>
            <a:r>
              <a:rPr sz="2200" b="1" dirty="0">
                <a:latin typeface="Cambria"/>
                <a:cs typeface="Cambria"/>
              </a:rPr>
              <a:t>|</a:t>
            </a:r>
            <a:r>
              <a:rPr sz="2200" b="1" spc="-15" dirty="0">
                <a:latin typeface="Cambria"/>
                <a:cs typeface="Cambria"/>
              </a:rPr>
              <a:t> </a:t>
            </a:r>
            <a:r>
              <a:rPr sz="2200" spc="-25" dirty="0">
                <a:latin typeface="Symbol"/>
                <a:cs typeface="Symbol"/>
              </a:rPr>
              <a:t></a:t>
            </a:r>
            <a:r>
              <a:rPr sz="2175" b="1" spc="-37" baseline="-21072" dirty="0">
                <a:latin typeface="Cambria"/>
                <a:cs typeface="Cambria"/>
              </a:rPr>
              <a:t>n</a:t>
            </a:r>
            <a:endParaRPr sz="2175" baseline="-21072">
              <a:latin typeface="Cambria"/>
              <a:cs typeface="Cambria"/>
            </a:endParaRPr>
          </a:p>
          <a:p>
            <a:pPr>
              <a:lnSpc>
                <a:spcPct val="100000"/>
              </a:lnSpc>
              <a:spcBef>
                <a:spcPts val="50"/>
              </a:spcBef>
            </a:pPr>
            <a:endParaRPr sz="2200">
              <a:latin typeface="Cambria"/>
              <a:cs typeface="Cambria"/>
            </a:endParaRPr>
          </a:p>
          <a:p>
            <a:pPr marL="495300">
              <a:lnSpc>
                <a:spcPct val="100000"/>
              </a:lnSpc>
            </a:pPr>
            <a:r>
              <a:rPr sz="2200" spc="-20" dirty="0">
                <a:latin typeface="Cambria"/>
                <a:cs typeface="Cambria"/>
              </a:rPr>
              <a:t>with</a:t>
            </a:r>
            <a:endParaRPr sz="2200">
              <a:latin typeface="Cambria"/>
              <a:cs typeface="Cambria"/>
            </a:endParaRPr>
          </a:p>
        </p:txBody>
      </p:sp>
      <p:sp>
        <p:nvSpPr>
          <p:cNvPr id="8" name="object 8"/>
          <p:cNvSpPr txBox="1"/>
          <p:nvPr/>
        </p:nvSpPr>
        <p:spPr>
          <a:xfrm>
            <a:off x="4081271" y="5276850"/>
            <a:ext cx="3636010" cy="695960"/>
          </a:xfrm>
          <a:prstGeom prst="rect">
            <a:avLst/>
          </a:prstGeom>
        </p:spPr>
        <p:txBody>
          <a:bodyPr vert="horz" wrap="square" lIns="0" tIns="12065" rIns="0" bIns="0" rtlCol="0">
            <a:spAutoFit/>
          </a:bodyPr>
          <a:lstStyle/>
          <a:p>
            <a:pPr marL="38100">
              <a:lnSpc>
                <a:spcPct val="100000"/>
              </a:lnSpc>
              <a:spcBef>
                <a:spcPts val="95"/>
              </a:spcBef>
            </a:pPr>
            <a:r>
              <a:rPr sz="2200" b="1" dirty="0">
                <a:latin typeface="Cambria"/>
                <a:cs typeface="Cambria"/>
              </a:rPr>
              <a:t>A </a:t>
            </a:r>
            <a:r>
              <a:rPr sz="2200" dirty="0">
                <a:latin typeface="Symbol"/>
                <a:cs typeface="Symbol"/>
              </a:rPr>
              <a:t></a:t>
            </a:r>
            <a:r>
              <a:rPr sz="2200" spc="-80" dirty="0">
                <a:latin typeface="Times New Roman"/>
                <a:cs typeface="Times New Roman"/>
              </a:rPr>
              <a:t> </a:t>
            </a:r>
            <a:r>
              <a:rPr sz="2200" dirty="0">
                <a:latin typeface="Symbol"/>
                <a:cs typeface="Symbol"/>
              </a:rPr>
              <a:t></a:t>
            </a:r>
            <a:r>
              <a:rPr sz="2175" b="1" baseline="-21072" dirty="0">
                <a:latin typeface="Cambria"/>
                <a:cs typeface="Cambria"/>
              </a:rPr>
              <a:t>1</a:t>
            </a:r>
            <a:r>
              <a:rPr sz="2175" b="1" spc="240" baseline="-21072" dirty="0">
                <a:latin typeface="Cambria"/>
                <a:cs typeface="Cambria"/>
              </a:rPr>
              <a:t> </a:t>
            </a:r>
            <a:r>
              <a:rPr sz="2200" b="1" spc="-95" dirty="0">
                <a:latin typeface="Cambria"/>
                <a:cs typeface="Cambria"/>
              </a:rPr>
              <a:t>A’</a:t>
            </a:r>
            <a:r>
              <a:rPr sz="2200" b="1" spc="-10" dirty="0">
                <a:latin typeface="Cambria"/>
                <a:cs typeface="Cambria"/>
              </a:rPr>
              <a:t> </a:t>
            </a:r>
            <a:r>
              <a:rPr sz="2200" b="1" dirty="0">
                <a:latin typeface="Cambria"/>
                <a:cs typeface="Cambria"/>
              </a:rPr>
              <a:t>|</a:t>
            </a:r>
            <a:r>
              <a:rPr sz="2200" b="1" spc="-15" dirty="0">
                <a:latin typeface="Cambria"/>
                <a:cs typeface="Cambria"/>
              </a:rPr>
              <a:t> </a:t>
            </a:r>
            <a:r>
              <a:rPr sz="2200" dirty="0">
                <a:latin typeface="Symbol"/>
                <a:cs typeface="Symbol"/>
              </a:rPr>
              <a:t></a:t>
            </a:r>
            <a:r>
              <a:rPr sz="2175" b="1" baseline="-21072" dirty="0">
                <a:latin typeface="Cambria"/>
                <a:cs typeface="Cambria"/>
              </a:rPr>
              <a:t>2</a:t>
            </a:r>
            <a:r>
              <a:rPr sz="2175" b="1" spc="209" baseline="-21072" dirty="0">
                <a:latin typeface="Cambria"/>
                <a:cs typeface="Cambria"/>
              </a:rPr>
              <a:t> </a:t>
            </a:r>
            <a:r>
              <a:rPr sz="2200" b="1" spc="-90" dirty="0">
                <a:latin typeface="Cambria"/>
                <a:cs typeface="Cambria"/>
              </a:rPr>
              <a:t>A’</a:t>
            </a:r>
            <a:r>
              <a:rPr sz="2200" b="1" spc="-5" dirty="0">
                <a:latin typeface="Cambria"/>
                <a:cs typeface="Cambria"/>
              </a:rPr>
              <a:t> </a:t>
            </a:r>
            <a:r>
              <a:rPr sz="2200" b="1" dirty="0">
                <a:latin typeface="Cambria"/>
                <a:cs typeface="Cambria"/>
              </a:rPr>
              <a:t>|</a:t>
            </a:r>
            <a:r>
              <a:rPr sz="2200" b="1" spc="-15" dirty="0">
                <a:latin typeface="Cambria"/>
                <a:cs typeface="Cambria"/>
              </a:rPr>
              <a:t> </a:t>
            </a:r>
            <a:r>
              <a:rPr sz="2200" b="1" dirty="0">
                <a:latin typeface="Cambria"/>
                <a:cs typeface="Cambria"/>
              </a:rPr>
              <a:t>...</a:t>
            </a:r>
            <a:r>
              <a:rPr sz="2200" b="1" spc="10" dirty="0">
                <a:latin typeface="Cambria"/>
                <a:cs typeface="Cambria"/>
              </a:rPr>
              <a:t> </a:t>
            </a:r>
            <a:r>
              <a:rPr sz="2200" b="1" dirty="0">
                <a:latin typeface="Cambria"/>
                <a:cs typeface="Cambria"/>
              </a:rPr>
              <a:t>|</a:t>
            </a:r>
            <a:r>
              <a:rPr sz="2200" b="1" spc="-15" dirty="0">
                <a:latin typeface="Cambria"/>
                <a:cs typeface="Cambria"/>
              </a:rPr>
              <a:t> </a:t>
            </a:r>
            <a:r>
              <a:rPr sz="2200" dirty="0">
                <a:latin typeface="Symbol"/>
                <a:cs typeface="Symbol"/>
              </a:rPr>
              <a:t></a:t>
            </a:r>
            <a:r>
              <a:rPr sz="2175" b="1" baseline="-21072" dirty="0">
                <a:latin typeface="Cambria"/>
                <a:cs typeface="Cambria"/>
              </a:rPr>
              <a:t>n</a:t>
            </a:r>
            <a:r>
              <a:rPr sz="2175" b="1" spc="247" baseline="-21072" dirty="0">
                <a:latin typeface="Cambria"/>
                <a:cs typeface="Cambria"/>
              </a:rPr>
              <a:t> </a:t>
            </a:r>
            <a:r>
              <a:rPr sz="2200" b="1" spc="-25" dirty="0">
                <a:latin typeface="Cambria"/>
                <a:cs typeface="Cambria"/>
              </a:rPr>
              <a:t>A’</a:t>
            </a:r>
            <a:endParaRPr sz="2200">
              <a:latin typeface="Cambria"/>
              <a:cs typeface="Cambria"/>
            </a:endParaRPr>
          </a:p>
          <a:p>
            <a:pPr marL="38100">
              <a:lnSpc>
                <a:spcPct val="100000"/>
              </a:lnSpc>
            </a:pPr>
            <a:r>
              <a:rPr sz="2200" b="1" spc="-95" dirty="0">
                <a:latin typeface="Cambria"/>
                <a:cs typeface="Cambria"/>
              </a:rPr>
              <a:t>A’</a:t>
            </a:r>
            <a:r>
              <a:rPr sz="2200" b="1" spc="-15" dirty="0">
                <a:latin typeface="Cambria"/>
                <a:cs typeface="Cambria"/>
              </a:rPr>
              <a:t> </a:t>
            </a:r>
            <a:r>
              <a:rPr sz="2200" dirty="0">
                <a:latin typeface="Symbol"/>
                <a:cs typeface="Symbol"/>
              </a:rPr>
              <a:t></a:t>
            </a:r>
            <a:r>
              <a:rPr sz="2200" spc="-75" dirty="0">
                <a:latin typeface="Times New Roman"/>
                <a:cs typeface="Times New Roman"/>
              </a:rPr>
              <a:t> </a:t>
            </a:r>
            <a:r>
              <a:rPr sz="2200" dirty="0">
                <a:latin typeface="Symbol"/>
                <a:cs typeface="Symbol"/>
              </a:rPr>
              <a:t></a:t>
            </a:r>
            <a:r>
              <a:rPr sz="2175" b="1" baseline="-21072" dirty="0">
                <a:latin typeface="Cambria"/>
                <a:cs typeface="Cambria"/>
              </a:rPr>
              <a:t>1</a:t>
            </a:r>
            <a:r>
              <a:rPr sz="2175" b="1" spc="217" baseline="-21072" dirty="0">
                <a:latin typeface="Cambria"/>
                <a:cs typeface="Cambria"/>
              </a:rPr>
              <a:t> </a:t>
            </a:r>
            <a:r>
              <a:rPr sz="2200" b="1" spc="-95" dirty="0">
                <a:latin typeface="Cambria"/>
                <a:cs typeface="Cambria"/>
              </a:rPr>
              <a:t>A’</a:t>
            </a:r>
            <a:r>
              <a:rPr sz="2200" b="1" spc="-10" dirty="0">
                <a:latin typeface="Cambria"/>
                <a:cs typeface="Cambria"/>
              </a:rPr>
              <a:t> </a:t>
            </a:r>
            <a:r>
              <a:rPr sz="2200" b="1" dirty="0">
                <a:latin typeface="Cambria"/>
                <a:cs typeface="Cambria"/>
              </a:rPr>
              <a:t>|</a:t>
            </a:r>
            <a:r>
              <a:rPr sz="2200" b="1" spc="-20" dirty="0">
                <a:latin typeface="Cambria"/>
                <a:cs typeface="Cambria"/>
              </a:rPr>
              <a:t> </a:t>
            </a:r>
            <a:r>
              <a:rPr sz="2200" dirty="0">
                <a:latin typeface="Symbol"/>
                <a:cs typeface="Symbol"/>
              </a:rPr>
              <a:t></a:t>
            </a:r>
            <a:r>
              <a:rPr sz="2175" b="1" baseline="-21072" dirty="0">
                <a:latin typeface="Cambria"/>
                <a:cs typeface="Cambria"/>
              </a:rPr>
              <a:t>2</a:t>
            </a:r>
            <a:r>
              <a:rPr sz="2175" b="1" spc="209" baseline="-21072" dirty="0">
                <a:latin typeface="Cambria"/>
                <a:cs typeface="Cambria"/>
              </a:rPr>
              <a:t> </a:t>
            </a:r>
            <a:r>
              <a:rPr sz="2200" b="1" spc="-90" dirty="0">
                <a:latin typeface="Cambria"/>
                <a:cs typeface="Cambria"/>
              </a:rPr>
              <a:t>A’</a:t>
            </a:r>
            <a:r>
              <a:rPr sz="2200" b="1" spc="-10" dirty="0">
                <a:latin typeface="Cambria"/>
                <a:cs typeface="Cambria"/>
              </a:rPr>
              <a:t> </a:t>
            </a:r>
            <a:r>
              <a:rPr sz="2200" b="1" dirty="0">
                <a:latin typeface="Cambria"/>
                <a:cs typeface="Cambria"/>
              </a:rPr>
              <a:t>|</a:t>
            </a:r>
            <a:r>
              <a:rPr sz="2200" b="1" spc="-20" dirty="0">
                <a:latin typeface="Cambria"/>
                <a:cs typeface="Cambria"/>
              </a:rPr>
              <a:t> </a:t>
            </a:r>
            <a:r>
              <a:rPr sz="2200" b="1" dirty="0">
                <a:latin typeface="Cambria"/>
                <a:cs typeface="Cambria"/>
              </a:rPr>
              <a:t>...</a:t>
            </a:r>
            <a:r>
              <a:rPr sz="2200" b="1" spc="10" dirty="0">
                <a:latin typeface="Cambria"/>
                <a:cs typeface="Cambria"/>
              </a:rPr>
              <a:t> </a:t>
            </a:r>
            <a:r>
              <a:rPr sz="2200" b="1" dirty="0">
                <a:latin typeface="Cambria"/>
                <a:cs typeface="Cambria"/>
              </a:rPr>
              <a:t>|</a:t>
            </a:r>
            <a:r>
              <a:rPr sz="2200" b="1" spc="-20" dirty="0">
                <a:latin typeface="Cambria"/>
                <a:cs typeface="Cambria"/>
              </a:rPr>
              <a:t> </a:t>
            </a:r>
            <a:r>
              <a:rPr sz="2200" dirty="0">
                <a:latin typeface="Symbol"/>
                <a:cs typeface="Symbol"/>
              </a:rPr>
              <a:t></a:t>
            </a:r>
            <a:r>
              <a:rPr sz="2175" b="1" baseline="-21072" dirty="0">
                <a:latin typeface="Cambria"/>
                <a:cs typeface="Cambria"/>
              </a:rPr>
              <a:t>m</a:t>
            </a:r>
            <a:r>
              <a:rPr sz="2175" b="1" spc="202" baseline="-21072" dirty="0">
                <a:latin typeface="Cambria"/>
                <a:cs typeface="Cambria"/>
              </a:rPr>
              <a:t> </a:t>
            </a:r>
            <a:r>
              <a:rPr sz="2200" b="1" spc="-95" dirty="0">
                <a:latin typeface="Cambria"/>
                <a:cs typeface="Cambria"/>
              </a:rPr>
              <a:t>A’</a:t>
            </a:r>
            <a:r>
              <a:rPr sz="2200" b="1" spc="-10" dirty="0">
                <a:latin typeface="Cambria"/>
                <a:cs typeface="Cambria"/>
              </a:rPr>
              <a:t> </a:t>
            </a:r>
            <a:r>
              <a:rPr sz="2200" b="1" dirty="0">
                <a:latin typeface="Cambria"/>
                <a:cs typeface="Cambria"/>
              </a:rPr>
              <a:t>|</a:t>
            </a:r>
            <a:r>
              <a:rPr sz="2200" b="1" spc="-20" dirty="0">
                <a:latin typeface="Cambria"/>
                <a:cs typeface="Cambria"/>
              </a:rPr>
              <a:t> </a:t>
            </a:r>
            <a:r>
              <a:rPr sz="2200" spc="-50" dirty="0">
                <a:latin typeface="Symbol"/>
                <a:cs typeface="Symbol"/>
              </a:rPr>
              <a:t></a:t>
            </a:r>
            <a:endParaRPr sz="2200">
              <a:latin typeface="Symbol"/>
              <a:cs typeface="Symbo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10" dirty="0">
                <a:solidFill>
                  <a:srgbClr val="FFFFFF"/>
                </a:solidFill>
                <a:latin typeface="Cambria"/>
                <a:cs typeface="Cambria"/>
              </a:rPr>
              <a:t>Example</a:t>
            </a:r>
            <a:endParaRPr sz="3600">
              <a:latin typeface="Cambria"/>
              <a:cs typeface="Cambria"/>
            </a:endParaRPr>
          </a:p>
        </p:txBody>
      </p:sp>
      <p:sp>
        <p:nvSpPr>
          <p:cNvPr id="3" name="object 3"/>
          <p:cNvSpPr txBox="1"/>
          <p:nvPr/>
        </p:nvSpPr>
        <p:spPr>
          <a:xfrm>
            <a:off x="4254500" y="578865"/>
            <a:ext cx="2157095" cy="112268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spc="-25" dirty="0">
                <a:latin typeface="Cambria"/>
                <a:cs typeface="Cambria"/>
              </a:rPr>
              <a:t>1.</a:t>
            </a:r>
            <a:r>
              <a:rPr sz="2400" dirty="0">
                <a:latin typeface="Cambria"/>
                <a:cs typeface="Cambria"/>
              </a:rPr>
              <a:t>	E</a:t>
            </a:r>
            <a:r>
              <a:rPr sz="2400" spc="-20" dirty="0">
                <a:latin typeface="Cambria"/>
                <a:cs typeface="Cambria"/>
              </a:rPr>
              <a:t> </a:t>
            </a:r>
            <a:r>
              <a:rPr sz="2400" dirty="0">
                <a:latin typeface="Wingdings"/>
                <a:cs typeface="Wingdings"/>
              </a:rPr>
              <a:t></a:t>
            </a:r>
            <a:r>
              <a:rPr sz="2400" spc="-80" dirty="0">
                <a:latin typeface="Times New Roman"/>
                <a:cs typeface="Times New Roman"/>
              </a:rPr>
              <a:t> </a:t>
            </a:r>
            <a:r>
              <a:rPr sz="2400" dirty="0">
                <a:latin typeface="Cambria"/>
                <a:cs typeface="Cambria"/>
              </a:rPr>
              <a:t>E</a:t>
            </a:r>
            <a:r>
              <a:rPr sz="2400" spc="-20" dirty="0">
                <a:latin typeface="Cambria"/>
                <a:cs typeface="Cambria"/>
              </a:rPr>
              <a:t> </a:t>
            </a:r>
            <a:r>
              <a:rPr sz="2400" dirty="0">
                <a:latin typeface="Cambria"/>
                <a:cs typeface="Cambria"/>
              </a:rPr>
              <a:t>+</a:t>
            </a:r>
            <a:r>
              <a:rPr sz="2400" spc="-10" dirty="0">
                <a:latin typeface="Cambria"/>
                <a:cs typeface="Cambria"/>
              </a:rPr>
              <a:t> </a:t>
            </a:r>
            <a:r>
              <a:rPr sz="2400" dirty="0">
                <a:latin typeface="Cambria"/>
                <a:cs typeface="Cambria"/>
              </a:rPr>
              <a:t>T |</a:t>
            </a:r>
            <a:r>
              <a:rPr sz="2400" spc="-10" dirty="0">
                <a:latin typeface="Cambria"/>
                <a:cs typeface="Cambria"/>
              </a:rPr>
              <a:t> </a:t>
            </a:r>
            <a:r>
              <a:rPr sz="2400" spc="-50" dirty="0">
                <a:latin typeface="Cambria"/>
                <a:cs typeface="Cambria"/>
              </a:rPr>
              <a:t>T</a:t>
            </a:r>
            <a:endParaRPr sz="2400">
              <a:latin typeface="Cambria"/>
              <a:cs typeface="Cambria"/>
            </a:endParaRPr>
          </a:p>
          <a:p>
            <a:pPr marL="469900" marR="131445">
              <a:lnSpc>
                <a:spcPct val="100000"/>
              </a:lnSpc>
            </a:pPr>
            <a:r>
              <a:rPr sz="2400" dirty="0">
                <a:latin typeface="Cambria"/>
                <a:cs typeface="Cambria"/>
              </a:rPr>
              <a:t>T</a:t>
            </a:r>
            <a:r>
              <a:rPr sz="2400" dirty="0">
                <a:latin typeface="Wingdings"/>
                <a:cs typeface="Wingdings"/>
              </a:rPr>
              <a:t></a:t>
            </a:r>
            <a:r>
              <a:rPr sz="2400" spc="-95" dirty="0">
                <a:latin typeface="Times New Roman"/>
                <a:cs typeface="Times New Roman"/>
              </a:rPr>
              <a:t> </a:t>
            </a:r>
            <a:r>
              <a:rPr sz="2400" dirty="0">
                <a:latin typeface="Cambria"/>
                <a:cs typeface="Cambria"/>
              </a:rPr>
              <a:t>T</a:t>
            </a:r>
            <a:r>
              <a:rPr sz="2400" spc="-5"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F</a:t>
            </a:r>
            <a:r>
              <a:rPr sz="2400" spc="-10" dirty="0">
                <a:latin typeface="Cambria"/>
                <a:cs typeface="Cambria"/>
              </a:rPr>
              <a:t> </a:t>
            </a:r>
            <a:r>
              <a:rPr sz="2400" dirty="0">
                <a:latin typeface="Cambria"/>
                <a:cs typeface="Cambria"/>
              </a:rPr>
              <a:t>|</a:t>
            </a:r>
            <a:r>
              <a:rPr sz="2400" spc="-15" dirty="0">
                <a:latin typeface="Cambria"/>
                <a:cs typeface="Cambria"/>
              </a:rPr>
              <a:t> </a:t>
            </a:r>
            <a:r>
              <a:rPr sz="2400" spc="-50" dirty="0">
                <a:latin typeface="Cambria"/>
                <a:cs typeface="Cambria"/>
              </a:rPr>
              <a:t>F </a:t>
            </a:r>
            <a:r>
              <a:rPr sz="2400" dirty="0">
                <a:latin typeface="Cambria"/>
                <a:cs typeface="Cambria"/>
              </a:rPr>
              <a:t>F</a:t>
            </a:r>
            <a:r>
              <a:rPr sz="2400" spc="-10" dirty="0">
                <a:latin typeface="Cambria"/>
                <a:cs typeface="Cambria"/>
              </a:rPr>
              <a:t> </a:t>
            </a:r>
            <a:r>
              <a:rPr sz="2400" dirty="0">
                <a:latin typeface="Wingdings"/>
                <a:cs typeface="Wingdings"/>
              </a:rPr>
              <a:t></a:t>
            </a:r>
            <a:r>
              <a:rPr sz="2400" spc="-75" dirty="0">
                <a:latin typeface="Times New Roman"/>
                <a:cs typeface="Times New Roman"/>
              </a:rPr>
              <a:t> </a:t>
            </a:r>
            <a:r>
              <a:rPr sz="2400" dirty="0">
                <a:latin typeface="Cambria"/>
                <a:cs typeface="Cambria"/>
              </a:rPr>
              <a:t>(E)</a:t>
            </a:r>
            <a:r>
              <a:rPr sz="2400" spc="-30" dirty="0">
                <a:latin typeface="Cambria"/>
                <a:cs typeface="Cambria"/>
              </a:rPr>
              <a:t> </a:t>
            </a:r>
            <a:r>
              <a:rPr sz="2400" dirty="0">
                <a:latin typeface="Cambria"/>
                <a:cs typeface="Cambria"/>
              </a:rPr>
              <a:t>|</a:t>
            </a:r>
            <a:r>
              <a:rPr sz="2400" spc="-5" dirty="0">
                <a:latin typeface="Cambria"/>
                <a:cs typeface="Cambria"/>
              </a:rPr>
              <a:t> </a:t>
            </a:r>
            <a:r>
              <a:rPr sz="2400" spc="-25" dirty="0">
                <a:latin typeface="Cambria"/>
                <a:cs typeface="Cambria"/>
              </a:rPr>
              <a:t>id</a:t>
            </a:r>
            <a:endParaRPr sz="2400">
              <a:latin typeface="Cambria"/>
              <a:cs typeface="Cambria"/>
            </a:endParaRPr>
          </a:p>
        </p:txBody>
      </p:sp>
      <p:sp>
        <p:nvSpPr>
          <p:cNvPr id="4" name="object 4"/>
          <p:cNvSpPr txBox="1"/>
          <p:nvPr/>
        </p:nvSpPr>
        <p:spPr>
          <a:xfrm>
            <a:off x="4254500" y="1677365"/>
            <a:ext cx="580390" cy="391795"/>
          </a:xfrm>
          <a:prstGeom prst="rect">
            <a:avLst/>
          </a:prstGeom>
        </p:spPr>
        <p:txBody>
          <a:bodyPr vert="horz" wrap="square" lIns="0" tIns="12700" rIns="0" bIns="0" rtlCol="0">
            <a:spAutoFit/>
          </a:bodyPr>
          <a:lstStyle/>
          <a:p>
            <a:pPr marL="12700">
              <a:lnSpc>
                <a:spcPct val="100000"/>
              </a:lnSpc>
              <a:spcBef>
                <a:spcPts val="100"/>
              </a:spcBef>
            </a:pPr>
            <a:r>
              <a:rPr sz="2400" spc="-20" dirty="0">
                <a:latin typeface="Cambria"/>
                <a:cs typeface="Cambria"/>
              </a:rPr>
              <a:t>Ans.</a:t>
            </a:r>
            <a:endParaRPr sz="2400">
              <a:latin typeface="Cambria"/>
              <a:cs typeface="Cambria"/>
            </a:endParaRPr>
          </a:p>
        </p:txBody>
      </p:sp>
      <p:sp>
        <p:nvSpPr>
          <p:cNvPr id="5" name="object 5"/>
          <p:cNvSpPr txBox="1"/>
          <p:nvPr/>
        </p:nvSpPr>
        <p:spPr>
          <a:xfrm>
            <a:off x="4711700" y="2034666"/>
            <a:ext cx="1377315"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Corbel"/>
                <a:cs typeface="Corbel"/>
              </a:rPr>
              <a:t>A </a:t>
            </a:r>
            <a:r>
              <a:rPr sz="2400" dirty="0">
                <a:latin typeface="Symbol"/>
                <a:cs typeface="Symbol"/>
              </a:rPr>
              <a:t></a:t>
            </a:r>
            <a:r>
              <a:rPr sz="2400" spc="-195" dirty="0">
                <a:latin typeface="Times New Roman"/>
                <a:cs typeface="Times New Roman"/>
              </a:rPr>
              <a:t> </a:t>
            </a:r>
            <a:r>
              <a:rPr sz="2400" b="1" spc="-10" dirty="0">
                <a:latin typeface="Corbel"/>
                <a:cs typeface="Corbel"/>
              </a:rPr>
              <a:t>A</a:t>
            </a:r>
            <a:r>
              <a:rPr sz="2400" spc="-10" dirty="0">
                <a:latin typeface="Symbol"/>
                <a:cs typeface="Symbol"/>
              </a:rPr>
              <a:t></a:t>
            </a:r>
            <a:r>
              <a:rPr sz="2400" spc="-275" dirty="0">
                <a:latin typeface="Times New Roman"/>
                <a:cs typeface="Times New Roman"/>
              </a:rPr>
              <a:t> </a:t>
            </a:r>
            <a:r>
              <a:rPr sz="2400" b="1" dirty="0">
                <a:latin typeface="Corbel"/>
                <a:cs typeface="Corbel"/>
              </a:rPr>
              <a:t>|</a:t>
            </a:r>
            <a:r>
              <a:rPr sz="2400" b="1" spc="10" dirty="0">
                <a:latin typeface="Corbel"/>
                <a:cs typeface="Corbel"/>
              </a:rPr>
              <a:t> </a:t>
            </a:r>
            <a:r>
              <a:rPr sz="2400" spc="-50" dirty="0">
                <a:latin typeface="Symbol"/>
                <a:cs typeface="Symbol"/>
              </a:rPr>
              <a:t></a:t>
            </a:r>
            <a:endParaRPr sz="2400">
              <a:latin typeface="Symbol"/>
              <a:cs typeface="Symbol"/>
            </a:endParaRPr>
          </a:p>
        </p:txBody>
      </p:sp>
      <p:sp>
        <p:nvSpPr>
          <p:cNvPr id="6" name="object 6"/>
          <p:cNvSpPr txBox="1"/>
          <p:nvPr/>
        </p:nvSpPr>
        <p:spPr>
          <a:xfrm>
            <a:off x="4254500" y="2409571"/>
            <a:ext cx="176593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Replace</a:t>
            </a:r>
            <a:r>
              <a:rPr sz="2400" spc="-110" dirty="0">
                <a:latin typeface="Cambria"/>
                <a:cs typeface="Cambria"/>
              </a:rPr>
              <a:t> </a:t>
            </a:r>
            <a:r>
              <a:rPr sz="2400" spc="-10" dirty="0">
                <a:latin typeface="Cambria"/>
                <a:cs typeface="Cambria"/>
              </a:rPr>
              <a:t>with,</a:t>
            </a:r>
            <a:endParaRPr sz="2400">
              <a:latin typeface="Cambria"/>
              <a:cs typeface="Cambria"/>
            </a:endParaRPr>
          </a:p>
        </p:txBody>
      </p:sp>
      <p:sp>
        <p:nvSpPr>
          <p:cNvPr id="7" name="object 7"/>
          <p:cNvSpPr txBox="1"/>
          <p:nvPr/>
        </p:nvSpPr>
        <p:spPr>
          <a:xfrm>
            <a:off x="4761991" y="2765882"/>
            <a:ext cx="1522095" cy="757555"/>
          </a:xfrm>
          <a:prstGeom prst="rect">
            <a:avLst/>
          </a:prstGeom>
        </p:spPr>
        <p:txBody>
          <a:bodyPr vert="horz" wrap="square" lIns="0" tIns="12700" rIns="0" bIns="0" rtlCol="0">
            <a:spAutoFit/>
          </a:bodyPr>
          <a:lstStyle/>
          <a:p>
            <a:pPr marL="12700">
              <a:lnSpc>
                <a:spcPct val="100000"/>
              </a:lnSpc>
              <a:spcBef>
                <a:spcPts val="100"/>
              </a:spcBef>
            </a:pPr>
            <a:r>
              <a:rPr sz="2400" b="1" dirty="0">
                <a:latin typeface="Corbel"/>
                <a:cs typeface="Corbel"/>
              </a:rPr>
              <a:t>A </a:t>
            </a:r>
            <a:r>
              <a:rPr sz="2400" dirty="0">
                <a:latin typeface="Symbol"/>
                <a:cs typeface="Symbol"/>
              </a:rPr>
              <a:t></a:t>
            </a:r>
            <a:r>
              <a:rPr sz="2400" spc="-105" dirty="0">
                <a:latin typeface="Times New Roman"/>
                <a:cs typeface="Times New Roman"/>
              </a:rPr>
              <a:t> </a:t>
            </a:r>
            <a:r>
              <a:rPr sz="2400" dirty="0">
                <a:latin typeface="Symbol"/>
                <a:cs typeface="Symbol"/>
              </a:rPr>
              <a:t></a:t>
            </a:r>
            <a:r>
              <a:rPr sz="2400" spc="-350" dirty="0">
                <a:latin typeface="Times New Roman"/>
                <a:cs typeface="Times New Roman"/>
              </a:rPr>
              <a:t> </a:t>
            </a:r>
            <a:r>
              <a:rPr sz="2400" b="1" spc="-25" dirty="0">
                <a:latin typeface="Corbel"/>
                <a:cs typeface="Corbel"/>
              </a:rPr>
              <a:t>A’</a:t>
            </a:r>
            <a:endParaRPr sz="2400">
              <a:latin typeface="Corbel"/>
              <a:cs typeface="Corbel"/>
            </a:endParaRPr>
          </a:p>
          <a:p>
            <a:pPr marL="12700">
              <a:lnSpc>
                <a:spcPct val="100000"/>
              </a:lnSpc>
              <a:spcBef>
                <a:spcPts val="5"/>
              </a:spcBef>
            </a:pPr>
            <a:r>
              <a:rPr sz="2400" b="1" spc="-35" dirty="0">
                <a:latin typeface="Corbel"/>
                <a:cs typeface="Corbel"/>
              </a:rPr>
              <a:t>A’</a:t>
            </a:r>
            <a:r>
              <a:rPr sz="2400" b="1" spc="-45" dirty="0">
                <a:latin typeface="Corbel"/>
                <a:cs typeface="Corbel"/>
              </a:rPr>
              <a:t> </a:t>
            </a:r>
            <a:r>
              <a:rPr sz="2400" dirty="0">
                <a:latin typeface="Symbol"/>
                <a:cs typeface="Symbol"/>
              </a:rPr>
              <a:t></a:t>
            </a:r>
            <a:r>
              <a:rPr sz="2400" spc="-130" dirty="0">
                <a:latin typeface="Times New Roman"/>
                <a:cs typeface="Times New Roman"/>
              </a:rPr>
              <a:t> </a:t>
            </a:r>
            <a:r>
              <a:rPr sz="2400" dirty="0">
                <a:latin typeface="Symbol"/>
                <a:cs typeface="Symbol"/>
              </a:rPr>
              <a:t></a:t>
            </a:r>
            <a:r>
              <a:rPr sz="2400" spc="-355" dirty="0">
                <a:latin typeface="Times New Roman"/>
                <a:cs typeface="Times New Roman"/>
              </a:rPr>
              <a:t> </a:t>
            </a:r>
            <a:r>
              <a:rPr sz="2400" b="1" spc="-45" dirty="0">
                <a:latin typeface="Corbel"/>
                <a:cs typeface="Corbel"/>
              </a:rPr>
              <a:t>A’</a:t>
            </a:r>
            <a:r>
              <a:rPr sz="2400" b="1" spc="-30" dirty="0">
                <a:latin typeface="Corbel"/>
                <a:cs typeface="Corbel"/>
              </a:rPr>
              <a:t> </a:t>
            </a:r>
            <a:r>
              <a:rPr sz="2400" b="1" dirty="0">
                <a:latin typeface="Corbel"/>
                <a:cs typeface="Corbel"/>
              </a:rPr>
              <a:t>|</a:t>
            </a:r>
            <a:r>
              <a:rPr sz="2400" b="1" spc="-35" dirty="0">
                <a:latin typeface="Corbel"/>
                <a:cs typeface="Corbel"/>
              </a:rPr>
              <a:t> </a:t>
            </a:r>
            <a:r>
              <a:rPr sz="2400" spc="-50" dirty="0">
                <a:latin typeface="Symbol"/>
                <a:cs typeface="Symbol"/>
              </a:rPr>
              <a:t></a:t>
            </a:r>
            <a:endParaRPr sz="2400">
              <a:latin typeface="Symbol"/>
              <a:cs typeface="Symbol"/>
            </a:endParaRPr>
          </a:p>
        </p:txBody>
      </p:sp>
      <p:sp>
        <p:nvSpPr>
          <p:cNvPr id="8" name="object 8"/>
          <p:cNvSpPr txBox="1"/>
          <p:nvPr/>
        </p:nvSpPr>
        <p:spPr>
          <a:xfrm>
            <a:off x="4711700" y="3871341"/>
            <a:ext cx="1653539" cy="1854835"/>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E</a:t>
            </a:r>
            <a:r>
              <a:rPr sz="2400" spc="-15" dirty="0">
                <a:latin typeface="Cambria"/>
                <a:cs typeface="Cambria"/>
              </a:rPr>
              <a:t> </a:t>
            </a:r>
            <a:r>
              <a:rPr sz="2400" dirty="0">
                <a:latin typeface="Wingdings"/>
                <a:cs typeface="Wingdings"/>
              </a:rPr>
              <a:t></a:t>
            </a:r>
            <a:r>
              <a:rPr sz="2400" spc="-75" dirty="0">
                <a:latin typeface="Times New Roman"/>
                <a:cs typeface="Times New Roman"/>
              </a:rPr>
              <a:t> </a:t>
            </a:r>
            <a:r>
              <a:rPr sz="2400" spc="-25" dirty="0">
                <a:latin typeface="Cambria"/>
                <a:cs typeface="Cambria"/>
              </a:rPr>
              <a:t>TE’</a:t>
            </a:r>
            <a:endParaRPr sz="2400">
              <a:latin typeface="Cambria"/>
              <a:cs typeface="Cambria"/>
            </a:endParaRPr>
          </a:p>
          <a:p>
            <a:pPr marL="12700">
              <a:lnSpc>
                <a:spcPts val="2875"/>
              </a:lnSpc>
              <a:spcBef>
                <a:spcPts val="10"/>
              </a:spcBef>
            </a:pPr>
            <a:r>
              <a:rPr sz="2400" dirty="0">
                <a:latin typeface="Cambria"/>
                <a:cs typeface="Cambria"/>
              </a:rPr>
              <a:t>E’</a:t>
            </a:r>
            <a:r>
              <a:rPr sz="2400" spc="-30" dirty="0">
                <a:latin typeface="Cambria"/>
                <a:cs typeface="Cambria"/>
              </a:rPr>
              <a:t> </a:t>
            </a:r>
            <a:r>
              <a:rPr sz="2400" dirty="0">
                <a:latin typeface="Wingdings"/>
                <a:cs typeface="Wingdings"/>
              </a:rPr>
              <a:t></a:t>
            </a:r>
            <a:r>
              <a:rPr sz="2400" spc="-80" dirty="0">
                <a:latin typeface="Times New Roman"/>
                <a:cs typeface="Times New Roman"/>
              </a:rPr>
              <a:t> </a:t>
            </a:r>
            <a:r>
              <a:rPr sz="2400" dirty="0">
                <a:latin typeface="Cambria"/>
                <a:cs typeface="Cambria"/>
              </a:rPr>
              <a:t>+TE’</a:t>
            </a:r>
            <a:r>
              <a:rPr sz="2400" spc="-35" dirty="0">
                <a:latin typeface="Cambria"/>
                <a:cs typeface="Cambria"/>
              </a:rPr>
              <a:t> </a:t>
            </a:r>
            <a:r>
              <a:rPr sz="2400" dirty="0">
                <a:latin typeface="Cambria"/>
                <a:cs typeface="Cambria"/>
              </a:rPr>
              <a:t>|</a:t>
            </a:r>
            <a:r>
              <a:rPr sz="2400" spc="-10" dirty="0">
                <a:latin typeface="Cambria"/>
                <a:cs typeface="Cambria"/>
              </a:rPr>
              <a:t> </a:t>
            </a:r>
            <a:r>
              <a:rPr sz="2400" spc="-50" dirty="0">
                <a:latin typeface="Symbol"/>
                <a:cs typeface="Symbol"/>
              </a:rPr>
              <a:t></a:t>
            </a:r>
            <a:endParaRPr sz="2400">
              <a:latin typeface="Symbol"/>
              <a:cs typeface="Symbol"/>
            </a:endParaRPr>
          </a:p>
          <a:p>
            <a:pPr marL="12700">
              <a:lnSpc>
                <a:spcPts val="2875"/>
              </a:lnSpc>
            </a:pPr>
            <a:r>
              <a:rPr sz="2400" dirty="0">
                <a:latin typeface="Cambria"/>
                <a:cs typeface="Cambria"/>
              </a:rPr>
              <a:t>T</a:t>
            </a:r>
            <a:r>
              <a:rPr sz="2400" spc="-20" dirty="0">
                <a:latin typeface="Cambria"/>
                <a:cs typeface="Cambria"/>
              </a:rPr>
              <a:t> </a:t>
            </a:r>
            <a:r>
              <a:rPr sz="2400" dirty="0">
                <a:latin typeface="Wingdings"/>
                <a:cs typeface="Wingdings"/>
              </a:rPr>
              <a:t></a:t>
            </a:r>
            <a:r>
              <a:rPr sz="2400" spc="-80" dirty="0">
                <a:latin typeface="Times New Roman"/>
                <a:cs typeface="Times New Roman"/>
              </a:rPr>
              <a:t> </a:t>
            </a:r>
            <a:r>
              <a:rPr sz="2400" spc="-25" dirty="0">
                <a:latin typeface="Cambria"/>
                <a:cs typeface="Cambria"/>
              </a:rPr>
              <a:t>FT’</a:t>
            </a:r>
            <a:endParaRPr sz="2400">
              <a:latin typeface="Cambria"/>
              <a:cs typeface="Cambria"/>
            </a:endParaRPr>
          </a:p>
          <a:p>
            <a:pPr marL="12700">
              <a:lnSpc>
                <a:spcPts val="2875"/>
              </a:lnSpc>
              <a:spcBef>
                <a:spcPts val="10"/>
              </a:spcBef>
            </a:pPr>
            <a:r>
              <a:rPr sz="2400" dirty="0">
                <a:latin typeface="Cambria"/>
                <a:cs typeface="Cambria"/>
              </a:rPr>
              <a:t>T’</a:t>
            </a:r>
            <a:r>
              <a:rPr sz="2400" spc="-25" dirty="0">
                <a:latin typeface="Cambria"/>
                <a:cs typeface="Cambria"/>
              </a:rPr>
              <a:t> </a:t>
            </a:r>
            <a:r>
              <a:rPr sz="2400" dirty="0">
                <a:latin typeface="Wingdings"/>
                <a:cs typeface="Wingdings"/>
              </a:rPr>
              <a:t></a:t>
            </a:r>
            <a:r>
              <a:rPr sz="2400" spc="-80" dirty="0">
                <a:latin typeface="Times New Roman"/>
                <a:cs typeface="Times New Roman"/>
              </a:rPr>
              <a:t> </a:t>
            </a:r>
            <a:r>
              <a:rPr sz="2400" dirty="0">
                <a:latin typeface="Cambria"/>
                <a:cs typeface="Cambria"/>
              </a:rPr>
              <a:t>*FT’</a:t>
            </a:r>
            <a:r>
              <a:rPr sz="2400" spc="-5" dirty="0">
                <a:latin typeface="Cambria"/>
                <a:cs typeface="Cambria"/>
              </a:rPr>
              <a:t> </a:t>
            </a:r>
            <a:r>
              <a:rPr sz="2400" dirty="0">
                <a:latin typeface="Cambria"/>
                <a:cs typeface="Cambria"/>
              </a:rPr>
              <a:t>|</a:t>
            </a:r>
            <a:r>
              <a:rPr sz="2400" spc="-10" dirty="0">
                <a:latin typeface="Cambria"/>
                <a:cs typeface="Cambria"/>
              </a:rPr>
              <a:t> </a:t>
            </a:r>
            <a:r>
              <a:rPr sz="2400" spc="-50" dirty="0">
                <a:latin typeface="Symbol"/>
                <a:cs typeface="Symbol"/>
              </a:rPr>
              <a:t></a:t>
            </a:r>
            <a:endParaRPr sz="2400">
              <a:latin typeface="Symbol"/>
              <a:cs typeface="Symbol"/>
            </a:endParaRPr>
          </a:p>
          <a:p>
            <a:pPr marL="12700">
              <a:lnSpc>
                <a:spcPts val="2875"/>
              </a:lnSpc>
            </a:pPr>
            <a:r>
              <a:rPr sz="2400" dirty="0">
                <a:latin typeface="Cambria"/>
                <a:cs typeface="Cambria"/>
              </a:rPr>
              <a:t>F</a:t>
            </a:r>
            <a:r>
              <a:rPr sz="2400" spc="-15" dirty="0">
                <a:latin typeface="Cambria"/>
                <a:cs typeface="Cambria"/>
              </a:rPr>
              <a:t> </a:t>
            </a:r>
            <a:r>
              <a:rPr sz="2400" dirty="0">
                <a:latin typeface="Wingdings"/>
                <a:cs typeface="Wingdings"/>
              </a:rPr>
              <a:t></a:t>
            </a:r>
            <a:r>
              <a:rPr sz="2400" spc="-75" dirty="0">
                <a:latin typeface="Times New Roman"/>
                <a:cs typeface="Times New Roman"/>
              </a:rPr>
              <a:t> </a:t>
            </a:r>
            <a:r>
              <a:rPr sz="2400" dirty="0">
                <a:latin typeface="Cambria"/>
                <a:cs typeface="Cambria"/>
              </a:rPr>
              <a:t>(E)</a:t>
            </a:r>
            <a:r>
              <a:rPr sz="2400" spc="-35" dirty="0">
                <a:latin typeface="Cambria"/>
                <a:cs typeface="Cambria"/>
              </a:rPr>
              <a:t> </a:t>
            </a:r>
            <a:r>
              <a:rPr sz="2400" dirty="0">
                <a:latin typeface="Cambria"/>
                <a:cs typeface="Cambria"/>
              </a:rPr>
              <a:t>|</a:t>
            </a:r>
            <a:r>
              <a:rPr sz="2400" spc="-5" dirty="0">
                <a:latin typeface="Cambria"/>
                <a:cs typeface="Cambria"/>
              </a:rPr>
              <a:t> </a:t>
            </a:r>
            <a:r>
              <a:rPr sz="2400" spc="-25" dirty="0">
                <a:latin typeface="Cambria"/>
                <a:cs typeface="Cambria"/>
              </a:rPr>
              <a:t>id</a:t>
            </a:r>
            <a:endParaRPr sz="2400">
              <a:latin typeface="Cambria"/>
              <a:cs typeface="Cambria"/>
            </a:endParaRPr>
          </a:p>
        </p:txBody>
      </p:sp>
      <p:sp>
        <p:nvSpPr>
          <p:cNvPr id="9" name="object 9"/>
          <p:cNvSpPr/>
          <p:nvPr/>
        </p:nvSpPr>
        <p:spPr>
          <a:xfrm>
            <a:off x="4129278" y="2056638"/>
            <a:ext cx="2653665" cy="1556385"/>
          </a:xfrm>
          <a:custGeom>
            <a:avLst/>
            <a:gdLst/>
            <a:ahLst/>
            <a:cxnLst/>
            <a:rect l="l" t="t" r="r" b="b"/>
            <a:pathLst>
              <a:path w="2653665" h="1556385">
                <a:moveTo>
                  <a:pt x="0" y="259334"/>
                </a:moveTo>
                <a:lnTo>
                  <a:pt x="4177" y="212710"/>
                </a:lnTo>
                <a:lnTo>
                  <a:pt x="16221" y="168831"/>
                </a:lnTo>
                <a:lnTo>
                  <a:pt x="35400" y="128429"/>
                </a:lnTo>
                <a:lnTo>
                  <a:pt x="60982" y="92236"/>
                </a:lnTo>
                <a:lnTo>
                  <a:pt x="92236" y="60982"/>
                </a:lnTo>
                <a:lnTo>
                  <a:pt x="128429" y="35400"/>
                </a:lnTo>
                <a:lnTo>
                  <a:pt x="168831" y="16221"/>
                </a:lnTo>
                <a:lnTo>
                  <a:pt x="212710" y="4177"/>
                </a:lnTo>
                <a:lnTo>
                  <a:pt x="259334" y="0"/>
                </a:lnTo>
                <a:lnTo>
                  <a:pt x="2393950" y="0"/>
                </a:lnTo>
                <a:lnTo>
                  <a:pt x="2440573" y="4177"/>
                </a:lnTo>
                <a:lnTo>
                  <a:pt x="2484452" y="16221"/>
                </a:lnTo>
                <a:lnTo>
                  <a:pt x="2524854" y="35400"/>
                </a:lnTo>
                <a:lnTo>
                  <a:pt x="2561047" y="60982"/>
                </a:lnTo>
                <a:lnTo>
                  <a:pt x="2592301" y="92236"/>
                </a:lnTo>
                <a:lnTo>
                  <a:pt x="2617883" y="128429"/>
                </a:lnTo>
                <a:lnTo>
                  <a:pt x="2637062" y="168831"/>
                </a:lnTo>
                <a:lnTo>
                  <a:pt x="2649106" y="212710"/>
                </a:lnTo>
                <a:lnTo>
                  <a:pt x="2653283" y="259334"/>
                </a:lnTo>
                <a:lnTo>
                  <a:pt x="2653283" y="1296670"/>
                </a:lnTo>
                <a:lnTo>
                  <a:pt x="2649106" y="1343293"/>
                </a:lnTo>
                <a:lnTo>
                  <a:pt x="2637062" y="1387172"/>
                </a:lnTo>
                <a:lnTo>
                  <a:pt x="2617883" y="1427574"/>
                </a:lnTo>
                <a:lnTo>
                  <a:pt x="2592301" y="1463767"/>
                </a:lnTo>
                <a:lnTo>
                  <a:pt x="2561047" y="1495021"/>
                </a:lnTo>
                <a:lnTo>
                  <a:pt x="2524854" y="1520603"/>
                </a:lnTo>
                <a:lnTo>
                  <a:pt x="2484452" y="1539782"/>
                </a:lnTo>
                <a:lnTo>
                  <a:pt x="2440573" y="1551826"/>
                </a:lnTo>
                <a:lnTo>
                  <a:pt x="2393950" y="1556004"/>
                </a:lnTo>
                <a:lnTo>
                  <a:pt x="259334" y="1556004"/>
                </a:lnTo>
                <a:lnTo>
                  <a:pt x="212710" y="1551826"/>
                </a:lnTo>
                <a:lnTo>
                  <a:pt x="168831" y="1539782"/>
                </a:lnTo>
                <a:lnTo>
                  <a:pt x="128429" y="1520603"/>
                </a:lnTo>
                <a:lnTo>
                  <a:pt x="92236" y="1495021"/>
                </a:lnTo>
                <a:lnTo>
                  <a:pt x="60982" y="1463767"/>
                </a:lnTo>
                <a:lnTo>
                  <a:pt x="35400" y="1427574"/>
                </a:lnTo>
                <a:lnTo>
                  <a:pt x="16221" y="1387172"/>
                </a:lnTo>
                <a:lnTo>
                  <a:pt x="4177" y="1343293"/>
                </a:lnTo>
                <a:lnTo>
                  <a:pt x="0" y="1296670"/>
                </a:lnTo>
                <a:lnTo>
                  <a:pt x="0" y="259334"/>
                </a:lnTo>
                <a:close/>
              </a:path>
            </a:pathLst>
          </a:custGeom>
          <a:ln w="10668">
            <a:solidFill>
              <a:srgbClr val="D4393C"/>
            </a:solidFill>
          </a:ln>
        </p:spPr>
        <p:txBody>
          <a:bodyPr wrap="square" lIns="0" tIns="0" rIns="0" bIns="0" rtlCol="0"/>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10" dirty="0">
                <a:solidFill>
                  <a:srgbClr val="FFFFFF"/>
                </a:solidFill>
                <a:latin typeface="Cambria"/>
                <a:cs typeface="Cambria"/>
              </a:rPr>
              <a:t>Example</a:t>
            </a:r>
            <a:endParaRPr sz="3600">
              <a:latin typeface="Cambria"/>
              <a:cs typeface="Cambria"/>
            </a:endParaRPr>
          </a:p>
        </p:txBody>
      </p:sp>
      <p:sp>
        <p:nvSpPr>
          <p:cNvPr id="3" name="object 3"/>
          <p:cNvSpPr txBox="1"/>
          <p:nvPr/>
        </p:nvSpPr>
        <p:spPr>
          <a:xfrm>
            <a:off x="3797300" y="944626"/>
            <a:ext cx="3129280" cy="758825"/>
          </a:xfrm>
          <a:prstGeom prst="rect">
            <a:avLst/>
          </a:prstGeom>
        </p:spPr>
        <p:txBody>
          <a:bodyPr vert="horz" wrap="square" lIns="0" tIns="10795" rIns="0" bIns="0" rtlCol="0">
            <a:spAutoFit/>
          </a:bodyPr>
          <a:lstStyle/>
          <a:p>
            <a:pPr marL="12700" marR="5080" indent="457200">
              <a:lnSpc>
                <a:spcPct val="100400"/>
              </a:lnSpc>
              <a:spcBef>
                <a:spcPts val="85"/>
              </a:spcBef>
              <a:tabLst>
                <a:tab pos="926465" algn="l"/>
              </a:tabLst>
            </a:pPr>
            <a:r>
              <a:rPr sz="2400" spc="-25" dirty="0">
                <a:latin typeface="Cambria"/>
                <a:cs typeface="Cambria"/>
              </a:rPr>
              <a:t>1.</a:t>
            </a:r>
            <a:r>
              <a:rPr sz="2400" dirty="0">
                <a:latin typeface="Cambria"/>
                <a:cs typeface="Cambria"/>
              </a:rPr>
              <a:t>	A</a:t>
            </a:r>
            <a:r>
              <a:rPr sz="2400" spc="-20" dirty="0">
                <a:latin typeface="Cambria"/>
                <a:cs typeface="Cambria"/>
              </a:rPr>
              <a:t> </a:t>
            </a:r>
            <a:r>
              <a:rPr sz="2400" dirty="0">
                <a:latin typeface="Wingdings"/>
                <a:cs typeface="Wingdings"/>
              </a:rPr>
              <a:t></a:t>
            </a:r>
            <a:r>
              <a:rPr sz="2400" spc="-105" dirty="0">
                <a:latin typeface="Times New Roman"/>
                <a:cs typeface="Times New Roman"/>
              </a:rPr>
              <a:t> </a:t>
            </a:r>
            <a:r>
              <a:rPr sz="2400" dirty="0">
                <a:latin typeface="Cambria"/>
                <a:cs typeface="Cambria"/>
              </a:rPr>
              <a:t>Aad</a:t>
            </a:r>
            <a:r>
              <a:rPr sz="2400" spc="-20"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Afg</a:t>
            </a:r>
            <a:r>
              <a:rPr sz="2400" spc="-35" dirty="0">
                <a:latin typeface="Cambria"/>
                <a:cs typeface="Cambria"/>
              </a:rPr>
              <a:t> </a:t>
            </a:r>
            <a:r>
              <a:rPr sz="2400" dirty="0">
                <a:latin typeface="Cambria"/>
                <a:cs typeface="Cambria"/>
              </a:rPr>
              <a:t>|</a:t>
            </a:r>
            <a:r>
              <a:rPr sz="2400" spc="-20" dirty="0">
                <a:latin typeface="Cambria"/>
                <a:cs typeface="Cambria"/>
              </a:rPr>
              <a:t> </a:t>
            </a:r>
            <a:r>
              <a:rPr sz="2400" spc="-50" dirty="0">
                <a:latin typeface="Cambria"/>
                <a:cs typeface="Cambria"/>
              </a:rPr>
              <a:t>b </a:t>
            </a:r>
            <a:r>
              <a:rPr sz="2400" spc="-10" dirty="0">
                <a:latin typeface="Cambria"/>
                <a:cs typeface="Cambria"/>
              </a:rPr>
              <a:t>Ans:-</a:t>
            </a:r>
            <a:endParaRPr sz="2400">
              <a:latin typeface="Cambria"/>
              <a:cs typeface="Cambria"/>
            </a:endParaRPr>
          </a:p>
        </p:txBody>
      </p:sp>
      <p:sp>
        <p:nvSpPr>
          <p:cNvPr id="4" name="object 4"/>
          <p:cNvSpPr txBox="1">
            <a:spLocks noGrp="1"/>
          </p:cNvSpPr>
          <p:nvPr>
            <p:ph type="title"/>
          </p:nvPr>
        </p:nvSpPr>
        <p:spPr>
          <a:xfrm>
            <a:off x="3797300" y="1677365"/>
            <a:ext cx="3093085" cy="391795"/>
          </a:xfrm>
          <a:prstGeom prst="rect">
            <a:avLst/>
          </a:prstGeom>
        </p:spPr>
        <p:txBody>
          <a:bodyPr vert="horz" wrap="square" lIns="0" tIns="12700" rIns="0" bIns="0" rtlCol="0">
            <a:spAutoFit/>
          </a:bodyPr>
          <a:lstStyle/>
          <a:p>
            <a:pPr marL="12700">
              <a:lnSpc>
                <a:spcPct val="100000"/>
              </a:lnSpc>
              <a:spcBef>
                <a:spcPts val="100"/>
              </a:spcBef>
            </a:pPr>
            <a:r>
              <a:rPr b="1" spc="-20" dirty="0">
                <a:latin typeface="Cambria"/>
                <a:cs typeface="Cambria"/>
              </a:rPr>
              <a:t>Remove</a:t>
            </a:r>
            <a:r>
              <a:rPr b="1" spc="-45" dirty="0">
                <a:latin typeface="Cambria"/>
                <a:cs typeface="Cambria"/>
              </a:rPr>
              <a:t> </a:t>
            </a:r>
            <a:r>
              <a:rPr b="1" dirty="0">
                <a:latin typeface="Cambria"/>
                <a:cs typeface="Cambria"/>
              </a:rPr>
              <a:t>left</a:t>
            </a:r>
            <a:r>
              <a:rPr b="1" spc="-45" dirty="0">
                <a:latin typeface="Cambria"/>
                <a:cs typeface="Cambria"/>
              </a:rPr>
              <a:t> </a:t>
            </a:r>
            <a:r>
              <a:rPr b="1" spc="-10" dirty="0">
                <a:latin typeface="Cambria"/>
                <a:cs typeface="Cambria"/>
              </a:rPr>
              <a:t>recursion</a:t>
            </a:r>
          </a:p>
        </p:txBody>
      </p:sp>
      <p:sp>
        <p:nvSpPr>
          <p:cNvPr id="5" name="object 5"/>
          <p:cNvSpPr txBox="1"/>
          <p:nvPr/>
        </p:nvSpPr>
        <p:spPr>
          <a:xfrm>
            <a:off x="4196588" y="2042286"/>
            <a:ext cx="2298065" cy="749300"/>
          </a:xfrm>
          <a:prstGeom prst="rect">
            <a:avLst/>
          </a:prstGeom>
        </p:spPr>
        <p:txBody>
          <a:bodyPr vert="horz" wrap="square" lIns="0" tIns="12700" rIns="0" bIns="0" rtlCol="0">
            <a:spAutoFit/>
          </a:bodyPr>
          <a:lstStyle/>
          <a:p>
            <a:pPr marL="70485">
              <a:lnSpc>
                <a:spcPts val="2850"/>
              </a:lnSpc>
              <a:spcBef>
                <a:spcPts val="100"/>
              </a:spcBef>
              <a:tabLst>
                <a:tab pos="692150" algn="l"/>
              </a:tabLst>
            </a:pPr>
            <a:r>
              <a:rPr sz="2400" spc="-25" dirty="0">
                <a:latin typeface="Cambria"/>
                <a:cs typeface="Cambria"/>
              </a:rPr>
              <a:t>A</a:t>
            </a:r>
            <a:r>
              <a:rPr sz="2400" spc="-25" dirty="0">
                <a:latin typeface="Wingdings"/>
                <a:cs typeface="Wingdings"/>
              </a:rPr>
              <a:t></a:t>
            </a:r>
            <a:r>
              <a:rPr sz="2400" dirty="0">
                <a:latin typeface="Times New Roman"/>
                <a:cs typeface="Times New Roman"/>
              </a:rPr>
              <a:t>	</a:t>
            </a:r>
            <a:r>
              <a:rPr sz="2400" spc="-25" dirty="0">
                <a:latin typeface="Cambria"/>
                <a:cs typeface="Cambria"/>
              </a:rPr>
              <a:t>bA’</a:t>
            </a:r>
            <a:endParaRPr sz="2400">
              <a:latin typeface="Cambria"/>
              <a:cs typeface="Cambria"/>
            </a:endParaRPr>
          </a:p>
          <a:p>
            <a:pPr marL="12700">
              <a:lnSpc>
                <a:spcPts val="2850"/>
              </a:lnSpc>
            </a:pPr>
            <a:r>
              <a:rPr sz="2400" spc="-110" dirty="0">
                <a:latin typeface="Cambria"/>
                <a:cs typeface="Cambria"/>
              </a:rPr>
              <a:t>A’</a:t>
            </a:r>
            <a:r>
              <a:rPr sz="2400" spc="-25" dirty="0">
                <a:latin typeface="Cambria"/>
                <a:cs typeface="Cambria"/>
              </a:rPr>
              <a:t> </a:t>
            </a:r>
            <a:r>
              <a:rPr sz="2400" dirty="0">
                <a:latin typeface="Wingdings"/>
                <a:cs typeface="Wingdings"/>
              </a:rPr>
              <a:t></a:t>
            </a:r>
            <a:r>
              <a:rPr sz="2400" spc="-105" dirty="0">
                <a:latin typeface="Times New Roman"/>
                <a:cs typeface="Times New Roman"/>
              </a:rPr>
              <a:t> </a:t>
            </a:r>
            <a:r>
              <a:rPr sz="2400" spc="-50" dirty="0">
                <a:latin typeface="Cambria"/>
                <a:cs typeface="Cambria"/>
              </a:rPr>
              <a:t>adA’</a:t>
            </a:r>
            <a:r>
              <a:rPr sz="2400" spc="-30" dirty="0">
                <a:latin typeface="Cambria"/>
                <a:cs typeface="Cambria"/>
              </a:rPr>
              <a:t> </a:t>
            </a:r>
            <a:r>
              <a:rPr sz="2400" dirty="0">
                <a:latin typeface="Cambria"/>
                <a:cs typeface="Cambria"/>
              </a:rPr>
              <a:t>|</a:t>
            </a:r>
            <a:r>
              <a:rPr sz="2400" spc="-30" dirty="0">
                <a:latin typeface="Cambria"/>
                <a:cs typeface="Cambria"/>
              </a:rPr>
              <a:t> </a:t>
            </a:r>
            <a:r>
              <a:rPr sz="2400" spc="-55" dirty="0">
                <a:latin typeface="Cambria"/>
                <a:cs typeface="Cambria"/>
              </a:rPr>
              <a:t>fgA’</a:t>
            </a:r>
            <a:r>
              <a:rPr sz="2400" spc="-30" dirty="0">
                <a:latin typeface="Cambria"/>
                <a:cs typeface="Cambria"/>
              </a:rPr>
              <a:t> </a:t>
            </a:r>
            <a:r>
              <a:rPr sz="2400" dirty="0">
                <a:latin typeface="Cambria"/>
                <a:cs typeface="Cambria"/>
              </a:rPr>
              <a:t>|</a:t>
            </a:r>
            <a:r>
              <a:rPr sz="2400" spc="-35" dirty="0">
                <a:latin typeface="Cambria"/>
                <a:cs typeface="Cambria"/>
              </a:rPr>
              <a:t> </a:t>
            </a:r>
            <a:r>
              <a:rPr sz="2400" spc="-50" dirty="0">
                <a:latin typeface="Symbol"/>
                <a:cs typeface="Symbol"/>
              </a:rPr>
              <a:t></a:t>
            </a:r>
            <a:endParaRPr sz="2400">
              <a:latin typeface="Symbol"/>
              <a:cs typeface="Symbol"/>
            </a:endParaRPr>
          </a:p>
        </p:txBody>
      </p:sp>
      <p:sp>
        <p:nvSpPr>
          <p:cNvPr id="6" name="object 6"/>
          <p:cNvSpPr txBox="1"/>
          <p:nvPr/>
        </p:nvSpPr>
        <p:spPr>
          <a:xfrm>
            <a:off x="4254500" y="3139821"/>
            <a:ext cx="2693670" cy="756920"/>
          </a:xfrm>
          <a:prstGeom prst="rect">
            <a:avLst/>
          </a:prstGeom>
        </p:spPr>
        <p:txBody>
          <a:bodyPr vert="horz" wrap="square" lIns="0" tIns="12700" rIns="0" bIns="0" rtlCol="0">
            <a:spAutoFit/>
          </a:bodyPr>
          <a:lstStyle/>
          <a:p>
            <a:pPr marL="536575" marR="5080" indent="-524510">
              <a:lnSpc>
                <a:spcPct val="100000"/>
              </a:lnSpc>
              <a:spcBef>
                <a:spcPts val="100"/>
              </a:spcBef>
              <a:tabLst>
                <a:tab pos="575945" algn="l"/>
              </a:tabLst>
            </a:pPr>
            <a:r>
              <a:rPr sz="2400" spc="-25" dirty="0">
                <a:latin typeface="Cambria"/>
                <a:cs typeface="Cambria"/>
              </a:rPr>
              <a:t>2.</a:t>
            </a:r>
            <a:r>
              <a:rPr sz="2400" dirty="0">
                <a:latin typeface="Cambria"/>
                <a:cs typeface="Cambria"/>
              </a:rPr>
              <a:t>		A</a:t>
            </a:r>
            <a:r>
              <a:rPr sz="2400" dirty="0">
                <a:latin typeface="Wingdings"/>
                <a:cs typeface="Wingdings"/>
              </a:rPr>
              <a:t></a:t>
            </a:r>
            <a:r>
              <a:rPr sz="2400" spc="-110" dirty="0">
                <a:latin typeface="Times New Roman"/>
                <a:cs typeface="Times New Roman"/>
              </a:rPr>
              <a:t> </a:t>
            </a:r>
            <a:r>
              <a:rPr sz="2400" dirty="0">
                <a:latin typeface="Cambria"/>
                <a:cs typeface="Cambria"/>
              </a:rPr>
              <a:t>Acd</a:t>
            </a:r>
            <a:r>
              <a:rPr sz="2400" spc="-5" dirty="0">
                <a:latin typeface="Cambria"/>
                <a:cs typeface="Cambria"/>
              </a:rPr>
              <a:t> </a:t>
            </a:r>
            <a:r>
              <a:rPr sz="2400" dirty="0">
                <a:latin typeface="Cambria"/>
                <a:cs typeface="Cambria"/>
              </a:rPr>
              <a:t>|</a:t>
            </a:r>
            <a:r>
              <a:rPr sz="2400" spc="-25" dirty="0">
                <a:latin typeface="Cambria"/>
                <a:cs typeface="Cambria"/>
              </a:rPr>
              <a:t> </a:t>
            </a:r>
            <a:r>
              <a:rPr sz="2400" dirty="0">
                <a:latin typeface="Cambria"/>
                <a:cs typeface="Cambria"/>
              </a:rPr>
              <a:t>Ab</a:t>
            </a:r>
            <a:r>
              <a:rPr sz="2400" spc="-30" dirty="0">
                <a:latin typeface="Cambria"/>
                <a:cs typeface="Cambria"/>
              </a:rPr>
              <a:t> </a:t>
            </a:r>
            <a:r>
              <a:rPr sz="2400" dirty="0">
                <a:latin typeface="Cambria"/>
                <a:cs typeface="Cambria"/>
              </a:rPr>
              <a:t>|</a:t>
            </a:r>
            <a:r>
              <a:rPr sz="2400" spc="-30" dirty="0">
                <a:latin typeface="Cambria"/>
                <a:cs typeface="Cambria"/>
              </a:rPr>
              <a:t> </a:t>
            </a:r>
            <a:r>
              <a:rPr sz="2400" spc="-25" dirty="0">
                <a:latin typeface="Cambria"/>
                <a:cs typeface="Cambria"/>
              </a:rPr>
              <a:t>jk </a:t>
            </a:r>
            <a:r>
              <a:rPr sz="2400" dirty="0">
                <a:latin typeface="Cambria"/>
                <a:cs typeface="Cambria"/>
              </a:rPr>
              <a:t>B</a:t>
            </a:r>
            <a:r>
              <a:rPr sz="2400" dirty="0">
                <a:latin typeface="Wingdings"/>
                <a:cs typeface="Wingdings"/>
              </a:rPr>
              <a:t></a:t>
            </a:r>
            <a:r>
              <a:rPr sz="2400" spc="-95" dirty="0">
                <a:latin typeface="Times New Roman"/>
                <a:cs typeface="Times New Roman"/>
              </a:rPr>
              <a:t> </a:t>
            </a:r>
            <a:r>
              <a:rPr sz="2400" dirty="0">
                <a:latin typeface="Cambria"/>
                <a:cs typeface="Cambria"/>
              </a:rPr>
              <a:t>Bh</a:t>
            </a:r>
            <a:r>
              <a:rPr sz="2400" spc="-15" dirty="0">
                <a:latin typeface="Cambria"/>
                <a:cs typeface="Cambria"/>
              </a:rPr>
              <a:t> </a:t>
            </a:r>
            <a:r>
              <a:rPr sz="2400" dirty="0">
                <a:latin typeface="Cambria"/>
                <a:cs typeface="Cambria"/>
              </a:rPr>
              <a:t>|</a:t>
            </a:r>
            <a:r>
              <a:rPr sz="2400" spc="5" dirty="0">
                <a:latin typeface="Cambria"/>
                <a:cs typeface="Cambria"/>
              </a:rPr>
              <a:t> </a:t>
            </a:r>
            <a:r>
              <a:rPr sz="2400" spc="-50" dirty="0">
                <a:latin typeface="Cambria"/>
                <a:cs typeface="Cambria"/>
              </a:rPr>
              <a:t>n</a:t>
            </a:r>
            <a:endParaRPr sz="2400">
              <a:latin typeface="Cambria"/>
              <a:cs typeface="Cambria"/>
            </a:endParaRPr>
          </a:p>
        </p:txBody>
      </p:sp>
      <p:sp>
        <p:nvSpPr>
          <p:cNvPr id="7" name="object 7"/>
          <p:cNvSpPr txBox="1"/>
          <p:nvPr/>
        </p:nvSpPr>
        <p:spPr>
          <a:xfrm>
            <a:off x="3797300" y="3872865"/>
            <a:ext cx="76708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Ans</a:t>
            </a:r>
            <a:r>
              <a:rPr sz="2400" spc="-35" dirty="0">
                <a:latin typeface="Cambria"/>
                <a:cs typeface="Cambria"/>
              </a:rPr>
              <a:t> </a:t>
            </a:r>
            <a:r>
              <a:rPr sz="2400" spc="-25" dirty="0">
                <a:latin typeface="Cambria"/>
                <a:cs typeface="Cambria"/>
              </a:rPr>
              <a:t>:-</a:t>
            </a:r>
            <a:endParaRPr sz="2400">
              <a:latin typeface="Cambria"/>
              <a:cs typeface="Cambria"/>
            </a:endParaRPr>
          </a:p>
        </p:txBody>
      </p:sp>
      <p:sp>
        <p:nvSpPr>
          <p:cNvPr id="8" name="object 8"/>
          <p:cNvSpPr txBox="1"/>
          <p:nvPr/>
        </p:nvSpPr>
        <p:spPr>
          <a:xfrm>
            <a:off x="3797300" y="4238320"/>
            <a:ext cx="3093085" cy="1855470"/>
          </a:xfrm>
          <a:prstGeom prst="rect">
            <a:avLst/>
          </a:prstGeom>
        </p:spPr>
        <p:txBody>
          <a:bodyPr vert="horz" wrap="square" lIns="0" tIns="12700" rIns="0" bIns="0" rtlCol="0">
            <a:spAutoFit/>
          </a:bodyPr>
          <a:lstStyle/>
          <a:p>
            <a:pPr algn="ctr">
              <a:lnSpc>
                <a:spcPts val="2875"/>
              </a:lnSpc>
              <a:spcBef>
                <a:spcPts val="100"/>
              </a:spcBef>
            </a:pPr>
            <a:r>
              <a:rPr sz="2400" b="1" spc="-20" dirty="0">
                <a:latin typeface="Cambria"/>
                <a:cs typeface="Cambria"/>
              </a:rPr>
              <a:t>Remove</a:t>
            </a:r>
            <a:r>
              <a:rPr sz="2400" b="1" spc="-45" dirty="0">
                <a:latin typeface="Cambria"/>
                <a:cs typeface="Cambria"/>
              </a:rPr>
              <a:t> </a:t>
            </a:r>
            <a:r>
              <a:rPr sz="2400" b="1" dirty="0">
                <a:latin typeface="Cambria"/>
                <a:cs typeface="Cambria"/>
              </a:rPr>
              <a:t>left</a:t>
            </a:r>
            <a:r>
              <a:rPr sz="2400" b="1" spc="-45" dirty="0">
                <a:latin typeface="Cambria"/>
                <a:cs typeface="Cambria"/>
              </a:rPr>
              <a:t> </a:t>
            </a:r>
            <a:r>
              <a:rPr sz="2400" b="1" spc="-10" dirty="0">
                <a:latin typeface="Cambria"/>
                <a:cs typeface="Cambria"/>
              </a:rPr>
              <a:t>recursion</a:t>
            </a:r>
            <a:endParaRPr sz="2400">
              <a:latin typeface="Cambria"/>
              <a:cs typeface="Cambria"/>
            </a:endParaRPr>
          </a:p>
          <a:p>
            <a:pPr marL="469900">
              <a:lnSpc>
                <a:spcPts val="2845"/>
              </a:lnSpc>
              <a:tabLst>
                <a:tab pos="1091565" algn="l"/>
              </a:tabLst>
            </a:pPr>
            <a:r>
              <a:rPr sz="2400" spc="-25" dirty="0">
                <a:latin typeface="Cambria"/>
                <a:cs typeface="Cambria"/>
              </a:rPr>
              <a:t>A</a:t>
            </a:r>
            <a:r>
              <a:rPr sz="2400" spc="-25" dirty="0">
                <a:latin typeface="Wingdings"/>
                <a:cs typeface="Wingdings"/>
              </a:rPr>
              <a:t></a:t>
            </a:r>
            <a:r>
              <a:rPr sz="2400" dirty="0">
                <a:latin typeface="Times New Roman"/>
                <a:cs typeface="Times New Roman"/>
              </a:rPr>
              <a:t>	</a:t>
            </a:r>
            <a:r>
              <a:rPr sz="2400" spc="-20" dirty="0">
                <a:latin typeface="Cambria"/>
                <a:cs typeface="Cambria"/>
              </a:rPr>
              <a:t>jkA’</a:t>
            </a:r>
            <a:endParaRPr sz="2400">
              <a:latin typeface="Cambria"/>
              <a:cs typeface="Cambria"/>
            </a:endParaRPr>
          </a:p>
          <a:p>
            <a:pPr marR="75565" algn="ctr">
              <a:lnSpc>
                <a:spcPts val="2850"/>
              </a:lnSpc>
            </a:pPr>
            <a:r>
              <a:rPr sz="2400" spc="-110" dirty="0">
                <a:latin typeface="Cambria"/>
                <a:cs typeface="Cambria"/>
              </a:rPr>
              <a:t>A’</a:t>
            </a:r>
            <a:r>
              <a:rPr sz="2400" spc="-25" dirty="0">
                <a:latin typeface="Cambria"/>
                <a:cs typeface="Cambria"/>
              </a:rPr>
              <a:t> </a:t>
            </a:r>
            <a:r>
              <a:rPr sz="2400" dirty="0">
                <a:latin typeface="Wingdings"/>
                <a:cs typeface="Wingdings"/>
              </a:rPr>
              <a:t></a:t>
            </a:r>
            <a:r>
              <a:rPr sz="2400" spc="-110" dirty="0">
                <a:latin typeface="Times New Roman"/>
                <a:cs typeface="Times New Roman"/>
              </a:rPr>
              <a:t> </a:t>
            </a:r>
            <a:r>
              <a:rPr sz="2400" spc="-50" dirty="0">
                <a:latin typeface="Cambria"/>
                <a:cs typeface="Cambria"/>
              </a:rPr>
              <a:t>cdA’</a:t>
            </a:r>
            <a:r>
              <a:rPr sz="2400" spc="-25" dirty="0">
                <a:latin typeface="Cambria"/>
                <a:cs typeface="Cambria"/>
              </a:rPr>
              <a:t> </a:t>
            </a:r>
            <a:r>
              <a:rPr sz="2400" dirty="0">
                <a:latin typeface="Cambria"/>
                <a:cs typeface="Cambria"/>
              </a:rPr>
              <a:t>|</a:t>
            </a:r>
            <a:r>
              <a:rPr sz="2400" spc="-30" dirty="0">
                <a:latin typeface="Cambria"/>
                <a:cs typeface="Cambria"/>
              </a:rPr>
              <a:t> </a:t>
            </a:r>
            <a:r>
              <a:rPr sz="2400" spc="-60" dirty="0">
                <a:latin typeface="Cambria"/>
                <a:cs typeface="Cambria"/>
              </a:rPr>
              <a:t>bA’</a:t>
            </a:r>
            <a:r>
              <a:rPr sz="2400" spc="-35" dirty="0">
                <a:latin typeface="Cambria"/>
                <a:cs typeface="Cambria"/>
              </a:rPr>
              <a:t> </a:t>
            </a:r>
            <a:r>
              <a:rPr sz="2400" dirty="0">
                <a:latin typeface="Cambria"/>
                <a:cs typeface="Cambria"/>
              </a:rPr>
              <a:t>|</a:t>
            </a:r>
            <a:r>
              <a:rPr sz="2400" spc="-20" dirty="0">
                <a:latin typeface="Cambria"/>
                <a:cs typeface="Cambria"/>
              </a:rPr>
              <a:t> </a:t>
            </a:r>
            <a:r>
              <a:rPr sz="2400" spc="-50" dirty="0">
                <a:latin typeface="Symbol"/>
                <a:cs typeface="Symbol"/>
              </a:rPr>
              <a:t></a:t>
            </a:r>
            <a:endParaRPr sz="2400">
              <a:latin typeface="Symbol"/>
              <a:cs typeface="Symbol"/>
            </a:endParaRPr>
          </a:p>
          <a:p>
            <a:pPr marL="495300">
              <a:lnSpc>
                <a:spcPct val="100000"/>
              </a:lnSpc>
            </a:pPr>
            <a:r>
              <a:rPr sz="2400" dirty="0">
                <a:latin typeface="Corbel"/>
                <a:cs typeface="Corbel"/>
              </a:rPr>
              <a:t>B</a:t>
            </a:r>
            <a:r>
              <a:rPr sz="2400" spc="-10" dirty="0">
                <a:latin typeface="Corbel"/>
                <a:cs typeface="Corbel"/>
              </a:rPr>
              <a:t> </a:t>
            </a:r>
            <a:r>
              <a:rPr sz="2400" dirty="0">
                <a:latin typeface="Wingdings"/>
                <a:cs typeface="Wingdings"/>
              </a:rPr>
              <a:t></a:t>
            </a:r>
            <a:r>
              <a:rPr sz="2400" spc="-75" dirty="0">
                <a:latin typeface="Times New Roman"/>
                <a:cs typeface="Times New Roman"/>
              </a:rPr>
              <a:t> </a:t>
            </a:r>
            <a:r>
              <a:rPr sz="2400" spc="-25" dirty="0">
                <a:latin typeface="Cambria"/>
                <a:cs typeface="Cambria"/>
              </a:rPr>
              <a:t>nB’</a:t>
            </a:r>
            <a:endParaRPr sz="2400">
              <a:latin typeface="Cambria"/>
              <a:cs typeface="Cambria"/>
            </a:endParaRPr>
          </a:p>
          <a:p>
            <a:pPr marL="469900">
              <a:lnSpc>
                <a:spcPct val="100000"/>
              </a:lnSpc>
              <a:spcBef>
                <a:spcPts val="75"/>
              </a:spcBef>
            </a:pPr>
            <a:r>
              <a:rPr sz="2400" dirty="0">
                <a:latin typeface="Cambria"/>
                <a:cs typeface="Cambria"/>
              </a:rPr>
              <a:t>B’</a:t>
            </a:r>
            <a:r>
              <a:rPr sz="2400" spc="-30" dirty="0">
                <a:latin typeface="Cambria"/>
                <a:cs typeface="Cambria"/>
              </a:rPr>
              <a:t> </a:t>
            </a:r>
            <a:r>
              <a:rPr sz="2400" dirty="0">
                <a:latin typeface="Wingdings"/>
                <a:cs typeface="Wingdings"/>
              </a:rPr>
              <a:t></a:t>
            </a:r>
            <a:r>
              <a:rPr sz="2400" spc="-80" dirty="0">
                <a:latin typeface="Times New Roman"/>
                <a:cs typeface="Times New Roman"/>
              </a:rPr>
              <a:t> </a:t>
            </a:r>
            <a:r>
              <a:rPr sz="2400" dirty="0">
                <a:latin typeface="Cambria"/>
                <a:cs typeface="Cambria"/>
              </a:rPr>
              <a:t>hB’</a:t>
            </a:r>
            <a:r>
              <a:rPr sz="2400" spc="-10" dirty="0">
                <a:latin typeface="Cambria"/>
                <a:cs typeface="Cambria"/>
              </a:rPr>
              <a:t> </a:t>
            </a:r>
            <a:r>
              <a:rPr sz="2400" dirty="0">
                <a:latin typeface="Cambria"/>
                <a:cs typeface="Cambria"/>
              </a:rPr>
              <a:t>|</a:t>
            </a:r>
            <a:r>
              <a:rPr sz="2400" spc="-15" dirty="0">
                <a:latin typeface="Cambria"/>
                <a:cs typeface="Cambria"/>
              </a:rPr>
              <a:t> </a:t>
            </a:r>
            <a:r>
              <a:rPr sz="2400" spc="-50" dirty="0">
                <a:latin typeface="Symbol"/>
                <a:cs typeface="Symbol"/>
              </a:rPr>
              <a:t></a:t>
            </a:r>
            <a:endParaRPr sz="2400">
              <a:latin typeface="Symbol"/>
              <a:cs typeface="Symbo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10" dirty="0">
                <a:solidFill>
                  <a:srgbClr val="FFFFFF"/>
                </a:solidFill>
                <a:latin typeface="Cambria"/>
                <a:cs typeface="Cambria"/>
              </a:rPr>
              <a:t>Example</a:t>
            </a:r>
            <a:endParaRPr sz="3600">
              <a:latin typeface="Cambria"/>
              <a:cs typeface="Cambria"/>
            </a:endParaRPr>
          </a:p>
        </p:txBody>
      </p:sp>
      <p:sp>
        <p:nvSpPr>
          <p:cNvPr id="3" name="object 3"/>
          <p:cNvSpPr txBox="1"/>
          <p:nvPr/>
        </p:nvSpPr>
        <p:spPr>
          <a:xfrm>
            <a:off x="4254500" y="1310385"/>
            <a:ext cx="1932939" cy="391160"/>
          </a:xfrm>
          <a:prstGeom prst="rect">
            <a:avLst/>
          </a:prstGeom>
        </p:spPr>
        <p:txBody>
          <a:bodyPr vert="horz" wrap="square" lIns="0" tIns="12700" rIns="0" bIns="0" rtlCol="0">
            <a:spAutoFit/>
          </a:bodyPr>
          <a:lstStyle/>
          <a:p>
            <a:pPr marL="12700">
              <a:lnSpc>
                <a:spcPct val="100000"/>
              </a:lnSpc>
              <a:spcBef>
                <a:spcPts val="100"/>
              </a:spcBef>
              <a:tabLst>
                <a:tab pos="575945" algn="l"/>
              </a:tabLst>
            </a:pPr>
            <a:r>
              <a:rPr sz="2400" spc="-25" dirty="0">
                <a:latin typeface="Cambria"/>
                <a:cs typeface="Cambria"/>
              </a:rPr>
              <a:t>3.</a:t>
            </a:r>
            <a:r>
              <a:rPr sz="2400" dirty="0">
                <a:latin typeface="Cambria"/>
                <a:cs typeface="Cambria"/>
              </a:rPr>
              <a:t>	E</a:t>
            </a:r>
            <a:r>
              <a:rPr sz="2400" spc="-25" dirty="0">
                <a:latin typeface="Cambria"/>
                <a:cs typeface="Cambria"/>
              </a:rPr>
              <a:t> </a:t>
            </a:r>
            <a:r>
              <a:rPr sz="2400" dirty="0">
                <a:latin typeface="Wingdings"/>
                <a:cs typeface="Wingdings"/>
              </a:rPr>
              <a:t></a:t>
            </a:r>
            <a:r>
              <a:rPr sz="2400" spc="-85" dirty="0">
                <a:latin typeface="Times New Roman"/>
                <a:cs typeface="Times New Roman"/>
              </a:rPr>
              <a:t> </a:t>
            </a:r>
            <a:r>
              <a:rPr sz="2400" dirty="0">
                <a:latin typeface="Cambria"/>
                <a:cs typeface="Cambria"/>
              </a:rPr>
              <a:t>Aa</a:t>
            </a:r>
            <a:r>
              <a:rPr sz="2400" spc="-20" dirty="0">
                <a:latin typeface="Cambria"/>
                <a:cs typeface="Cambria"/>
              </a:rPr>
              <a:t> </a:t>
            </a:r>
            <a:r>
              <a:rPr sz="2400" dirty="0">
                <a:latin typeface="Cambria"/>
                <a:cs typeface="Cambria"/>
              </a:rPr>
              <a:t>| </a:t>
            </a:r>
            <a:r>
              <a:rPr sz="2400" spc="-50" dirty="0">
                <a:latin typeface="Cambria"/>
                <a:cs typeface="Cambria"/>
              </a:rPr>
              <a:t>b</a:t>
            </a:r>
            <a:endParaRPr sz="2400">
              <a:latin typeface="Cambria"/>
              <a:cs typeface="Cambria"/>
            </a:endParaRPr>
          </a:p>
        </p:txBody>
      </p:sp>
      <p:sp>
        <p:nvSpPr>
          <p:cNvPr id="4" name="object 4"/>
          <p:cNvSpPr txBox="1">
            <a:spLocks noGrp="1"/>
          </p:cNvSpPr>
          <p:nvPr>
            <p:ph type="title"/>
          </p:nvPr>
        </p:nvSpPr>
        <p:spPr>
          <a:xfrm>
            <a:off x="4787900" y="1677365"/>
            <a:ext cx="1908175" cy="391795"/>
          </a:xfrm>
          <a:prstGeom prst="rect">
            <a:avLst/>
          </a:prstGeom>
        </p:spPr>
        <p:txBody>
          <a:bodyPr vert="horz" wrap="square" lIns="0" tIns="12700" rIns="0" bIns="0" rtlCol="0">
            <a:spAutoFit/>
          </a:bodyPr>
          <a:lstStyle/>
          <a:p>
            <a:pPr marL="12700">
              <a:lnSpc>
                <a:spcPct val="100000"/>
              </a:lnSpc>
              <a:spcBef>
                <a:spcPts val="100"/>
              </a:spcBef>
            </a:pPr>
            <a:r>
              <a:rPr dirty="0"/>
              <a:t>A</a:t>
            </a:r>
            <a:r>
              <a:rPr spc="-20" dirty="0"/>
              <a:t> </a:t>
            </a:r>
            <a:r>
              <a:rPr dirty="0">
                <a:latin typeface="Wingdings"/>
                <a:cs typeface="Wingdings"/>
              </a:rPr>
              <a:t></a:t>
            </a:r>
            <a:r>
              <a:rPr spc="-110" dirty="0">
                <a:latin typeface="Times New Roman"/>
                <a:cs typeface="Times New Roman"/>
              </a:rPr>
              <a:t> </a:t>
            </a:r>
            <a:r>
              <a:rPr dirty="0"/>
              <a:t>Ac</a:t>
            </a:r>
            <a:r>
              <a:rPr spc="-10" dirty="0"/>
              <a:t> </a:t>
            </a:r>
            <a:r>
              <a:rPr dirty="0"/>
              <a:t>|</a:t>
            </a:r>
            <a:r>
              <a:rPr spc="-20" dirty="0"/>
              <a:t> </a:t>
            </a:r>
            <a:r>
              <a:rPr dirty="0">
                <a:solidFill>
                  <a:srgbClr val="00AFEF"/>
                </a:solidFill>
              </a:rPr>
              <a:t>E</a:t>
            </a:r>
            <a:r>
              <a:rPr dirty="0"/>
              <a:t>d</a:t>
            </a:r>
            <a:r>
              <a:rPr spc="-20" dirty="0"/>
              <a:t> </a:t>
            </a:r>
            <a:r>
              <a:rPr dirty="0"/>
              <a:t>|</a:t>
            </a:r>
            <a:r>
              <a:rPr spc="-25" dirty="0"/>
              <a:t> </a:t>
            </a:r>
            <a:r>
              <a:rPr spc="-50" dirty="0">
                <a:latin typeface="Symbol"/>
                <a:cs typeface="Symbol"/>
              </a:rPr>
              <a:t></a:t>
            </a:r>
          </a:p>
        </p:txBody>
      </p:sp>
      <p:sp>
        <p:nvSpPr>
          <p:cNvPr id="5" name="object 5"/>
          <p:cNvSpPr txBox="1"/>
          <p:nvPr/>
        </p:nvSpPr>
        <p:spPr>
          <a:xfrm>
            <a:off x="3797300" y="2043810"/>
            <a:ext cx="699770" cy="391160"/>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mbria"/>
                <a:cs typeface="Cambria"/>
              </a:rPr>
              <a:t>Ans:-</a:t>
            </a:r>
            <a:endParaRPr sz="2400">
              <a:latin typeface="Cambria"/>
              <a:cs typeface="Cambria"/>
            </a:endParaRPr>
          </a:p>
        </p:txBody>
      </p:sp>
      <p:sp>
        <p:nvSpPr>
          <p:cNvPr id="6" name="object 6"/>
          <p:cNvSpPr txBox="1"/>
          <p:nvPr/>
        </p:nvSpPr>
        <p:spPr>
          <a:xfrm>
            <a:off x="3797300" y="2409571"/>
            <a:ext cx="3091180" cy="2586355"/>
          </a:xfrm>
          <a:prstGeom prst="rect">
            <a:avLst/>
          </a:prstGeom>
        </p:spPr>
        <p:txBody>
          <a:bodyPr vert="horz" wrap="square" lIns="0" tIns="12700" rIns="0" bIns="0" rtlCol="0">
            <a:spAutoFit/>
          </a:bodyPr>
          <a:lstStyle/>
          <a:p>
            <a:pPr marL="12700">
              <a:lnSpc>
                <a:spcPts val="2875"/>
              </a:lnSpc>
              <a:spcBef>
                <a:spcPts val="100"/>
              </a:spcBef>
            </a:pPr>
            <a:r>
              <a:rPr sz="2400" b="1" spc="-10" dirty="0">
                <a:latin typeface="Cambria"/>
                <a:cs typeface="Cambria"/>
              </a:rPr>
              <a:t>Replace</a:t>
            </a:r>
            <a:r>
              <a:rPr sz="2400" b="1" spc="-75" dirty="0">
                <a:latin typeface="Cambria"/>
                <a:cs typeface="Cambria"/>
              </a:rPr>
              <a:t> </a:t>
            </a:r>
            <a:r>
              <a:rPr sz="2400" b="1" spc="-25" dirty="0">
                <a:latin typeface="Cambria"/>
                <a:cs typeface="Cambria"/>
              </a:rPr>
              <a:t>E,</a:t>
            </a:r>
            <a:endParaRPr sz="2400">
              <a:latin typeface="Cambria"/>
              <a:cs typeface="Cambria"/>
            </a:endParaRPr>
          </a:p>
          <a:p>
            <a:pPr marL="469900">
              <a:lnSpc>
                <a:spcPts val="2845"/>
              </a:lnSpc>
            </a:pPr>
            <a:r>
              <a:rPr sz="2400" dirty="0">
                <a:latin typeface="Cambria"/>
                <a:cs typeface="Cambria"/>
              </a:rPr>
              <a:t>E</a:t>
            </a:r>
            <a:r>
              <a:rPr sz="2400" dirty="0">
                <a:latin typeface="Wingdings"/>
                <a:cs typeface="Wingdings"/>
              </a:rPr>
              <a:t></a:t>
            </a:r>
            <a:r>
              <a:rPr sz="2400" spc="-105" dirty="0">
                <a:latin typeface="Times New Roman"/>
                <a:cs typeface="Times New Roman"/>
              </a:rPr>
              <a:t> </a:t>
            </a:r>
            <a:r>
              <a:rPr sz="2400" dirty="0">
                <a:latin typeface="Cambria"/>
                <a:cs typeface="Cambria"/>
              </a:rPr>
              <a:t>Aa</a:t>
            </a:r>
            <a:r>
              <a:rPr sz="2400" spc="-15" dirty="0">
                <a:latin typeface="Cambria"/>
                <a:cs typeface="Cambria"/>
              </a:rPr>
              <a:t> </a:t>
            </a:r>
            <a:r>
              <a:rPr sz="2400" dirty="0">
                <a:latin typeface="Cambria"/>
                <a:cs typeface="Cambria"/>
              </a:rPr>
              <a:t>|</a:t>
            </a:r>
            <a:r>
              <a:rPr sz="2400" spc="-15" dirty="0">
                <a:latin typeface="Cambria"/>
                <a:cs typeface="Cambria"/>
              </a:rPr>
              <a:t> </a:t>
            </a:r>
            <a:r>
              <a:rPr sz="2400" spc="-50" dirty="0">
                <a:latin typeface="Cambria"/>
                <a:cs typeface="Cambria"/>
              </a:rPr>
              <a:t>b</a:t>
            </a:r>
            <a:endParaRPr sz="2400">
              <a:latin typeface="Cambria"/>
              <a:cs typeface="Cambria"/>
            </a:endParaRPr>
          </a:p>
          <a:p>
            <a:pPr marR="28575" algn="r">
              <a:lnSpc>
                <a:spcPts val="2850"/>
              </a:lnSpc>
            </a:pPr>
            <a:r>
              <a:rPr sz="2400" dirty="0">
                <a:latin typeface="Cambria"/>
                <a:cs typeface="Cambria"/>
              </a:rPr>
              <a:t>A</a:t>
            </a:r>
            <a:r>
              <a:rPr sz="2400" spc="-25" dirty="0">
                <a:latin typeface="Cambria"/>
                <a:cs typeface="Cambria"/>
              </a:rPr>
              <a:t> </a:t>
            </a:r>
            <a:r>
              <a:rPr sz="2400" dirty="0">
                <a:latin typeface="Wingdings"/>
                <a:cs typeface="Wingdings"/>
              </a:rPr>
              <a:t></a:t>
            </a:r>
            <a:r>
              <a:rPr sz="2400" spc="-105" dirty="0">
                <a:latin typeface="Times New Roman"/>
                <a:cs typeface="Times New Roman"/>
              </a:rPr>
              <a:t> </a:t>
            </a:r>
            <a:r>
              <a:rPr sz="2400" dirty="0">
                <a:latin typeface="Cambria"/>
                <a:cs typeface="Cambria"/>
              </a:rPr>
              <a:t>Ac</a:t>
            </a:r>
            <a:r>
              <a:rPr sz="2400" spc="-20" dirty="0">
                <a:latin typeface="Cambria"/>
                <a:cs typeface="Cambria"/>
              </a:rPr>
              <a:t> </a:t>
            </a:r>
            <a:r>
              <a:rPr sz="2400" dirty="0">
                <a:latin typeface="Cambria"/>
                <a:cs typeface="Cambria"/>
              </a:rPr>
              <a:t>|</a:t>
            </a:r>
            <a:r>
              <a:rPr sz="2400" spc="-25" dirty="0">
                <a:latin typeface="Cambria"/>
                <a:cs typeface="Cambria"/>
              </a:rPr>
              <a:t> </a:t>
            </a:r>
            <a:r>
              <a:rPr sz="2400" i="1" dirty="0">
                <a:solidFill>
                  <a:srgbClr val="00AFEF"/>
                </a:solidFill>
                <a:latin typeface="Cambria"/>
                <a:cs typeface="Cambria"/>
              </a:rPr>
              <a:t>Aad</a:t>
            </a:r>
            <a:r>
              <a:rPr sz="2400" i="1" spc="-25" dirty="0">
                <a:solidFill>
                  <a:srgbClr val="00AFEF"/>
                </a:solidFill>
                <a:latin typeface="Cambria"/>
                <a:cs typeface="Cambria"/>
              </a:rPr>
              <a:t> </a:t>
            </a:r>
            <a:r>
              <a:rPr sz="2400" dirty="0">
                <a:solidFill>
                  <a:srgbClr val="00AFEF"/>
                </a:solidFill>
                <a:latin typeface="Cambria"/>
                <a:cs typeface="Cambria"/>
              </a:rPr>
              <a:t>|</a:t>
            </a:r>
            <a:r>
              <a:rPr sz="2400" spc="-25" dirty="0">
                <a:solidFill>
                  <a:srgbClr val="00AFEF"/>
                </a:solidFill>
                <a:latin typeface="Cambria"/>
                <a:cs typeface="Cambria"/>
              </a:rPr>
              <a:t> </a:t>
            </a:r>
            <a:r>
              <a:rPr sz="2400" i="1" dirty="0">
                <a:solidFill>
                  <a:srgbClr val="00AFEF"/>
                </a:solidFill>
                <a:latin typeface="Cambria"/>
                <a:cs typeface="Cambria"/>
              </a:rPr>
              <a:t>bd</a:t>
            </a:r>
            <a:r>
              <a:rPr sz="2400" i="1" spc="-25" dirty="0">
                <a:solidFill>
                  <a:srgbClr val="00AFEF"/>
                </a:solidFill>
                <a:latin typeface="Cambria"/>
                <a:cs typeface="Cambria"/>
              </a:rPr>
              <a:t> </a:t>
            </a:r>
            <a:r>
              <a:rPr sz="2400" dirty="0">
                <a:latin typeface="Cambria"/>
                <a:cs typeface="Cambria"/>
              </a:rPr>
              <a:t>|</a:t>
            </a:r>
            <a:r>
              <a:rPr sz="2400" spc="-25" dirty="0">
                <a:latin typeface="Cambria"/>
                <a:cs typeface="Cambria"/>
              </a:rPr>
              <a:t> </a:t>
            </a:r>
            <a:r>
              <a:rPr sz="2400" spc="-50" dirty="0">
                <a:latin typeface="Symbol"/>
                <a:cs typeface="Symbol"/>
              </a:rPr>
              <a:t></a:t>
            </a:r>
            <a:endParaRPr sz="2400">
              <a:latin typeface="Symbol"/>
              <a:cs typeface="Symbol"/>
            </a:endParaRPr>
          </a:p>
          <a:p>
            <a:pPr marR="5080" algn="r">
              <a:lnSpc>
                <a:spcPts val="2875"/>
              </a:lnSpc>
              <a:spcBef>
                <a:spcPts val="70"/>
              </a:spcBef>
            </a:pPr>
            <a:r>
              <a:rPr sz="2400" b="1" spc="-20" dirty="0">
                <a:latin typeface="Cambria"/>
                <a:cs typeface="Cambria"/>
              </a:rPr>
              <a:t>Remove</a:t>
            </a:r>
            <a:r>
              <a:rPr sz="2400" b="1" spc="-70" dirty="0">
                <a:latin typeface="Cambria"/>
                <a:cs typeface="Cambria"/>
              </a:rPr>
              <a:t> </a:t>
            </a:r>
            <a:r>
              <a:rPr sz="2400" b="1" dirty="0">
                <a:latin typeface="Cambria"/>
                <a:cs typeface="Cambria"/>
              </a:rPr>
              <a:t>left</a:t>
            </a:r>
            <a:r>
              <a:rPr sz="2400" b="1" spc="-80" dirty="0">
                <a:latin typeface="Cambria"/>
                <a:cs typeface="Cambria"/>
              </a:rPr>
              <a:t> </a:t>
            </a:r>
            <a:r>
              <a:rPr sz="2400" b="1" spc="-10" dirty="0">
                <a:latin typeface="Cambria"/>
                <a:cs typeface="Cambria"/>
              </a:rPr>
              <a:t>recursion</a:t>
            </a:r>
            <a:endParaRPr sz="2400">
              <a:latin typeface="Cambria"/>
              <a:cs typeface="Cambria"/>
            </a:endParaRPr>
          </a:p>
          <a:p>
            <a:pPr marL="469900">
              <a:lnSpc>
                <a:spcPts val="2875"/>
              </a:lnSpc>
            </a:pPr>
            <a:r>
              <a:rPr sz="2400" dirty="0">
                <a:latin typeface="Cambria"/>
                <a:cs typeface="Cambria"/>
              </a:rPr>
              <a:t>E</a:t>
            </a:r>
            <a:r>
              <a:rPr sz="2400" dirty="0">
                <a:latin typeface="Wingdings"/>
                <a:cs typeface="Wingdings"/>
              </a:rPr>
              <a:t></a:t>
            </a:r>
            <a:r>
              <a:rPr sz="2400" spc="-100" dirty="0">
                <a:latin typeface="Times New Roman"/>
                <a:cs typeface="Times New Roman"/>
              </a:rPr>
              <a:t> </a:t>
            </a:r>
            <a:r>
              <a:rPr sz="2400" dirty="0">
                <a:latin typeface="Cambria"/>
                <a:cs typeface="Cambria"/>
              </a:rPr>
              <a:t>Aa</a:t>
            </a:r>
            <a:r>
              <a:rPr sz="2400" spc="-15" dirty="0">
                <a:latin typeface="Cambria"/>
                <a:cs typeface="Cambria"/>
              </a:rPr>
              <a:t> </a:t>
            </a:r>
            <a:r>
              <a:rPr sz="2400" dirty="0">
                <a:latin typeface="Cambria"/>
                <a:cs typeface="Cambria"/>
              </a:rPr>
              <a:t>|</a:t>
            </a:r>
            <a:r>
              <a:rPr sz="2400" spc="-15" dirty="0">
                <a:latin typeface="Cambria"/>
                <a:cs typeface="Cambria"/>
              </a:rPr>
              <a:t> </a:t>
            </a:r>
            <a:r>
              <a:rPr sz="2400" spc="-50" dirty="0">
                <a:latin typeface="Cambria"/>
                <a:cs typeface="Cambria"/>
              </a:rPr>
              <a:t>b</a:t>
            </a:r>
            <a:endParaRPr sz="2400">
              <a:latin typeface="Cambria"/>
              <a:cs typeface="Cambria"/>
            </a:endParaRPr>
          </a:p>
          <a:p>
            <a:pPr marL="469900">
              <a:lnSpc>
                <a:spcPct val="100000"/>
              </a:lnSpc>
            </a:pPr>
            <a:r>
              <a:rPr sz="2400" dirty="0">
                <a:latin typeface="Cambria"/>
                <a:cs typeface="Cambria"/>
              </a:rPr>
              <a:t>A</a:t>
            </a:r>
            <a:r>
              <a:rPr sz="2400" spc="-20" dirty="0">
                <a:latin typeface="Cambria"/>
                <a:cs typeface="Cambria"/>
              </a:rPr>
              <a:t> </a:t>
            </a:r>
            <a:r>
              <a:rPr sz="2400" dirty="0">
                <a:latin typeface="Wingdings"/>
                <a:cs typeface="Wingdings"/>
              </a:rPr>
              <a:t></a:t>
            </a:r>
            <a:r>
              <a:rPr sz="2400" spc="-110" dirty="0">
                <a:latin typeface="Times New Roman"/>
                <a:cs typeface="Times New Roman"/>
              </a:rPr>
              <a:t> </a:t>
            </a:r>
            <a:r>
              <a:rPr sz="2400" spc="-55" dirty="0">
                <a:latin typeface="Cambria"/>
                <a:cs typeface="Cambria"/>
              </a:rPr>
              <a:t>bdA’</a:t>
            </a:r>
            <a:r>
              <a:rPr sz="2400" spc="-15" dirty="0">
                <a:latin typeface="Cambria"/>
                <a:cs typeface="Cambria"/>
              </a:rPr>
              <a:t> </a:t>
            </a:r>
            <a:r>
              <a:rPr sz="2400" dirty="0">
                <a:latin typeface="Cambria"/>
                <a:cs typeface="Cambria"/>
              </a:rPr>
              <a:t>|</a:t>
            </a:r>
            <a:r>
              <a:rPr sz="2400" spc="-25" dirty="0">
                <a:latin typeface="Cambria"/>
                <a:cs typeface="Cambria"/>
              </a:rPr>
              <a:t> </a:t>
            </a:r>
            <a:r>
              <a:rPr sz="2400" spc="-35" dirty="0">
                <a:latin typeface="Cambria"/>
                <a:cs typeface="Cambria"/>
              </a:rPr>
              <a:t>A’</a:t>
            </a:r>
            <a:endParaRPr sz="2400">
              <a:latin typeface="Cambria"/>
              <a:cs typeface="Cambria"/>
            </a:endParaRPr>
          </a:p>
          <a:p>
            <a:pPr marL="469900">
              <a:lnSpc>
                <a:spcPct val="100000"/>
              </a:lnSpc>
              <a:spcBef>
                <a:spcPts val="15"/>
              </a:spcBef>
            </a:pPr>
            <a:r>
              <a:rPr sz="2400" dirty="0">
                <a:latin typeface="Cambria"/>
                <a:cs typeface="Cambria"/>
              </a:rPr>
              <a:t>A</a:t>
            </a:r>
            <a:r>
              <a:rPr sz="2400" spc="-30" dirty="0">
                <a:latin typeface="Cambria"/>
                <a:cs typeface="Cambria"/>
              </a:rPr>
              <a:t> </a:t>
            </a:r>
            <a:r>
              <a:rPr sz="2400" dirty="0">
                <a:latin typeface="Wingdings"/>
                <a:cs typeface="Wingdings"/>
              </a:rPr>
              <a:t></a:t>
            </a:r>
            <a:r>
              <a:rPr sz="2400" spc="-105" dirty="0">
                <a:latin typeface="Times New Roman"/>
                <a:cs typeface="Times New Roman"/>
              </a:rPr>
              <a:t> </a:t>
            </a:r>
            <a:r>
              <a:rPr sz="2400" spc="-65" dirty="0">
                <a:latin typeface="Cambria"/>
                <a:cs typeface="Cambria"/>
              </a:rPr>
              <a:t>cA’</a:t>
            </a:r>
            <a:r>
              <a:rPr sz="2400" spc="-25" dirty="0">
                <a:latin typeface="Cambria"/>
                <a:cs typeface="Cambria"/>
              </a:rPr>
              <a:t> </a:t>
            </a:r>
            <a:r>
              <a:rPr sz="2400" dirty="0">
                <a:latin typeface="Cambria"/>
                <a:cs typeface="Cambria"/>
              </a:rPr>
              <a:t>|</a:t>
            </a:r>
            <a:r>
              <a:rPr sz="2400" spc="-30" dirty="0">
                <a:latin typeface="Cambria"/>
                <a:cs typeface="Cambria"/>
              </a:rPr>
              <a:t> </a:t>
            </a:r>
            <a:r>
              <a:rPr sz="2400" spc="-50" dirty="0">
                <a:latin typeface="Cambria"/>
                <a:cs typeface="Cambria"/>
              </a:rPr>
              <a:t>adA’</a:t>
            </a:r>
            <a:r>
              <a:rPr sz="2400" spc="-30" dirty="0">
                <a:latin typeface="Cambria"/>
                <a:cs typeface="Cambria"/>
              </a:rPr>
              <a:t> </a:t>
            </a:r>
            <a:r>
              <a:rPr sz="2400" dirty="0">
                <a:latin typeface="Cambria"/>
                <a:cs typeface="Cambria"/>
              </a:rPr>
              <a:t>|</a:t>
            </a:r>
            <a:r>
              <a:rPr sz="2400" spc="-20" dirty="0">
                <a:latin typeface="Cambria"/>
                <a:cs typeface="Cambria"/>
              </a:rPr>
              <a:t> </a:t>
            </a:r>
            <a:r>
              <a:rPr sz="2400" spc="-50" dirty="0">
                <a:latin typeface="Symbol"/>
                <a:cs typeface="Symbol"/>
              </a:rPr>
              <a:t></a:t>
            </a:r>
            <a:endParaRPr sz="2400">
              <a:latin typeface="Symbol"/>
              <a:cs typeface="Symbo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1171575">
              <a:lnSpc>
                <a:spcPts val="3890"/>
              </a:lnSpc>
            </a:pPr>
            <a:r>
              <a:rPr sz="3600" b="1" spc="-20" dirty="0">
                <a:solidFill>
                  <a:srgbClr val="FFFFFF"/>
                </a:solidFill>
                <a:latin typeface="Cambria"/>
                <a:cs typeface="Cambria"/>
              </a:rPr>
              <a:t>Left </a:t>
            </a:r>
            <a:r>
              <a:rPr sz="3600" b="1" spc="-90" dirty="0">
                <a:solidFill>
                  <a:srgbClr val="FFFFFF"/>
                </a:solidFill>
                <a:latin typeface="Cambria"/>
                <a:cs typeface="Cambria"/>
              </a:rPr>
              <a:t>Factoring</a:t>
            </a:r>
            <a:endParaRPr sz="3600">
              <a:latin typeface="Cambria"/>
              <a:cs typeface="Cambria"/>
            </a:endParaRPr>
          </a:p>
        </p:txBody>
      </p:sp>
      <p:sp>
        <p:nvSpPr>
          <p:cNvPr id="3" name="object 3"/>
          <p:cNvSpPr txBox="1"/>
          <p:nvPr/>
        </p:nvSpPr>
        <p:spPr>
          <a:xfrm>
            <a:off x="3902709" y="353313"/>
            <a:ext cx="7156450" cy="360680"/>
          </a:xfrm>
          <a:prstGeom prst="rect">
            <a:avLst/>
          </a:prstGeom>
        </p:spPr>
        <p:txBody>
          <a:bodyPr vert="horz" wrap="square" lIns="0" tIns="12065" rIns="0" bIns="0" rtlCol="0">
            <a:spAutoFit/>
          </a:bodyPr>
          <a:lstStyle/>
          <a:p>
            <a:pPr marL="12700">
              <a:lnSpc>
                <a:spcPct val="100000"/>
              </a:lnSpc>
              <a:spcBef>
                <a:spcPts val="9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Left</a:t>
            </a:r>
            <a:r>
              <a:rPr sz="2200" spc="140" dirty="0">
                <a:latin typeface="Cambria"/>
                <a:cs typeface="Cambria"/>
              </a:rPr>
              <a:t> </a:t>
            </a:r>
            <a:r>
              <a:rPr sz="2200" dirty="0">
                <a:latin typeface="Cambria"/>
                <a:cs typeface="Cambria"/>
              </a:rPr>
              <a:t>factoring</a:t>
            </a:r>
            <a:r>
              <a:rPr sz="2200" spc="195" dirty="0">
                <a:latin typeface="Cambria"/>
                <a:cs typeface="Cambria"/>
              </a:rPr>
              <a:t> </a:t>
            </a:r>
            <a:r>
              <a:rPr sz="2200" dirty="0">
                <a:latin typeface="Cambria"/>
                <a:cs typeface="Cambria"/>
              </a:rPr>
              <a:t>is</a:t>
            </a:r>
            <a:r>
              <a:rPr sz="2200" spc="210" dirty="0">
                <a:latin typeface="Cambria"/>
                <a:cs typeface="Cambria"/>
              </a:rPr>
              <a:t> </a:t>
            </a:r>
            <a:r>
              <a:rPr sz="2200" dirty="0">
                <a:latin typeface="Cambria"/>
                <a:cs typeface="Cambria"/>
              </a:rPr>
              <a:t>a</a:t>
            </a:r>
            <a:r>
              <a:rPr sz="2200" spc="200" dirty="0">
                <a:latin typeface="Cambria"/>
                <a:cs typeface="Cambria"/>
              </a:rPr>
              <a:t> </a:t>
            </a:r>
            <a:r>
              <a:rPr sz="2200" dirty="0">
                <a:latin typeface="Cambria"/>
                <a:cs typeface="Cambria"/>
              </a:rPr>
              <a:t>grammar</a:t>
            </a:r>
            <a:r>
              <a:rPr sz="2200" spc="200" dirty="0">
                <a:latin typeface="Cambria"/>
                <a:cs typeface="Cambria"/>
              </a:rPr>
              <a:t> </a:t>
            </a:r>
            <a:r>
              <a:rPr sz="2200" dirty="0">
                <a:latin typeface="Cambria"/>
                <a:cs typeface="Cambria"/>
              </a:rPr>
              <a:t>transformation</a:t>
            </a:r>
            <a:r>
              <a:rPr sz="2200" spc="204" dirty="0">
                <a:latin typeface="Cambria"/>
                <a:cs typeface="Cambria"/>
              </a:rPr>
              <a:t> </a:t>
            </a:r>
            <a:r>
              <a:rPr sz="2200" dirty="0">
                <a:latin typeface="Cambria"/>
                <a:cs typeface="Cambria"/>
              </a:rPr>
              <a:t>that</a:t>
            </a:r>
            <a:r>
              <a:rPr sz="2200" spc="220" dirty="0">
                <a:latin typeface="Cambria"/>
                <a:cs typeface="Cambria"/>
              </a:rPr>
              <a:t> </a:t>
            </a:r>
            <a:r>
              <a:rPr sz="2200" dirty="0">
                <a:latin typeface="Cambria"/>
                <a:cs typeface="Cambria"/>
              </a:rPr>
              <a:t>is</a:t>
            </a:r>
            <a:r>
              <a:rPr sz="2200" spc="195" dirty="0">
                <a:latin typeface="Cambria"/>
                <a:cs typeface="Cambria"/>
              </a:rPr>
              <a:t> </a:t>
            </a:r>
            <a:r>
              <a:rPr sz="2200" spc="-10" dirty="0">
                <a:latin typeface="Cambria"/>
                <a:cs typeface="Cambria"/>
              </a:rPr>
              <a:t>useful</a:t>
            </a:r>
            <a:endParaRPr sz="2200">
              <a:latin typeface="Cambria"/>
              <a:cs typeface="Cambria"/>
            </a:endParaRPr>
          </a:p>
        </p:txBody>
      </p:sp>
      <p:sp>
        <p:nvSpPr>
          <p:cNvPr id="4" name="object 4"/>
          <p:cNvSpPr txBox="1">
            <a:spLocks noGrp="1"/>
          </p:cNvSpPr>
          <p:nvPr>
            <p:ph type="title"/>
          </p:nvPr>
        </p:nvSpPr>
        <p:spPr>
          <a:xfrm>
            <a:off x="4085590" y="688289"/>
            <a:ext cx="6711950" cy="360680"/>
          </a:xfrm>
          <a:prstGeom prst="rect">
            <a:avLst/>
          </a:prstGeom>
        </p:spPr>
        <p:txBody>
          <a:bodyPr vert="horz" wrap="square" lIns="0" tIns="12065" rIns="0" bIns="0" rtlCol="0">
            <a:spAutoFit/>
          </a:bodyPr>
          <a:lstStyle/>
          <a:p>
            <a:pPr marL="12700">
              <a:lnSpc>
                <a:spcPct val="100000"/>
              </a:lnSpc>
              <a:spcBef>
                <a:spcPts val="95"/>
              </a:spcBef>
            </a:pPr>
            <a:r>
              <a:rPr sz="2200" dirty="0"/>
              <a:t>for</a:t>
            </a:r>
            <a:r>
              <a:rPr sz="2200" spc="-70" dirty="0"/>
              <a:t> </a:t>
            </a:r>
            <a:r>
              <a:rPr sz="2200" spc="-10" dirty="0"/>
              <a:t>producing</a:t>
            </a:r>
            <a:r>
              <a:rPr sz="2200" spc="-40" dirty="0"/>
              <a:t> </a:t>
            </a:r>
            <a:r>
              <a:rPr sz="2200" dirty="0"/>
              <a:t>a</a:t>
            </a:r>
            <a:r>
              <a:rPr sz="2200" spc="-65" dirty="0"/>
              <a:t> </a:t>
            </a:r>
            <a:r>
              <a:rPr sz="2200" dirty="0"/>
              <a:t>grammar</a:t>
            </a:r>
            <a:r>
              <a:rPr sz="2200" spc="-50" dirty="0"/>
              <a:t> </a:t>
            </a:r>
            <a:r>
              <a:rPr sz="2200" dirty="0"/>
              <a:t>suitable</a:t>
            </a:r>
            <a:r>
              <a:rPr sz="2200" spc="-55" dirty="0"/>
              <a:t> </a:t>
            </a:r>
            <a:r>
              <a:rPr sz="2200" dirty="0"/>
              <a:t>for</a:t>
            </a:r>
            <a:r>
              <a:rPr sz="2200" spc="-70" dirty="0"/>
              <a:t> </a:t>
            </a:r>
            <a:r>
              <a:rPr sz="2200" spc="-10" dirty="0"/>
              <a:t>predictive</a:t>
            </a:r>
            <a:r>
              <a:rPr sz="2200" spc="-20" dirty="0"/>
              <a:t> </a:t>
            </a:r>
            <a:r>
              <a:rPr sz="2200" spc="-10" dirty="0"/>
              <a:t>parsing.</a:t>
            </a:r>
            <a:endParaRPr sz="2200"/>
          </a:p>
        </p:txBody>
      </p:sp>
      <p:sp>
        <p:nvSpPr>
          <p:cNvPr id="5" name="object 5"/>
          <p:cNvSpPr txBox="1"/>
          <p:nvPr/>
        </p:nvSpPr>
        <p:spPr>
          <a:xfrm>
            <a:off x="3902709" y="1024254"/>
            <a:ext cx="7158355" cy="3119755"/>
          </a:xfrm>
          <a:prstGeom prst="rect">
            <a:avLst/>
          </a:prstGeom>
        </p:spPr>
        <p:txBody>
          <a:bodyPr vert="horz" wrap="square" lIns="0" tIns="12065" rIns="0" bIns="0" rtlCol="0">
            <a:spAutoFit/>
          </a:bodyPr>
          <a:lstStyle/>
          <a:p>
            <a:pPr marL="12700" algn="just">
              <a:lnSpc>
                <a:spcPct val="100000"/>
              </a:lnSpc>
              <a:spcBef>
                <a:spcPts val="9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10" dirty="0">
                <a:latin typeface="Cambria"/>
                <a:cs typeface="Cambria"/>
              </a:rPr>
              <a:t>Consider,</a:t>
            </a:r>
            <a:endParaRPr sz="2200">
              <a:latin typeface="Cambria"/>
              <a:cs typeface="Cambria"/>
            </a:endParaRPr>
          </a:p>
          <a:p>
            <a:pPr marL="514984" algn="just">
              <a:lnSpc>
                <a:spcPct val="100000"/>
              </a:lnSpc>
              <a:spcBef>
                <a:spcPts val="1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S</a:t>
            </a:r>
            <a:r>
              <a:rPr sz="2200" spc="-10" dirty="0">
                <a:latin typeface="Cambria"/>
                <a:cs typeface="Cambria"/>
              </a:rPr>
              <a:t> </a:t>
            </a:r>
            <a:r>
              <a:rPr sz="2200" dirty="0">
                <a:latin typeface="Symbol"/>
                <a:cs typeface="Symbol"/>
              </a:rPr>
              <a:t></a:t>
            </a:r>
            <a:r>
              <a:rPr sz="2200" spc="434" dirty="0">
                <a:latin typeface="Times New Roman"/>
                <a:cs typeface="Times New Roman"/>
              </a:rPr>
              <a:t> </a:t>
            </a:r>
            <a:r>
              <a:rPr sz="2200" b="1" dirty="0">
                <a:latin typeface="Cambria"/>
                <a:cs typeface="Cambria"/>
              </a:rPr>
              <a:t>if</a:t>
            </a:r>
            <a:r>
              <a:rPr sz="2200" b="1" spc="-15" dirty="0">
                <a:latin typeface="Cambria"/>
                <a:cs typeface="Cambria"/>
              </a:rPr>
              <a:t> </a:t>
            </a:r>
            <a:r>
              <a:rPr sz="2200" dirty="0">
                <a:latin typeface="Cambria"/>
                <a:cs typeface="Cambria"/>
              </a:rPr>
              <a:t>E </a:t>
            </a:r>
            <a:r>
              <a:rPr sz="2200" b="1" dirty="0">
                <a:latin typeface="Cambria"/>
                <a:cs typeface="Cambria"/>
              </a:rPr>
              <a:t>then</a:t>
            </a:r>
            <a:r>
              <a:rPr sz="2200" b="1" spc="-5" dirty="0">
                <a:latin typeface="Cambria"/>
                <a:cs typeface="Cambria"/>
              </a:rPr>
              <a:t> </a:t>
            </a:r>
            <a:r>
              <a:rPr sz="2200" dirty="0">
                <a:latin typeface="Cambria"/>
                <a:cs typeface="Cambria"/>
              </a:rPr>
              <a:t>S</a:t>
            </a:r>
            <a:r>
              <a:rPr sz="2200" spc="-10" dirty="0">
                <a:latin typeface="Cambria"/>
                <a:cs typeface="Cambria"/>
              </a:rPr>
              <a:t> </a:t>
            </a:r>
            <a:r>
              <a:rPr sz="2200" b="1" dirty="0">
                <a:latin typeface="Cambria"/>
                <a:cs typeface="Cambria"/>
              </a:rPr>
              <a:t>else</a:t>
            </a:r>
            <a:r>
              <a:rPr sz="2200" b="1" spc="-5" dirty="0">
                <a:latin typeface="Cambria"/>
                <a:cs typeface="Cambria"/>
              </a:rPr>
              <a:t> </a:t>
            </a:r>
            <a:r>
              <a:rPr sz="2200" dirty="0">
                <a:latin typeface="Cambria"/>
                <a:cs typeface="Cambria"/>
              </a:rPr>
              <a:t>S |</a:t>
            </a:r>
            <a:r>
              <a:rPr sz="2200" spc="5" dirty="0">
                <a:latin typeface="Cambria"/>
                <a:cs typeface="Cambria"/>
              </a:rPr>
              <a:t> </a:t>
            </a:r>
            <a:r>
              <a:rPr sz="2200" b="1" dirty="0">
                <a:latin typeface="Cambria"/>
                <a:cs typeface="Cambria"/>
              </a:rPr>
              <a:t>if</a:t>
            </a:r>
            <a:r>
              <a:rPr sz="2200" b="1" spc="-10" dirty="0">
                <a:latin typeface="Cambria"/>
                <a:cs typeface="Cambria"/>
              </a:rPr>
              <a:t> </a:t>
            </a:r>
            <a:r>
              <a:rPr sz="2200" dirty="0">
                <a:latin typeface="Cambria"/>
                <a:cs typeface="Cambria"/>
              </a:rPr>
              <a:t>E</a:t>
            </a:r>
            <a:r>
              <a:rPr sz="2200" spc="-10" dirty="0">
                <a:latin typeface="Cambria"/>
                <a:cs typeface="Cambria"/>
              </a:rPr>
              <a:t> </a:t>
            </a:r>
            <a:r>
              <a:rPr sz="2200" b="1" dirty="0">
                <a:latin typeface="Cambria"/>
                <a:cs typeface="Cambria"/>
              </a:rPr>
              <a:t>then</a:t>
            </a:r>
            <a:r>
              <a:rPr sz="2200" b="1" spc="-5" dirty="0">
                <a:latin typeface="Cambria"/>
                <a:cs typeface="Cambria"/>
              </a:rPr>
              <a:t> </a:t>
            </a:r>
            <a:r>
              <a:rPr sz="2200" spc="-50" dirty="0">
                <a:latin typeface="Cambria"/>
                <a:cs typeface="Cambria"/>
              </a:rPr>
              <a:t>S</a:t>
            </a:r>
            <a:endParaRPr sz="2200">
              <a:latin typeface="Cambria"/>
              <a:cs typeface="Cambria"/>
            </a:endParaRPr>
          </a:p>
          <a:p>
            <a:pPr marL="698500" marR="9525" indent="-182880" algn="just">
              <a:lnSpc>
                <a:spcPct val="100000"/>
              </a:lnSpc>
              <a:spcBef>
                <a:spcPts val="29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15" dirty="0">
                <a:latin typeface="Cambria"/>
                <a:cs typeface="Cambria"/>
              </a:rPr>
              <a:t>Which</a:t>
            </a:r>
            <a:r>
              <a:rPr sz="2200" spc="844" dirty="0">
                <a:latin typeface="Cambria"/>
                <a:cs typeface="Cambria"/>
              </a:rPr>
              <a:t> </a:t>
            </a:r>
            <a:r>
              <a:rPr sz="2200" spc="-5" dirty="0">
                <a:latin typeface="Cambria"/>
                <a:cs typeface="Cambria"/>
              </a:rPr>
              <a:t>o</a:t>
            </a:r>
            <a:r>
              <a:rPr sz="2200" dirty="0">
                <a:latin typeface="Cambria"/>
                <a:cs typeface="Cambria"/>
              </a:rPr>
              <a:t>f</a:t>
            </a:r>
            <a:r>
              <a:rPr sz="2200" spc="860" dirty="0">
                <a:latin typeface="Cambria"/>
                <a:cs typeface="Cambria"/>
              </a:rPr>
              <a:t> </a:t>
            </a:r>
            <a:r>
              <a:rPr sz="2200" spc="-10" dirty="0">
                <a:latin typeface="Cambria"/>
                <a:cs typeface="Cambria"/>
              </a:rPr>
              <a:t>the</a:t>
            </a:r>
            <a:r>
              <a:rPr sz="2200" spc="850" dirty="0">
                <a:latin typeface="Cambria"/>
                <a:cs typeface="Cambria"/>
              </a:rPr>
              <a:t> </a:t>
            </a:r>
            <a:r>
              <a:rPr sz="2200" spc="-20" dirty="0">
                <a:latin typeface="Cambria"/>
                <a:cs typeface="Cambria"/>
              </a:rPr>
              <a:t>two</a:t>
            </a:r>
            <a:r>
              <a:rPr sz="2200" spc="835" dirty="0">
                <a:latin typeface="Cambria"/>
                <a:cs typeface="Cambria"/>
              </a:rPr>
              <a:t> </a:t>
            </a:r>
            <a:r>
              <a:rPr sz="2200" spc="-15" dirty="0">
                <a:latin typeface="Cambria"/>
                <a:cs typeface="Cambria"/>
              </a:rPr>
              <a:t>productions</a:t>
            </a:r>
            <a:r>
              <a:rPr sz="2200" spc="840" dirty="0">
                <a:latin typeface="Cambria"/>
                <a:cs typeface="Cambria"/>
              </a:rPr>
              <a:t> </a:t>
            </a:r>
            <a:r>
              <a:rPr sz="2200" spc="-10" dirty="0">
                <a:latin typeface="Cambria"/>
                <a:cs typeface="Cambria"/>
              </a:rPr>
              <a:t>should</a:t>
            </a:r>
            <a:r>
              <a:rPr sz="2200" spc="850" dirty="0">
                <a:latin typeface="Cambria"/>
                <a:cs typeface="Cambria"/>
              </a:rPr>
              <a:t> </a:t>
            </a:r>
            <a:r>
              <a:rPr sz="2200" spc="-25" dirty="0">
                <a:latin typeface="Cambria"/>
                <a:cs typeface="Cambria"/>
              </a:rPr>
              <a:t>we</a:t>
            </a:r>
            <a:r>
              <a:rPr sz="2200" spc="844" dirty="0">
                <a:latin typeface="Cambria"/>
                <a:cs typeface="Cambria"/>
              </a:rPr>
              <a:t> </a:t>
            </a:r>
            <a:r>
              <a:rPr sz="2200" spc="-10" dirty="0">
                <a:latin typeface="Cambria"/>
                <a:cs typeface="Cambria"/>
              </a:rPr>
              <a:t>use</a:t>
            </a:r>
            <a:r>
              <a:rPr sz="2200" spc="850" dirty="0">
                <a:latin typeface="Cambria"/>
                <a:cs typeface="Cambria"/>
              </a:rPr>
              <a:t> </a:t>
            </a:r>
            <a:r>
              <a:rPr sz="2200" spc="-195" dirty="0">
                <a:latin typeface="Cambria"/>
                <a:cs typeface="Cambria"/>
              </a:rPr>
              <a:t>to</a:t>
            </a:r>
            <a:r>
              <a:rPr sz="2200" spc="-30" dirty="0">
                <a:latin typeface="Cambria"/>
                <a:cs typeface="Cambria"/>
              </a:rPr>
              <a:t> </a:t>
            </a:r>
            <a:r>
              <a:rPr sz="2200" spc="-25" dirty="0">
                <a:latin typeface="Cambria"/>
                <a:cs typeface="Cambria"/>
              </a:rPr>
              <a:t>expand</a:t>
            </a:r>
            <a:r>
              <a:rPr sz="2200" spc="25" dirty="0">
                <a:latin typeface="Cambria"/>
                <a:cs typeface="Cambria"/>
              </a:rPr>
              <a:t> </a:t>
            </a:r>
            <a:r>
              <a:rPr sz="2200" spc="-5" dirty="0">
                <a:latin typeface="Cambria"/>
                <a:cs typeface="Cambria"/>
              </a:rPr>
              <a:t>non</a:t>
            </a:r>
            <a:r>
              <a:rPr sz="2200" dirty="0">
                <a:latin typeface="Cambria"/>
                <a:cs typeface="Cambria"/>
              </a:rPr>
              <a:t>-</a:t>
            </a:r>
            <a:r>
              <a:rPr sz="2200" spc="-20" dirty="0">
                <a:latin typeface="Cambria"/>
                <a:cs typeface="Cambria"/>
              </a:rPr>
              <a:t>terminal</a:t>
            </a:r>
            <a:r>
              <a:rPr sz="2200" spc="35" dirty="0">
                <a:latin typeface="Cambria"/>
                <a:cs typeface="Cambria"/>
              </a:rPr>
              <a:t> </a:t>
            </a:r>
            <a:r>
              <a:rPr sz="2200" dirty="0">
                <a:latin typeface="Cambria"/>
                <a:cs typeface="Cambria"/>
              </a:rPr>
              <a:t>S </a:t>
            </a:r>
            <a:r>
              <a:rPr sz="2200" u="sng" spc="-15" dirty="0">
                <a:uFill>
                  <a:solidFill>
                    <a:srgbClr val="000000"/>
                  </a:solidFill>
                </a:uFill>
                <a:latin typeface="Cambria"/>
                <a:cs typeface="Cambria"/>
              </a:rPr>
              <a:t>when</a:t>
            </a:r>
            <a:r>
              <a:rPr sz="2200" u="sng" dirty="0">
                <a:uFill>
                  <a:solidFill>
                    <a:srgbClr val="000000"/>
                  </a:solidFill>
                </a:uFill>
                <a:latin typeface="Cambria"/>
                <a:cs typeface="Cambria"/>
              </a:rPr>
              <a:t> </a:t>
            </a:r>
            <a:r>
              <a:rPr sz="2200" u="sng" spc="-15" dirty="0">
                <a:uFill>
                  <a:solidFill>
                    <a:srgbClr val="000000"/>
                  </a:solidFill>
                </a:uFill>
                <a:latin typeface="Cambria"/>
                <a:cs typeface="Cambria"/>
              </a:rPr>
              <a:t>the</a:t>
            </a:r>
            <a:r>
              <a:rPr sz="2200" u="sng" spc="15" dirty="0">
                <a:uFill>
                  <a:solidFill>
                    <a:srgbClr val="000000"/>
                  </a:solidFill>
                </a:uFill>
                <a:latin typeface="Cambria"/>
                <a:cs typeface="Cambria"/>
              </a:rPr>
              <a:t> </a:t>
            </a:r>
            <a:r>
              <a:rPr sz="2200" u="sng" spc="-20" dirty="0">
                <a:uFill>
                  <a:solidFill>
                    <a:srgbClr val="000000"/>
                  </a:solidFill>
                </a:uFill>
                <a:latin typeface="Cambria"/>
                <a:cs typeface="Cambria"/>
              </a:rPr>
              <a:t>next</a:t>
            </a:r>
            <a:r>
              <a:rPr sz="2200" u="sng" spc="10" dirty="0">
                <a:uFill>
                  <a:solidFill>
                    <a:srgbClr val="000000"/>
                  </a:solidFill>
                </a:uFill>
                <a:latin typeface="Cambria"/>
                <a:cs typeface="Cambria"/>
              </a:rPr>
              <a:t> </a:t>
            </a:r>
            <a:r>
              <a:rPr sz="2200" u="sng" spc="-20" dirty="0">
                <a:uFill>
                  <a:solidFill>
                    <a:srgbClr val="000000"/>
                  </a:solidFill>
                </a:uFill>
                <a:latin typeface="Cambria"/>
                <a:cs typeface="Cambria"/>
              </a:rPr>
              <a:t>token</a:t>
            </a:r>
            <a:r>
              <a:rPr sz="2200" u="sng" spc="15" dirty="0">
                <a:uFill>
                  <a:solidFill>
                    <a:srgbClr val="000000"/>
                  </a:solidFill>
                </a:uFill>
                <a:latin typeface="Cambria"/>
                <a:cs typeface="Cambria"/>
              </a:rPr>
              <a:t> </a:t>
            </a:r>
            <a:r>
              <a:rPr sz="2200" u="sng" spc="-10" dirty="0">
                <a:uFill>
                  <a:solidFill>
                    <a:srgbClr val="000000"/>
                  </a:solidFill>
                </a:uFill>
                <a:latin typeface="Cambria"/>
                <a:cs typeface="Cambria"/>
              </a:rPr>
              <a:t>is</a:t>
            </a:r>
            <a:r>
              <a:rPr sz="2200" u="sng" spc="10" dirty="0">
                <a:uFill>
                  <a:solidFill>
                    <a:srgbClr val="000000"/>
                  </a:solidFill>
                </a:uFill>
                <a:latin typeface="Cambria"/>
                <a:cs typeface="Cambria"/>
              </a:rPr>
              <a:t> </a:t>
            </a:r>
            <a:r>
              <a:rPr sz="2200" b="1" u="sng" spc="5" dirty="0">
                <a:uFill>
                  <a:solidFill>
                    <a:srgbClr val="000000"/>
                  </a:solidFill>
                </a:uFill>
                <a:latin typeface="Cambria"/>
                <a:cs typeface="Cambria"/>
              </a:rPr>
              <a:t>i</a:t>
            </a:r>
            <a:r>
              <a:rPr sz="2200" b="1" u="sng" dirty="0">
                <a:uFill>
                  <a:solidFill>
                    <a:srgbClr val="000000"/>
                  </a:solidFill>
                </a:uFill>
                <a:latin typeface="Cambria"/>
                <a:cs typeface="Cambria"/>
              </a:rPr>
              <a:t>f</a:t>
            </a:r>
            <a:r>
              <a:rPr sz="2200" dirty="0">
                <a:latin typeface="Cambria"/>
                <a:cs typeface="Cambria"/>
              </a:rPr>
              <a:t>?</a:t>
            </a:r>
            <a:endParaRPr sz="2200">
              <a:latin typeface="Cambria"/>
              <a:cs typeface="Cambria"/>
            </a:endParaRPr>
          </a:p>
          <a:p>
            <a:pPr marL="698500" marR="5080" indent="-182880" algn="just">
              <a:lnSpc>
                <a:spcPct val="100000"/>
              </a:lnSpc>
              <a:spcBef>
                <a:spcPts val="300"/>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spc="-80" dirty="0">
                <a:latin typeface="Cambria"/>
                <a:cs typeface="Cambria"/>
              </a:rPr>
              <a:t>We</a:t>
            </a:r>
            <a:r>
              <a:rPr sz="2200" spc="930" dirty="0">
                <a:latin typeface="Cambria"/>
                <a:cs typeface="Cambria"/>
              </a:rPr>
              <a:t> </a:t>
            </a:r>
            <a:r>
              <a:rPr sz="2200" spc="-10" dirty="0">
                <a:latin typeface="Cambria"/>
                <a:cs typeface="Cambria"/>
              </a:rPr>
              <a:t>can</a:t>
            </a:r>
            <a:r>
              <a:rPr sz="2200" spc="930" dirty="0">
                <a:latin typeface="Cambria"/>
                <a:cs typeface="Cambria"/>
              </a:rPr>
              <a:t> </a:t>
            </a:r>
            <a:r>
              <a:rPr sz="2200" spc="-30" dirty="0">
                <a:latin typeface="Cambria"/>
                <a:cs typeface="Cambria"/>
              </a:rPr>
              <a:t>solve</a:t>
            </a:r>
            <a:r>
              <a:rPr sz="2200" spc="935" dirty="0">
                <a:latin typeface="Cambria"/>
                <a:cs typeface="Cambria"/>
              </a:rPr>
              <a:t> </a:t>
            </a:r>
            <a:r>
              <a:rPr sz="2200" spc="-10" dirty="0">
                <a:latin typeface="Cambria"/>
                <a:cs typeface="Cambria"/>
              </a:rPr>
              <a:t>this</a:t>
            </a:r>
            <a:r>
              <a:rPr sz="2200" spc="940" dirty="0">
                <a:latin typeface="Cambria"/>
                <a:cs typeface="Cambria"/>
              </a:rPr>
              <a:t> </a:t>
            </a:r>
            <a:r>
              <a:rPr sz="2200" spc="-15" dirty="0">
                <a:latin typeface="Cambria"/>
                <a:cs typeface="Cambria"/>
              </a:rPr>
              <a:t>problem</a:t>
            </a:r>
            <a:r>
              <a:rPr sz="2200" spc="919" dirty="0">
                <a:latin typeface="Cambria"/>
                <a:cs typeface="Cambria"/>
              </a:rPr>
              <a:t> </a:t>
            </a:r>
            <a:r>
              <a:rPr sz="2200" spc="-25" dirty="0">
                <a:latin typeface="Cambria"/>
                <a:cs typeface="Cambria"/>
              </a:rPr>
              <a:t>by</a:t>
            </a:r>
            <a:r>
              <a:rPr sz="2200" spc="930" dirty="0">
                <a:latin typeface="Cambria"/>
                <a:cs typeface="Cambria"/>
              </a:rPr>
              <a:t> </a:t>
            </a:r>
            <a:r>
              <a:rPr sz="2200" spc="-20" dirty="0">
                <a:latin typeface="Cambria"/>
                <a:cs typeface="Cambria"/>
              </a:rPr>
              <a:t>factoring</a:t>
            </a:r>
            <a:r>
              <a:rPr sz="2200" spc="940" dirty="0">
                <a:latin typeface="Cambria"/>
                <a:cs typeface="Cambria"/>
              </a:rPr>
              <a:t> </a:t>
            </a:r>
            <a:r>
              <a:rPr sz="2200" spc="-15" dirty="0">
                <a:latin typeface="Cambria"/>
                <a:cs typeface="Cambria"/>
              </a:rPr>
              <a:t>out</a:t>
            </a:r>
            <a:r>
              <a:rPr sz="2200" spc="944" dirty="0">
                <a:latin typeface="Cambria"/>
                <a:cs typeface="Cambria"/>
              </a:rPr>
              <a:t> </a:t>
            </a:r>
            <a:r>
              <a:rPr sz="2200" spc="-100" dirty="0">
                <a:latin typeface="Cambria"/>
                <a:cs typeface="Cambria"/>
              </a:rPr>
              <a:t>the</a:t>
            </a:r>
            <a:r>
              <a:rPr sz="2200" spc="-5" dirty="0">
                <a:latin typeface="Cambria"/>
                <a:cs typeface="Cambria"/>
              </a:rPr>
              <a:t> commo</a:t>
            </a:r>
            <a:r>
              <a:rPr sz="2200" dirty="0">
                <a:latin typeface="Cambria"/>
                <a:cs typeface="Cambria"/>
              </a:rPr>
              <a:t>n</a:t>
            </a:r>
            <a:r>
              <a:rPr sz="2200" spc="1090" dirty="0">
                <a:latin typeface="Cambria"/>
                <a:cs typeface="Cambria"/>
              </a:rPr>
              <a:t> </a:t>
            </a:r>
            <a:r>
              <a:rPr sz="2200" spc="-15" dirty="0">
                <a:latin typeface="Cambria"/>
                <a:cs typeface="Cambria"/>
              </a:rPr>
              <a:t>part</a:t>
            </a:r>
            <a:r>
              <a:rPr sz="2200" spc="1100" dirty="0">
                <a:latin typeface="Cambria"/>
                <a:cs typeface="Cambria"/>
              </a:rPr>
              <a:t> </a:t>
            </a:r>
            <a:r>
              <a:rPr sz="2200" spc="-10" dirty="0">
                <a:latin typeface="Cambria"/>
                <a:cs typeface="Cambria"/>
              </a:rPr>
              <a:t>in</a:t>
            </a:r>
            <a:r>
              <a:rPr sz="2200" spc="1090" dirty="0">
                <a:latin typeface="Cambria"/>
                <a:cs typeface="Cambria"/>
              </a:rPr>
              <a:t> </a:t>
            </a:r>
            <a:r>
              <a:rPr sz="2200" spc="-10" dirty="0">
                <a:latin typeface="Cambria"/>
                <a:cs typeface="Cambria"/>
              </a:rPr>
              <a:t>these</a:t>
            </a:r>
            <a:r>
              <a:rPr sz="2200" spc="1095" dirty="0">
                <a:latin typeface="Cambria"/>
                <a:cs typeface="Cambria"/>
              </a:rPr>
              <a:t> </a:t>
            </a:r>
            <a:r>
              <a:rPr sz="2200" spc="-10" dirty="0">
                <a:latin typeface="Cambria"/>
                <a:cs typeface="Cambria"/>
              </a:rPr>
              <a:t>rules.</a:t>
            </a:r>
            <a:r>
              <a:rPr sz="2200" spc="1095" dirty="0">
                <a:latin typeface="Cambria"/>
                <a:cs typeface="Cambria"/>
              </a:rPr>
              <a:t> </a:t>
            </a:r>
            <a:r>
              <a:rPr sz="2200" spc="-15" dirty="0">
                <a:latin typeface="Cambria"/>
                <a:cs typeface="Cambria"/>
              </a:rPr>
              <a:t>This</a:t>
            </a:r>
            <a:r>
              <a:rPr sz="2200" spc="1085" dirty="0">
                <a:latin typeface="Cambria"/>
                <a:cs typeface="Cambria"/>
              </a:rPr>
              <a:t> </a:t>
            </a:r>
            <a:r>
              <a:rPr sz="2200" spc="-75" dirty="0">
                <a:latin typeface="Cambria"/>
                <a:cs typeface="Cambria"/>
              </a:rPr>
              <a:t>way,</a:t>
            </a:r>
            <a:r>
              <a:rPr sz="2200" spc="1100" dirty="0">
                <a:latin typeface="Cambria"/>
                <a:cs typeface="Cambria"/>
              </a:rPr>
              <a:t> </a:t>
            </a:r>
            <a:r>
              <a:rPr sz="2200" spc="-25" dirty="0">
                <a:latin typeface="Cambria"/>
                <a:cs typeface="Cambria"/>
              </a:rPr>
              <a:t>we</a:t>
            </a:r>
            <a:r>
              <a:rPr sz="2200" spc="1100" dirty="0">
                <a:latin typeface="Cambria"/>
                <a:cs typeface="Cambria"/>
              </a:rPr>
              <a:t> </a:t>
            </a:r>
            <a:r>
              <a:rPr sz="2200" spc="-20" dirty="0">
                <a:latin typeface="Cambria"/>
                <a:cs typeface="Cambria"/>
              </a:rPr>
              <a:t>are</a:t>
            </a:r>
            <a:r>
              <a:rPr sz="2200" spc="-5" dirty="0">
                <a:latin typeface="Cambria"/>
                <a:cs typeface="Cambria"/>
              </a:rPr>
              <a:t> </a:t>
            </a:r>
            <a:r>
              <a:rPr sz="2200" spc="-20" dirty="0">
                <a:latin typeface="Cambria"/>
                <a:cs typeface="Cambria"/>
              </a:rPr>
              <a:t>postponing</a:t>
            </a:r>
            <a:r>
              <a:rPr sz="2200" spc="360" dirty="0">
                <a:latin typeface="Cambria"/>
                <a:cs typeface="Cambria"/>
              </a:rPr>
              <a:t> </a:t>
            </a:r>
            <a:r>
              <a:rPr sz="2200" spc="-10" dirty="0">
                <a:latin typeface="Cambria"/>
                <a:cs typeface="Cambria"/>
              </a:rPr>
              <a:t>the</a:t>
            </a:r>
            <a:r>
              <a:rPr sz="2200" spc="350" dirty="0">
                <a:latin typeface="Cambria"/>
                <a:cs typeface="Cambria"/>
              </a:rPr>
              <a:t> </a:t>
            </a:r>
            <a:r>
              <a:rPr sz="2200" spc="-15" dirty="0">
                <a:latin typeface="Cambria"/>
                <a:cs typeface="Cambria"/>
              </a:rPr>
              <a:t>decision</a:t>
            </a:r>
            <a:r>
              <a:rPr sz="2200" spc="380" dirty="0">
                <a:latin typeface="Cambria"/>
                <a:cs typeface="Cambria"/>
              </a:rPr>
              <a:t> </a:t>
            </a:r>
            <a:r>
              <a:rPr sz="2200" spc="-15" dirty="0">
                <a:latin typeface="Cambria"/>
                <a:cs typeface="Cambria"/>
              </a:rPr>
              <a:t>about</a:t>
            </a:r>
            <a:r>
              <a:rPr sz="2200" spc="350" dirty="0">
                <a:latin typeface="Cambria"/>
                <a:cs typeface="Cambria"/>
              </a:rPr>
              <a:t> </a:t>
            </a:r>
            <a:r>
              <a:rPr sz="2200" spc="-15" dirty="0">
                <a:latin typeface="Cambria"/>
                <a:cs typeface="Cambria"/>
              </a:rPr>
              <a:t>which</a:t>
            </a:r>
            <a:r>
              <a:rPr sz="2200" spc="365" dirty="0">
                <a:latin typeface="Cambria"/>
                <a:cs typeface="Cambria"/>
              </a:rPr>
              <a:t> </a:t>
            </a:r>
            <a:r>
              <a:rPr sz="2200" spc="-10" dirty="0">
                <a:latin typeface="Cambria"/>
                <a:cs typeface="Cambria"/>
              </a:rPr>
              <a:t>rule</a:t>
            </a:r>
            <a:r>
              <a:rPr sz="2200" spc="380" dirty="0">
                <a:latin typeface="Cambria"/>
                <a:cs typeface="Cambria"/>
              </a:rPr>
              <a:t> </a:t>
            </a:r>
            <a:r>
              <a:rPr sz="2200" spc="-25" dirty="0">
                <a:latin typeface="Cambria"/>
                <a:cs typeface="Cambria"/>
              </a:rPr>
              <a:t>to</a:t>
            </a:r>
            <a:r>
              <a:rPr sz="2200" spc="350" dirty="0">
                <a:latin typeface="Cambria"/>
                <a:cs typeface="Cambria"/>
              </a:rPr>
              <a:t> </a:t>
            </a:r>
            <a:r>
              <a:rPr sz="2200" spc="-15" dirty="0">
                <a:latin typeface="Cambria"/>
                <a:cs typeface="Cambria"/>
              </a:rPr>
              <a:t>choose</a:t>
            </a:r>
            <a:r>
              <a:rPr sz="2200" spc="-5" dirty="0">
                <a:latin typeface="Cambria"/>
                <a:cs typeface="Cambria"/>
              </a:rPr>
              <a:t> </a:t>
            </a:r>
            <a:r>
              <a:rPr sz="2200" spc="-15" dirty="0">
                <a:latin typeface="Cambria"/>
                <a:cs typeface="Cambria"/>
              </a:rPr>
              <a:t>until</a:t>
            </a:r>
            <a:r>
              <a:rPr sz="2200" spc="715" dirty="0">
                <a:latin typeface="Cambria"/>
                <a:cs typeface="Cambria"/>
              </a:rPr>
              <a:t> </a:t>
            </a:r>
            <a:r>
              <a:rPr sz="2200" spc="-25" dirty="0">
                <a:latin typeface="Cambria"/>
                <a:cs typeface="Cambria"/>
              </a:rPr>
              <a:t>we</a:t>
            </a:r>
            <a:r>
              <a:rPr sz="2200" spc="710" dirty="0">
                <a:latin typeface="Cambria"/>
                <a:cs typeface="Cambria"/>
              </a:rPr>
              <a:t> </a:t>
            </a:r>
            <a:r>
              <a:rPr sz="2200" spc="-35" dirty="0">
                <a:latin typeface="Cambria"/>
                <a:cs typeface="Cambria"/>
              </a:rPr>
              <a:t>have</a:t>
            </a:r>
            <a:r>
              <a:rPr sz="2200" spc="715" dirty="0">
                <a:latin typeface="Cambria"/>
                <a:cs typeface="Cambria"/>
              </a:rPr>
              <a:t> </a:t>
            </a:r>
            <a:r>
              <a:rPr sz="2200" spc="-15" dirty="0">
                <a:latin typeface="Cambria"/>
                <a:cs typeface="Cambria"/>
              </a:rPr>
              <a:t>more</a:t>
            </a:r>
            <a:r>
              <a:rPr sz="2200" spc="710" dirty="0">
                <a:latin typeface="Cambria"/>
                <a:cs typeface="Cambria"/>
              </a:rPr>
              <a:t> </a:t>
            </a:r>
            <a:r>
              <a:rPr sz="2200" spc="-15" dirty="0">
                <a:latin typeface="Cambria"/>
                <a:cs typeface="Cambria"/>
              </a:rPr>
              <a:t>information</a:t>
            </a:r>
            <a:r>
              <a:rPr sz="2200" spc="710" dirty="0">
                <a:latin typeface="Cambria"/>
                <a:cs typeface="Cambria"/>
              </a:rPr>
              <a:t> </a:t>
            </a:r>
            <a:r>
              <a:rPr sz="2200" spc="-40" dirty="0">
                <a:latin typeface="Cambria"/>
                <a:cs typeface="Cambria"/>
              </a:rPr>
              <a:t>(namely,</a:t>
            </a:r>
            <a:r>
              <a:rPr sz="2200" spc="715" dirty="0">
                <a:latin typeface="Cambria"/>
                <a:cs typeface="Cambria"/>
              </a:rPr>
              <a:t> </a:t>
            </a:r>
            <a:r>
              <a:rPr sz="2200" spc="-15" dirty="0">
                <a:latin typeface="Cambria"/>
                <a:cs typeface="Cambria"/>
              </a:rPr>
              <a:t>whether</a:t>
            </a:r>
            <a:r>
              <a:rPr sz="2200" spc="-5" dirty="0">
                <a:latin typeface="Cambria"/>
                <a:cs typeface="Cambria"/>
              </a:rPr>
              <a:t> </a:t>
            </a:r>
            <a:r>
              <a:rPr sz="2200" spc="-20" dirty="0">
                <a:latin typeface="Cambria"/>
                <a:cs typeface="Cambria"/>
              </a:rPr>
              <a:t>there</a:t>
            </a:r>
            <a:r>
              <a:rPr sz="2200" spc="25" dirty="0">
                <a:latin typeface="Cambria"/>
                <a:cs typeface="Cambria"/>
              </a:rPr>
              <a:t> </a:t>
            </a:r>
            <a:r>
              <a:rPr sz="2200" spc="-10" dirty="0">
                <a:latin typeface="Cambria"/>
                <a:cs typeface="Cambria"/>
              </a:rPr>
              <a:t>is</a:t>
            </a:r>
            <a:r>
              <a:rPr sz="2200" spc="10" dirty="0">
                <a:latin typeface="Cambria"/>
                <a:cs typeface="Cambria"/>
              </a:rPr>
              <a:t> </a:t>
            </a:r>
            <a:r>
              <a:rPr sz="2200" spc="-15" dirty="0">
                <a:latin typeface="Cambria"/>
                <a:cs typeface="Cambria"/>
              </a:rPr>
              <a:t>an</a:t>
            </a:r>
            <a:r>
              <a:rPr sz="2200" spc="5" dirty="0">
                <a:latin typeface="Cambria"/>
                <a:cs typeface="Cambria"/>
              </a:rPr>
              <a:t> </a:t>
            </a:r>
            <a:r>
              <a:rPr sz="2200" b="1" dirty="0">
                <a:latin typeface="Cambria"/>
                <a:cs typeface="Cambria"/>
              </a:rPr>
              <a:t>else</a:t>
            </a:r>
            <a:r>
              <a:rPr sz="2200" b="1" spc="-5" dirty="0">
                <a:latin typeface="Cambria"/>
                <a:cs typeface="Cambria"/>
              </a:rPr>
              <a:t> </a:t>
            </a:r>
            <a:r>
              <a:rPr sz="2200" spc="-15" dirty="0">
                <a:latin typeface="Cambria"/>
                <a:cs typeface="Cambria"/>
              </a:rPr>
              <a:t>or</a:t>
            </a:r>
            <a:r>
              <a:rPr sz="2200" spc="-5" dirty="0">
                <a:latin typeface="Cambria"/>
                <a:cs typeface="Cambria"/>
              </a:rPr>
              <a:t> </a:t>
            </a:r>
            <a:r>
              <a:rPr sz="2200" spc="-10" dirty="0">
                <a:latin typeface="Cambria"/>
                <a:cs typeface="Cambria"/>
              </a:rPr>
              <a:t>not).</a:t>
            </a:r>
            <a:endParaRPr sz="2200">
              <a:latin typeface="Cambria"/>
              <a:cs typeface="Cambria"/>
            </a:endParaRPr>
          </a:p>
        </p:txBody>
      </p:sp>
      <p:sp>
        <p:nvSpPr>
          <p:cNvPr id="6" name="object 6"/>
          <p:cNvSpPr txBox="1"/>
          <p:nvPr/>
        </p:nvSpPr>
        <p:spPr>
          <a:xfrm>
            <a:off x="4405629" y="4156709"/>
            <a:ext cx="3462020" cy="360680"/>
          </a:xfrm>
          <a:prstGeom prst="rect">
            <a:avLst/>
          </a:prstGeom>
        </p:spPr>
        <p:txBody>
          <a:bodyPr vert="horz" wrap="square" lIns="0" tIns="12065" rIns="0" bIns="0" rtlCol="0">
            <a:spAutoFit/>
          </a:bodyPr>
          <a:lstStyle/>
          <a:p>
            <a:pPr marL="12700">
              <a:lnSpc>
                <a:spcPct val="100000"/>
              </a:lnSpc>
              <a:spcBef>
                <a:spcPts val="9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This</a:t>
            </a:r>
            <a:r>
              <a:rPr sz="2200" spc="-55" dirty="0">
                <a:latin typeface="Cambria"/>
                <a:cs typeface="Cambria"/>
              </a:rPr>
              <a:t> </a:t>
            </a:r>
            <a:r>
              <a:rPr sz="2200" dirty="0">
                <a:latin typeface="Cambria"/>
                <a:cs typeface="Cambria"/>
              </a:rPr>
              <a:t>is</a:t>
            </a:r>
            <a:r>
              <a:rPr sz="2200" spc="-15" dirty="0">
                <a:latin typeface="Cambria"/>
                <a:cs typeface="Cambria"/>
              </a:rPr>
              <a:t> </a:t>
            </a:r>
            <a:r>
              <a:rPr sz="2200" dirty="0">
                <a:latin typeface="Cambria"/>
                <a:cs typeface="Cambria"/>
              </a:rPr>
              <a:t>called</a:t>
            </a:r>
            <a:r>
              <a:rPr sz="2200" spc="-5" dirty="0">
                <a:latin typeface="Cambria"/>
                <a:cs typeface="Cambria"/>
              </a:rPr>
              <a:t> </a:t>
            </a:r>
            <a:r>
              <a:rPr sz="2200" b="1" dirty="0">
                <a:latin typeface="Cambria"/>
                <a:cs typeface="Cambria"/>
              </a:rPr>
              <a:t>left</a:t>
            </a:r>
            <a:r>
              <a:rPr sz="2200" b="1" spc="-30" dirty="0">
                <a:latin typeface="Cambria"/>
                <a:cs typeface="Cambria"/>
              </a:rPr>
              <a:t> </a:t>
            </a:r>
            <a:r>
              <a:rPr sz="2200" b="1" spc="-20" dirty="0">
                <a:latin typeface="Cambria"/>
                <a:cs typeface="Cambria"/>
              </a:rPr>
              <a:t>factoring</a:t>
            </a:r>
            <a:endParaRPr sz="2200">
              <a:latin typeface="Cambria"/>
              <a:cs typeface="Cambri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10" dirty="0">
                <a:solidFill>
                  <a:srgbClr val="FFFFFF"/>
                </a:solidFill>
                <a:latin typeface="Cambria"/>
                <a:cs typeface="Cambria"/>
              </a:rPr>
              <a:t>Algorithm</a:t>
            </a:r>
            <a:endParaRPr sz="3600">
              <a:latin typeface="Cambria"/>
              <a:cs typeface="Cambria"/>
            </a:endParaRPr>
          </a:p>
        </p:txBody>
      </p:sp>
      <p:sp>
        <p:nvSpPr>
          <p:cNvPr id="3" name="object 3"/>
          <p:cNvSpPr txBox="1"/>
          <p:nvPr/>
        </p:nvSpPr>
        <p:spPr>
          <a:xfrm>
            <a:off x="3902709" y="459993"/>
            <a:ext cx="7616825" cy="4476115"/>
          </a:xfrm>
          <a:prstGeom prst="rect">
            <a:avLst/>
          </a:prstGeom>
        </p:spPr>
        <p:txBody>
          <a:bodyPr vert="horz" wrap="square" lIns="0" tIns="12065" rIns="0" bIns="0" rtlCol="0">
            <a:spAutoFit/>
          </a:bodyPr>
          <a:lstStyle/>
          <a:p>
            <a:pPr marL="194945" marR="9525" indent="-182880">
              <a:lnSpc>
                <a:spcPct val="100000"/>
              </a:lnSpc>
              <a:spcBef>
                <a:spcPts val="9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For</a:t>
            </a:r>
            <a:r>
              <a:rPr sz="2200" spc="75" dirty="0">
                <a:latin typeface="Cambria"/>
                <a:cs typeface="Cambria"/>
              </a:rPr>
              <a:t> </a:t>
            </a:r>
            <a:r>
              <a:rPr sz="2200" dirty="0">
                <a:latin typeface="Cambria"/>
                <a:cs typeface="Cambria"/>
              </a:rPr>
              <a:t>each</a:t>
            </a:r>
            <a:r>
              <a:rPr sz="2200" spc="135" dirty="0">
                <a:latin typeface="Cambria"/>
                <a:cs typeface="Cambria"/>
              </a:rPr>
              <a:t> </a:t>
            </a:r>
            <a:r>
              <a:rPr sz="2200" dirty="0">
                <a:latin typeface="Cambria"/>
                <a:cs typeface="Cambria"/>
              </a:rPr>
              <a:t>non</a:t>
            </a:r>
            <a:r>
              <a:rPr sz="2200" spc="125" dirty="0">
                <a:latin typeface="Cambria"/>
                <a:cs typeface="Cambria"/>
              </a:rPr>
              <a:t> </a:t>
            </a:r>
            <a:r>
              <a:rPr sz="2200" dirty="0">
                <a:latin typeface="Cambria"/>
                <a:cs typeface="Cambria"/>
              </a:rPr>
              <a:t>terminal</a:t>
            </a:r>
            <a:r>
              <a:rPr sz="2200" spc="135" dirty="0">
                <a:latin typeface="Cambria"/>
                <a:cs typeface="Cambria"/>
              </a:rPr>
              <a:t> </a:t>
            </a:r>
            <a:r>
              <a:rPr sz="2200" dirty="0">
                <a:latin typeface="Cambria"/>
                <a:cs typeface="Cambria"/>
              </a:rPr>
              <a:t>A</a:t>
            </a:r>
            <a:r>
              <a:rPr sz="2200" spc="130" dirty="0">
                <a:latin typeface="Cambria"/>
                <a:cs typeface="Cambria"/>
              </a:rPr>
              <a:t> </a:t>
            </a:r>
            <a:r>
              <a:rPr sz="2200" dirty="0">
                <a:latin typeface="Cambria"/>
                <a:cs typeface="Cambria"/>
              </a:rPr>
              <a:t>find</a:t>
            </a:r>
            <a:r>
              <a:rPr sz="2200" spc="130" dirty="0">
                <a:latin typeface="Cambria"/>
                <a:cs typeface="Cambria"/>
              </a:rPr>
              <a:t> </a:t>
            </a:r>
            <a:r>
              <a:rPr sz="2200" dirty="0">
                <a:latin typeface="Cambria"/>
                <a:cs typeface="Cambria"/>
              </a:rPr>
              <a:t>the</a:t>
            </a:r>
            <a:r>
              <a:rPr sz="2200" spc="125" dirty="0">
                <a:latin typeface="Cambria"/>
                <a:cs typeface="Cambria"/>
              </a:rPr>
              <a:t> </a:t>
            </a:r>
            <a:r>
              <a:rPr sz="2200" dirty="0">
                <a:latin typeface="Cambria"/>
                <a:cs typeface="Cambria"/>
              </a:rPr>
              <a:t>longest</a:t>
            </a:r>
            <a:r>
              <a:rPr sz="2200" spc="130" dirty="0">
                <a:latin typeface="Cambria"/>
                <a:cs typeface="Cambria"/>
              </a:rPr>
              <a:t> </a:t>
            </a:r>
            <a:r>
              <a:rPr sz="2200" dirty="0">
                <a:latin typeface="Cambria"/>
                <a:cs typeface="Cambria"/>
              </a:rPr>
              <a:t>prefix</a:t>
            </a:r>
            <a:r>
              <a:rPr sz="2200" spc="140" dirty="0">
                <a:latin typeface="Cambria"/>
                <a:cs typeface="Cambria"/>
              </a:rPr>
              <a:t> </a:t>
            </a:r>
            <a:r>
              <a:rPr sz="2200" b="1" dirty="0">
                <a:latin typeface="Cambria"/>
                <a:cs typeface="Cambria"/>
              </a:rPr>
              <a:t>α</a:t>
            </a:r>
            <a:r>
              <a:rPr sz="2200" b="1" spc="125" dirty="0">
                <a:latin typeface="Cambria"/>
                <a:cs typeface="Cambria"/>
              </a:rPr>
              <a:t> </a:t>
            </a:r>
            <a:r>
              <a:rPr sz="2200" dirty="0">
                <a:latin typeface="Cambria"/>
                <a:cs typeface="Cambria"/>
              </a:rPr>
              <a:t>common</a:t>
            </a:r>
            <a:r>
              <a:rPr sz="2200" spc="135" dirty="0">
                <a:latin typeface="Cambria"/>
                <a:cs typeface="Cambria"/>
              </a:rPr>
              <a:t> </a:t>
            </a:r>
            <a:r>
              <a:rPr sz="2200" spc="-25" dirty="0">
                <a:latin typeface="Cambria"/>
                <a:cs typeface="Cambria"/>
              </a:rPr>
              <a:t>to </a:t>
            </a:r>
            <a:r>
              <a:rPr sz="2200" dirty="0">
                <a:latin typeface="Cambria"/>
                <a:cs typeface="Cambria"/>
              </a:rPr>
              <a:t>two</a:t>
            </a:r>
            <a:r>
              <a:rPr sz="2200" spc="-45" dirty="0">
                <a:latin typeface="Cambria"/>
                <a:cs typeface="Cambria"/>
              </a:rPr>
              <a:t> </a:t>
            </a:r>
            <a:r>
              <a:rPr sz="2200" dirty="0">
                <a:latin typeface="Cambria"/>
                <a:cs typeface="Cambria"/>
              </a:rPr>
              <a:t>or</a:t>
            </a:r>
            <a:r>
              <a:rPr sz="2200" spc="-20" dirty="0">
                <a:latin typeface="Cambria"/>
                <a:cs typeface="Cambria"/>
              </a:rPr>
              <a:t> </a:t>
            </a:r>
            <a:r>
              <a:rPr sz="2200" dirty="0">
                <a:latin typeface="Cambria"/>
                <a:cs typeface="Cambria"/>
              </a:rPr>
              <a:t>more</a:t>
            </a:r>
            <a:r>
              <a:rPr sz="2200" spc="-30" dirty="0">
                <a:latin typeface="Cambria"/>
                <a:cs typeface="Cambria"/>
              </a:rPr>
              <a:t> </a:t>
            </a:r>
            <a:r>
              <a:rPr sz="2200" dirty="0">
                <a:latin typeface="Cambria"/>
                <a:cs typeface="Cambria"/>
              </a:rPr>
              <a:t>of</a:t>
            </a:r>
            <a:r>
              <a:rPr sz="2200" spc="-30" dirty="0">
                <a:latin typeface="Cambria"/>
                <a:cs typeface="Cambria"/>
              </a:rPr>
              <a:t> </a:t>
            </a:r>
            <a:r>
              <a:rPr sz="2200" dirty="0">
                <a:latin typeface="Cambria"/>
                <a:cs typeface="Cambria"/>
              </a:rPr>
              <a:t>its</a:t>
            </a:r>
            <a:r>
              <a:rPr sz="2200" spc="-20" dirty="0">
                <a:latin typeface="Cambria"/>
                <a:cs typeface="Cambria"/>
              </a:rPr>
              <a:t> </a:t>
            </a:r>
            <a:r>
              <a:rPr sz="2200" spc="-10" dirty="0">
                <a:latin typeface="Cambria"/>
                <a:cs typeface="Cambria"/>
              </a:rPr>
              <a:t>alternative.</a:t>
            </a:r>
            <a:endParaRPr sz="2200">
              <a:latin typeface="Cambria"/>
              <a:cs typeface="Cambria"/>
            </a:endParaRPr>
          </a:p>
          <a:p>
            <a:pPr marL="194945" marR="5080" indent="-182880">
              <a:lnSpc>
                <a:spcPct val="100000"/>
              </a:lnSpc>
              <a:spcBef>
                <a:spcPts val="1205"/>
              </a:spcBef>
            </a:pPr>
            <a:r>
              <a:rPr sz="2200" spc="-1145" dirty="0">
                <a:solidFill>
                  <a:srgbClr val="40B9D2"/>
                </a:solidFill>
                <a:latin typeface="Arial MT"/>
                <a:cs typeface="Arial MT"/>
              </a:rPr>
              <a:t>🞄</a:t>
            </a:r>
            <a:r>
              <a:rPr sz="2200" spc="35" dirty="0">
                <a:solidFill>
                  <a:srgbClr val="40B9D2"/>
                </a:solidFill>
                <a:latin typeface="Arial MT"/>
                <a:cs typeface="Arial MT"/>
              </a:rPr>
              <a:t> </a:t>
            </a:r>
            <a:r>
              <a:rPr sz="2200" dirty="0">
                <a:latin typeface="Cambria"/>
                <a:cs typeface="Cambria"/>
              </a:rPr>
              <a:t>If</a:t>
            </a:r>
            <a:r>
              <a:rPr sz="2200" spc="-95" dirty="0">
                <a:latin typeface="Cambria"/>
                <a:cs typeface="Cambria"/>
              </a:rPr>
              <a:t> </a:t>
            </a:r>
            <a:r>
              <a:rPr sz="2200" b="1" dirty="0">
                <a:latin typeface="Cambria"/>
                <a:cs typeface="Cambria"/>
              </a:rPr>
              <a:t>α!=E,</a:t>
            </a:r>
            <a:r>
              <a:rPr sz="2200" b="1" spc="-35" dirty="0">
                <a:latin typeface="Cambria"/>
                <a:cs typeface="Cambria"/>
              </a:rPr>
              <a:t> </a:t>
            </a:r>
            <a:r>
              <a:rPr sz="2200" dirty="0">
                <a:latin typeface="Cambria"/>
                <a:cs typeface="Cambria"/>
              </a:rPr>
              <a:t>i.e,</a:t>
            </a:r>
            <a:r>
              <a:rPr sz="2200" spc="-20" dirty="0">
                <a:latin typeface="Cambria"/>
                <a:cs typeface="Cambria"/>
              </a:rPr>
              <a:t> </a:t>
            </a:r>
            <a:r>
              <a:rPr sz="2200" dirty="0">
                <a:latin typeface="Cambria"/>
                <a:cs typeface="Cambria"/>
              </a:rPr>
              <a:t>there</a:t>
            </a:r>
            <a:r>
              <a:rPr sz="2200" spc="-35" dirty="0">
                <a:latin typeface="Cambria"/>
                <a:cs typeface="Cambria"/>
              </a:rPr>
              <a:t> </a:t>
            </a:r>
            <a:r>
              <a:rPr sz="2200" dirty="0">
                <a:latin typeface="Cambria"/>
                <a:cs typeface="Cambria"/>
              </a:rPr>
              <a:t>is</a:t>
            </a:r>
            <a:r>
              <a:rPr sz="2200" spc="-20" dirty="0">
                <a:latin typeface="Cambria"/>
                <a:cs typeface="Cambria"/>
              </a:rPr>
              <a:t> </a:t>
            </a:r>
            <a:r>
              <a:rPr sz="2200" dirty="0">
                <a:latin typeface="Cambria"/>
                <a:cs typeface="Cambria"/>
              </a:rPr>
              <a:t>a</a:t>
            </a:r>
            <a:r>
              <a:rPr sz="2200" spc="-40" dirty="0">
                <a:latin typeface="Cambria"/>
                <a:cs typeface="Cambria"/>
              </a:rPr>
              <a:t> </a:t>
            </a:r>
            <a:r>
              <a:rPr sz="2200" dirty="0">
                <a:latin typeface="Cambria"/>
                <a:cs typeface="Cambria"/>
              </a:rPr>
              <a:t>non</a:t>
            </a:r>
            <a:r>
              <a:rPr sz="2200" spc="-30" dirty="0">
                <a:latin typeface="Cambria"/>
                <a:cs typeface="Cambria"/>
              </a:rPr>
              <a:t> </a:t>
            </a:r>
            <a:r>
              <a:rPr sz="2200" dirty="0">
                <a:latin typeface="Cambria"/>
                <a:cs typeface="Cambria"/>
              </a:rPr>
              <a:t>trivial</a:t>
            </a:r>
            <a:r>
              <a:rPr sz="2200" spc="-20" dirty="0">
                <a:latin typeface="Cambria"/>
                <a:cs typeface="Cambria"/>
              </a:rPr>
              <a:t> </a:t>
            </a:r>
            <a:r>
              <a:rPr sz="2200" dirty="0">
                <a:latin typeface="Cambria"/>
                <a:cs typeface="Cambria"/>
              </a:rPr>
              <a:t>common</a:t>
            </a:r>
            <a:r>
              <a:rPr sz="2200" spc="-40" dirty="0">
                <a:latin typeface="Cambria"/>
                <a:cs typeface="Cambria"/>
              </a:rPr>
              <a:t> </a:t>
            </a:r>
            <a:r>
              <a:rPr sz="2200" dirty="0">
                <a:latin typeface="Cambria"/>
                <a:cs typeface="Cambria"/>
              </a:rPr>
              <a:t>prefix,</a:t>
            </a:r>
            <a:r>
              <a:rPr sz="2200" spc="-20" dirty="0">
                <a:latin typeface="Cambria"/>
                <a:cs typeface="Cambria"/>
              </a:rPr>
              <a:t> </a:t>
            </a:r>
            <a:r>
              <a:rPr sz="2200" dirty="0">
                <a:latin typeface="Cambria"/>
                <a:cs typeface="Cambria"/>
              </a:rPr>
              <a:t>replace</a:t>
            </a:r>
            <a:r>
              <a:rPr sz="2200" spc="-30" dirty="0">
                <a:latin typeface="Cambria"/>
                <a:cs typeface="Cambria"/>
              </a:rPr>
              <a:t> </a:t>
            </a:r>
            <a:r>
              <a:rPr sz="2200" dirty="0">
                <a:latin typeface="Cambria"/>
                <a:cs typeface="Cambria"/>
              </a:rPr>
              <a:t>all</a:t>
            </a:r>
            <a:r>
              <a:rPr sz="2200" spc="-15" dirty="0">
                <a:latin typeface="Cambria"/>
                <a:cs typeface="Cambria"/>
              </a:rPr>
              <a:t> </a:t>
            </a:r>
            <a:r>
              <a:rPr sz="2200" spc="-25" dirty="0">
                <a:latin typeface="Cambria"/>
                <a:cs typeface="Cambria"/>
              </a:rPr>
              <a:t>the </a:t>
            </a:r>
            <a:r>
              <a:rPr sz="2200" dirty="0">
                <a:latin typeface="Cambria"/>
                <a:cs typeface="Cambria"/>
              </a:rPr>
              <a:t>A</a:t>
            </a:r>
            <a:r>
              <a:rPr sz="2200" spc="-20" dirty="0">
                <a:latin typeface="Cambria"/>
                <a:cs typeface="Cambria"/>
              </a:rPr>
              <a:t> </a:t>
            </a:r>
            <a:r>
              <a:rPr sz="2200" spc="-10" dirty="0">
                <a:latin typeface="Cambria"/>
                <a:cs typeface="Cambria"/>
              </a:rPr>
              <a:t>productions</a:t>
            </a:r>
            <a:r>
              <a:rPr sz="2200" spc="5" dirty="0">
                <a:latin typeface="Cambria"/>
                <a:cs typeface="Cambria"/>
              </a:rPr>
              <a:t> </a:t>
            </a:r>
            <a:r>
              <a:rPr sz="2200" b="1" dirty="0">
                <a:latin typeface="Cambria"/>
                <a:cs typeface="Cambria"/>
              </a:rPr>
              <a:t>A</a:t>
            </a:r>
            <a:r>
              <a:rPr sz="2200" dirty="0">
                <a:latin typeface="Wingdings"/>
                <a:cs typeface="Wingdings"/>
              </a:rPr>
              <a:t></a:t>
            </a:r>
            <a:r>
              <a:rPr sz="2200" spc="-70" dirty="0">
                <a:latin typeface="Times New Roman"/>
                <a:cs typeface="Times New Roman"/>
              </a:rPr>
              <a:t> </a:t>
            </a:r>
            <a:r>
              <a:rPr sz="2200" b="1" dirty="0">
                <a:latin typeface="Cambria"/>
                <a:cs typeface="Cambria"/>
              </a:rPr>
              <a:t>αβ1</a:t>
            </a:r>
            <a:r>
              <a:rPr sz="2200" b="1" spc="-10" dirty="0">
                <a:latin typeface="Cambria"/>
                <a:cs typeface="Cambria"/>
              </a:rPr>
              <a:t> </a:t>
            </a:r>
            <a:r>
              <a:rPr sz="2200" b="1" dirty="0">
                <a:latin typeface="Cambria"/>
                <a:cs typeface="Cambria"/>
              </a:rPr>
              <a:t>|</a:t>
            </a:r>
            <a:r>
              <a:rPr sz="2200" b="1" spc="-20" dirty="0">
                <a:latin typeface="Cambria"/>
                <a:cs typeface="Cambria"/>
              </a:rPr>
              <a:t> </a:t>
            </a:r>
            <a:r>
              <a:rPr sz="2200" b="1" dirty="0">
                <a:latin typeface="Cambria"/>
                <a:cs typeface="Cambria"/>
              </a:rPr>
              <a:t>αβ2</a:t>
            </a:r>
            <a:r>
              <a:rPr sz="2200" b="1" spc="-10" dirty="0">
                <a:latin typeface="Cambria"/>
                <a:cs typeface="Cambria"/>
              </a:rPr>
              <a:t> </a:t>
            </a:r>
            <a:r>
              <a:rPr sz="2200" b="1" dirty="0">
                <a:latin typeface="Cambria"/>
                <a:cs typeface="Cambria"/>
              </a:rPr>
              <a:t>|</a:t>
            </a:r>
            <a:r>
              <a:rPr sz="2200" b="1" spc="-20" dirty="0">
                <a:latin typeface="Cambria"/>
                <a:cs typeface="Cambria"/>
              </a:rPr>
              <a:t> </a:t>
            </a:r>
            <a:r>
              <a:rPr sz="2200" b="1" dirty="0">
                <a:latin typeface="Cambria"/>
                <a:cs typeface="Cambria"/>
              </a:rPr>
              <a:t>…..</a:t>
            </a:r>
            <a:r>
              <a:rPr sz="2200" b="1" spc="-10" dirty="0">
                <a:latin typeface="Cambria"/>
                <a:cs typeface="Cambria"/>
              </a:rPr>
              <a:t> </a:t>
            </a:r>
            <a:r>
              <a:rPr sz="2200" b="1" dirty="0">
                <a:latin typeface="Cambria"/>
                <a:cs typeface="Cambria"/>
              </a:rPr>
              <a:t>|</a:t>
            </a:r>
            <a:r>
              <a:rPr sz="2200" b="1" spc="-20" dirty="0">
                <a:latin typeface="Cambria"/>
                <a:cs typeface="Cambria"/>
              </a:rPr>
              <a:t> </a:t>
            </a:r>
            <a:r>
              <a:rPr sz="2200" b="1" dirty="0">
                <a:latin typeface="Cambria"/>
                <a:cs typeface="Cambria"/>
              </a:rPr>
              <a:t>αβn</a:t>
            </a:r>
            <a:r>
              <a:rPr sz="2200" b="1" spc="-10" dirty="0">
                <a:latin typeface="Cambria"/>
                <a:cs typeface="Cambria"/>
              </a:rPr>
              <a:t> </a:t>
            </a:r>
            <a:r>
              <a:rPr sz="2200" b="1" dirty="0">
                <a:latin typeface="Cambria"/>
                <a:cs typeface="Cambria"/>
              </a:rPr>
              <a:t>|</a:t>
            </a:r>
            <a:r>
              <a:rPr sz="2200" b="1" spc="-20" dirty="0">
                <a:latin typeface="Cambria"/>
                <a:cs typeface="Cambria"/>
              </a:rPr>
              <a:t> </a:t>
            </a:r>
            <a:r>
              <a:rPr sz="2200" b="1" dirty="0">
                <a:latin typeface="Cambria"/>
                <a:cs typeface="Cambria"/>
              </a:rPr>
              <a:t>Υ</a:t>
            </a:r>
            <a:r>
              <a:rPr sz="2200" b="1" spc="-15" dirty="0">
                <a:latin typeface="Cambria"/>
                <a:cs typeface="Cambria"/>
              </a:rPr>
              <a:t> </a:t>
            </a:r>
            <a:r>
              <a:rPr sz="2200" b="1" spc="-50" dirty="0">
                <a:latin typeface="Cambria"/>
                <a:cs typeface="Cambria"/>
              </a:rPr>
              <a:t>,</a:t>
            </a:r>
            <a:endParaRPr sz="2200">
              <a:latin typeface="Cambria"/>
              <a:cs typeface="Cambria"/>
            </a:endParaRPr>
          </a:p>
          <a:p>
            <a:pPr marL="12700" marR="6350" indent="914400">
              <a:lnSpc>
                <a:spcPct val="100000"/>
              </a:lnSpc>
              <a:spcBef>
                <a:spcPts val="1200"/>
              </a:spcBef>
              <a:tabLst>
                <a:tab pos="1814195" algn="l"/>
                <a:tab pos="2118995" algn="l"/>
                <a:tab pos="3536315" algn="l"/>
                <a:tab pos="3959860" algn="l"/>
                <a:tab pos="4481195" algn="l"/>
                <a:tab pos="5906770" algn="l"/>
                <a:tab pos="6767830" algn="l"/>
                <a:tab pos="7205345" algn="l"/>
              </a:tabLst>
            </a:pPr>
            <a:r>
              <a:rPr sz="2200" spc="-10" dirty="0">
                <a:latin typeface="Cambria"/>
                <a:cs typeface="Cambria"/>
              </a:rPr>
              <a:t>where</a:t>
            </a:r>
            <a:r>
              <a:rPr sz="2200" dirty="0">
                <a:latin typeface="Cambria"/>
                <a:cs typeface="Cambria"/>
              </a:rPr>
              <a:t>	</a:t>
            </a:r>
            <a:r>
              <a:rPr sz="2200" spc="-50" dirty="0">
                <a:latin typeface="Cambria"/>
                <a:cs typeface="Cambria"/>
              </a:rPr>
              <a:t>Υ</a:t>
            </a:r>
            <a:r>
              <a:rPr sz="2200" dirty="0">
                <a:latin typeface="Cambria"/>
                <a:cs typeface="Cambria"/>
              </a:rPr>
              <a:t>	</a:t>
            </a:r>
            <a:r>
              <a:rPr sz="2200" spc="-10" dirty="0">
                <a:latin typeface="Cambria"/>
                <a:cs typeface="Cambria"/>
              </a:rPr>
              <a:t>represents</a:t>
            </a:r>
            <a:r>
              <a:rPr sz="2200" dirty="0">
                <a:latin typeface="Cambria"/>
                <a:cs typeface="Cambria"/>
              </a:rPr>
              <a:t>	</a:t>
            </a:r>
            <a:r>
              <a:rPr sz="2200" spc="-25" dirty="0">
                <a:latin typeface="Cambria"/>
                <a:cs typeface="Cambria"/>
              </a:rPr>
              <a:t>all</a:t>
            </a:r>
            <a:r>
              <a:rPr sz="2200" dirty="0">
                <a:latin typeface="Cambria"/>
                <a:cs typeface="Cambria"/>
              </a:rPr>
              <a:t>	</a:t>
            </a:r>
            <a:r>
              <a:rPr sz="2200" spc="-25" dirty="0">
                <a:latin typeface="Cambria"/>
                <a:cs typeface="Cambria"/>
              </a:rPr>
              <a:t>the</a:t>
            </a:r>
            <a:r>
              <a:rPr sz="2200" dirty="0">
                <a:latin typeface="Cambria"/>
                <a:cs typeface="Cambria"/>
              </a:rPr>
              <a:t>	</a:t>
            </a:r>
            <a:r>
              <a:rPr sz="2200" spc="-10" dirty="0">
                <a:latin typeface="Cambria"/>
                <a:cs typeface="Cambria"/>
              </a:rPr>
              <a:t>alternative</a:t>
            </a:r>
            <a:r>
              <a:rPr sz="2200" dirty="0">
                <a:latin typeface="Cambria"/>
                <a:cs typeface="Cambria"/>
              </a:rPr>
              <a:t>	</a:t>
            </a:r>
            <a:r>
              <a:rPr sz="2200" spc="-10" dirty="0">
                <a:latin typeface="Cambria"/>
                <a:cs typeface="Cambria"/>
              </a:rPr>
              <a:t>which</a:t>
            </a:r>
            <a:r>
              <a:rPr sz="2200" dirty="0">
                <a:latin typeface="Cambria"/>
                <a:cs typeface="Cambria"/>
              </a:rPr>
              <a:t>	</a:t>
            </a:r>
            <a:r>
              <a:rPr sz="2200" spc="-25" dirty="0">
                <a:latin typeface="Cambria"/>
                <a:cs typeface="Cambria"/>
              </a:rPr>
              <a:t>do</a:t>
            </a:r>
            <a:r>
              <a:rPr sz="2200" dirty="0">
                <a:latin typeface="Cambria"/>
                <a:cs typeface="Cambria"/>
              </a:rPr>
              <a:t>	</a:t>
            </a:r>
            <a:r>
              <a:rPr sz="2200" spc="-25" dirty="0">
                <a:latin typeface="Cambria"/>
                <a:cs typeface="Cambria"/>
              </a:rPr>
              <a:t>not </a:t>
            </a:r>
            <a:r>
              <a:rPr sz="2200" dirty="0">
                <a:latin typeface="Cambria"/>
                <a:cs typeface="Cambria"/>
              </a:rPr>
              <a:t>starts</a:t>
            </a:r>
            <a:r>
              <a:rPr sz="2200" spc="-10" dirty="0">
                <a:latin typeface="Cambria"/>
                <a:cs typeface="Cambria"/>
              </a:rPr>
              <a:t> </a:t>
            </a:r>
            <a:r>
              <a:rPr sz="2200" dirty="0">
                <a:latin typeface="Cambria"/>
                <a:cs typeface="Cambria"/>
              </a:rPr>
              <a:t>with</a:t>
            </a:r>
            <a:r>
              <a:rPr sz="2200" spc="-40" dirty="0">
                <a:latin typeface="Cambria"/>
                <a:cs typeface="Cambria"/>
              </a:rPr>
              <a:t> </a:t>
            </a:r>
            <a:r>
              <a:rPr sz="2200" dirty="0">
                <a:latin typeface="Cambria"/>
                <a:cs typeface="Cambria"/>
              </a:rPr>
              <a:t>α</a:t>
            </a:r>
            <a:r>
              <a:rPr sz="2200" spc="-30" dirty="0">
                <a:latin typeface="Cambria"/>
                <a:cs typeface="Cambria"/>
              </a:rPr>
              <a:t> </a:t>
            </a:r>
            <a:r>
              <a:rPr sz="2200" spc="-25" dirty="0">
                <a:latin typeface="Cambria"/>
                <a:cs typeface="Cambria"/>
              </a:rPr>
              <a:t>by,</a:t>
            </a:r>
            <a:endParaRPr sz="2200">
              <a:latin typeface="Cambria"/>
              <a:cs typeface="Cambria"/>
            </a:endParaRPr>
          </a:p>
          <a:p>
            <a:pPr marL="12700" algn="just">
              <a:lnSpc>
                <a:spcPct val="100000"/>
              </a:lnSpc>
              <a:spcBef>
                <a:spcPts val="1200"/>
              </a:spcBef>
            </a:pPr>
            <a:r>
              <a:rPr sz="2200" b="1" dirty="0">
                <a:latin typeface="Cambria"/>
                <a:cs typeface="Cambria"/>
              </a:rPr>
              <a:t>A</a:t>
            </a:r>
            <a:r>
              <a:rPr sz="2200" dirty="0">
                <a:latin typeface="Wingdings"/>
                <a:cs typeface="Wingdings"/>
              </a:rPr>
              <a:t></a:t>
            </a:r>
            <a:r>
              <a:rPr sz="2200" spc="-85" dirty="0">
                <a:latin typeface="Times New Roman"/>
                <a:cs typeface="Times New Roman"/>
              </a:rPr>
              <a:t> </a:t>
            </a:r>
            <a:r>
              <a:rPr sz="2200" b="1" spc="-55" dirty="0">
                <a:latin typeface="Cambria"/>
                <a:cs typeface="Cambria"/>
              </a:rPr>
              <a:t>αA’</a:t>
            </a:r>
            <a:r>
              <a:rPr sz="2200" b="1" spc="-20" dirty="0">
                <a:latin typeface="Cambria"/>
                <a:cs typeface="Cambria"/>
              </a:rPr>
              <a:t> </a:t>
            </a:r>
            <a:r>
              <a:rPr sz="2200" b="1" dirty="0">
                <a:latin typeface="Cambria"/>
                <a:cs typeface="Cambria"/>
              </a:rPr>
              <a:t>|</a:t>
            </a:r>
            <a:r>
              <a:rPr sz="2200" b="1" spc="-30" dirty="0">
                <a:latin typeface="Cambria"/>
                <a:cs typeface="Cambria"/>
              </a:rPr>
              <a:t> </a:t>
            </a:r>
            <a:r>
              <a:rPr sz="2200" b="1" spc="-50" dirty="0">
                <a:latin typeface="Cambria"/>
                <a:cs typeface="Cambria"/>
              </a:rPr>
              <a:t>Υ</a:t>
            </a:r>
            <a:endParaRPr sz="2200">
              <a:latin typeface="Cambria"/>
              <a:cs typeface="Cambria"/>
            </a:endParaRPr>
          </a:p>
          <a:p>
            <a:pPr marL="12700" algn="just">
              <a:lnSpc>
                <a:spcPct val="100000"/>
              </a:lnSpc>
              <a:spcBef>
                <a:spcPts val="1205"/>
              </a:spcBef>
            </a:pPr>
            <a:r>
              <a:rPr sz="2200" b="1" spc="-80" dirty="0">
                <a:latin typeface="Cambria"/>
                <a:cs typeface="Cambria"/>
              </a:rPr>
              <a:t>A’</a:t>
            </a:r>
            <a:r>
              <a:rPr sz="2200" spc="-80" dirty="0">
                <a:latin typeface="Wingdings"/>
                <a:cs typeface="Wingdings"/>
              </a:rPr>
              <a:t></a:t>
            </a:r>
            <a:r>
              <a:rPr sz="2200" spc="-65" dirty="0">
                <a:latin typeface="Times New Roman"/>
                <a:cs typeface="Times New Roman"/>
              </a:rPr>
              <a:t> </a:t>
            </a:r>
            <a:r>
              <a:rPr sz="2200" b="1" dirty="0">
                <a:latin typeface="Cambria"/>
                <a:cs typeface="Cambria"/>
              </a:rPr>
              <a:t>β1</a:t>
            </a:r>
            <a:r>
              <a:rPr sz="2200" b="1" spc="-10" dirty="0">
                <a:latin typeface="Cambria"/>
                <a:cs typeface="Cambria"/>
              </a:rPr>
              <a:t> </a:t>
            </a:r>
            <a:r>
              <a:rPr sz="2200" b="1" dirty="0">
                <a:latin typeface="Cambria"/>
                <a:cs typeface="Cambria"/>
              </a:rPr>
              <a:t>|</a:t>
            </a:r>
            <a:r>
              <a:rPr sz="2200" b="1" spc="-10" dirty="0">
                <a:latin typeface="Cambria"/>
                <a:cs typeface="Cambria"/>
              </a:rPr>
              <a:t> </a:t>
            </a:r>
            <a:r>
              <a:rPr sz="2200" b="1" dirty="0">
                <a:latin typeface="Cambria"/>
                <a:cs typeface="Cambria"/>
              </a:rPr>
              <a:t>β2 |……</a:t>
            </a:r>
            <a:r>
              <a:rPr sz="2200" b="1" spc="-5" dirty="0">
                <a:latin typeface="Cambria"/>
                <a:cs typeface="Cambria"/>
              </a:rPr>
              <a:t> </a:t>
            </a:r>
            <a:r>
              <a:rPr sz="2200" b="1" dirty="0">
                <a:latin typeface="Cambria"/>
                <a:cs typeface="Cambria"/>
              </a:rPr>
              <a:t>|</a:t>
            </a:r>
            <a:r>
              <a:rPr sz="2200" b="1" spc="-5" dirty="0">
                <a:latin typeface="Cambria"/>
                <a:cs typeface="Cambria"/>
              </a:rPr>
              <a:t> </a:t>
            </a:r>
            <a:r>
              <a:rPr sz="2200" b="1" spc="-25" dirty="0">
                <a:latin typeface="Cambria"/>
                <a:cs typeface="Cambria"/>
              </a:rPr>
              <a:t>βn</a:t>
            </a:r>
            <a:endParaRPr sz="2200">
              <a:latin typeface="Cambria"/>
              <a:cs typeface="Cambria"/>
            </a:endParaRPr>
          </a:p>
          <a:p>
            <a:pPr marL="12700" marR="5080" algn="just">
              <a:lnSpc>
                <a:spcPct val="100000"/>
              </a:lnSpc>
              <a:spcBef>
                <a:spcPts val="1200"/>
              </a:spcBef>
            </a:pPr>
            <a:r>
              <a:rPr sz="2200" dirty="0">
                <a:latin typeface="Cambria"/>
                <a:cs typeface="Cambria"/>
              </a:rPr>
              <a:t>Here,</a:t>
            </a:r>
            <a:r>
              <a:rPr sz="2200" spc="509" dirty="0">
                <a:latin typeface="Cambria"/>
                <a:cs typeface="Cambria"/>
              </a:rPr>
              <a:t>  </a:t>
            </a:r>
            <a:r>
              <a:rPr sz="2200" dirty="0">
                <a:latin typeface="Cambria"/>
                <a:cs typeface="Cambria"/>
              </a:rPr>
              <a:t>A’</a:t>
            </a:r>
            <a:r>
              <a:rPr sz="2200" spc="515" dirty="0">
                <a:latin typeface="Cambria"/>
                <a:cs typeface="Cambria"/>
              </a:rPr>
              <a:t>  </a:t>
            </a:r>
            <a:r>
              <a:rPr sz="2200" dirty="0">
                <a:latin typeface="Cambria"/>
                <a:cs typeface="Cambria"/>
              </a:rPr>
              <a:t>is</a:t>
            </a:r>
            <a:r>
              <a:rPr sz="2200" spc="515" dirty="0">
                <a:latin typeface="Cambria"/>
                <a:cs typeface="Cambria"/>
              </a:rPr>
              <a:t>  </a:t>
            </a:r>
            <a:r>
              <a:rPr sz="2200" dirty="0">
                <a:latin typeface="Cambria"/>
                <a:cs typeface="Cambria"/>
              </a:rPr>
              <a:t>new</a:t>
            </a:r>
            <a:r>
              <a:rPr sz="2200" spc="515" dirty="0">
                <a:latin typeface="Cambria"/>
                <a:cs typeface="Cambria"/>
              </a:rPr>
              <a:t>  </a:t>
            </a:r>
            <a:r>
              <a:rPr sz="2200" dirty="0">
                <a:latin typeface="Cambria"/>
                <a:cs typeface="Cambria"/>
              </a:rPr>
              <a:t>non</a:t>
            </a:r>
            <a:r>
              <a:rPr sz="2200" spc="515" dirty="0">
                <a:latin typeface="Cambria"/>
                <a:cs typeface="Cambria"/>
              </a:rPr>
              <a:t>  </a:t>
            </a:r>
            <a:r>
              <a:rPr sz="2200" dirty="0">
                <a:latin typeface="Cambria"/>
                <a:cs typeface="Cambria"/>
              </a:rPr>
              <a:t>terminal,</a:t>
            </a:r>
            <a:r>
              <a:rPr sz="2200" spc="515" dirty="0">
                <a:latin typeface="Cambria"/>
                <a:cs typeface="Cambria"/>
              </a:rPr>
              <a:t>  </a:t>
            </a:r>
            <a:r>
              <a:rPr sz="2200" dirty="0">
                <a:latin typeface="Cambria"/>
                <a:cs typeface="Cambria"/>
              </a:rPr>
              <a:t>repeatedly</a:t>
            </a:r>
            <a:r>
              <a:rPr sz="2200" spc="520" dirty="0">
                <a:latin typeface="Cambria"/>
                <a:cs typeface="Cambria"/>
              </a:rPr>
              <a:t>  </a:t>
            </a:r>
            <a:r>
              <a:rPr sz="2200" dirty="0">
                <a:latin typeface="Cambria"/>
                <a:cs typeface="Cambria"/>
              </a:rPr>
              <a:t>apply</a:t>
            </a:r>
            <a:r>
              <a:rPr sz="2200" spc="520" dirty="0">
                <a:latin typeface="Cambria"/>
                <a:cs typeface="Cambria"/>
              </a:rPr>
              <a:t>  </a:t>
            </a:r>
            <a:r>
              <a:rPr sz="2200" spc="-20" dirty="0">
                <a:latin typeface="Cambria"/>
                <a:cs typeface="Cambria"/>
              </a:rPr>
              <a:t>this </a:t>
            </a:r>
            <a:r>
              <a:rPr sz="2200" dirty="0">
                <a:latin typeface="Cambria"/>
                <a:cs typeface="Cambria"/>
              </a:rPr>
              <a:t>transformation</a:t>
            </a:r>
            <a:r>
              <a:rPr sz="2200" spc="30" dirty="0">
                <a:latin typeface="Cambria"/>
                <a:cs typeface="Cambria"/>
              </a:rPr>
              <a:t>  </a:t>
            </a:r>
            <a:r>
              <a:rPr sz="2200" dirty="0">
                <a:latin typeface="Cambria"/>
                <a:cs typeface="Cambria"/>
              </a:rPr>
              <a:t>until</a:t>
            </a:r>
            <a:r>
              <a:rPr sz="2200" spc="45" dirty="0">
                <a:latin typeface="Cambria"/>
                <a:cs typeface="Cambria"/>
              </a:rPr>
              <a:t>  </a:t>
            </a:r>
            <a:r>
              <a:rPr sz="2200" dirty="0">
                <a:latin typeface="Cambria"/>
                <a:cs typeface="Cambria"/>
              </a:rPr>
              <a:t>no</a:t>
            </a:r>
            <a:r>
              <a:rPr sz="2200" spc="40" dirty="0">
                <a:latin typeface="Cambria"/>
                <a:cs typeface="Cambria"/>
              </a:rPr>
              <a:t>  </a:t>
            </a:r>
            <a:r>
              <a:rPr sz="2200" dirty="0">
                <a:latin typeface="Cambria"/>
                <a:cs typeface="Cambria"/>
              </a:rPr>
              <a:t>two</a:t>
            </a:r>
            <a:r>
              <a:rPr sz="2200" spc="35" dirty="0">
                <a:latin typeface="Cambria"/>
                <a:cs typeface="Cambria"/>
              </a:rPr>
              <a:t>  </a:t>
            </a:r>
            <a:r>
              <a:rPr sz="2200" dirty="0">
                <a:latin typeface="Cambria"/>
                <a:cs typeface="Cambria"/>
              </a:rPr>
              <a:t>alternatives</a:t>
            </a:r>
            <a:r>
              <a:rPr sz="2200" spc="45" dirty="0">
                <a:latin typeface="Cambria"/>
                <a:cs typeface="Cambria"/>
              </a:rPr>
              <a:t>  </a:t>
            </a:r>
            <a:r>
              <a:rPr sz="2200" dirty="0">
                <a:latin typeface="Cambria"/>
                <a:cs typeface="Cambria"/>
              </a:rPr>
              <a:t>for</a:t>
            </a:r>
            <a:r>
              <a:rPr sz="2200" spc="40" dirty="0">
                <a:latin typeface="Cambria"/>
                <a:cs typeface="Cambria"/>
              </a:rPr>
              <a:t>  </a:t>
            </a:r>
            <a:r>
              <a:rPr sz="2200" dirty="0">
                <a:latin typeface="Cambria"/>
                <a:cs typeface="Cambria"/>
              </a:rPr>
              <a:t>a</a:t>
            </a:r>
            <a:r>
              <a:rPr sz="2200" spc="40" dirty="0">
                <a:latin typeface="Cambria"/>
                <a:cs typeface="Cambria"/>
              </a:rPr>
              <a:t>  </a:t>
            </a:r>
            <a:r>
              <a:rPr sz="2200" spc="-10" dirty="0">
                <a:latin typeface="Cambria"/>
                <a:cs typeface="Cambria"/>
              </a:rPr>
              <a:t>non-terminal have</a:t>
            </a:r>
            <a:r>
              <a:rPr sz="2200" spc="-35" dirty="0">
                <a:latin typeface="Cambria"/>
                <a:cs typeface="Cambria"/>
              </a:rPr>
              <a:t> </a:t>
            </a:r>
            <a:r>
              <a:rPr sz="2200" dirty="0">
                <a:latin typeface="Cambria"/>
                <a:cs typeface="Cambria"/>
              </a:rPr>
              <a:t>a</a:t>
            </a:r>
            <a:r>
              <a:rPr sz="2200" spc="-40" dirty="0">
                <a:latin typeface="Cambria"/>
                <a:cs typeface="Cambria"/>
              </a:rPr>
              <a:t> </a:t>
            </a:r>
            <a:r>
              <a:rPr sz="2200" dirty="0">
                <a:latin typeface="Cambria"/>
                <a:cs typeface="Cambria"/>
              </a:rPr>
              <a:t>common</a:t>
            </a:r>
            <a:r>
              <a:rPr sz="2200" spc="-75" dirty="0">
                <a:latin typeface="Cambria"/>
                <a:cs typeface="Cambria"/>
              </a:rPr>
              <a:t> </a:t>
            </a:r>
            <a:r>
              <a:rPr sz="2200" spc="-10" dirty="0">
                <a:latin typeface="Cambria"/>
                <a:cs typeface="Cambria"/>
              </a:rPr>
              <a:t>prefix.</a:t>
            </a:r>
            <a:endParaRPr sz="2200">
              <a:latin typeface="Cambria"/>
              <a:cs typeface="Cambri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1171575">
              <a:lnSpc>
                <a:spcPts val="3890"/>
              </a:lnSpc>
            </a:pPr>
            <a:r>
              <a:rPr sz="3600" b="1" spc="-20" dirty="0">
                <a:solidFill>
                  <a:srgbClr val="FFFFFF"/>
                </a:solidFill>
                <a:latin typeface="Cambria"/>
                <a:cs typeface="Cambria"/>
              </a:rPr>
              <a:t>Left </a:t>
            </a:r>
            <a:r>
              <a:rPr sz="3600" b="1" spc="-90" dirty="0">
                <a:solidFill>
                  <a:srgbClr val="FFFFFF"/>
                </a:solidFill>
                <a:latin typeface="Cambria"/>
                <a:cs typeface="Cambria"/>
              </a:rPr>
              <a:t>Factoring</a:t>
            </a:r>
            <a:endParaRPr sz="3600">
              <a:latin typeface="Cambria"/>
              <a:cs typeface="Cambria"/>
            </a:endParaRPr>
          </a:p>
        </p:txBody>
      </p:sp>
      <p:sp>
        <p:nvSpPr>
          <p:cNvPr id="3" name="object 3"/>
          <p:cNvSpPr txBox="1">
            <a:spLocks noGrp="1"/>
          </p:cNvSpPr>
          <p:nvPr>
            <p:ph type="title"/>
          </p:nvPr>
        </p:nvSpPr>
        <p:spPr>
          <a:xfrm>
            <a:off x="3877309" y="1375105"/>
            <a:ext cx="3146425" cy="391795"/>
          </a:xfrm>
          <a:prstGeom prst="rect">
            <a:avLst/>
          </a:prstGeom>
        </p:spPr>
        <p:txBody>
          <a:bodyPr vert="horz" wrap="square" lIns="0" tIns="12700" rIns="0" bIns="0" rtlCol="0">
            <a:spAutoFit/>
          </a:bodyPr>
          <a:lstStyle/>
          <a:p>
            <a:pPr marL="38100">
              <a:lnSpc>
                <a:spcPct val="100000"/>
              </a:lnSpc>
              <a:spcBef>
                <a:spcPts val="100"/>
              </a:spcBef>
            </a:pPr>
            <a:r>
              <a:rPr dirty="0"/>
              <a:t>A</a:t>
            </a:r>
            <a:r>
              <a:rPr spc="-15" dirty="0"/>
              <a:t> </a:t>
            </a:r>
            <a:r>
              <a:rPr dirty="0">
                <a:latin typeface="Symbol"/>
                <a:cs typeface="Symbol"/>
              </a:rPr>
              <a:t></a:t>
            </a:r>
            <a:r>
              <a:rPr spc="-105" dirty="0">
                <a:latin typeface="Times New Roman"/>
                <a:cs typeface="Times New Roman"/>
              </a:rPr>
              <a:t> </a:t>
            </a:r>
            <a:r>
              <a:rPr dirty="0">
                <a:latin typeface="Symbol"/>
                <a:cs typeface="Symbol"/>
              </a:rPr>
              <a:t></a:t>
            </a:r>
            <a:r>
              <a:rPr sz="2400" baseline="-20833" dirty="0"/>
              <a:t>1</a:t>
            </a:r>
            <a:r>
              <a:rPr sz="2400" spc="-22" baseline="-20833" dirty="0"/>
              <a:t> </a:t>
            </a:r>
            <a:r>
              <a:rPr sz="2400" dirty="0"/>
              <a:t>|</a:t>
            </a:r>
            <a:r>
              <a:rPr sz="2400" spc="-15" dirty="0"/>
              <a:t> </a:t>
            </a:r>
            <a:r>
              <a:rPr sz="2400" dirty="0">
                <a:latin typeface="Symbol"/>
                <a:cs typeface="Symbol"/>
              </a:rPr>
              <a:t></a:t>
            </a:r>
            <a:r>
              <a:rPr sz="2400" baseline="-20833" dirty="0"/>
              <a:t>2</a:t>
            </a:r>
            <a:r>
              <a:rPr sz="2400" spc="-22" baseline="-20833" dirty="0"/>
              <a:t> </a:t>
            </a:r>
            <a:r>
              <a:rPr sz="2400" dirty="0"/>
              <a:t>|...|</a:t>
            </a:r>
            <a:r>
              <a:rPr sz="2400" spc="-30" dirty="0"/>
              <a:t> </a:t>
            </a:r>
            <a:r>
              <a:rPr sz="2400" dirty="0">
                <a:latin typeface="Symbol"/>
                <a:cs typeface="Symbol"/>
              </a:rPr>
              <a:t></a:t>
            </a:r>
            <a:r>
              <a:rPr sz="2400" baseline="-20833" dirty="0"/>
              <a:t>n</a:t>
            </a:r>
            <a:r>
              <a:rPr sz="2400" spc="-30" baseline="-20833" dirty="0"/>
              <a:t> </a:t>
            </a:r>
            <a:r>
              <a:rPr sz="2400" dirty="0"/>
              <a:t>|</a:t>
            </a:r>
            <a:r>
              <a:rPr sz="2400" spc="-15" dirty="0"/>
              <a:t> </a:t>
            </a:r>
            <a:r>
              <a:rPr sz="2400" spc="-50" dirty="0">
                <a:latin typeface="Symbol"/>
                <a:cs typeface="Symbol"/>
              </a:rPr>
              <a:t></a:t>
            </a:r>
            <a:endParaRPr sz="2400">
              <a:latin typeface="Symbol"/>
              <a:cs typeface="Symbol"/>
            </a:endParaRPr>
          </a:p>
        </p:txBody>
      </p:sp>
      <p:sp>
        <p:nvSpPr>
          <p:cNvPr id="4" name="object 4"/>
          <p:cNvSpPr txBox="1"/>
          <p:nvPr/>
        </p:nvSpPr>
        <p:spPr>
          <a:xfrm>
            <a:off x="4085590" y="2338832"/>
            <a:ext cx="1169670" cy="391160"/>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mbria"/>
                <a:cs typeface="Cambria"/>
              </a:rPr>
              <a:t>becomes</a:t>
            </a:r>
            <a:endParaRPr sz="2400">
              <a:latin typeface="Cambria"/>
              <a:cs typeface="Cambria"/>
            </a:endParaRPr>
          </a:p>
        </p:txBody>
      </p:sp>
      <p:sp>
        <p:nvSpPr>
          <p:cNvPr id="5" name="object 5"/>
          <p:cNvSpPr txBox="1"/>
          <p:nvPr/>
        </p:nvSpPr>
        <p:spPr>
          <a:xfrm>
            <a:off x="4405629" y="3187953"/>
            <a:ext cx="147447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A</a:t>
            </a:r>
            <a:r>
              <a:rPr sz="2400" spc="-25" dirty="0">
                <a:latin typeface="Cambria"/>
                <a:cs typeface="Cambria"/>
              </a:rPr>
              <a:t> </a:t>
            </a:r>
            <a:r>
              <a:rPr sz="2400" dirty="0">
                <a:latin typeface="Symbol"/>
                <a:cs typeface="Symbol"/>
              </a:rPr>
              <a:t></a:t>
            </a:r>
            <a:r>
              <a:rPr sz="2400" spc="-110" dirty="0">
                <a:latin typeface="Times New Roman"/>
                <a:cs typeface="Times New Roman"/>
              </a:rPr>
              <a:t> </a:t>
            </a:r>
            <a:r>
              <a:rPr sz="2400" dirty="0">
                <a:latin typeface="Symbol"/>
                <a:cs typeface="Symbol"/>
              </a:rPr>
              <a:t></a:t>
            </a:r>
            <a:r>
              <a:rPr sz="2400" spc="-100" dirty="0">
                <a:latin typeface="Times New Roman"/>
                <a:cs typeface="Times New Roman"/>
              </a:rPr>
              <a:t> </a:t>
            </a:r>
            <a:r>
              <a:rPr sz="2400" spc="-60" dirty="0">
                <a:latin typeface="Cambria"/>
                <a:cs typeface="Cambria"/>
              </a:rPr>
              <a:t>A”|</a:t>
            </a:r>
            <a:r>
              <a:rPr sz="2400" spc="-15" dirty="0">
                <a:latin typeface="Cambria"/>
                <a:cs typeface="Cambria"/>
              </a:rPr>
              <a:t> </a:t>
            </a:r>
            <a:r>
              <a:rPr sz="2400" spc="-50" dirty="0">
                <a:latin typeface="Symbol"/>
                <a:cs typeface="Symbol"/>
              </a:rPr>
              <a:t></a:t>
            </a:r>
            <a:endParaRPr sz="2400">
              <a:latin typeface="Symbol"/>
              <a:cs typeface="Symbol"/>
            </a:endParaRPr>
          </a:p>
        </p:txBody>
      </p:sp>
      <p:sp>
        <p:nvSpPr>
          <p:cNvPr id="6" name="object 6"/>
          <p:cNvSpPr txBox="1"/>
          <p:nvPr/>
        </p:nvSpPr>
        <p:spPr>
          <a:xfrm>
            <a:off x="4380229" y="3593338"/>
            <a:ext cx="2211705" cy="391160"/>
          </a:xfrm>
          <a:prstGeom prst="rect">
            <a:avLst/>
          </a:prstGeom>
        </p:spPr>
        <p:txBody>
          <a:bodyPr vert="horz" wrap="square" lIns="0" tIns="12700" rIns="0" bIns="0" rtlCol="0">
            <a:spAutoFit/>
          </a:bodyPr>
          <a:lstStyle/>
          <a:p>
            <a:pPr marL="38100">
              <a:lnSpc>
                <a:spcPct val="100000"/>
              </a:lnSpc>
              <a:spcBef>
                <a:spcPts val="100"/>
              </a:spcBef>
            </a:pPr>
            <a:r>
              <a:rPr sz="2400" spc="-114" dirty="0">
                <a:latin typeface="Cambria"/>
                <a:cs typeface="Cambria"/>
              </a:rPr>
              <a:t>A”</a:t>
            </a:r>
            <a:r>
              <a:rPr sz="2400" spc="-20" dirty="0">
                <a:latin typeface="Cambria"/>
                <a:cs typeface="Cambria"/>
              </a:rPr>
              <a:t> </a:t>
            </a:r>
            <a:r>
              <a:rPr sz="2400" dirty="0">
                <a:latin typeface="Symbol"/>
                <a:cs typeface="Symbol"/>
              </a:rPr>
              <a:t></a:t>
            </a:r>
            <a:r>
              <a:rPr sz="2400" spc="-85" dirty="0">
                <a:latin typeface="Times New Roman"/>
                <a:cs typeface="Times New Roman"/>
              </a:rPr>
              <a:t> </a:t>
            </a:r>
            <a:r>
              <a:rPr sz="2400" dirty="0">
                <a:latin typeface="Symbol"/>
                <a:cs typeface="Symbol"/>
              </a:rPr>
              <a:t></a:t>
            </a:r>
            <a:r>
              <a:rPr sz="2400" baseline="-20833" dirty="0">
                <a:latin typeface="Cambria"/>
                <a:cs typeface="Cambria"/>
              </a:rPr>
              <a:t>1</a:t>
            </a:r>
            <a:r>
              <a:rPr sz="2400" spc="-30" baseline="-20833" dirty="0">
                <a:latin typeface="Cambria"/>
                <a:cs typeface="Cambria"/>
              </a:rPr>
              <a:t> </a:t>
            </a:r>
            <a:r>
              <a:rPr sz="2400" dirty="0">
                <a:latin typeface="Cambria"/>
                <a:cs typeface="Cambria"/>
              </a:rPr>
              <a:t>|</a:t>
            </a:r>
            <a:r>
              <a:rPr sz="2400" spc="-15" dirty="0">
                <a:latin typeface="Cambria"/>
                <a:cs typeface="Cambria"/>
              </a:rPr>
              <a:t> </a:t>
            </a:r>
            <a:r>
              <a:rPr sz="2400" dirty="0">
                <a:latin typeface="Symbol"/>
                <a:cs typeface="Symbol"/>
              </a:rPr>
              <a:t></a:t>
            </a:r>
            <a:r>
              <a:rPr sz="2400" baseline="-20833" dirty="0">
                <a:latin typeface="Cambria"/>
                <a:cs typeface="Cambria"/>
              </a:rPr>
              <a:t>2</a:t>
            </a:r>
            <a:r>
              <a:rPr sz="2400" spc="-15" baseline="-20833" dirty="0">
                <a:latin typeface="Cambria"/>
                <a:cs typeface="Cambria"/>
              </a:rPr>
              <a:t> </a:t>
            </a:r>
            <a:r>
              <a:rPr sz="2400" dirty="0">
                <a:latin typeface="Cambria"/>
                <a:cs typeface="Cambria"/>
              </a:rPr>
              <a:t>|...|</a:t>
            </a:r>
            <a:r>
              <a:rPr sz="2400" spc="-20" dirty="0">
                <a:latin typeface="Cambria"/>
                <a:cs typeface="Cambria"/>
              </a:rPr>
              <a:t> </a:t>
            </a:r>
            <a:r>
              <a:rPr sz="2400" spc="-50" dirty="0">
                <a:latin typeface="Symbol"/>
                <a:cs typeface="Symbol"/>
              </a:rPr>
              <a:t></a:t>
            </a:r>
            <a:endParaRPr sz="2400">
              <a:latin typeface="Symbol"/>
              <a:cs typeface="Symbol"/>
            </a:endParaRPr>
          </a:p>
        </p:txBody>
      </p:sp>
      <p:sp>
        <p:nvSpPr>
          <p:cNvPr id="7" name="object 7"/>
          <p:cNvSpPr txBox="1"/>
          <p:nvPr/>
        </p:nvSpPr>
        <p:spPr>
          <a:xfrm>
            <a:off x="6541134" y="3770122"/>
            <a:ext cx="139065" cy="269240"/>
          </a:xfrm>
          <a:prstGeom prst="rect">
            <a:avLst/>
          </a:prstGeom>
        </p:spPr>
        <p:txBody>
          <a:bodyPr vert="horz" wrap="square" lIns="0" tIns="12065" rIns="0" bIns="0" rtlCol="0">
            <a:spAutoFit/>
          </a:bodyPr>
          <a:lstStyle/>
          <a:p>
            <a:pPr marL="12700">
              <a:lnSpc>
                <a:spcPct val="100000"/>
              </a:lnSpc>
              <a:spcBef>
                <a:spcPts val="95"/>
              </a:spcBef>
            </a:pPr>
            <a:r>
              <a:rPr sz="1600" spc="-50" dirty="0">
                <a:latin typeface="Cambria"/>
                <a:cs typeface="Cambria"/>
              </a:rPr>
              <a:t>n</a:t>
            </a:r>
            <a:endParaRPr sz="1600">
              <a:latin typeface="Cambria"/>
              <a:cs typeface="Cambri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10" dirty="0">
                <a:solidFill>
                  <a:srgbClr val="FFFFFF"/>
                </a:solidFill>
                <a:latin typeface="Cambria"/>
                <a:cs typeface="Cambria"/>
              </a:rPr>
              <a:t>Example</a:t>
            </a:r>
            <a:endParaRPr sz="3600">
              <a:latin typeface="Cambria"/>
              <a:cs typeface="Cambria"/>
            </a:endParaRPr>
          </a:p>
        </p:txBody>
      </p:sp>
      <p:sp>
        <p:nvSpPr>
          <p:cNvPr id="3" name="object 3"/>
          <p:cNvSpPr txBox="1">
            <a:spLocks noGrp="1"/>
          </p:cNvSpPr>
          <p:nvPr>
            <p:ph type="title"/>
          </p:nvPr>
        </p:nvSpPr>
        <p:spPr>
          <a:xfrm>
            <a:off x="3902709" y="55030"/>
            <a:ext cx="1597660" cy="988694"/>
          </a:xfrm>
          <a:prstGeom prst="rect">
            <a:avLst/>
          </a:prstGeom>
        </p:spPr>
        <p:txBody>
          <a:bodyPr vert="horz" wrap="square" lIns="0" tIns="12065" rIns="0" bIns="0" rtlCol="0">
            <a:spAutoFit/>
          </a:bodyPr>
          <a:lstStyle/>
          <a:p>
            <a:pPr marL="12700" marR="5080">
              <a:lnSpc>
                <a:spcPct val="131700"/>
              </a:lnSpc>
              <a:spcBef>
                <a:spcPts val="95"/>
              </a:spcBef>
            </a:pPr>
            <a:r>
              <a:rPr b="1" dirty="0">
                <a:latin typeface="Cambria"/>
                <a:cs typeface="Cambria"/>
              </a:rPr>
              <a:t>E</a:t>
            </a:r>
            <a:r>
              <a:rPr b="1" spc="-30" dirty="0">
                <a:latin typeface="Cambria"/>
                <a:cs typeface="Cambria"/>
              </a:rPr>
              <a:t> </a:t>
            </a:r>
            <a:r>
              <a:rPr b="1" spc="-20" dirty="0">
                <a:latin typeface="Cambria"/>
                <a:cs typeface="Cambria"/>
              </a:rPr>
              <a:t>-</a:t>
            </a:r>
            <a:r>
              <a:rPr b="1" dirty="0">
                <a:latin typeface="Cambria"/>
                <a:cs typeface="Cambria"/>
              </a:rPr>
              <a:t>&gt;</a:t>
            </a:r>
            <a:r>
              <a:rPr b="1" spc="-5" dirty="0">
                <a:latin typeface="Cambria"/>
                <a:cs typeface="Cambria"/>
              </a:rPr>
              <a:t> </a:t>
            </a:r>
            <a:r>
              <a:rPr b="1" dirty="0">
                <a:latin typeface="Cambria"/>
                <a:cs typeface="Cambria"/>
              </a:rPr>
              <a:t>T+E</a:t>
            </a:r>
            <a:r>
              <a:rPr b="1" spc="-15" dirty="0">
                <a:latin typeface="Cambria"/>
                <a:cs typeface="Cambria"/>
              </a:rPr>
              <a:t> </a:t>
            </a:r>
            <a:r>
              <a:rPr b="1" dirty="0">
                <a:latin typeface="Cambria"/>
                <a:cs typeface="Cambria"/>
              </a:rPr>
              <a:t>|</a:t>
            </a:r>
            <a:r>
              <a:rPr b="1" spc="-25" dirty="0">
                <a:latin typeface="Cambria"/>
                <a:cs typeface="Cambria"/>
              </a:rPr>
              <a:t> </a:t>
            </a:r>
            <a:r>
              <a:rPr b="1" spc="-50" dirty="0">
                <a:latin typeface="Cambria"/>
                <a:cs typeface="Cambria"/>
              </a:rPr>
              <a:t>T </a:t>
            </a:r>
            <a:r>
              <a:rPr b="1" dirty="0">
                <a:latin typeface="Cambria"/>
                <a:cs typeface="Cambria"/>
              </a:rPr>
              <a:t>T</a:t>
            </a:r>
            <a:r>
              <a:rPr b="1" spc="-20" dirty="0">
                <a:latin typeface="Cambria"/>
                <a:cs typeface="Cambria"/>
              </a:rPr>
              <a:t> </a:t>
            </a:r>
            <a:r>
              <a:rPr b="1" spc="-25" dirty="0">
                <a:latin typeface="Cambria"/>
                <a:cs typeface="Cambria"/>
              </a:rPr>
              <a:t>-</a:t>
            </a:r>
            <a:r>
              <a:rPr b="1" dirty="0">
                <a:latin typeface="Cambria"/>
                <a:cs typeface="Cambria"/>
              </a:rPr>
              <a:t>&gt;</a:t>
            </a:r>
            <a:r>
              <a:rPr b="1" spc="-20" dirty="0">
                <a:latin typeface="Cambria"/>
                <a:cs typeface="Cambria"/>
              </a:rPr>
              <a:t> </a:t>
            </a:r>
            <a:r>
              <a:rPr b="1" dirty="0">
                <a:latin typeface="Cambria"/>
                <a:cs typeface="Cambria"/>
              </a:rPr>
              <a:t>V*T</a:t>
            </a:r>
            <a:r>
              <a:rPr b="1" spc="-25" dirty="0">
                <a:latin typeface="Cambria"/>
                <a:cs typeface="Cambria"/>
              </a:rPr>
              <a:t> </a:t>
            </a:r>
            <a:r>
              <a:rPr b="1" dirty="0">
                <a:latin typeface="Cambria"/>
                <a:cs typeface="Cambria"/>
              </a:rPr>
              <a:t>|</a:t>
            </a:r>
            <a:r>
              <a:rPr b="1" spc="-20" dirty="0">
                <a:latin typeface="Cambria"/>
                <a:cs typeface="Cambria"/>
              </a:rPr>
              <a:t> </a:t>
            </a:r>
            <a:r>
              <a:rPr b="1" spc="-50" dirty="0">
                <a:latin typeface="Cambria"/>
                <a:cs typeface="Cambria"/>
              </a:rPr>
              <a:t>V</a:t>
            </a:r>
          </a:p>
        </p:txBody>
      </p:sp>
      <p:sp>
        <p:nvSpPr>
          <p:cNvPr id="4" name="object 4"/>
          <p:cNvSpPr txBox="1"/>
          <p:nvPr/>
        </p:nvSpPr>
        <p:spPr>
          <a:xfrm>
            <a:off x="3902709" y="1018159"/>
            <a:ext cx="1406525" cy="3319779"/>
          </a:xfrm>
          <a:prstGeom prst="rect">
            <a:avLst/>
          </a:prstGeom>
        </p:spPr>
        <p:txBody>
          <a:bodyPr vert="horz" wrap="square" lIns="0" tIns="128270" rIns="0" bIns="0" rtlCol="0">
            <a:spAutoFit/>
          </a:bodyPr>
          <a:lstStyle/>
          <a:p>
            <a:pPr marL="12700">
              <a:lnSpc>
                <a:spcPct val="100000"/>
              </a:lnSpc>
              <a:spcBef>
                <a:spcPts val="1010"/>
              </a:spcBef>
            </a:pPr>
            <a:r>
              <a:rPr sz="2400" b="1" spc="-20" dirty="0">
                <a:latin typeface="Cambria"/>
                <a:cs typeface="Cambria"/>
              </a:rPr>
              <a:t>V-</a:t>
            </a:r>
            <a:r>
              <a:rPr sz="2400" b="1" dirty="0">
                <a:latin typeface="Cambria"/>
                <a:cs typeface="Cambria"/>
              </a:rPr>
              <a:t>&gt; </a:t>
            </a:r>
            <a:r>
              <a:rPr sz="2400" b="1" spc="-35" dirty="0">
                <a:latin typeface="Cambria"/>
                <a:cs typeface="Cambria"/>
              </a:rPr>
              <a:t>id</a:t>
            </a:r>
            <a:endParaRPr sz="2400">
              <a:latin typeface="Cambria"/>
              <a:cs typeface="Cambria"/>
            </a:endParaRPr>
          </a:p>
          <a:p>
            <a:pPr marL="12700" marR="422909">
              <a:lnSpc>
                <a:spcPct val="131300"/>
              </a:lnSpc>
              <a:spcBef>
                <a:spcPts val="10"/>
              </a:spcBef>
            </a:pPr>
            <a:r>
              <a:rPr sz="2400" spc="-20" dirty="0">
                <a:latin typeface="Cambria"/>
                <a:cs typeface="Cambria"/>
              </a:rPr>
              <a:t>Ans. </a:t>
            </a:r>
            <a:r>
              <a:rPr sz="2400" dirty="0">
                <a:latin typeface="Cambria"/>
                <a:cs typeface="Cambria"/>
              </a:rPr>
              <a:t>E</a:t>
            </a:r>
            <a:r>
              <a:rPr sz="2400" dirty="0">
                <a:latin typeface="Wingdings"/>
                <a:cs typeface="Wingdings"/>
              </a:rPr>
              <a:t></a:t>
            </a:r>
            <a:r>
              <a:rPr sz="2400" spc="-90" dirty="0">
                <a:latin typeface="Times New Roman"/>
                <a:cs typeface="Times New Roman"/>
              </a:rPr>
              <a:t> </a:t>
            </a:r>
            <a:r>
              <a:rPr sz="2400" spc="-25" dirty="0">
                <a:latin typeface="Cambria"/>
                <a:cs typeface="Cambria"/>
              </a:rPr>
              <a:t>TE’</a:t>
            </a:r>
            <a:endParaRPr sz="2400">
              <a:latin typeface="Cambria"/>
              <a:cs typeface="Cambria"/>
            </a:endParaRPr>
          </a:p>
          <a:p>
            <a:pPr marL="12700">
              <a:lnSpc>
                <a:spcPct val="100000"/>
              </a:lnSpc>
              <a:spcBef>
                <a:spcPts val="25"/>
              </a:spcBef>
            </a:pPr>
            <a:r>
              <a:rPr sz="2400" dirty="0">
                <a:latin typeface="Cambria"/>
                <a:cs typeface="Cambria"/>
              </a:rPr>
              <a:t>E’</a:t>
            </a:r>
            <a:r>
              <a:rPr sz="2400" spc="-25" dirty="0">
                <a:latin typeface="Cambria"/>
                <a:cs typeface="Cambria"/>
              </a:rPr>
              <a:t> </a:t>
            </a:r>
            <a:r>
              <a:rPr sz="2400" dirty="0">
                <a:latin typeface="Wingdings"/>
                <a:cs typeface="Wingdings"/>
              </a:rPr>
              <a:t></a:t>
            </a:r>
            <a:r>
              <a:rPr sz="2400" spc="-80" dirty="0">
                <a:latin typeface="Times New Roman"/>
                <a:cs typeface="Times New Roman"/>
              </a:rPr>
              <a:t> </a:t>
            </a:r>
            <a:r>
              <a:rPr sz="2400" dirty="0">
                <a:latin typeface="Cambria"/>
                <a:cs typeface="Cambria"/>
              </a:rPr>
              <a:t>+E</a:t>
            </a:r>
            <a:r>
              <a:rPr sz="2400" spc="-30" dirty="0">
                <a:latin typeface="Cambria"/>
                <a:cs typeface="Cambria"/>
              </a:rPr>
              <a:t> </a:t>
            </a:r>
            <a:r>
              <a:rPr sz="2400" dirty="0">
                <a:latin typeface="Cambria"/>
                <a:cs typeface="Cambria"/>
              </a:rPr>
              <a:t>|</a:t>
            </a:r>
            <a:r>
              <a:rPr sz="2400" spc="5" dirty="0">
                <a:latin typeface="Cambria"/>
                <a:cs typeface="Cambria"/>
              </a:rPr>
              <a:t> </a:t>
            </a:r>
            <a:r>
              <a:rPr sz="2400" spc="-50" dirty="0">
                <a:latin typeface="Symbol"/>
                <a:cs typeface="Symbol"/>
              </a:rPr>
              <a:t></a:t>
            </a:r>
            <a:endParaRPr sz="2400">
              <a:latin typeface="Symbol"/>
              <a:cs typeface="Symbol"/>
            </a:endParaRPr>
          </a:p>
          <a:p>
            <a:pPr marL="12700">
              <a:lnSpc>
                <a:spcPct val="100000"/>
              </a:lnSpc>
              <a:spcBef>
                <a:spcPts val="1200"/>
              </a:spcBef>
            </a:pPr>
            <a:r>
              <a:rPr sz="2400" dirty="0">
                <a:latin typeface="Cambria"/>
                <a:cs typeface="Cambria"/>
              </a:rPr>
              <a:t>T</a:t>
            </a:r>
            <a:r>
              <a:rPr sz="2400" dirty="0">
                <a:latin typeface="Wingdings"/>
                <a:cs typeface="Wingdings"/>
              </a:rPr>
              <a:t></a:t>
            </a:r>
            <a:r>
              <a:rPr sz="2400" spc="-95" dirty="0">
                <a:latin typeface="Times New Roman"/>
                <a:cs typeface="Times New Roman"/>
              </a:rPr>
              <a:t> </a:t>
            </a:r>
            <a:r>
              <a:rPr sz="2400" spc="-25" dirty="0">
                <a:latin typeface="Cambria"/>
                <a:cs typeface="Cambria"/>
              </a:rPr>
              <a:t>VT’</a:t>
            </a:r>
            <a:endParaRPr sz="2400">
              <a:latin typeface="Cambria"/>
              <a:cs typeface="Cambria"/>
            </a:endParaRPr>
          </a:p>
          <a:p>
            <a:pPr marL="12700">
              <a:lnSpc>
                <a:spcPct val="100000"/>
              </a:lnSpc>
              <a:spcBef>
                <a:spcPts val="925"/>
              </a:spcBef>
            </a:pPr>
            <a:r>
              <a:rPr sz="2400" dirty="0">
                <a:latin typeface="Cambria"/>
                <a:cs typeface="Cambria"/>
              </a:rPr>
              <a:t>T’</a:t>
            </a:r>
            <a:r>
              <a:rPr sz="2400" spc="-20" dirty="0">
                <a:latin typeface="Cambria"/>
                <a:cs typeface="Cambria"/>
              </a:rPr>
              <a:t> </a:t>
            </a:r>
            <a:r>
              <a:rPr sz="2400" dirty="0">
                <a:latin typeface="Wingdings"/>
                <a:cs typeface="Wingdings"/>
              </a:rPr>
              <a:t></a:t>
            </a:r>
            <a:r>
              <a:rPr sz="2400" spc="-85" dirty="0">
                <a:latin typeface="Times New Roman"/>
                <a:cs typeface="Times New Roman"/>
              </a:rPr>
              <a:t> </a:t>
            </a:r>
            <a:r>
              <a:rPr sz="2400" dirty="0">
                <a:latin typeface="Cambria"/>
                <a:cs typeface="Cambria"/>
              </a:rPr>
              <a:t>*T</a:t>
            </a:r>
            <a:r>
              <a:rPr sz="2400" spc="-10" dirty="0">
                <a:latin typeface="Cambria"/>
                <a:cs typeface="Cambria"/>
              </a:rPr>
              <a:t> </a:t>
            </a:r>
            <a:r>
              <a:rPr sz="2400" dirty="0">
                <a:latin typeface="Cambria"/>
                <a:cs typeface="Cambria"/>
              </a:rPr>
              <a:t>|</a:t>
            </a:r>
            <a:r>
              <a:rPr sz="2400" spc="-15" dirty="0">
                <a:latin typeface="Cambria"/>
                <a:cs typeface="Cambria"/>
              </a:rPr>
              <a:t> </a:t>
            </a:r>
            <a:r>
              <a:rPr sz="2400" spc="-50" dirty="0">
                <a:latin typeface="Symbol"/>
                <a:cs typeface="Symbol"/>
              </a:rPr>
              <a:t></a:t>
            </a:r>
            <a:endParaRPr sz="2400">
              <a:latin typeface="Symbol"/>
              <a:cs typeface="Symbol"/>
            </a:endParaRPr>
          </a:p>
          <a:p>
            <a:pPr marL="12700">
              <a:lnSpc>
                <a:spcPct val="100000"/>
              </a:lnSpc>
              <a:spcBef>
                <a:spcPts val="900"/>
              </a:spcBef>
            </a:pPr>
            <a:r>
              <a:rPr sz="2400" dirty="0">
                <a:latin typeface="Cambria"/>
                <a:cs typeface="Cambria"/>
              </a:rPr>
              <a:t>V</a:t>
            </a:r>
            <a:r>
              <a:rPr sz="2400" spc="-10" dirty="0">
                <a:latin typeface="Cambria"/>
                <a:cs typeface="Cambria"/>
              </a:rPr>
              <a:t> </a:t>
            </a:r>
            <a:r>
              <a:rPr sz="2400" dirty="0">
                <a:latin typeface="Wingdings"/>
                <a:cs typeface="Wingdings"/>
              </a:rPr>
              <a:t></a:t>
            </a:r>
            <a:r>
              <a:rPr sz="2400" spc="-90" dirty="0">
                <a:latin typeface="Times New Roman"/>
                <a:cs typeface="Times New Roman"/>
              </a:rPr>
              <a:t> </a:t>
            </a:r>
            <a:r>
              <a:rPr sz="2400" spc="-25" dirty="0">
                <a:latin typeface="Cambria"/>
                <a:cs typeface="Cambria"/>
              </a:rPr>
              <a:t>id</a:t>
            </a:r>
            <a:endParaRPr sz="2400">
              <a:latin typeface="Cambria"/>
              <a:cs typeface="Cambri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10" dirty="0">
                <a:solidFill>
                  <a:srgbClr val="FFFFFF"/>
                </a:solidFill>
                <a:latin typeface="Cambria"/>
                <a:cs typeface="Cambria"/>
              </a:rPr>
              <a:t>Example</a:t>
            </a:r>
            <a:endParaRPr sz="3600">
              <a:latin typeface="Cambria"/>
              <a:cs typeface="Cambria"/>
            </a:endParaRPr>
          </a:p>
        </p:txBody>
      </p:sp>
      <p:sp>
        <p:nvSpPr>
          <p:cNvPr id="3" name="object 3"/>
          <p:cNvSpPr txBox="1"/>
          <p:nvPr/>
        </p:nvSpPr>
        <p:spPr>
          <a:xfrm>
            <a:off x="3785108" y="703326"/>
            <a:ext cx="2830195" cy="2221865"/>
          </a:xfrm>
          <a:prstGeom prst="rect">
            <a:avLst/>
          </a:prstGeom>
        </p:spPr>
        <p:txBody>
          <a:bodyPr vert="horz" wrap="square" lIns="0" tIns="10795" rIns="0" bIns="0" rtlCol="0">
            <a:spAutoFit/>
          </a:bodyPr>
          <a:lstStyle/>
          <a:p>
            <a:pPr marL="346075" marR="5080" indent="-334010">
              <a:lnSpc>
                <a:spcPct val="100400"/>
              </a:lnSpc>
              <a:spcBef>
                <a:spcPts val="85"/>
              </a:spcBef>
              <a:tabLst>
                <a:tab pos="376555" algn="l"/>
              </a:tabLst>
            </a:pPr>
            <a:r>
              <a:rPr sz="2400" spc="-25" dirty="0">
                <a:latin typeface="Cambria"/>
                <a:cs typeface="Cambria"/>
              </a:rPr>
              <a:t>1.</a:t>
            </a:r>
            <a:r>
              <a:rPr sz="2400" dirty="0">
                <a:latin typeface="Cambria"/>
                <a:cs typeface="Cambria"/>
              </a:rPr>
              <a:t>		S</a:t>
            </a:r>
            <a:r>
              <a:rPr sz="2400" spc="-35" dirty="0">
                <a:latin typeface="Cambria"/>
                <a:cs typeface="Cambria"/>
              </a:rPr>
              <a:t> </a:t>
            </a:r>
            <a:r>
              <a:rPr sz="2400" dirty="0">
                <a:latin typeface="Wingdings"/>
                <a:cs typeface="Wingdings"/>
              </a:rPr>
              <a:t></a:t>
            </a:r>
            <a:r>
              <a:rPr sz="2400" spc="-95" dirty="0">
                <a:latin typeface="Times New Roman"/>
                <a:cs typeface="Times New Roman"/>
              </a:rPr>
              <a:t> </a:t>
            </a:r>
            <a:r>
              <a:rPr sz="2400" dirty="0">
                <a:latin typeface="Cambria"/>
                <a:cs typeface="Cambria"/>
              </a:rPr>
              <a:t>cdLk</a:t>
            </a:r>
            <a:r>
              <a:rPr sz="2400" spc="-15" dirty="0">
                <a:latin typeface="Cambria"/>
                <a:cs typeface="Cambria"/>
              </a:rPr>
              <a:t> </a:t>
            </a:r>
            <a:r>
              <a:rPr sz="2400" dirty="0">
                <a:latin typeface="Cambria"/>
                <a:cs typeface="Cambria"/>
              </a:rPr>
              <a:t>|</a:t>
            </a:r>
            <a:r>
              <a:rPr sz="2400" spc="-25" dirty="0">
                <a:latin typeface="Cambria"/>
                <a:cs typeface="Cambria"/>
              </a:rPr>
              <a:t> </a:t>
            </a:r>
            <a:r>
              <a:rPr sz="2400" dirty="0">
                <a:latin typeface="Cambria"/>
                <a:cs typeface="Cambria"/>
              </a:rPr>
              <a:t>cdk</a:t>
            </a:r>
            <a:r>
              <a:rPr sz="2400" spc="-10" dirty="0">
                <a:latin typeface="Cambria"/>
                <a:cs typeface="Cambria"/>
              </a:rPr>
              <a:t> </a:t>
            </a:r>
            <a:r>
              <a:rPr sz="2400" dirty="0">
                <a:latin typeface="Cambria"/>
                <a:cs typeface="Cambria"/>
              </a:rPr>
              <a:t>|</a:t>
            </a:r>
            <a:r>
              <a:rPr sz="2400" spc="-15" dirty="0">
                <a:latin typeface="Cambria"/>
                <a:cs typeface="Cambria"/>
              </a:rPr>
              <a:t> </a:t>
            </a:r>
            <a:r>
              <a:rPr sz="2400" spc="-25" dirty="0">
                <a:latin typeface="Cambria"/>
                <a:cs typeface="Cambria"/>
              </a:rPr>
              <a:t>cd </a:t>
            </a:r>
            <a:r>
              <a:rPr sz="2400" dirty="0">
                <a:latin typeface="Cambria"/>
                <a:cs typeface="Cambria"/>
              </a:rPr>
              <a:t>L</a:t>
            </a:r>
            <a:r>
              <a:rPr sz="2400" dirty="0">
                <a:latin typeface="Wingdings"/>
                <a:cs typeface="Wingdings"/>
              </a:rPr>
              <a:t></a:t>
            </a:r>
            <a:r>
              <a:rPr sz="2400" spc="-95" dirty="0">
                <a:latin typeface="Times New Roman"/>
                <a:cs typeface="Times New Roman"/>
              </a:rPr>
              <a:t> </a:t>
            </a:r>
            <a:r>
              <a:rPr sz="2400" dirty="0">
                <a:latin typeface="Cambria"/>
                <a:cs typeface="Cambria"/>
              </a:rPr>
              <a:t>mn</a:t>
            </a:r>
            <a:r>
              <a:rPr sz="2400" spc="-30" dirty="0">
                <a:latin typeface="Cambria"/>
                <a:cs typeface="Cambria"/>
              </a:rPr>
              <a:t> </a:t>
            </a:r>
            <a:r>
              <a:rPr sz="2400" dirty="0">
                <a:latin typeface="Cambria"/>
                <a:cs typeface="Cambria"/>
              </a:rPr>
              <a:t>|</a:t>
            </a:r>
            <a:r>
              <a:rPr sz="2400" spc="-10" dirty="0">
                <a:latin typeface="Cambria"/>
                <a:cs typeface="Cambria"/>
              </a:rPr>
              <a:t> </a:t>
            </a:r>
            <a:r>
              <a:rPr sz="2400" spc="-60" dirty="0">
                <a:latin typeface="Symbol"/>
                <a:cs typeface="Symbol"/>
              </a:rPr>
              <a:t></a:t>
            </a:r>
            <a:endParaRPr sz="2400">
              <a:latin typeface="Symbol"/>
              <a:cs typeface="Symbol"/>
            </a:endParaRPr>
          </a:p>
          <a:p>
            <a:pPr marL="12700">
              <a:lnSpc>
                <a:spcPts val="2875"/>
              </a:lnSpc>
              <a:spcBef>
                <a:spcPts val="5"/>
              </a:spcBef>
            </a:pPr>
            <a:r>
              <a:rPr sz="2400" spc="-20" dirty="0">
                <a:latin typeface="Cambria"/>
                <a:cs typeface="Cambria"/>
              </a:rPr>
              <a:t>Ans.</a:t>
            </a:r>
            <a:endParaRPr sz="2400">
              <a:latin typeface="Cambria"/>
              <a:cs typeface="Cambria"/>
            </a:endParaRPr>
          </a:p>
          <a:p>
            <a:pPr marL="346075">
              <a:lnSpc>
                <a:spcPts val="2875"/>
              </a:lnSpc>
            </a:pPr>
            <a:r>
              <a:rPr sz="2400" dirty="0">
                <a:latin typeface="Cambria"/>
                <a:cs typeface="Cambria"/>
              </a:rPr>
              <a:t>S</a:t>
            </a:r>
            <a:r>
              <a:rPr sz="2400" dirty="0">
                <a:latin typeface="Wingdings"/>
                <a:cs typeface="Wingdings"/>
              </a:rPr>
              <a:t></a:t>
            </a:r>
            <a:r>
              <a:rPr sz="2400" spc="-90" dirty="0">
                <a:latin typeface="Times New Roman"/>
                <a:cs typeface="Times New Roman"/>
              </a:rPr>
              <a:t> </a:t>
            </a:r>
            <a:r>
              <a:rPr sz="2400" spc="-20" dirty="0">
                <a:latin typeface="Cambria"/>
                <a:cs typeface="Cambria"/>
              </a:rPr>
              <a:t>cdS’</a:t>
            </a:r>
            <a:endParaRPr sz="2400">
              <a:latin typeface="Cambria"/>
              <a:cs typeface="Cambria"/>
            </a:endParaRPr>
          </a:p>
          <a:p>
            <a:pPr marL="346075">
              <a:lnSpc>
                <a:spcPct val="100000"/>
              </a:lnSpc>
              <a:spcBef>
                <a:spcPts val="10"/>
              </a:spcBef>
            </a:pPr>
            <a:r>
              <a:rPr sz="2400" dirty="0">
                <a:latin typeface="Cambria"/>
                <a:cs typeface="Cambria"/>
              </a:rPr>
              <a:t>S’</a:t>
            </a:r>
            <a:r>
              <a:rPr sz="2400" spc="-35" dirty="0">
                <a:latin typeface="Cambria"/>
                <a:cs typeface="Cambria"/>
              </a:rPr>
              <a:t> </a:t>
            </a:r>
            <a:r>
              <a:rPr sz="2400" dirty="0">
                <a:latin typeface="Wingdings"/>
                <a:cs typeface="Wingdings"/>
              </a:rPr>
              <a:t></a:t>
            </a:r>
            <a:r>
              <a:rPr sz="2400" spc="-85" dirty="0">
                <a:latin typeface="Times New Roman"/>
                <a:cs typeface="Times New Roman"/>
              </a:rPr>
              <a:t> </a:t>
            </a:r>
            <a:r>
              <a:rPr sz="2400" dirty="0">
                <a:latin typeface="Cambria"/>
                <a:cs typeface="Cambria"/>
              </a:rPr>
              <a:t>Lk</a:t>
            </a:r>
            <a:r>
              <a:rPr sz="2400" spc="-10" dirty="0">
                <a:latin typeface="Cambria"/>
                <a:cs typeface="Cambria"/>
              </a:rPr>
              <a:t> </a:t>
            </a:r>
            <a:r>
              <a:rPr sz="2400" dirty="0">
                <a:latin typeface="Cambria"/>
                <a:cs typeface="Cambria"/>
              </a:rPr>
              <a:t>|</a:t>
            </a:r>
            <a:r>
              <a:rPr sz="2400" spc="-20" dirty="0">
                <a:latin typeface="Cambria"/>
                <a:cs typeface="Cambria"/>
              </a:rPr>
              <a:t> </a:t>
            </a:r>
            <a:r>
              <a:rPr sz="2400" dirty="0">
                <a:latin typeface="Cambria"/>
                <a:cs typeface="Cambria"/>
              </a:rPr>
              <a:t>k</a:t>
            </a:r>
            <a:r>
              <a:rPr sz="2400" spc="-15" dirty="0">
                <a:latin typeface="Cambria"/>
                <a:cs typeface="Cambria"/>
              </a:rPr>
              <a:t> </a:t>
            </a:r>
            <a:r>
              <a:rPr sz="2400" dirty="0">
                <a:latin typeface="Cambria"/>
                <a:cs typeface="Cambria"/>
              </a:rPr>
              <a:t>| </a:t>
            </a:r>
            <a:r>
              <a:rPr sz="2400" spc="-60" dirty="0">
                <a:latin typeface="Symbol"/>
                <a:cs typeface="Symbol"/>
              </a:rPr>
              <a:t></a:t>
            </a:r>
            <a:endParaRPr sz="2400">
              <a:latin typeface="Symbol"/>
              <a:cs typeface="Symbol"/>
            </a:endParaRPr>
          </a:p>
          <a:p>
            <a:pPr marL="346075">
              <a:lnSpc>
                <a:spcPct val="100000"/>
              </a:lnSpc>
            </a:pPr>
            <a:r>
              <a:rPr sz="2400" dirty="0">
                <a:latin typeface="Cambria"/>
                <a:cs typeface="Cambria"/>
              </a:rPr>
              <a:t>L</a:t>
            </a:r>
            <a:r>
              <a:rPr sz="2400" dirty="0">
                <a:latin typeface="Wingdings"/>
                <a:cs typeface="Wingdings"/>
              </a:rPr>
              <a:t></a:t>
            </a:r>
            <a:r>
              <a:rPr sz="2400" spc="-85" dirty="0">
                <a:latin typeface="Times New Roman"/>
                <a:cs typeface="Times New Roman"/>
              </a:rPr>
              <a:t> </a:t>
            </a:r>
            <a:r>
              <a:rPr sz="2400" dirty="0">
                <a:latin typeface="Cambria"/>
                <a:cs typeface="Cambria"/>
              </a:rPr>
              <a:t>mn</a:t>
            </a:r>
            <a:r>
              <a:rPr sz="2400" spc="-20" dirty="0">
                <a:latin typeface="Cambria"/>
                <a:cs typeface="Cambria"/>
              </a:rPr>
              <a:t> </a:t>
            </a:r>
            <a:r>
              <a:rPr sz="2400" dirty="0">
                <a:latin typeface="Cambria"/>
                <a:cs typeface="Cambria"/>
              </a:rPr>
              <a:t>|</a:t>
            </a:r>
            <a:r>
              <a:rPr sz="2400" spc="-5" dirty="0">
                <a:latin typeface="Cambria"/>
                <a:cs typeface="Cambria"/>
              </a:rPr>
              <a:t> </a:t>
            </a:r>
            <a:r>
              <a:rPr sz="2400" spc="-50" dirty="0">
                <a:latin typeface="Symbol"/>
                <a:cs typeface="Symbol"/>
              </a:rPr>
              <a:t></a:t>
            </a:r>
            <a:endParaRPr sz="2400">
              <a:latin typeface="Symbol"/>
              <a:cs typeface="Symbol"/>
            </a:endParaRPr>
          </a:p>
        </p:txBody>
      </p:sp>
      <p:sp>
        <p:nvSpPr>
          <p:cNvPr id="4" name="object 4"/>
          <p:cNvSpPr txBox="1"/>
          <p:nvPr/>
        </p:nvSpPr>
        <p:spPr>
          <a:xfrm>
            <a:off x="3785108" y="3264153"/>
            <a:ext cx="3064510" cy="2220595"/>
          </a:xfrm>
          <a:prstGeom prst="rect">
            <a:avLst/>
          </a:prstGeom>
        </p:spPr>
        <p:txBody>
          <a:bodyPr vert="horz" wrap="square" lIns="0" tIns="12700" rIns="0" bIns="0" rtlCol="0">
            <a:spAutoFit/>
          </a:bodyPr>
          <a:lstStyle/>
          <a:p>
            <a:pPr marL="411480" marR="5080" indent="-399415">
              <a:lnSpc>
                <a:spcPct val="100000"/>
              </a:lnSpc>
              <a:spcBef>
                <a:spcPts val="100"/>
              </a:spcBef>
              <a:tabLst>
                <a:tab pos="376555" algn="l"/>
                <a:tab pos="1814195" algn="l"/>
              </a:tabLst>
            </a:pPr>
            <a:r>
              <a:rPr sz="2400" spc="-25" dirty="0">
                <a:latin typeface="Cambria"/>
                <a:cs typeface="Cambria"/>
              </a:rPr>
              <a:t>2.</a:t>
            </a:r>
            <a:r>
              <a:rPr sz="2400" dirty="0">
                <a:latin typeface="Cambria"/>
                <a:cs typeface="Cambria"/>
              </a:rPr>
              <a:t>	E</a:t>
            </a:r>
            <a:r>
              <a:rPr sz="2400" spc="-20" dirty="0">
                <a:latin typeface="Cambria"/>
                <a:cs typeface="Cambria"/>
              </a:rPr>
              <a:t> </a:t>
            </a:r>
            <a:r>
              <a:rPr sz="2400" dirty="0">
                <a:latin typeface="Wingdings"/>
                <a:cs typeface="Wingdings"/>
              </a:rPr>
              <a:t></a:t>
            </a:r>
            <a:r>
              <a:rPr sz="2400" spc="-95" dirty="0">
                <a:latin typeface="Times New Roman"/>
                <a:cs typeface="Times New Roman"/>
              </a:rPr>
              <a:t> </a:t>
            </a:r>
            <a:r>
              <a:rPr sz="2400" dirty="0">
                <a:latin typeface="Cambria"/>
                <a:cs typeface="Cambria"/>
              </a:rPr>
              <a:t>iEtE</a:t>
            </a:r>
            <a:r>
              <a:rPr sz="2400" spc="-25" dirty="0">
                <a:latin typeface="Cambria"/>
                <a:cs typeface="Cambria"/>
              </a:rPr>
              <a:t> </a:t>
            </a:r>
            <a:r>
              <a:rPr sz="2400" spc="-50" dirty="0">
                <a:latin typeface="Cambria"/>
                <a:cs typeface="Cambria"/>
              </a:rPr>
              <a:t>|</a:t>
            </a:r>
            <a:r>
              <a:rPr sz="2400" dirty="0">
                <a:latin typeface="Cambria"/>
                <a:cs typeface="Cambria"/>
              </a:rPr>
              <a:t>	iEtEeE</a:t>
            </a:r>
            <a:r>
              <a:rPr sz="2400" spc="-45" dirty="0">
                <a:latin typeface="Cambria"/>
                <a:cs typeface="Cambria"/>
              </a:rPr>
              <a:t> </a:t>
            </a:r>
            <a:r>
              <a:rPr sz="2400" dirty="0">
                <a:latin typeface="Cambria"/>
                <a:cs typeface="Cambria"/>
              </a:rPr>
              <a:t>|</a:t>
            </a:r>
            <a:r>
              <a:rPr sz="2400" spc="-25" dirty="0">
                <a:latin typeface="Cambria"/>
                <a:cs typeface="Cambria"/>
              </a:rPr>
              <a:t> </a:t>
            </a:r>
            <a:r>
              <a:rPr sz="2400" spc="-50" dirty="0">
                <a:latin typeface="Cambria"/>
                <a:cs typeface="Cambria"/>
              </a:rPr>
              <a:t>a </a:t>
            </a:r>
            <a:r>
              <a:rPr sz="2400" spc="-25" dirty="0">
                <a:latin typeface="Cambria"/>
                <a:cs typeface="Cambria"/>
              </a:rPr>
              <a:t>A</a:t>
            </a:r>
            <a:r>
              <a:rPr sz="2400" spc="-25" dirty="0">
                <a:latin typeface="Wingdings"/>
                <a:cs typeface="Wingdings"/>
              </a:rPr>
              <a:t></a:t>
            </a:r>
            <a:r>
              <a:rPr sz="2400" spc="-25" dirty="0">
                <a:latin typeface="Cambria"/>
                <a:cs typeface="Cambria"/>
              </a:rPr>
              <a:t>b</a:t>
            </a:r>
            <a:endParaRPr sz="2400" dirty="0">
              <a:latin typeface="Cambria"/>
              <a:cs typeface="Cambria"/>
            </a:endParaRPr>
          </a:p>
          <a:p>
            <a:pPr marL="12700">
              <a:lnSpc>
                <a:spcPts val="2875"/>
              </a:lnSpc>
              <a:spcBef>
                <a:spcPts val="15"/>
              </a:spcBef>
            </a:pPr>
            <a:r>
              <a:rPr sz="2400" spc="-20" dirty="0">
                <a:latin typeface="Cambria"/>
                <a:cs typeface="Cambria"/>
              </a:rPr>
              <a:t>Ans.</a:t>
            </a:r>
            <a:endParaRPr sz="2400" dirty="0">
              <a:latin typeface="Cambria"/>
              <a:cs typeface="Cambria"/>
            </a:endParaRPr>
          </a:p>
          <a:p>
            <a:pPr marL="478790" marR="814705">
              <a:lnSpc>
                <a:spcPts val="2890"/>
              </a:lnSpc>
              <a:spcBef>
                <a:spcPts val="80"/>
              </a:spcBef>
            </a:pPr>
            <a:r>
              <a:rPr sz="2400" dirty="0">
                <a:latin typeface="Cambria"/>
                <a:cs typeface="Cambria"/>
              </a:rPr>
              <a:t>E</a:t>
            </a:r>
            <a:r>
              <a:rPr sz="2400" spc="-15" dirty="0">
                <a:latin typeface="Cambria"/>
                <a:cs typeface="Cambria"/>
              </a:rPr>
              <a:t> </a:t>
            </a:r>
            <a:r>
              <a:rPr sz="2400" dirty="0">
                <a:latin typeface="Wingdings"/>
                <a:cs typeface="Wingdings"/>
              </a:rPr>
              <a:t></a:t>
            </a:r>
            <a:r>
              <a:rPr sz="2400" spc="-90" dirty="0">
                <a:latin typeface="Times New Roman"/>
                <a:cs typeface="Times New Roman"/>
              </a:rPr>
              <a:t> </a:t>
            </a:r>
            <a:r>
              <a:rPr sz="2400" dirty="0">
                <a:latin typeface="Cambria"/>
                <a:cs typeface="Cambria"/>
              </a:rPr>
              <a:t>iEtEE’</a:t>
            </a:r>
            <a:r>
              <a:rPr sz="2400" spc="-50" dirty="0">
                <a:latin typeface="Cambria"/>
                <a:cs typeface="Cambria"/>
              </a:rPr>
              <a:t> </a:t>
            </a:r>
            <a:r>
              <a:rPr sz="2400" dirty="0">
                <a:latin typeface="Cambria"/>
                <a:cs typeface="Cambria"/>
              </a:rPr>
              <a:t>| </a:t>
            </a:r>
            <a:r>
              <a:rPr sz="2400" spc="-50" dirty="0">
                <a:latin typeface="Cambria"/>
                <a:cs typeface="Cambria"/>
              </a:rPr>
              <a:t>a </a:t>
            </a:r>
            <a:r>
              <a:rPr sz="2400" dirty="0">
                <a:latin typeface="Cambria"/>
                <a:cs typeface="Cambria"/>
              </a:rPr>
              <a:t>E’</a:t>
            </a:r>
            <a:r>
              <a:rPr sz="2400" spc="-25" dirty="0">
                <a:latin typeface="Cambria"/>
                <a:cs typeface="Cambria"/>
              </a:rPr>
              <a:t> </a:t>
            </a:r>
            <a:r>
              <a:rPr sz="2400" dirty="0">
                <a:latin typeface="Wingdings"/>
                <a:cs typeface="Wingdings"/>
              </a:rPr>
              <a:t></a:t>
            </a:r>
            <a:r>
              <a:rPr sz="2400" spc="-80" dirty="0">
                <a:latin typeface="Times New Roman"/>
                <a:cs typeface="Times New Roman"/>
              </a:rPr>
              <a:t> </a:t>
            </a:r>
            <a:r>
              <a:rPr sz="2400" dirty="0">
                <a:latin typeface="Symbol"/>
                <a:cs typeface="Symbol"/>
              </a:rPr>
              <a:t></a:t>
            </a:r>
            <a:r>
              <a:rPr sz="2400" spc="-85" dirty="0">
                <a:latin typeface="Times New Roman"/>
                <a:cs typeface="Times New Roman"/>
              </a:rPr>
              <a:t> </a:t>
            </a:r>
            <a:r>
              <a:rPr sz="2400" dirty="0">
                <a:latin typeface="Cambria"/>
                <a:cs typeface="Cambria"/>
              </a:rPr>
              <a:t>|</a:t>
            </a:r>
            <a:r>
              <a:rPr sz="2400" spc="-10" dirty="0">
                <a:latin typeface="Cambria"/>
                <a:cs typeface="Cambria"/>
              </a:rPr>
              <a:t> </a:t>
            </a:r>
            <a:r>
              <a:rPr sz="2400" spc="-25" dirty="0">
                <a:latin typeface="Cambria"/>
                <a:cs typeface="Cambria"/>
              </a:rPr>
              <a:t>eE</a:t>
            </a:r>
            <a:endParaRPr sz="2400" dirty="0">
              <a:latin typeface="Cambria"/>
              <a:cs typeface="Cambria"/>
            </a:endParaRPr>
          </a:p>
          <a:p>
            <a:pPr marL="478790">
              <a:lnSpc>
                <a:spcPts val="2770"/>
              </a:lnSpc>
            </a:pPr>
            <a:r>
              <a:rPr sz="2400" spc="-114" dirty="0">
                <a:latin typeface="Cambria"/>
                <a:cs typeface="Cambria"/>
              </a:rPr>
              <a:t>A</a:t>
            </a:r>
            <a:r>
              <a:rPr sz="2400" spc="-10" dirty="0">
                <a:latin typeface="Cambria"/>
                <a:cs typeface="Cambria"/>
              </a:rPr>
              <a:t> </a:t>
            </a:r>
            <a:r>
              <a:rPr sz="2400" dirty="0">
                <a:latin typeface="Wingdings"/>
                <a:cs typeface="Wingdings"/>
              </a:rPr>
              <a:t></a:t>
            </a:r>
            <a:r>
              <a:rPr sz="2400" spc="-80" dirty="0">
                <a:latin typeface="Times New Roman"/>
                <a:cs typeface="Times New Roman"/>
              </a:rPr>
              <a:t> </a:t>
            </a:r>
            <a:r>
              <a:rPr sz="2400" spc="-50" dirty="0">
                <a:latin typeface="Cambria"/>
                <a:cs typeface="Cambria"/>
              </a:rPr>
              <a:t>b</a:t>
            </a:r>
            <a:endParaRPr sz="2400" dirty="0">
              <a:latin typeface="Cambria"/>
              <a:cs typeface="Cambri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1261110">
              <a:lnSpc>
                <a:spcPts val="3890"/>
              </a:lnSpc>
            </a:pPr>
            <a:r>
              <a:rPr sz="3600" b="1" spc="-75" dirty="0">
                <a:solidFill>
                  <a:srgbClr val="FFFFFF"/>
                </a:solidFill>
                <a:latin typeface="Cambria"/>
                <a:cs typeface="Cambria"/>
              </a:rPr>
              <a:t>Compute </a:t>
            </a:r>
            <a:r>
              <a:rPr sz="3600" b="1" spc="-10" dirty="0">
                <a:solidFill>
                  <a:srgbClr val="FFFFFF"/>
                </a:solidFill>
                <a:latin typeface="Cambria"/>
                <a:cs typeface="Cambria"/>
              </a:rPr>
              <a:t>First</a:t>
            </a:r>
            <a:endParaRPr sz="3600">
              <a:latin typeface="Cambria"/>
              <a:cs typeface="Cambria"/>
            </a:endParaRPr>
          </a:p>
        </p:txBody>
      </p:sp>
      <p:sp>
        <p:nvSpPr>
          <p:cNvPr id="3" name="object 3"/>
          <p:cNvSpPr txBox="1">
            <a:spLocks noGrp="1"/>
          </p:cNvSpPr>
          <p:nvPr>
            <p:ph type="title"/>
          </p:nvPr>
        </p:nvSpPr>
        <p:spPr>
          <a:xfrm>
            <a:off x="3948429" y="853185"/>
            <a:ext cx="1296670" cy="391160"/>
          </a:xfrm>
          <a:prstGeom prst="rect">
            <a:avLst/>
          </a:prstGeom>
        </p:spPr>
        <p:txBody>
          <a:bodyPr vert="horz" wrap="square" lIns="0" tIns="12700" rIns="0" bIns="0" rtlCol="0">
            <a:spAutoFit/>
          </a:bodyPr>
          <a:lstStyle/>
          <a:p>
            <a:pPr marL="12700">
              <a:lnSpc>
                <a:spcPct val="100000"/>
              </a:lnSpc>
              <a:spcBef>
                <a:spcPts val="100"/>
              </a:spcBef>
            </a:pPr>
            <a:r>
              <a:rPr dirty="0"/>
              <a:t>Example</a:t>
            </a:r>
            <a:r>
              <a:rPr spc="-95" dirty="0"/>
              <a:t> </a:t>
            </a:r>
            <a:r>
              <a:rPr spc="-50" dirty="0"/>
              <a:t>:</a:t>
            </a:r>
          </a:p>
        </p:txBody>
      </p:sp>
      <p:sp>
        <p:nvSpPr>
          <p:cNvPr id="4" name="object 4"/>
          <p:cNvSpPr txBox="1"/>
          <p:nvPr/>
        </p:nvSpPr>
        <p:spPr>
          <a:xfrm>
            <a:off x="3948429" y="1697862"/>
            <a:ext cx="2205990" cy="991869"/>
          </a:xfrm>
          <a:prstGeom prst="rect">
            <a:avLst/>
          </a:prstGeom>
        </p:spPr>
        <p:txBody>
          <a:bodyPr vert="horz" wrap="square" lIns="0" tIns="12700" rIns="0" bIns="0" rtlCol="0">
            <a:spAutoFit/>
          </a:bodyPr>
          <a:lstStyle/>
          <a:p>
            <a:pPr marL="12700" marR="5080">
              <a:lnSpc>
                <a:spcPct val="132100"/>
              </a:lnSpc>
              <a:spcBef>
                <a:spcPts val="100"/>
              </a:spcBef>
            </a:pPr>
            <a:r>
              <a:rPr sz="2400" dirty="0">
                <a:latin typeface="Cambria"/>
                <a:cs typeface="Cambria"/>
              </a:rPr>
              <a:t>A</a:t>
            </a:r>
            <a:r>
              <a:rPr sz="2400" spc="-20" dirty="0">
                <a:latin typeface="Cambria"/>
                <a:cs typeface="Cambria"/>
              </a:rPr>
              <a:t> </a:t>
            </a:r>
            <a:r>
              <a:rPr sz="2400" dirty="0">
                <a:latin typeface="Wingdings"/>
                <a:cs typeface="Wingdings"/>
              </a:rPr>
              <a:t></a:t>
            </a:r>
            <a:r>
              <a:rPr sz="2400" spc="-100" dirty="0">
                <a:latin typeface="Times New Roman"/>
                <a:cs typeface="Times New Roman"/>
              </a:rPr>
              <a:t> </a:t>
            </a:r>
            <a:r>
              <a:rPr sz="2400" dirty="0">
                <a:latin typeface="Cambria"/>
                <a:cs typeface="Cambria"/>
              </a:rPr>
              <a:t>bcg</a:t>
            </a:r>
            <a:r>
              <a:rPr sz="2400" spc="-5" dirty="0">
                <a:latin typeface="Cambria"/>
                <a:cs typeface="Cambria"/>
              </a:rPr>
              <a:t> </a:t>
            </a:r>
            <a:r>
              <a:rPr sz="2400" dirty="0">
                <a:latin typeface="Cambria"/>
                <a:cs typeface="Cambria"/>
              </a:rPr>
              <a:t>|</a:t>
            </a:r>
            <a:r>
              <a:rPr sz="2400" spc="-20" dirty="0">
                <a:latin typeface="Cambria"/>
                <a:cs typeface="Cambria"/>
              </a:rPr>
              <a:t> </a:t>
            </a:r>
            <a:r>
              <a:rPr sz="2400" spc="-25" dirty="0">
                <a:latin typeface="Cambria"/>
                <a:cs typeface="Cambria"/>
              </a:rPr>
              <a:t>gh </a:t>
            </a:r>
            <a:r>
              <a:rPr sz="2400" dirty="0">
                <a:latin typeface="Cambria"/>
                <a:cs typeface="Cambria"/>
              </a:rPr>
              <a:t>FIRST(A)</a:t>
            </a:r>
            <a:r>
              <a:rPr sz="2400" spc="-45" dirty="0">
                <a:latin typeface="Cambria"/>
                <a:cs typeface="Cambria"/>
              </a:rPr>
              <a:t> </a:t>
            </a:r>
            <a:r>
              <a:rPr sz="2400" dirty="0">
                <a:latin typeface="Cambria"/>
                <a:cs typeface="Cambria"/>
              </a:rPr>
              <a:t>=</a:t>
            </a:r>
            <a:r>
              <a:rPr sz="2400" spc="-40" dirty="0">
                <a:latin typeface="Cambria"/>
                <a:cs typeface="Cambria"/>
              </a:rPr>
              <a:t> </a:t>
            </a:r>
            <a:r>
              <a:rPr sz="2400" dirty="0">
                <a:latin typeface="Cambria"/>
                <a:cs typeface="Cambria"/>
              </a:rPr>
              <a:t>{b,</a:t>
            </a:r>
            <a:r>
              <a:rPr sz="2400" spc="-35" dirty="0">
                <a:latin typeface="Cambria"/>
                <a:cs typeface="Cambria"/>
              </a:rPr>
              <a:t> </a:t>
            </a:r>
            <a:r>
              <a:rPr sz="2400" spc="-25" dirty="0">
                <a:latin typeface="Cambria"/>
                <a:cs typeface="Cambria"/>
              </a:rPr>
              <a:t>g}</a:t>
            </a:r>
            <a:endParaRPr sz="2400">
              <a:latin typeface="Cambria"/>
              <a:cs typeface="Cambria"/>
            </a:endParaRPr>
          </a:p>
        </p:txBody>
      </p:sp>
      <p:sp>
        <p:nvSpPr>
          <p:cNvPr id="5" name="object 5"/>
          <p:cNvSpPr txBox="1"/>
          <p:nvPr/>
        </p:nvSpPr>
        <p:spPr>
          <a:xfrm>
            <a:off x="3948429" y="3142868"/>
            <a:ext cx="2623820" cy="1955164"/>
          </a:xfrm>
          <a:prstGeom prst="rect">
            <a:avLst/>
          </a:prstGeom>
        </p:spPr>
        <p:txBody>
          <a:bodyPr vert="horz" wrap="square" lIns="0" tIns="130175" rIns="0" bIns="0" rtlCol="0">
            <a:spAutoFit/>
          </a:bodyPr>
          <a:lstStyle/>
          <a:p>
            <a:pPr marL="12700">
              <a:lnSpc>
                <a:spcPct val="100000"/>
              </a:lnSpc>
              <a:spcBef>
                <a:spcPts val="1025"/>
              </a:spcBef>
            </a:pPr>
            <a:r>
              <a:rPr sz="2400" dirty="0">
                <a:latin typeface="Cambria"/>
                <a:cs typeface="Cambria"/>
              </a:rPr>
              <a:t>A</a:t>
            </a:r>
            <a:r>
              <a:rPr sz="2400" spc="-20" dirty="0">
                <a:latin typeface="Cambria"/>
                <a:cs typeface="Cambria"/>
              </a:rPr>
              <a:t> </a:t>
            </a:r>
            <a:r>
              <a:rPr sz="2400" dirty="0">
                <a:latin typeface="Wingdings"/>
                <a:cs typeface="Wingdings"/>
              </a:rPr>
              <a:t></a:t>
            </a:r>
            <a:r>
              <a:rPr sz="2400" spc="-105" dirty="0">
                <a:latin typeface="Times New Roman"/>
                <a:cs typeface="Times New Roman"/>
              </a:rPr>
              <a:t> </a:t>
            </a:r>
            <a:r>
              <a:rPr sz="2400" dirty="0">
                <a:latin typeface="Cambria"/>
                <a:cs typeface="Cambria"/>
              </a:rPr>
              <a:t>Bcd</a:t>
            </a:r>
            <a:r>
              <a:rPr sz="2400" spc="-5" dirty="0">
                <a:latin typeface="Cambria"/>
                <a:cs typeface="Cambria"/>
              </a:rPr>
              <a:t> </a:t>
            </a:r>
            <a:r>
              <a:rPr sz="2400" dirty="0">
                <a:latin typeface="Cambria"/>
                <a:cs typeface="Cambria"/>
              </a:rPr>
              <a:t>|</a:t>
            </a:r>
            <a:r>
              <a:rPr sz="2400" spc="-25" dirty="0">
                <a:latin typeface="Cambria"/>
                <a:cs typeface="Cambria"/>
              </a:rPr>
              <a:t> gh</a:t>
            </a:r>
            <a:endParaRPr sz="2400">
              <a:latin typeface="Cambria"/>
              <a:cs typeface="Cambria"/>
            </a:endParaRPr>
          </a:p>
          <a:p>
            <a:pPr marL="12700">
              <a:lnSpc>
                <a:spcPct val="100000"/>
              </a:lnSpc>
              <a:spcBef>
                <a:spcPts val="919"/>
              </a:spcBef>
            </a:pPr>
            <a:r>
              <a:rPr sz="2400" dirty="0">
                <a:latin typeface="Cambria"/>
                <a:cs typeface="Cambria"/>
              </a:rPr>
              <a:t>B</a:t>
            </a:r>
            <a:r>
              <a:rPr sz="2400" spc="-15" dirty="0">
                <a:latin typeface="Cambria"/>
                <a:cs typeface="Cambria"/>
              </a:rPr>
              <a:t> </a:t>
            </a:r>
            <a:r>
              <a:rPr sz="2400" dirty="0">
                <a:latin typeface="Wingdings"/>
                <a:cs typeface="Wingdings"/>
              </a:rPr>
              <a:t></a:t>
            </a:r>
            <a:r>
              <a:rPr sz="2400" spc="-90" dirty="0">
                <a:latin typeface="Times New Roman"/>
                <a:cs typeface="Times New Roman"/>
              </a:rPr>
              <a:t> </a:t>
            </a:r>
            <a:r>
              <a:rPr sz="2400" dirty="0">
                <a:latin typeface="Cambria"/>
                <a:cs typeface="Cambria"/>
              </a:rPr>
              <a:t>m</a:t>
            </a:r>
            <a:r>
              <a:rPr sz="2400" spc="-5" dirty="0">
                <a:latin typeface="Cambria"/>
                <a:cs typeface="Cambria"/>
              </a:rPr>
              <a:t> </a:t>
            </a:r>
            <a:r>
              <a:rPr sz="2400" dirty="0">
                <a:latin typeface="Cambria"/>
                <a:cs typeface="Cambria"/>
              </a:rPr>
              <a:t>|</a:t>
            </a:r>
            <a:r>
              <a:rPr sz="2400" spc="-10" dirty="0">
                <a:latin typeface="Cambria"/>
                <a:cs typeface="Cambria"/>
              </a:rPr>
              <a:t> </a:t>
            </a:r>
            <a:r>
              <a:rPr sz="2400" spc="-50" dirty="0">
                <a:latin typeface="Symbol"/>
                <a:cs typeface="Symbol"/>
              </a:rPr>
              <a:t></a:t>
            </a:r>
            <a:endParaRPr sz="2400">
              <a:latin typeface="Symbol"/>
              <a:cs typeface="Symbol"/>
            </a:endParaRPr>
          </a:p>
          <a:p>
            <a:pPr marL="12700">
              <a:lnSpc>
                <a:spcPct val="100000"/>
              </a:lnSpc>
              <a:spcBef>
                <a:spcPts val="915"/>
              </a:spcBef>
            </a:pPr>
            <a:r>
              <a:rPr sz="2400" dirty="0">
                <a:latin typeface="Cambria"/>
                <a:cs typeface="Cambria"/>
              </a:rPr>
              <a:t>FIRST(A)</a:t>
            </a:r>
            <a:r>
              <a:rPr sz="2400" spc="-35" dirty="0">
                <a:latin typeface="Cambria"/>
                <a:cs typeface="Cambria"/>
              </a:rPr>
              <a:t> </a:t>
            </a:r>
            <a:r>
              <a:rPr sz="2400" dirty="0">
                <a:latin typeface="Cambria"/>
                <a:cs typeface="Cambria"/>
              </a:rPr>
              <a:t>=</a:t>
            </a:r>
            <a:r>
              <a:rPr sz="2400" spc="-30" dirty="0">
                <a:latin typeface="Cambria"/>
                <a:cs typeface="Cambria"/>
              </a:rPr>
              <a:t> </a:t>
            </a:r>
            <a:r>
              <a:rPr sz="2400" dirty="0">
                <a:latin typeface="Cambria"/>
                <a:cs typeface="Cambria"/>
              </a:rPr>
              <a:t>{m,</a:t>
            </a:r>
            <a:r>
              <a:rPr sz="2400" spc="-25" dirty="0">
                <a:latin typeface="Cambria"/>
                <a:cs typeface="Cambria"/>
              </a:rPr>
              <a:t> </a:t>
            </a:r>
            <a:r>
              <a:rPr sz="2400" dirty="0">
                <a:latin typeface="Cambria"/>
                <a:cs typeface="Cambria"/>
              </a:rPr>
              <a:t>c</a:t>
            </a:r>
            <a:r>
              <a:rPr sz="2400" spc="-15" dirty="0">
                <a:latin typeface="Cambria"/>
                <a:cs typeface="Cambria"/>
              </a:rPr>
              <a:t> </a:t>
            </a:r>
            <a:r>
              <a:rPr sz="2400" dirty="0">
                <a:latin typeface="Cambria"/>
                <a:cs typeface="Cambria"/>
              </a:rPr>
              <a:t>,</a:t>
            </a:r>
            <a:r>
              <a:rPr sz="2400" spc="-40" dirty="0">
                <a:latin typeface="Cambria"/>
                <a:cs typeface="Cambria"/>
              </a:rPr>
              <a:t> </a:t>
            </a:r>
            <a:r>
              <a:rPr sz="2400" spc="-25" dirty="0">
                <a:latin typeface="Cambria"/>
                <a:cs typeface="Cambria"/>
              </a:rPr>
              <a:t>g}</a:t>
            </a:r>
            <a:endParaRPr sz="2400">
              <a:latin typeface="Cambria"/>
              <a:cs typeface="Cambria"/>
            </a:endParaRPr>
          </a:p>
          <a:p>
            <a:pPr marL="12700">
              <a:lnSpc>
                <a:spcPct val="100000"/>
              </a:lnSpc>
              <a:spcBef>
                <a:spcPts val="915"/>
              </a:spcBef>
            </a:pPr>
            <a:r>
              <a:rPr sz="2400" dirty="0">
                <a:latin typeface="Cambria"/>
                <a:cs typeface="Cambria"/>
              </a:rPr>
              <a:t>FIRST(B)</a:t>
            </a:r>
            <a:r>
              <a:rPr sz="2400" spc="-45" dirty="0">
                <a:latin typeface="Cambria"/>
                <a:cs typeface="Cambria"/>
              </a:rPr>
              <a:t> </a:t>
            </a:r>
            <a:r>
              <a:rPr sz="2400" dirty="0">
                <a:latin typeface="Cambria"/>
                <a:cs typeface="Cambria"/>
              </a:rPr>
              <a:t>=</a:t>
            </a:r>
            <a:r>
              <a:rPr sz="2400" spc="-30" dirty="0">
                <a:latin typeface="Cambria"/>
                <a:cs typeface="Cambria"/>
              </a:rPr>
              <a:t> </a:t>
            </a:r>
            <a:r>
              <a:rPr sz="2400" dirty="0">
                <a:latin typeface="Cambria"/>
                <a:cs typeface="Cambria"/>
              </a:rPr>
              <a:t>{m</a:t>
            </a:r>
            <a:r>
              <a:rPr sz="2400" spc="-20" dirty="0">
                <a:latin typeface="Cambria"/>
                <a:cs typeface="Cambria"/>
              </a:rPr>
              <a:t> </a:t>
            </a:r>
            <a:r>
              <a:rPr sz="2400" dirty="0">
                <a:latin typeface="Cambria"/>
                <a:cs typeface="Cambria"/>
              </a:rPr>
              <a:t>,</a:t>
            </a:r>
            <a:r>
              <a:rPr sz="2400" spc="-35" dirty="0">
                <a:latin typeface="Cambria"/>
                <a:cs typeface="Cambria"/>
              </a:rPr>
              <a:t> </a:t>
            </a:r>
            <a:r>
              <a:rPr sz="2400" spc="-25" dirty="0">
                <a:latin typeface="Symbol"/>
                <a:cs typeface="Symbol"/>
              </a:rPr>
              <a:t></a:t>
            </a:r>
            <a:r>
              <a:rPr sz="2400" spc="-25" dirty="0">
                <a:latin typeface="Cambria"/>
                <a:cs typeface="Cambria"/>
              </a:rPr>
              <a:t>}</a:t>
            </a:r>
            <a:endParaRPr sz="2400">
              <a:latin typeface="Cambria"/>
              <a:cs typeface="Cambri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1261110">
              <a:lnSpc>
                <a:spcPts val="3890"/>
              </a:lnSpc>
            </a:pPr>
            <a:r>
              <a:rPr sz="3600" b="1" spc="-75" dirty="0">
                <a:solidFill>
                  <a:srgbClr val="FFFFFF"/>
                </a:solidFill>
                <a:latin typeface="Cambria"/>
                <a:cs typeface="Cambria"/>
              </a:rPr>
              <a:t>Compute </a:t>
            </a:r>
            <a:r>
              <a:rPr sz="3600" b="1" spc="-10" dirty="0">
                <a:solidFill>
                  <a:srgbClr val="FFFFFF"/>
                </a:solidFill>
                <a:latin typeface="Cambria"/>
                <a:cs typeface="Cambria"/>
              </a:rPr>
              <a:t>First</a:t>
            </a:r>
            <a:endParaRPr sz="3600">
              <a:latin typeface="Cambria"/>
              <a:cs typeface="Cambria"/>
            </a:endParaRPr>
          </a:p>
        </p:txBody>
      </p:sp>
      <p:sp>
        <p:nvSpPr>
          <p:cNvPr id="3" name="object 3"/>
          <p:cNvSpPr txBox="1"/>
          <p:nvPr/>
        </p:nvSpPr>
        <p:spPr>
          <a:xfrm>
            <a:off x="3948429" y="853185"/>
            <a:ext cx="129667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Example</a:t>
            </a:r>
            <a:r>
              <a:rPr sz="2400" spc="-95" dirty="0">
                <a:latin typeface="Cambria"/>
                <a:cs typeface="Cambria"/>
              </a:rPr>
              <a:t> </a:t>
            </a:r>
            <a:r>
              <a:rPr sz="2400" spc="-50" dirty="0">
                <a:latin typeface="Cambria"/>
                <a:cs typeface="Cambria"/>
              </a:rPr>
              <a:t>:</a:t>
            </a:r>
            <a:endParaRPr sz="2400">
              <a:latin typeface="Cambria"/>
              <a:cs typeface="Cambria"/>
            </a:endParaRPr>
          </a:p>
        </p:txBody>
      </p:sp>
      <p:sp>
        <p:nvSpPr>
          <p:cNvPr id="4" name="object 4"/>
          <p:cNvSpPr txBox="1">
            <a:spLocks noGrp="1"/>
          </p:cNvSpPr>
          <p:nvPr>
            <p:ph type="title"/>
          </p:nvPr>
        </p:nvSpPr>
        <p:spPr>
          <a:xfrm>
            <a:off x="3948429" y="1332941"/>
            <a:ext cx="1757045" cy="391795"/>
          </a:xfrm>
          <a:prstGeom prst="rect">
            <a:avLst/>
          </a:prstGeom>
        </p:spPr>
        <p:txBody>
          <a:bodyPr vert="horz" wrap="square" lIns="0" tIns="12700" rIns="0" bIns="0" rtlCol="0">
            <a:spAutoFit/>
          </a:bodyPr>
          <a:lstStyle/>
          <a:p>
            <a:pPr marL="12700">
              <a:lnSpc>
                <a:spcPct val="100000"/>
              </a:lnSpc>
              <a:spcBef>
                <a:spcPts val="100"/>
              </a:spcBef>
            </a:pPr>
            <a:r>
              <a:rPr dirty="0"/>
              <a:t>A</a:t>
            </a:r>
            <a:r>
              <a:rPr spc="-10" dirty="0"/>
              <a:t> </a:t>
            </a:r>
            <a:r>
              <a:rPr dirty="0">
                <a:latin typeface="Wingdings"/>
                <a:cs typeface="Wingdings"/>
              </a:rPr>
              <a:t></a:t>
            </a:r>
            <a:r>
              <a:rPr spc="-95" dirty="0">
                <a:latin typeface="Times New Roman"/>
                <a:cs typeface="Times New Roman"/>
              </a:rPr>
              <a:t> </a:t>
            </a:r>
            <a:r>
              <a:rPr dirty="0"/>
              <a:t>BCD</a:t>
            </a:r>
            <a:r>
              <a:rPr spc="-10" dirty="0"/>
              <a:t> </a:t>
            </a:r>
            <a:r>
              <a:rPr dirty="0"/>
              <a:t>|</a:t>
            </a:r>
            <a:r>
              <a:rPr spc="-10" dirty="0"/>
              <a:t> </a:t>
            </a:r>
            <a:r>
              <a:rPr spc="-25" dirty="0"/>
              <a:t>Cx</a:t>
            </a:r>
          </a:p>
        </p:txBody>
      </p:sp>
      <p:sp>
        <p:nvSpPr>
          <p:cNvPr id="5" name="object 5"/>
          <p:cNvSpPr txBox="1"/>
          <p:nvPr/>
        </p:nvSpPr>
        <p:spPr>
          <a:xfrm>
            <a:off x="3948429" y="1700910"/>
            <a:ext cx="1193165" cy="1470660"/>
          </a:xfrm>
          <a:prstGeom prst="rect">
            <a:avLst/>
          </a:prstGeom>
        </p:spPr>
        <p:txBody>
          <a:bodyPr vert="horz" wrap="square" lIns="0" tIns="128270" rIns="0" bIns="0" rtlCol="0">
            <a:spAutoFit/>
          </a:bodyPr>
          <a:lstStyle/>
          <a:p>
            <a:pPr marL="12700">
              <a:lnSpc>
                <a:spcPct val="100000"/>
              </a:lnSpc>
              <a:spcBef>
                <a:spcPts val="1010"/>
              </a:spcBef>
            </a:pPr>
            <a:r>
              <a:rPr sz="2400" dirty="0">
                <a:latin typeface="Cambria"/>
                <a:cs typeface="Cambria"/>
              </a:rPr>
              <a:t>B</a:t>
            </a:r>
            <a:r>
              <a:rPr sz="2400" spc="-10" dirty="0">
                <a:latin typeface="Cambria"/>
                <a:cs typeface="Cambria"/>
              </a:rPr>
              <a:t> </a:t>
            </a:r>
            <a:r>
              <a:rPr sz="2400" dirty="0">
                <a:latin typeface="Wingdings"/>
                <a:cs typeface="Wingdings"/>
              </a:rPr>
              <a:t></a:t>
            </a:r>
            <a:r>
              <a:rPr sz="2400" spc="-85" dirty="0">
                <a:latin typeface="Times New Roman"/>
                <a:cs typeface="Times New Roman"/>
              </a:rPr>
              <a:t> </a:t>
            </a:r>
            <a:r>
              <a:rPr sz="2400" dirty="0">
                <a:latin typeface="Cambria"/>
                <a:cs typeface="Cambria"/>
              </a:rPr>
              <a:t>b</a:t>
            </a:r>
            <a:r>
              <a:rPr sz="2400" spc="-15" dirty="0">
                <a:latin typeface="Cambria"/>
                <a:cs typeface="Cambria"/>
              </a:rPr>
              <a:t> </a:t>
            </a:r>
            <a:r>
              <a:rPr sz="2400" dirty="0">
                <a:latin typeface="Cambria"/>
                <a:cs typeface="Cambria"/>
              </a:rPr>
              <a:t>|</a:t>
            </a:r>
            <a:r>
              <a:rPr sz="2400" spc="10" dirty="0">
                <a:latin typeface="Cambria"/>
                <a:cs typeface="Cambria"/>
              </a:rPr>
              <a:t> </a:t>
            </a:r>
            <a:r>
              <a:rPr sz="2400" spc="-50" dirty="0">
                <a:latin typeface="Symbol"/>
                <a:cs typeface="Symbol"/>
              </a:rPr>
              <a:t></a:t>
            </a:r>
            <a:endParaRPr sz="2400">
              <a:latin typeface="Symbol"/>
              <a:cs typeface="Symbol"/>
            </a:endParaRPr>
          </a:p>
          <a:p>
            <a:pPr marL="12700">
              <a:lnSpc>
                <a:spcPct val="100000"/>
              </a:lnSpc>
              <a:spcBef>
                <a:spcPts val="915"/>
              </a:spcBef>
            </a:pPr>
            <a:r>
              <a:rPr sz="2400" dirty="0">
                <a:latin typeface="Cambria"/>
                <a:cs typeface="Cambria"/>
              </a:rPr>
              <a:t>C</a:t>
            </a:r>
            <a:r>
              <a:rPr sz="2400" spc="-15" dirty="0">
                <a:latin typeface="Cambria"/>
                <a:cs typeface="Cambria"/>
              </a:rPr>
              <a:t> </a:t>
            </a:r>
            <a:r>
              <a:rPr sz="2400" dirty="0">
                <a:latin typeface="Wingdings"/>
                <a:cs typeface="Wingdings"/>
              </a:rPr>
              <a:t></a:t>
            </a:r>
            <a:r>
              <a:rPr sz="2400" spc="-80" dirty="0">
                <a:latin typeface="Times New Roman"/>
                <a:cs typeface="Times New Roman"/>
              </a:rPr>
              <a:t> </a:t>
            </a:r>
            <a:r>
              <a:rPr sz="2400" dirty="0">
                <a:latin typeface="Cambria"/>
                <a:cs typeface="Cambria"/>
              </a:rPr>
              <a:t>c</a:t>
            </a:r>
            <a:r>
              <a:rPr sz="2400" spc="-10" dirty="0">
                <a:latin typeface="Cambria"/>
                <a:cs typeface="Cambria"/>
              </a:rPr>
              <a:t> </a:t>
            </a:r>
            <a:r>
              <a:rPr sz="2400" dirty="0">
                <a:latin typeface="Cambria"/>
                <a:cs typeface="Cambria"/>
              </a:rPr>
              <a:t>|</a:t>
            </a:r>
            <a:r>
              <a:rPr sz="2400" spc="-10" dirty="0">
                <a:latin typeface="Cambria"/>
                <a:cs typeface="Cambria"/>
              </a:rPr>
              <a:t> </a:t>
            </a:r>
            <a:r>
              <a:rPr sz="2400" spc="-50" dirty="0">
                <a:latin typeface="Symbol"/>
                <a:cs typeface="Symbol"/>
              </a:rPr>
              <a:t></a:t>
            </a:r>
            <a:endParaRPr sz="2400">
              <a:latin typeface="Symbol"/>
              <a:cs typeface="Symbol"/>
            </a:endParaRPr>
          </a:p>
          <a:p>
            <a:pPr marL="12700">
              <a:lnSpc>
                <a:spcPct val="100000"/>
              </a:lnSpc>
              <a:spcBef>
                <a:spcPts val="910"/>
              </a:spcBef>
            </a:pPr>
            <a:r>
              <a:rPr sz="2400" dirty="0">
                <a:latin typeface="Cambria"/>
                <a:cs typeface="Cambria"/>
              </a:rPr>
              <a:t>D</a:t>
            </a:r>
            <a:r>
              <a:rPr sz="2400" spc="-20" dirty="0">
                <a:latin typeface="Cambria"/>
                <a:cs typeface="Cambria"/>
              </a:rPr>
              <a:t> </a:t>
            </a:r>
            <a:r>
              <a:rPr sz="2400" dirty="0">
                <a:latin typeface="Wingdings"/>
                <a:cs typeface="Wingdings"/>
              </a:rPr>
              <a:t></a:t>
            </a:r>
            <a:r>
              <a:rPr sz="2400" spc="-80" dirty="0">
                <a:latin typeface="Times New Roman"/>
                <a:cs typeface="Times New Roman"/>
              </a:rPr>
              <a:t> </a:t>
            </a:r>
            <a:r>
              <a:rPr sz="2400" dirty="0">
                <a:latin typeface="Cambria"/>
                <a:cs typeface="Cambria"/>
              </a:rPr>
              <a:t>d</a:t>
            </a:r>
            <a:r>
              <a:rPr sz="2400" spc="-10" dirty="0">
                <a:latin typeface="Cambria"/>
                <a:cs typeface="Cambria"/>
              </a:rPr>
              <a:t> </a:t>
            </a:r>
            <a:r>
              <a:rPr sz="2400" dirty="0">
                <a:latin typeface="Cambria"/>
                <a:cs typeface="Cambria"/>
              </a:rPr>
              <a:t>|</a:t>
            </a:r>
            <a:r>
              <a:rPr sz="2400" spc="-10" dirty="0">
                <a:latin typeface="Cambria"/>
                <a:cs typeface="Cambria"/>
              </a:rPr>
              <a:t> </a:t>
            </a:r>
            <a:r>
              <a:rPr sz="2400" spc="-50" dirty="0">
                <a:latin typeface="Symbol"/>
                <a:cs typeface="Symbol"/>
              </a:rPr>
              <a:t></a:t>
            </a:r>
            <a:endParaRPr sz="2400">
              <a:latin typeface="Symbol"/>
              <a:cs typeface="Symbol"/>
            </a:endParaRPr>
          </a:p>
        </p:txBody>
      </p:sp>
      <p:sp>
        <p:nvSpPr>
          <p:cNvPr id="6" name="object 6"/>
          <p:cNvSpPr txBox="1"/>
          <p:nvPr/>
        </p:nvSpPr>
        <p:spPr>
          <a:xfrm>
            <a:off x="3948429" y="3627120"/>
            <a:ext cx="3027680" cy="1952625"/>
          </a:xfrm>
          <a:prstGeom prst="rect">
            <a:avLst/>
          </a:prstGeom>
        </p:spPr>
        <p:txBody>
          <a:bodyPr vert="horz" wrap="square" lIns="0" tIns="12700" rIns="0" bIns="0" rtlCol="0">
            <a:spAutoFit/>
          </a:bodyPr>
          <a:lstStyle/>
          <a:p>
            <a:pPr marL="12700" marR="5080">
              <a:lnSpc>
                <a:spcPct val="131800"/>
              </a:lnSpc>
              <a:spcBef>
                <a:spcPts val="100"/>
              </a:spcBef>
            </a:pPr>
            <a:r>
              <a:rPr sz="2400" dirty="0">
                <a:latin typeface="Cambria"/>
                <a:cs typeface="Cambria"/>
              </a:rPr>
              <a:t>FIRST(A)</a:t>
            </a:r>
            <a:r>
              <a:rPr sz="2400" spc="-35" dirty="0">
                <a:latin typeface="Cambria"/>
                <a:cs typeface="Cambria"/>
              </a:rPr>
              <a:t> </a:t>
            </a:r>
            <a:r>
              <a:rPr sz="2400" dirty="0">
                <a:latin typeface="Cambria"/>
                <a:cs typeface="Cambria"/>
              </a:rPr>
              <a:t>=</a:t>
            </a:r>
            <a:r>
              <a:rPr sz="2400" spc="-30" dirty="0">
                <a:latin typeface="Cambria"/>
                <a:cs typeface="Cambria"/>
              </a:rPr>
              <a:t> </a:t>
            </a:r>
            <a:r>
              <a:rPr sz="2400" dirty="0">
                <a:latin typeface="Cambria"/>
                <a:cs typeface="Cambria"/>
              </a:rPr>
              <a:t>{b,</a:t>
            </a:r>
            <a:r>
              <a:rPr sz="2400" spc="-25" dirty="0">
                <a:latin typeface="Cambria"/>
                <a:cs typeface="Cambria"/>
              </a:rPr>
              <a:t> </a:t>
            </a:r>
            <a:r>
              <a:rPr sz="2400" dirty="0">
                <a:latin typeface="Cambria"/>
                <a:cs typeface="Cambria"/>
              </a:rPr>
              <a:t>c,</a:t>
            </a:r>
            <a:r>
              <a:rPr sz="2400" spc="-25" dirty="0">
                <a:latin typeface="Cambria"/>
                <a:cs typeface="Cambria"/>
              </a:rPr>
              <a:t> </a:t>
            </a:r>
            <a:r>
              <a:rPr sz="2400" dirty="0">
                <a:latin typeface="Cambria"/>
                <a:cs typeface="Cambria"/>
              </a:rPr>
              <a:t>d,</a:t>
            </a:r>
            <a:r>
              <a:rPr sz="2400" spc="-20" dirty="0">
                <a:latin typeface="Cambria"/>
                <a:cs typeface="Cambria"/>
              </a:rPr>
              <a:t> </a:t>
            </a:r>
            <a:r>
              <a:rPr sz="2400" dirty="0">
                <a:latin typeface="Cambria"/>
                <a:cs typeface="Cambria"/>
              </a:rPr>
              <a:t>x,</a:t>
            </a:r>
            <a:r>
              <a:rPr sz="2400" spc="-35" dirty="0">
                <a:latin typeface="Cambria"/>
                <a:cs typeface="Cambria"/>
              </a:rPr>
              <a:t> </a:t>
            </a:r>
            <a:r>
              <a:rPr sz="2400" spc="-25" dirty="0">
                <a:latin typeface="Symbol"/>
                <a:cs typeface="Symbol"/>
              </a:rPr>
              <a:t></a:t>
            </a:r>
            <a:r>
              <a:rPr sz="2400" spc="-25" dirty="0">
                <a:latin typeface="Cambria"/>
                <a:cs typeface="Cambria"/>
              </a:rPr>
              <a:t>} </a:t>
            </a:r>
            <a:r>
              <a:rPr sz="2400" dirty="0">
                <a:latin typeface="Cambria"/>
                <a:cs typeface="Cambria"/>
              </a:rPr>
              <a:t>FIRST(B)</a:t>
            </a:r>
            <a:r>
              <a:rPr sz="2400" spc="-65" dirty="0">
                <a:latin typeface="Cambria"/>
                <a:cs typeface="Cambria"/>
              </a:rPr>
              <a:t> </a:t>
            </a:r>
            <a:r>
              <a:rPr sz="2400" dirty="0">
                <a:latin typeface="Cambria"/>
                <a:cs typeface="Cambria"/>
              </a:rPr>
              <a:t>=</a:t>
            </a:r>
            <a:r>
              <a:rPr sz="2400" spc="-40" dirty="0">
                <a:latin typeface="Cambria"/>
                <a:cs typeface="Cambria"/>
              </a:rPr>
              <a:t> </a:t>
            </a:r>
            <a:r>
              <a:rPr sz="2400" dirty="0">
                <a:latin typeface="Cambria"/>
                <a:cs typeface="Cambria"/>
              </a:rPr>
              <a:t>{b,</a:t>
            </a:r>
            <a:r>
              <a:rPr sz="2400" spc="-35" dirty="0">
                <a:latin typeface="Cambria"/>
                <a:cs typeface="Cambria"/>
              </a:rPr>
              <a:t> </a:t>
            </a:r>
            <a:r>
              <a:rPr sz="2400" spc="-25" dirty="0">
                <a:latin typeface="Symbol"/>
                <a:cs typeface="Symbol"/>
              </a:rPr>
              <a:t></a:t>
            </a:r>
            <a:r>
              <a:rPr sz="2400" spc="-25" dirty="0">
                <a:latin typeface="Cambria"/>
                <a:cs typeface="Cambria"/>
              </a:rPr>
              <a:t>}</a:t>
            </a:r>
            <a:endParaRPr sz="2400">
              <a:latin typeface="Cambria"/>
              <a:cs typeface="Cambria"/>
            </a:endParaRPr>
          </a:p>
          <a:p>
            <a:pPr marL="12700">
              <a:lnSpc>
                <a:spcPct val="100000"/>
              </a:lnSpc>
              <a:spcBef>
                <a:spcPts val="910"/>
              </a:spcBef>
            </a:pPr>
            <a:r>
              <a:rPr sz="2400" dirty="0">
                <a:latin typeface="Cambria"/>
                <a:cs typeface="Cambria"/>
              </a:rPr>
              <a:t>FIRST(C)</a:t>
            </a:r>
            <a:r>
              <a:rPr sz="2400" spc="-45" dirty="0">
                <a:latin typeface="Cambria"/>
                <a:cs typeface="Cambria"/>
              </a:rPr>
              <a:t> </a:t>
            </a:r>
            <a:r>
              <a:rPr sz="2400" dirty="0">
                <a:latin typeface="Cambria"/>
                <a:cs typeface="Cambria"/>
              </a:rPr>
              <a:t>=</a:t>
            </a:r>
            <a:r>
              <a:rPr sz="2400" spc="-20" dirty="0">
                <a:latin typeface="Cambria"/>
                <a:cs typeface="Cambria"/>
              </a:rPr>
              <a:t> </a:t>
            </a:r>
            <a:r>
              <a:rPr sz="2400" dirty="0">
                <a:latin typeface="Cambria"/>
                <a:cs typeface="Cambria"/>
              </a:rPr>
              <a:t>{c</a:t>
            </a:r>
            <a:r>
              <a:rPr sz="2400" spc="-30" dirty="0">
                <a:latin typeface="Cambria"/>
                <a:cs typeface="Cambria"/>
              </a:rPr>
              <a:t> </a:t>
            </a:r>
            <a:r>
              <a:rPr sz="2400" dirty="0">
                <a:latin typeface="Cambria"/>
                <a:cs typeface="Cambria"/>
              </a:rPr>
              <a:t>,</a:t>
            </a:r>
            <a:r>
              <a:rPr sz="2400" spc="-35" dirty="0">
                <a:latin typeface="Cambria"/>
                <a:cs typeface="Cambria"/>
              </a:rPr>
              <a:t> </a:t>
            </a:r>
            <a:r>
              <a:rPr sz="2400" spc="-25" dirty="0">
                <a:latin typeface="Symbol"/>
                <a:cs typeface="Symbol"/>
              </a:rPr>
              <a:t></a:t>
            </a:r>
            <a:r>
              <a:rPr sz="2400" spc="-25" dirty="0">
                <a:latin typeface="Cambria"/>
                <a:cs typeface="Cambria"/>
              </a:rPr>
              <a:t>}</a:t>
            </a:r>
            <a:endParaRPr sz="2400">
              <a:latin typeface="Cambria"/>
              <a:cs typeface="Cambria"/>
            </a:endParaRPr>
          </a:p>
          <a:p>
            <a:pPr marL="12700">
              <a:lnSpc>
                <a:spcPct val="100000"/>
              </a:lnSpc>
              <a:spcBef>
                <a:spcPts val="910"/>
              </a:spcBef>
            </a:pPr>
            <a:r>
              <a:rPr sz="2400" dirty="0">
                <a:latin typeface="Cambria"/>
                <a:cs typeface="Cambria"/>
              </a:rPr>
              <a:t>FIRST(D)</a:t>
            </a:r>
            <a:r>
              <a:rPr sz="2400" spc="-45" dirty="0">
                <a:latin typeface="Cambria"/>
                <a:cs typeface="Cambria"/>
              </a:rPr>
              <a:t> </a:t>
            </a:r>
            <a:r>
              <a:rPr sz="2400" dirty="0">
                <a:latin typeface="Cambria"/>
                <a:cs typeface="Cambria"/>
              </a:rPr>
              <a:t>=</a:t>
            </a:r>
            <a:r>
              <a:rPr sz="2400" spc="-40" dirty="0">
                <a:latin typeface="Cambria"/>
                <a:cs typeface="Cambria"/>
              </a:rPr>
              <a:t> </a:t>
            </a:r>
            <a:r>
              <a:rPr sz="2400" dirty="0">
                <a:latin typeface="Cambria"/>
                <a:cs typeface="Cambria"/>
              </a:rPr>
              <a:t>{d</a:t>
            </a:r>
            <a:r>
              <a:rPr sz="2400" spc="-20" dirty="0">
                <a:latin typeface="Cambria"/>
                <a:cs typeface="Cambria"/>
              </a:rPr>
              <a:t> </a:t>
            </a:r>
            <a:r>
              <a:rPr sz="2400" dirty="0">
                <a:latin typeface="Cambria"/>
                <a:cs typeface="Cambria"/>
              </a:rPr>
              <a:t>,</a:t>
            </a:r>
            <a:r>
              <a:rPr sz="2400" spc="-40" dirty="0">
                <a:latin typeface="Cambria"/>
                <a:cs typeface="Cambria"/>
              </a:rPr>
              <a:t> </a:t>
            </a:r>
            <a:r>
              <a:rPr sz="2400" spc="-25" dirty="0">
                <a:latin typeface="Symbol"/>
                <a:cs typeface="Symbol"/>
              </a:rPr>
              <a:t></a:t>
            </a:r>
            <a:r>
              <a:rPr sz="2400" spc="-25" dirty="0">
                <a:latin typeface="Cambria"/>
                <a:cs typeface="Cambria"/>
              </a:rPr>
              <a:t>}</a:t>
            </a:r>
            <a:endParaRPr sz="2400">
              <a:latin typeface="Cambria"/>
              <a:cs typeface="Cambr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1261110">
              <a:lnSpc>
                <a:spcPts val="3890"/>
              </a:lnSpc>
            </a:pPr>
            <a:r>
              <a:rPr sz="3600" b="1" spc="-75" dirty="0">
                <a:solidFill>
                  <a:srgbClr val="FFFFFF"/>
                </a:solidFill>
                <a:latin typeface="Cambria"/>
                <a:cs typeface="Cambria"/>
              </a:rPr>
              <a:t>Compute </a:t>
            </a:r>
            <a:r>
              <a:rPr sz="3600" b="1" spc="-10" dirty="0">
                <a:solidFill>
                  <a:srgbClr val="FFFFFF"/>
                </a:solidFill>
                <a:latin typeface="Cambria"/>
                <a:cs typeface="Cambria"/>
              </a:rPr>
              <a:t>First</a:t>
            </a:r>
            <a:endParaRPr sz="3600">
              <a:latin typeface="Cambria"/>
              <a:cs typeface="Cambria"/>
            </a:endParaRPr>
          </a:p>
        </p:txBody>
      </p:sp>
      <p:sp>
        <p:nvSpPr>
          <p:cNvPr id="3" name="object 3"/>
          <p:cNvSpPr txBox="1">
            <a:spLocks noGrp="1"/>
          </p:cNvSpPr>
          <p:nvPr>
            <p:ph type="title"/>
          </p:nvPr>
        </p:nvSpPr>
        <p:spPr>
          <a:xfrm>
            <a:off x="3948429" y="739304"/>
            <a:ext cx="1466215" cy="985519"/>
          </a:xfrm>
          <a:prstGeom prst="rect">
            <a:avLst/>
          </a:prstGeom>
        </p:spPr>
        <p:txBody>
          <a:bodyPr vert="horz" wrap="square" lIns="0" tIns="12065" rIns="0" bIns="0" rtlCol="0">
            <a:spAutoFit/>
          </a:bodyPr>
          <a:lstStyle/>
          <a:p>
            <a:pPr marL="12700" marR="5080">
              <a:lnSpc>
                <a:spcPct val="131300"/>
              </a:lnSpc>
              <a:spcBef>
                <a:spcPts val="95"/>
              </a:spcBef>
            </a:pPr>
            <a:r>
              <a:rPr dirty="0"/>
              <a:t>Example</a:t>
            </a:r>
            <a:r>
              <a:rPr spc="-95" dirty="0"/>
              <a:t> </a:t>
            </a:r>
            <a:r>
              <a:rPr spc="-50" dirty="0"/>
              <a:t>: </a:t>
            </a:r>
            <a:r>
              <a:rPr dirty="0"/>
              <a:t>S</a:t>
            </a:r>
            <a:r>
              <a:rPr spc="-10" dirty="0"/>
              <a:t> </a:t>
            </a:r>
            <a:r>
              <a:rPr dirty="0">
                <a:latin typeface="Wingdings"/>
                <a:cs typeface="Wingdings"/>
              </a:rPr>
              <a:t></a:t>
            </a:r>
            <a:r>
              <a:rPr spc="-90" dirty="0">
                <a:latin typeface="Times New Roman"/>
                <a:cs typeface="Times New Roman"/>
              </a:rPr>
              <a:t> </a:t>
            </a:r>
            <a:r>
              <a:rPr dirty="0"/>
              <a:t>PQr</a:t>
            </a:r>
            <a:r>
              <a:rPr spc="-30" dirty="0"/>
              <a:t> </a:t>
            </a:r>
            <a:r>
              <a:rPr dirty="0"/>
              <a:t>|</a:t>
            </a:r>
            <a:r>
              <a:rPr spc="-5" dirty="0"/>
              <a:t> </a:t>
            </a:r>
            <a:r>
              <a:rPr spc="-50" dirty="0"/>
              <a:t>s</a:t>
            </a:r>
          </a:p>
        </p:txBody>
      </p:sp>
      <p:sp>
        <p:nvSpPr>
          <p:cNvPr id="4" name="object 4"/>
          <p:cNvSpPr txBox="1"/>
          <p:nvPr/>
        </p:nvSpPr>
        <p:spPr>
          <a:xfrm>
            <a:off x="3948429" y="1700910"/>
            <a:ext cx="1483995" cy="1470660"/>
          </a:xfrm>
          <a:prstGeom prst="rect">
            <a:avLst/>
          </a:prstGeom>
        </p:spPr>
        <p:txBody>
          <a:bodyPr vert="horz" wrap="square" lIns="0" tIns="128270" rIns="0" bIns="0" rtlCol="0">
            <a:spAutoFit/>
          </a:bodyPr>
          <a:lstStyle/>
          <a:p>
            <a:pPr marL="12700">
              <a:lnSpc>
                <a:spcPct val="100000"/>
              </a:lnSpc>
              <a:spcBef>
                <a:spcPts val="1010"/>
              </a:spcBef>
            </a:pPr>
            <a:r>
              <a:rPr sz="2400" dirty="0">
                <a:latin typeface="Cambria"/>
                <a:cs typeface="Cambria"/>
              </a:rPr>
              <a:t>P</a:t>
            </a:r>
            <a:r>
              <a:rPr sz="2400" spc="-25" dirty="0">
                <a:latin typeface="Cambria"/>
                <a:cs typeface="Cambria"/>
              </a:rPr>
              <a:t> </a:t>
            </a:r>
            <a:r>
              <a:rPr sz="2400" dirty="0">
                <a:latin typeface="Wingdings"/>
                <a:cs typeface="Wingdings"/>
              </a:rPr>
              <a:t></a:t>
            </a:r>
            <a:r>
              <a:rPr sz="2400" spc="-90" dirty="0">
                <a:latin typeface="Times New Roman"/>
                <a:cs typeface="Times New Roman"/>
              </a:rPr>
              <a:t> </a:t>
            </a:r>
            <a:r>
              <a:rPr sz="2400" dirty="0">
                <a:latin typeface="Cambria"/>
                <a:cs typeface="Cambria"/>
              </a:rPr>
              <a:t>Abc</a:t>
            </a:r>
            <a:r>
              <a:rPr sz="2400" spc="-25" dirty="0">
                <a:latin typeface="Cambria"/>
                <a:cs typeface="Cambria"/>
              </a:rPr>
              <a:t> </a:t>
            </a:r>
            <a:r>
              <a:rPr sz="2400" dirty="0">
                <a:latin typeface="Cambria"/>
                <a:cs typeface="Cambria"/>
              </a:rPr>
              <a:t>|</a:t>
            </a:r>
            <a:r>
              <a:rPr sz="2400" spc="-20" dirty="0">
                <a:latin typeface="Cambria"/>
                <a:cs typeface="Cambria"/>
              </a:rPr>
              <a:t> </a:t>
            </a:r>
            <a:r>
              <a:rPr sz="2400" spc="-50" dirty="0">
                <a:latin typeface="Symbol"/>
                <a:cs typeface="Symbol"/>
              </a:rPr>
              <a:t></a:t>
            </a:r>
            <a:endParaRPr sz="2400">
              <a:latin typeface="Symbol"/>
              <a:cs typeface="Symbol"/>
            </a:endParaRPr>
          </a:p>
          <a:p>
            <a:pPr marL="12700">
              <a:lnSpc>
                <a:spcPct val="100000"/>
              </a:lnSpc>
              <a:spcBef>
                <a:spcPts val="915"/>
              </a:spcBef>
            </a:pPr>
            <a:r>
              <a:rPr sz="2400" dirty="0">
                <a:latin typeface="Cambria"/>
                <a:cs typeface="Cambria"/>
              </a:rPr>
              <a:t>Q</a:t>
            </a:r>
            <a:r>
              <a:rPr sz="2400" spc="-20" dirty="0">
                <a:latin typeface="Cambria"/>
                <a:cs typeface="Cambria"/>
              </a:rPr>
              <a:t> </a:t>
            </a:r>
            <a:r>
              <a:rPr sz="2400" dirty="0">
                <a:latin typeface="Wingdings"/>
                <a:cs typeface="Wingdings"/>
              </a:rPr>
              <a:t></a:t>
            </a:r>
            <a:r>
              <a:rPr sz="2400" spc="-80" dirty="0">
                <a:latin typeface="Times New Roman"/>
                <a:cs typeface="Times New Roman"/>
              </a:rPr>
              <a:t> </a:t>
            </a:r>
            <a:r>
              <a:rPr sz="2400" dirty="0">
                <a:latin typeface="Cambria"/>
                <a:cs typeface="Cambria"/>
              </a:rPr>
              <a:t>d</a:t>
            </a:r>
            <a:r>
              <a:rPr sz="2400" spc="-5" dirty="0">
                <a:latin typeface="Cambria"/>
                <a:cs typeface="Cambria"/>
              </a:rPr>
              <a:t> </a:t>
            </a:r>
            <a:r>
              <a:rPr sz="2400" dirty="0">
                <a:latin typeface="Cambria"/>
                <a:cs typeface="Cambria"/>
              </a:rPr>
              <a:t>|</a:t>
            </a:r>
            <a:r>
              <a:rPr sz="2400" spc="-10" dirty="0">
                <a:latin typeface="Cambria"/>
                <a:cs typeface="Cambria"/>
              </a:rPr>
              <a:t> </a:t>
            </a:r>
            <a:r>
              <a:rPr sz="2400" spc="-50" dirty="0">
                <a:latin typeface="Symbol"/>
                <a:cs typeface="Symbol"/>
              </a:rPr>
              <a:t></a:t>
            </a:r>
            <a:endParaRPr sz="2400">
              <a:latin typeface="Symbol"/>
              <a:cs typeface="Symbol"/>
            </a:endParaRPr>
          </a:p>
          <a:p>
            <a:pPr marL="12700">
              <a:lnSpc>
                <a:spcPct val="100000"/>
              </a:lnSpc>
              <a:spcBef>
                <a:spcPts val="910"/>
              </a:spcBef>
            </a:pPr>
            <a:r>
              <a:rPr sz="2400" dirty="0">
                <a:latin typeface="Cambria"/>
                <a:cs typeface="Cambria"/>
              </a:rPr>
              <a:t>A</a:t>
            </a:r>
            <a:r>
              <a:rPr sz="2400" spc="-15" dirty="0">
                <a:latin typeface="Cambria"/>
                <a:cs typeface="Cambria"/>
              </a:rPr>
              <a:t> </a:t>
            </a:r>
            <a:r>
              <a:rPr sz="2400" dirty="0">
                <a:latin typeface="Wingdings"/>
                <a:cs typeface="Wingdings"/>
              </a:rPr>
              <a:t></a:t>
            </a:r>
            <a:r>
              <a:rPr sz="2400" spc="-100" dirty="0">
                <a:latin typeface="Times New Roman"/>
                <a:cs typeface="Times New Roman"/>
              </a:rPr>
              <a:t> </a:t>
            </a:r>
            <a:r>
              <a:rPr sz="2400" dirty="0">
                <a:latin typeface="Cambria"/>
                <a:cs typeface="Cambria"/>
              </a:rPr>
              <a:t>a| </a:t>
            </a:r>
            <a:r>
              <a:rPr sz="2400" spc="-50" dirty="0">
                <a:latin typeface="Symbol"/>
                <a:cs typeface="Symbol"/>
              </a:rPr>
              <a:t></a:t>
            </a:r>
            <a:endParaRPr sz="2400">
              <a:latin typeface="Symbol"/>
              <a:cs typeface="Symbol"/>
            </a:endParaRPr>
          </a:p>
        </p:txBody>
      </p:sp>
      <p:sp>
        <p:nvSpPr>
          <p:cNvPr id="5" name="object 5"/>
          <p:cNvSpPr txBox="1"/>
          <p:nvPr/>
        </p:nvSpPr>
        <p:spPr>
          <a:xfrm>
            <a:off x="3948429" y="4106417"/>
            <a:ext cx="2011045" cy="1473835"/>
          </a:xfrm>
          <a:prstGeom prst="rect">
            <a:avLst/>
          </a:prstGeom>
        </p:spPr>
        <p:txBody>
          <a:bodyPr vert="horz" wrap="square" lIns="0" tIns="12700" rIns="0" bIns="0" rtlCol="0">
            <a:spAutoFit/>
          </a:bodyPr>
          <a:lstStyle/>
          <a:p>
            <a:pPr marL="12700" marR="5080">
              <a:lnSpc>
                <a:spcPct val="132100"/>
              </a:lnSpc>
              <a:spcBef>
                <a:spcPts val="100"/>
              </a:spcBef>
            </a:pPr>
            <a:r>
              <a:rPr sz="2400" dirty="0">
                <a:latin typeface="Cambria"/>
                <a:cs typeface="Cambria"/>
              </a:rPr>
              <a:t>A</a:t>
            </a:r>
            <a:r>
              <a:rPr sz="2400" spc="-35" dirty="0">
                <a:latin typeface="Cambria"/>
                <a:cs typeface="Cambria"/>
              </a:rPr>
              <a:t> </a:t>
            </a:r>
            <a:r>
              <a:rPr sz="2400" dirty="0">
                <a:latin typeface="Wingdings"/>
                <a:cs typeface="Wingdings"/>
              </a:rPr>
              <a:t></a:t>
            </a:r>
            <a:r>
              <a:rPr sz="2400" spc="-120" dirty="0">
                <a:latin typeface="Times New Roman"/>
                <a:cs typeface="Times New Roman"/>
              </a:rPr>
              <a:t> </a:t>
            </a:r>
            <a:r>
              <a:rPr sz="2400" dirty="0">
                <a:latin typeface="Cambria"/>
                <a:cs typeface="Cambria"/>
              </a:rPr>
              <a:t>mn</a:t>
            </a:r>
            <a:r>
              <a:rPr sz="2400" spc="-35" dirty="0">
                <a:latin typeface="Cambria"/>
                <a:cs typeface="Cambria"/>
              </a:rPr>
              <a:t> </a:t>
            </a:r>
            <a:r>
              <a:rPr sz="2400" dirty="0">
                <a:latin typeface="Cambria"/>
                <a:cs typeface="Cambria"/>
              </a:rPr>
              <a:t>|</a:t>
            </a:r>
            <a:r>
              <a:rPr sz="2400" spc="-40" dirty="0">
                <a:latin typeface="Cambria"/>
                <a:cs typeface="Cambria"/>
              </a:rPr>
              <a:t> </a:t>
            </a:r>
            <a:r>
              <a:rPr sz="2400" dirty="0">
                <a:latin typeface="Cambria"/>
                <a:cs typeface="Cambria"/>
              </a:rPr>
              <a:t>Xy</a:t>
            </a:r>
            <a:r>
              <a:rPr sz="2400" spc="-25" dirty="0">
                <a:latin typeface="Cambria"/>
                <a:cs typeface="Cambria"/>
              </a:rPr>
              <a:t> </a:t>
            </a:r>
            <a:r>
              <a:rPr sz="2400" dirty="0">
                <a:latin typeface="Cambria"/>
                <a:cs typeface="Cambria"/>
              </a:rPr>
              <a:t>|</a:t>
            </a:r>
            <a:r>
              <a:rPr sz="2400" spc="-35" dirty="0">
                <a:latin typeface="Cambria"/>
                <a:cs typeface="Cambria"/>
              </a:rPr>
              <a:t> </a:t>
            </a:r>
            <a:r>
              <a:rPr sz="2400" spc="-50" dirty="0">
                <a:latin typeface="Cambria"/>
                <a:cs typeface="Cambria"/>
              </a:rPr>
              <a:t>Z </a:t>
            </a:r>
            <a:r>
              <a:rPr sz="2400" dirty="0">
                <a:latin typeface="Cambria"/>
                <a:cs typeface="Cambria"/>
              </a:rPr>
              <a:t>X</a:t>
            </a:r>
            <a:r>
              <a:rPr sz="2400" spc="-15" dirty="0">
                <a:latin typeface="Cambria"/>
                <a:cs typeface="Cambria"/>
              </a:rPr>
              <a:t> </a:t>
            </a:r>
            <a:r>
              <a:rPr sz="2400" dirty="0">
                <a:latin typeface="Wingdings"/>
                <a:cs typeface="Wingdings"/>
              </a:rPr>
              <a:t></a:t>
            </a:r>
            <a:r>
              <a:rPr sz="2400" spc="-85" dirty="0">
                <a:latin typeface="Times New Roman"/>
                <a:cs typeface="Times New Roman"/>
              </a:rPr>
              <a:t> </a:t>
            </a:r>
            <a:r>
              <a:rPr sz="2400" dirty="0">
                <a:latin typeface="Cambria"/>
                <a:cs typeface="Cambria"/>
              </a:rPr>
              <a:t>x</a:t>
            </a:r>
            <a:r>
              <a:rPr sz="2400" spc="-5" dirty="0">
                <a:latin typeface="Cambria"/>
                <a:cs typeface="Cambria"/>
              </a:rPr>
              <a:t> </a:t>
            </a:r>
            <a:r>
              <a:rPr sz="2400" dirty="0">
                <a:latin typeface="Cambria"/>
                <a:cs typeface="Cambria"/>
              </a:rPr>
              <a:t>|</a:t>
            </a:r>
            <a:r>
              <a:rPr sz="2400" spc="-15" dirty="0">
                <a:latin typeface="Cambria"/>
                <a:cs typeface="Cambria"/>
              </a:rPr>
              <a:t> </a:t>
            </a:r>
            <a:r>
              <a:rPr sz="2400" spc="-50" dirty="0">
                <a:latin typeface="Symbol"/>
                <a:cs typeface="Symbol"/>
              </a:rPr>
              <a:t></a:t>
            </a:r>
            <a:endParaRPr sz="2400">
              <a:latin typeface="Symbol"/>
              <a:cs typeface="Symbol"/>
            </a:endParaRPr>
          </a:p>
          <a:p>
            <a:pPr marL="12700">
              <a:lnSpc>
                <a:spcPct val="100000"/>
              </a:lnSpc>
              <a:spcBef>
                <a:spcPts val="910"/>
              </a:spcBef>
            </a:pPr>
            <a:r>
              <a:rPr sz="2400" dirty="0">
                <a:latin typeface="Cambria"/>
                <a:cs typeface="Cambria"/>
              </a:rPr>
              <a:t>Z</a:t>
            </a:r>
            <a:r>
              <a:rPr sz="2400" spc="-10" dirty="0">
                <a:latin typeface="Cambria"/>
                <a:cs typeface="Cambria"/>
              </a:rPr>
              <a:t> </a:t>
            </a:r>
            <a:r>
              <a:rPr sz="2400" dirty="0">
                <a:latin typeface="Wingdings"/>
                <a:cs typeface="Wingdings"/>
              </a:rPr>
              <a:t></a:t>
            </a:r>
            <a:r>
              <a:rPr sz="2400" spc="-75" dirty="0">
                <a:latin typeface="Times New Roman"/>
                <a:cs typeface="Times New Roman"/>
              </a:rPr>
              <a:t> </a:t>
            </a:r>
            <a:r>
              <a:rPr sz="2400" spc="-50" dirty="0">
                <a:latin typeface="Symbol"/>
                <a:cs typeface="Symbol"/>
              </a:rPr>
              <a:t></a:t>
            </a:r>
            <a:endParaRPr sz="2400">
              <a:latin typeface="Symbol"/>
              <a:cs typeface="Symbo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1261110">
              <a:lnSpc>
                <a:spcPts val="3890"/>
              </a:lnSpc>
            </a:pPr>
            <a:r>
              <a:rPr sz="3600" b="1" spc="-75" dirty="0">
                <a:solidFill>
                  <a:srgbClr val="FFFFFF"/>
                </a:solidFill>
                <a:latin typeface="Cambria"/>
                <a:cs typeface="Cambria"/>
              </a:rPr>
              <a:t>Compute </a:t>
            </a:r>
            <a:r>
              <a:rPr sz="3600" b="1" spc="-10" dirty="0">
                <a:solidFill>
                  <a:srgbClr val="FFFFFF"/>
                </a:solidFill>
                <a:latin typeface="Cambria"/>
                <a:cs typeface="Cambria"/>
              </a:rPr>
              <a:t>Follow</a:t>
            </a:r>
            <a:endParaRPr sz="3600">
              <a:latin typeface="Cambria"/>
              <a:cs typeface="Cambria"/>
            </a:endParaRPr>
          </a:p>
        </p:txBody>
      </p:sp>
      <p:sp>
        <p:nvSpPr>
          <p:cNvPr id="3" name="object 3"/>
          <p:cNvSpPr txBox="1"/>
          <p:nvPr/>
        </p:nvSpPr>
        <p:spPr>
          <a:xfrm>
            <a:off x="3948429" y="853185"/>
            <a:ext cx="129667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Example</a:t>
            </a:r>
            <a:r>
              <a:rPr sz="2400" spc="-95" dirty="0">
                <a:latin typeface="Cambria"/>
                <a:cs typeface="Cambria"/>
              </a:rPr>
              <a:t> </a:t>
            </a:r>
            <a:r>
              <a:rPr sz="2400" spc="-50" dirty="0">
                <a:latin typeface="Cambria"/>
                <a:cs typeface="Cambria"/>
              </a:rPr>
              <a:t>:</a:t>
            </a:r>
            <a:endParaRPr sz="2400">
              <a:latin typeface="Cambria"/>
              <a:cs typeface="Cambria"/>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a:t>
            </a:r>
            <a:r>
              <a:rPr spc="-20" dirty="0"/>
              <a:t> </a:t>
            </a:r>
            <a:r>
              <a:rPr dirty="0">
                <a:latin typeface="Wingdings"/>
                <a:cs typeface="Wingdings"/>
              </a:rPr>
              <a:t></a:t>
            </a:r>
            <a:r>
              <a:rPr spc="-105" dirty="0">
                <a:latin typeface="Times New Roman"/>
                <a:cs typeface="Times New Roman"/>
              </a:rPr>
              <a:t> </a:t>
            </a:r>
            <a:r>
              <a:rPr dirty="0"/>
              <a:t>bcg</a:t>
            </a:r>
            <a:r>
              <a:rPr spc="-10" dirty="0"/>
              <a:t> </a:t>
            </a:r>
            <a:r>
              <a:rPr dirty="0"/>
              <a:t>|</a:t>
            </a:r>
            <a:r>
              <a:rPr spc="-20" dirty="0"/>
              <a:t> </a:t>
            </a:r>
            <a:r>
              <a:rPr spc="-35" dirty="0"/>
              <a:t>gh</a:t>
            </a:r>
          </a:p>
        </p:txBody>
      </p:sp>
      <p:sp>
        <p:nvSpPr>
          <p:cNvPr id="5" name="object 5"/>
          <p:cNvSpPr txBox="1"/>
          <p:nvPr/>
        </p:nvSpPr>
        <p:spPr>
          <a:xfrm>
            <a:off x="3948429" y="1816734"/>
            <a:ext cx="230187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FOLLOW(A)</a:t>
            </a:r>
            <a:r>
              <a:rPr sz="2400" spc="-50" dirty="0">
                <a:latin typeface="Cambria"/>
                <a:cs typeface="Cambria"/>
              </a:rPr>
              <a:t> </a:t>
            </a:r>
            <a:r>
              <a:rPr sz="2400" dirty="0">
                <a:latin typeface="Cambria"/>
                <a:cs typeface="Cambria"/>
              </a:rPr>
              <a:t>=</a:t>
            </a:r>
            <a:r>
              <a:rPr sz="2400" spc="-40" dirty="0">
                <a:latin typeface="Cambria"/>
                <a:cs typeface="Cambria"/>
              </a:rPr>
              <a:t> </a:t>
            </a:r>
            <a:r>
              <a:rPr sz="2400" spc="-25" dirty="0">
                <a:latin typeface="Cambria"/>
                <a:cs typeface="Cambria"/>
              </a:rPr>
              <a:t>{$}</a:t>
            </a:r>
            <a:endParaRPr sz="2400">
              <a:latin typeface="Cambria"/>
              <a:cs typeface="Cambria"/>
            </a:endParaRPr>
          </a:p>
        </p:txBody>
      </p:sp>
      <p:sp>
        <p:nvSpPr>
          <p:cNvPr id="6" name="object 6"/>
          <p:cNvSpPr txBox="1"/>
          <p:nvPr/>
        </p:nvSpPr>
        <p:spPr>
          <a:xfrm>
            <a:off x="3948429" y="2660415"/>
            <a:ext cx="1685289" cy="992505"/>
          </a:xfrm>
          <a:prstGeom prst="rect">
            <a:avLst/>
          </a:prstGeom>
        </p:spPr>
        <p:txBody>
          <a:bodyPr vert="horz" wrap="square" lIns="0" tIns="130175" rIns="0" bIns="0" rtlCol="0">
            <a:spAutoFit/>
          </a:bodyPr>
          <a:lstStyle/>
          <a:p>
            <a:pPr marL="12700">
              <a:lnSpc>
                <a:spcPct val="100000"/>
              </a:lnSpc>
              <a:spcBef>
                <a:spcPts val="1025"/>
              </a:spcBef>
            </a:pPr>
            <a:r>
              <a:rPr sz="2400" dirty="0">
                <a:latin typeface="Cambria"/>
                <a:cs typeface="Cambria"/>
              </a:rPr>
              <a:t>A</a:t>
            </a:r>
            <a:r>
              <a:rPr sz="2400" spc="-20" dirty="0">
                <a:latin typeface="Cambria"/>
                <a:cs typeface="Cambria"/>
              </a:rPr>
              <a:t> </a:t>
            </a:r>
            <a:r>
              <a:rPr sz="2400" dirty="0">
                <a:latin typeface="Wingdings"/>
                <a:cs typeface="Wingdings"/>
              </a:rPr>
              <a:t></a:t>
            </a:r>
            <a:r>
              <a:rPr sz="2400" spc="-110" dirty="0">
                <a:latin typeface="Times New Roman"/>
                <a:cs typeface="Times New Roman"/>
              </a:rPr>
              <a:t> </a:t>
            </a:r>
            <a:r>
              <a:rPr sz="2400" dirty="0">
                <a:latin typeface="Cambria"/>
                <a:cs typeface="Cambria"/>
              </a:rPr>
              <a:t>Bcd</a:t>
            </a:r>
            <a:r>
              <a:rPr sz="2400" spc="-5" dirty="0">
                <a:latin typeface="Cambria"/>
                <a:cs typeface="Cambria"/>
              </a:rPr>
              <a:t> </a:t>
            </a:r>
            <a:r>
              <a:rPr sz="2400" dirty="0">
                <a:latin typeface="Cambria"/>
                <a:cs typeface="Cambria"/>
              </a:rPr>
              <a:t>|</a:t>
            </a:r>
            <a:r>
              <a:rPr sz="2400" spc="-25" dirty="0">
                <a:latin typeface="Cambria"/>
                <a:cs typeface="Cambria"/>
              </a:rPr>
              <a:t> gh</a:t>
            </a:r>
            <a:endParaRPr sz="2400">
              <a:latin typeface="Cambria"/>
              <a:cs typeface="Cambria"/>
            </a:endParaRPr>
          </a:p>
          <a:p>
            <a:pPr marL="12700">
              <a:lnSpc>
                <a:spcPct val="100000"/>
              </a:lnSpc>
              <a:spcBef>
                <a:spcPts val="930"/>
              </a:spcBef>
            </a:pPr>
            <a:r>
              <a:rPr sz="2400" dirty="0">
                <a:latin typeface="Cambria"/>
                <a:cs typeface="Cambria"/>
              </a:rPr>
              <a:t>B</a:t>
            </a:r>
            <a:r>
              <a:rPr sz="2400" spc="-20" dirty="0">
                <a:latin typeface="Cambria"/>
                <a:cs typeface="Cambria"/>
              </a:rPr>
              <a:t> </a:t>
            </a:r>
            <a:r>
              <a:rPr sz="2400" dirty="0">
                <a:latin typeface="Wingdings"/>
                <a:cs typeface="Wingdings"/>
              </a:rPr>
              <a:t></a:t>
            </a:r>
            <a:r>
              <a:rPr sz="2400" spc="-95" dirty="0">
                <a:latin typeface="Times New Roman"/>
                <a:cs typeface="Times New Roman"/>
              </a:rPr>
              <a:t> </a:t>
            </a:r>
            <a:r>
              <a:rPr sz="2400" dirty="0">
                <a:latin typeface="Cambria"/>
                <a:cs typeface="Cambria"/>
              </a:rPr>
              <a:t>mA |</a:t>
            </a:r>
            <a:r>
              <a:rPr sz="2400" spc="-15" dirty="0">
                <a:latin typeface="Cambria"/>
                <a:cs typeface="Cambria"/>
              </a:rPr>
              <a:t> </a:t>
            </a:r>
            <a:r>
              <a:rPr sz="2400" spc="-50" dirty="0">
                <a:latin typeface="Symbol"/>
                <a:cs typeface="Symbol"/>
              </a:rPr>
              <a:t></a:t>
            </a:r>
            <a:endParaRPr sz="2400">
              <a:latin typeface="Symbol"/>
              <a:cs typeface="Symbol"/>
            </a:endParaRPr>
          </a:p>
        </p:txBody>
      </p:sp>
      <p:sp>
        <p:nvSpPr>
          <p:cNvPr id="7" name="object 7"/>
          <p:cNvSpPr txBox="1"/>
          <p:nvPr/>
        </p:nvSpPr>
        <p:spPr>
          <a:xfrm>
            <a:off x="3948429" y="4109465"/>
            <a:ext cx="2563495" cy="988694"/>
          </a:xfrm>
          <a:prstGeom prst="rect">
            <a:avLst/>
          </a:prstGeom>
        </p:spPr>
        <p:txBody>
          <a:bodyPr vert="horz" wrap="square" lIns="0" tIns="128270" rIns="0" bIns="0" rtlCol="0">
            <a:spAutoFit/>
          </a:bodyPr>
          <a:lstStyle/>
          <a:p>
            <a:pPr marL="12700">
              <a:lnSpc>
                <a:spcPct val="100000"/>
              </a:lnSpc>
              <a:spcBef>
                <a:spcPts val="1010"/>
              </a:spcBef>
            </a:pPr>
            <a:r>
              <a:rPr sz="2400" dirty="0">
                <a:latin typeface="Cambria"/>
                <a:cs typeface="Cambria"/>
              </a:rPr>
              <a:t>FOLLOW(A)</a:t>
            </a:r>
            <a:r>
              <a:rPr sz="2400" spc="-45" dirty="0">
                <a:latin typeface="Cambria"/>
                <a:cs typeface="Cambria"/>
              </a:rPr>
              <a:t> </a:t>
            </a:r>
            <a:r>
              <a:rPr sz="2400" dirty="0">
                <a:latin typeface="Cambria"/>
                <a:cs typeface="Cambria"/>
              </a:rPr>
              <a:t>=</a:t>
            </a:r>
            <a:r>
              <a:rPr sz="2400" spc="-35" dirty="0">
                <a:latin typeface="Cambria"/>
                <a:cs typeface="Cambria"/>
              </a:rPr>
              <a:t> </a:t>
            </a:r>
            <a:r>
              <a:rPr sz="2400" dirty="0">
                <a:latin typeface="Cambria"/>
                <a:cs typeface="Cambria"/>
              </a:rPr>
              <a:t>{$,</a:t>
            </a:r>
            <a:r>
              <a:rPr sz="2400" spc="-40" dirty="0">
                <a:latin typeface="Cambria"/>
                <a:cs typeface="Cambria"/>
              </a:rPr>
              <a:t> </a:t>
            </a:r>
            <a:r>
              <a:rPr sz="2400" spc="-25" dirty="0">
                <a:latin typeface="Cambria"/>
                <a:cs typeface="Cambria"/>
              </a:rPr>
              <a:t>c}</a:t>
            </a:r>
            <a:endParaRPr sz="2400">
              <a:latin typeface="Cambria"/>
              <a:cs typeface="Cambria"/>
            </a:endParaRPr>
          </a:p>
          <a:p>
            <a:pPr marL="12700">
              <a:lnSpc>
                <a:spcPct val="100000"/>
              </a:lnSpc>
              <a:spcBef>
                <a:spcPts val="910"/>
              </a:spcBef>
            </a:pPr>
            <a:r>
              <a:rPr sz="2400" dirty="0">
                <a:latin typeface="Cambria"/>
                <a:cs typeface="Cambria"/>
              </a:rPr>
              <a:t>FOLLOW(B)</a:t>
            </a:r>
            <a:r>
              <a:rPr sz="2400" spc="-55" dirty="0">
                <a:latin typeface="Cambria"/>
                <a:cs typeface="Cambria"/>
              </a:rPr>
              <a:t> </a:t>
            </a:r>
            <a:r>
              <a:rPr sz="2400" dirty="0">
                <a:latin typeface="Cambria"/>
                <a:cs typeface="Cambria"/>
              </a:rPr>
              <a:t>=</a:t>
            </a:r>
            <a:r>
              <a:rPr sz="2400" spc="-45" dirty="0">
                <a:latin typeface="Cambria"/>
                <a:cs typeface="Cambria"/>
              </a:rPr>
              <a:t> </a:t>
            </a:r>
            <a:r>
              <a:rPr sz="2400" spc="-25" dirty="0">
                <a:latin typeface="Cambria"/>
                <a:cs typeface="Cambria"/>
              </a:rPr>
              <a:t>{c}</a:t>
            </a:r>
            <a:endParaRPr sz="2400">
              <a:latin typeface="Cambria"/>
              <a:cs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1261110">
              <a:lnSpc>
                <a:spcPts val="3890"/>
              </a:lnSpc>
            </a:pPr>
            <a:r>
              <a:rPr sz="3600" b="1" spc="-75" dirty="0">
                <a:solidFill>
                  <a:srgbClr val="FFFFFF"/>
                </a:solidFill>
                <a:latin typeface="Cambria"/>
                <a:cs typeface="Cambria"/>
              </a:rPr>
              <a:t>Compute </a:t>
            </a:r>
            <a:r>
              <a:rPr sz="3600" b="1" spc="-10" dirty="0">
                <a:solidFill>
                  <a:srgbClr val="FFFFFF"/>
                </a:solidFill>
                <a:latin typeface="Cambria"/>
                <a:cs typeface="Cambria"/>
              </a:rPr>
              <a:t>Follow</a:t>
            </a:r>
            <a:endParaRPr sz="3600">
              <a:latin typeface="Cambria"/>
              <a:cs typeface="Cambria"/>
            </a:endParaRPr>
          </a:p>
        </p:txBody>
      </p:sp>
      <p:sp>
        <p:nvSpPr>
          <p:cNvPr id="3" name="object 3"/>
          <p:cNvSpPr txBox="1"/>
          <p:nvPr/>
        </p:nvSpPr>
        <p:spPr>
          <a:xfrm>
            <a:off x="3948429" y="853185"/>
            <a:ext cx="129667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Example</a:t>
            </a:r>
            <a:r>
              <a:rPr sz="2400" spc="-95" dirty="0">
                <a:latin typeface="Cambria"/>
                <a:cs typeface="Cambria"/>
              </a:rPr>
              <a:t> </a:t>
            </a:r>
            <a:r>
              <a:rPr sz="2400" spc="-50" dirty="0">
                <a:latin typeface="Cambria"/>
                <a:cs typeface="Cambria"/>
              </a:rPr>
              <a:t>:</a:t>
            </a:r>
            <a:endParaRPr sz="2400">
              <a:latin typeface="Cambria"/>
              <a:cs typeface="Cambria"/>
            </a:endParaRPr>
          </a:p>
        </p:txBody>
      </p:sp>
      <p:sp>
        <p:nvSpPr>
          <p:cNvPr id="4" name="object 4"/>
          <p:cNvSpPr txBox="1">
            <a:spLocks noGrp="1"/>
          </p:cNvSpPr>
          <p:nvPr>
            <p:ph type="title"/>
          </p:nvPr>
        </p:nvSpPr>
        <p:spPr>
          <a:xfrm>
            <a:off x="3948429" y="1332941"/>
            <a:ext cx="1757045" cy="391795"/>
          </a:xfrm>
          <a:prstGeom prst="rect">
            <a:avLst/>
          </a:prstGeom>
        </p:spPr>
        <p:txBody>
          <a:bodyPr vert="horz" wrap="square" lIns="0" tIns="12700" rIns="0" bIns="0" rtlCol="0">
            <a:spAutoFit/>
          </a:bodyPr>
          <a:lstStyle/>
          <a:p>
            <a:pPr marL="12700">
              <a:lnSpc>
                <a:spcPct val="100000"/>
              </a:lnSpc>
              <a:spcBef>
                <a:spcPts val="100"/>
              </a:spcBef>
            </a:pPr>
            <a:r>
              <a:rPr dirty="0"/>
              <a:t>A</a:t>
            </a:r>
            <a:r>
              <a:rPr spc="-10" dirty="0"/>
              <a:t> </a:t>
            </a:r>
            <a:r>
              <a:rPr dirty="0">
                <a:latin typeface="Wingdings"/>
                <a:cs typeface="Wingdings"/>
              </a:rPr>
              <a:t></a:t>
            </a:r>
            <a:r>
              <a:rPr spc="-95" dirty="0">
                <a:latin typeface="Times New Roman"/>
                <a:cs typeface="Times New Roman"/>
              </a:rPr>
              <a:t> </a:t>
            </a:r>
            <a:r>
              <a:rPr dirty="0"/>
              <a:t>BCD</a:t>
            </a:r>
            <a:r>
              <a:rPr spc="-10" dirty="0"/>
              <a:t> </a:t>
            </a:r>
            <a:r>
              <a:rPr dirty="0"/>
              <a:t>|</a:t>
            </a:r>
            <a:r>
              <a:rPr spc="-10" dirty="0"/>
              <a:t> </a:t>
            </a:r>
            <a:r>
              <a:rPr spc="-25" dirty="0"/>
              <a:t>Cx</a:t>
            </a:r>
          </a:p>
        </p:txBody>
      </p:sp>
      <p:sp>
        <p:nvSpPr>
          <p:cNvPr id="5" name="object 5"/>
          <p:cNvSpPr txBox="1"/>
          <p:nvPr/>
        </p:nvSpPr>
        <p:spPr>
          <a:xfrm>
            <a:off x="3948429" y="1700910"/>
            <a:ext cx="1193165" cy="1470660"/>
          </a:xfrm>
          <a:prstGeom prst="rect">
            <a:avLst/>
          </a:prstGeom>
        </p:spPr>
        <p:txBody>
          <a:bodyPr vert="horz" wrap="square" lIns="0" tIns="128270" rIns="0" bIns="0" rtlCol="0">
            <a:spAutoFit/>
          </a:bodyPr>
          <a:lstStyle/>
          <a:p>
            <a:pPr marL="12700">
              <a:lnSpc>
                <a:spcPct val="100000"/>
              </a:lnSpc>
              <a:spcBef>
                <a:spcPts val="1010"/>
              </a:spcBef>
            </a:pPr>
            <a:r>
              <a:rPr sz="2400" dirty="0">
                <a:latin typeface="Cambria"/>
                <a:cs typeface="Cambria"/>
              </a:rPr>
              <a:t>B</a:t>
            </a:r>
            <a:r>
              <a:rPr sz="2400" spc="-10" dirty="0">
                <a:latin typeface="Cambria"/>
                <a:cs typeface="Cambria"/>
              </a:rPr>
              <a:t> </a:t>
            </a:r>
            <a:r>
              <a:rPr sz="2400" dirty="0">
                <a:latin typeface="Wingdings"/>
                <a:cs typeface="Wingdings"/>
              </a:rPr>
              <a:t></a:t>
            </a:r>
            <a:r>
              <a:rPr sz="2400" spc="-85" dirty="0">
                <a:latin typeface="Times New Roman"/>
                <a:cs typeface="Times New Roman"/>
              </a:rPr>
              <a:t> </a:t>
            </a:r>
            <a:r>
              <a:rPr sz="2400" dirty="0">
                <a:latin typeface="Cambria"/>
                <a:cs typeface="Cambria"/>
              </a:rPr>
              <a:t>b</a:t>
            </a:r>
            <a:r>
              <a:rPr sz="2400" spc="-15" dirty="0">
                <a:latin typeface="Cambria"/>
                <a:cs typeface="Cambria"/>
              </a:rPr>
              <a:t> </a:t>
            </a:r>
            <a:r>
              <a:rPr sz="2400" dirty="0">
                <a:latin typeface="Cambria"/>
                <a:cs typeface="Cambria"/>
              </a:rPr>
              <a:t>|</a:t>
            </a:r>
            <a:r>
              <a:rPr sz="2400" spc="10" dirty="0">
                <a:latin typeface="Cambria"/>
                <a:cs typeface="Cambria"/>
              </a:rPr>
              <a:t> </a:t>
            </a:r>
            <a:r>
              <a:rPr sz="2400" spc="-50" dirty="0">
                <a:latin typeface="Symbol"/>
                <a:cs typeface="Symbol"/>
              </a:rPr>
              <a:t></a:t>
            </a:r>
            <a:endParaRPr sz="2400">
              <a:latin typeface="Symbol"/>
              <a:cs typeface="Symbol"/>
            </a:endParaRPr>
          </a:p>
          <a:p>
            <a:pPr marL="12700">
              <a:lnSpc>
                <a:spcPct val="100000"/>
              </a:lnSpc>
              <a:spcBef>
                <a:spcPts val="915"/>
              </a:spcBef>
            </a:pPr>
            <a:r>
              <a:rPr sz="2400" dirty="0">
                <a:latin typeface="Cambria"/>
                <a:cs typeface="Cambria"/>
              </a:rPr>
              <a:t>C</a:t>
            </a:r>
            <a:r>
              <a:rPr sz="2400" spc="-15" dirty="0">
                <a:latin typeface="Cambria"/>
                <a:cs typeface="Cambria"/>
              </a:rPr>
              <a:t> </a:t>
            </a:r>
            <a:r>
              <a:rPr sz="2400" dirty="0">
                <a:latin typeface="Wingdings"/>
                <a:cs typeface="Wingdings"/>
              </a:rPr>
              <a:t></a:t>
            </a:r>
            <a:r>
              <a:rPr sz="2400" spc="-80" dirty="0">
                <a:latin typeface="Times New Roman"/>
                <a:cs typeface="Times New Roman"/>
              </a:rPr>
              <a:t> </a:t>
            </a:r>
            <a:r>
              <a:rPr sz="2400" dirty="0">
                <a:latin typeface="Cambria"/>
                <a:cs typeface="Cambria"/>
              </a:rPr>
              <a:t>c</a:t>
            </a:r>
            <a:r>
              <a:rPr sz="2400" spc="-10" dirty="0">
                <a:latin typeface="Cambria"/>
                <a:cs typeface="Cambria"/>
              </a:rPr>
              <a:t> </a:t>
            </a:r>
            <a:r>
              <a:rPr sz="2400" dirty="0">
                <a:latin typeface="Cambria"/>
                <a:cs typeface="Cambria"/>
              </a:rPr>
              <a:t>|</a:t>
            </a:r>
            <a:r>
              <a:rPr sz="2400" spc="-10" dirty="0">
                <a:latin typeface="Cambria"/>
                <a:cs typeface="Cambria"/>
              </a:rPr>
              <a:t> </a:t>
            </a:r>
            <a:r>
              <a:rPr sz="2400" spc="-50" dirty="0">
                <a:latin typeface="Symbol"/>
                <a:cs typeface="Symbol"/>
              </a:rPr>
              <a:t></a:t>
            </a:r>
            <a:endParaRPr sz="2400">
              <a:latin typeface="Symbol"/>
              <a:cs typeface="Symbol"/>
            </a:endParaRPr>
          </a:p>
          <a:p>
            <a:pPr marL="12700">
              <a:lnSpc>
                <a:spcPct val="100000"/>
              </a:lnSpc>
              <a:spcBef>
                <a:spcPts val="910"/>
              </a:spcBef>
            </a:pPr>
            <a:r>
              <a:rPr sz="2400" dirty="0">
                <a:latin typeface="Cambria"/>
                <a:cs typeface="Cambria"/>
              </a:rPr>
              <a:t>D</a:t>
            </a:r>
            <a:r>
              <a:rPr sz="2400" spc="-20" dirty="0">
                <a:latin typeface="Cambria"/>
                <a:cs typeface="Cambria"/>
              </a:rPr>
              <a:t> </a:t>
            </a:r>
            <a:r>
              <a:rPr sz="2400" dirty="0">
                <a:latin typeface="Wingdings"/>
                <a:cs typeface="Wingdings"/>
              </a:rPr>
              <a:t></a:t>
            </a:r>
            <a:r>
              <a:rPr sz="2400" spc="-80" dirty="0">
                <a:latin typeface="Times New Roman"/>
                <a:cs typeface="Times New Roman"/>
              </a:rPr>
              <a:t> </a:t>
            </a:r>
            <a:r>
              <a:rPr sz="2400" dirty="0">
                <a:latin typeface="Cambria"/>
                <a:cs typeface="Cambria"/>
              </a:rPr>
              <a:t>d</a:t>
            </a:r>
            <a:r>
              <a:rPr sz="2400" spc="-10" dirty="0">
                <a:latin typeface="Cambria"/>
                <a:cs typeface="Cambria"/>
              </a:rPr>
              <a:t> </a:t>
            </a:r>
            <a:r>
              <a:rPr sz="2400" dirty="0">
                <a:latin typeface="Cambria"/>
                <a:cs typeface="Cambria"/>
              </a:rPr>
              <a:t>|</a:t>
            </a:r>
            <a:r>
              <a:rPr sz="2400" spc="-10" dirty="0">
                <a:latin typeface="Cambria"/>
                <a:cs typeface="Cambria"/>
              </a:rPr>
              <a:t> </a:t>
            </a:r>
            <a:r>
              <a:rPr sz="2400" spc="-50" dirty="0">
                <a:latin typeface="Symbol"/>
                <a:cs typeface="Symbol"/>
              </a:rPr>
              <a:t></a:t>
            </a:r>
            <a:endParaRPr sz="2400">
              <a:latin typeface="Symbol"/>
              <a:cs typeface="Symbo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10" dirty="0">
                <a:solidFill>
                  <a:srgbClr val="FFFFFF"/>
                </a:solidFill>
                <a:latin typeface="Cambria"/>
                <a:cs typeface="Cambria"/>
              </a:rPr>
              <a:t>Parser</a:t>
            </a:r>
            <a:endParaRPr sz="3600">
              <a:latin typeface="Cambria"/>
              <a:cs typeface="Cambria"/>
            </a:endParaRPr>
          </a:p>
        </p:txBody>
      </p:sp>
      <p:grpSp>
        <p:nvGrpSpPr>
          <p:cNvPr id="3" name="object 3"/>
          <p:cNvGrpSpPr/>
          <p:nvPr/>
        </p:nvGrpSpPr>
        <p:grpSpPr>
          <a:xfrm>
            <a:off x="6451028" y="303212"/>
            <a:ext cx="2372995" cy="572135"/>
            <a:chOff x="6451028" y="303212"/>
            <a:chExt cx="2372995" cy="572135"/>
          </a:xfrm>
        </p:grpSpPr>
        <p:sp>
          <p:nvSpPr>
            <p:cNvPr id="4" name="object 4"/>
            <p:cNvSpPr/>
            <p:nvPr/>
          </p:nvSpPr>
          <p:spPr>
            <a:xfrm>
              <a:off x="6456425" y="308610"/>
              <a:ext cx="2362200" cy="561340"/>
            </a:xfrm>
            <a:custGeom>
              <a:avLst/>
              <a:gdLst/>
              <a:ahLst/>
              <a:cxnLst/>
              <a:rect l="l" t="t" r="r" b="b"/>
              <a:pathLst>
                <a:path w="2362200" h="561340">
                  <a:moveTo>
                    <a:pt x="2268728" y="0"/>
                  </a:moveTo>
                  <a:lnTo>
                    <a:pt x="93472" y="0"/>
                  </a:lnTo>
                  <a:lnTo>
                    <a:pt x="57114" y="7354"/>
                  </a:lnTo>
                  <a:lnTo>
                    <a:pt x="27400" y="27400"/>
                  </a:lnTo>
                  <a:lnTo>
                    <a:pt x="7354" y="57114"/>
                  </a:lnTo>
                  <a:lnTo>
                    <a:pt x="0" y="93472"/>
                  </a:lnTo>
                  <a:lnTo>
                    <a:pt x="0" y="467360"/>
                  </a:lnTo>
                  <a:lnTo>
                    <a:pt x="7354" y="503717"/>
                  </a:lnTo>
                  <a:lnTo>
                    <a:pt x="27400" y="533431"/>
                  </a:lnTo>
                  <a:lnTo>
                    <a:pt x="57114" y="553477"/>
                  </a:lnTo>
                  <a:lnTo>
                    <a:pt x="93472" y="560832"/>
                  </a:lnTo>
                  <a:lnTo>
                    <a:pt x="2268728" y="560832"/>
                  </a:lnTo>
                  <a:lnTo>
                    <a:pt x="2305085" y="553477"/>
                  </a:lnTo>
                  <a:lnTo>
                    <a:pt x="2334799" y="533431"/>
                  </a:lnTo>
                  <a:lnTo>
                    <a:pt x="2354845" y="503717"/>
                  </a:lnTo>
                  <a:lnTo>
                    <a:pt x="2362200" y="467360"/>
                  </a:lnTo>
                  <a:lnTo>
                    <a:pt x="2362200" y="93472"/>
                  </a:lnTo>
                  <a:lnTo>
                    <a:pt x="2354845" y="57114"/>
                  </a:lnTo>
                  <a:lnTo>
                    <a:pt x="2334799" y="27400"/>
                  </a:lnTo>
                  <a:lnTo>
                    <a:pt x="2305085" y="7354"/>
                  </a:lnTo>
                  <a:lnTo>
                    <a:pt x="2268728" y="0"/>
                  </a:lnTo>
                  <a:close/>
                </a:path>
              </a:pathLst>
            </a:custGeom>
            <a:solidFill>
              <a:srgbClr val="40B9D2"/>
            </a:solidFill>
          </p:spPr>
          <p:txBody>
            <a:bodyPr wrap="square" lIns="0" tIns="0" rIns="0" bIns="0" rtlCol="0"/>
            <a:lstStyle/>
            <a:p>
              <a:endParaRPr/>
            </a:p>
          </p:txBody>
        </p:sp>
        <p:sp>
          <p:nvSpPr>
            <p:cNvPr id="5" name="object 5"/>
            <p:cNvSpPr/>
            <p:nvPr/>
          </p:nvSpPr>
          <p:spPr>
            <a:xfrm>
              <a:off x="6456425" y="308610"/>
              <a:ext cx="2362200" cy="561340"/>
            </a:xfrm>
            <a:custGeom>
              <a:avLst/>
              <a:gdLst/>
              <a:ahLst/>
              <a:cxnLst/>
              <a:rect l="l" t="t" r="r" b="b"/>
              <a:pathLst>
                <a:path w="2362200" h="561340">
                  <a:moveTo>
                    <a:pt x="0" y="93472"/>
                  </a:moveTo>
                  <a:lnTo>
                    <a:pt x="7354" y="57114"/>
                  </a:lnTo>
                  <a:lnTo>
                    <a:pt x="27400" y="27400"/>
                  </a:lnTo>
                  <a:lnTo>
                    <a:pt x="57114" y="7354"/>
                  </a:lnTo>
                  <a:lnTo>
                    <a:pt x="93472" y="0"/>
                  </a:lnTo>
                  <a:lnTo>
                    <a:pt x="2268728" y="0"/>
                  </a:lnTo>
                  <a:lnTo>
                    <a:pt x="2305085" y="7354"/>
                  </a:lnTo>
                  <a:lnTo>
                    <a:pt x="2334799" y="27400"/>
                  </a:lnTo>
                  <a:lnTo>
                    <a:pt x="2354845" y="57114"/>
                  </a:lnTo>
                  <a:lnTo>
                    <a:pt x="2362200" y="93472"/>
                  </a:lnTo>
                  <a:lnTo>
                    <a:pt x="2362200" y="467360"/>
                  </a:lnTo>
                  <a:lnTo>
                    <a:pt x="2354845" y="503717"/>
                  </a:lnTo>
                  <a:lnTo>
                    <a:pt x="2334799" y="533431"/>
                  </a:lnTo>
                  <a:lnTo>
                    <a:pt x="2305085" y="553477"/>
                  </a:lnTo>
                  <a:lnTo>
                    <a:pt x="2268728" y="560832"/>
                  </a:lnTo>
                  <a:lnTo>
                    <a:pt x="93472" y="560832"/>
                  </a:lnTo>
                  <a:lnTo>
                    <a:pt x="57114" y="553477"/>
                  </a:lnTo>
                  <a:lnTo>
                    <a:pt x="27400" y="533431"/>
                  </a:lnTo>
                  <a:lnTo>
                    <a:pt x="7354" y="503717"/>
                  </a:lnTo>
                  <a:lnTo>
                    <a:pt x="0" y="467360"/>
                  </a:lnTo>
                  <a:lnTo>
                    <a:pt x="0" y="93472"/>
                  </a:lnTo>
                  <a:close/>
                </a:path>
              </a:pathLst>
            </a:custGeom>
            <a:ln w="10668">
              <a:solidFill>
                <a:srgbClr val="2C879A"/>
              </a:solidFill>
            </a:ln>
          </p:spPr>
          <p:txBody>
            <a:bodyPr wrap="square" lIns="0" tIns="0" rIns="0" bIns="0" rtlCol="0"/>
            <a:lstStyle/>
            <a:p>
              <a:endParaRPr/>
            </a:p>
          </p:txBody>
        </p:sp>
      </p:grpSp>
      <p:sp>
        <p:nvSpPr>
          <p:cNvPr id="6" name="object 6"/>
          <p:cNvSpPr txBox="1">
            <a:spLocks noGrp="1"/>
          </p:cNvSpPr>
          <p:nvPr>
            <p:ph type="title"/>
          </p:nvPr>
        </p:nvSpPr>
        <p:spPr>
          <a:xfrm>
            <a:off x="7161656" y="385013"/>
            <a:ext cx="951865" cy="391795"/>
          </a:xfrm>
          <a:prstGeom prst="rect">
            <a:avLst/>
          </a:prstGeom>
        </p:spPr>
        <p:txBody>
          <a:bodyPr vert="horz" wrap="square" lIns="0" tIns="12700" rIns="0" bIns="0" rtlCol="0">
            <a:spAutoFit/>
          </a:bodyPr>
          <a:lstStyle/>
          <a:p>
            <a:pPr marL="12700">
              <a:lnSpc>
                <a:spcPct val="100000"/>
              </a:lnSpc>
              <a:spcBef>
                <a:spcPts val="100"/>
              </a:spcBef>
            </a:pPr>
            <a:r>
              <a:rPr b="1" spc="-10" dirty="0">
                <a:solidFill>
                  <a:srgbClr val="FFFFFF"/>
                </a:solidFill>
                <a:latin typeface="Cambria"/>
                <a:cs typeface="Cambria"/>
              </a:rPr>
              <a:t>Parser</a:t>
            </a:r>
          </a:p>
        </p:txBody>
      </p:sp>
      <p:grpSp>
        <p:nvGrpSpPr>
          <p:cNvPr id="7" name="object 7"/>
          <p:cNvGrpSpPr/>
          <p:nvPr/>
        </p:nvGrpSpPr>
        <p:grpSpPr>
          <a:xfrm>
            <a:off x="4911788" y="863917"/>
            <a:ext cx="4920615" cy="1405890"/>
            <a:chOff x="4911788" y="863917"/>
            <a:chExt cx="4920615" cy="1405890"/>
          </a:xfrm>
        </p:grpSpPr>
        <p:sp>
          <p:nvSpPr>
            <p:cNvPr id="8" name="object 8"/>
            <p:cNvSpPr/>
            <p:nvPr/>
          </p:nvSpPr>
          <p:spPr>
            <a:xfrm>
              <a:off x="5734812" y="868680"/>
              <a:ext cx="4092575" cy="842010"/>
            </a:xfrm>
            <a:custGeom>
              <a:avLst/>
              <a:gdLst/>
              <a:ahLst/>
              <a:cxnLst/>
              <a:rect l="l" t="t" r="r" b="b"/>
              <a:pathLst>
                <a:path w="4092575" h="842010">
                  <a:moveTo>
                    <a:pt x="1808480" y="0"/>
                  </a:moveTo>
                  <a:lnTo>
                    <a:pt x="0" y="842010"/>
                  </a:lnTo>
                </a:path>
                <a:path w="4092575" h="842010">
                  <a:moveTo>
                    <a:pt x="2014728" y="0"/>
                  </a:moveTo>
                  <a:lnTo>
                    <a:pt x="4092447" y="814832"/>
                  </a:lnTo>
                </a:path>
              </a:pathLst>
            </a:custGeom>
            <a:ln w="9144">
              <a:solidFill>
                <a:srgbClr val="000000"/>
              </a:solidFill>
            </a:ln>
          </p:spPr>
          <p:txBody>
            <a:bodyPr wrap="square" lIns="0" tIns="0" rIns="0" bIns="0" rtlCol="0"/>
            <a:lstStyle/>
            <a:p>
              <a:endParaRPr/>
            </a:p>
          </p:txBody>
        </p:sp>
        <p:sp>
          <p:nvSpPr>
            <p:cNvPr id="9" name="object 9"/>
            <p:cNvSpPr/>
            <p:nvPr/>
          </p:nvSpPr>
          <p:spPr>
            <a:xfrm>
              <a:off x="4917186" y="1712213"/>
              <a:ext cx="1638300" cy="551815"/>
            </a:xfrm>
            <a:custGeom>
              <a:avLst/>
              <a:gdLst/>
              <a:ahLst/>
              <a:cxnLst/>
              <a:rect l="l" t="t" r="r" b="b"/>
              <a:pathLst>
                <a:path w="1638300" h="551814">
                  <a:moveTo>
                    <a:pt x="1546352" y="0"/>
                  </a:moveTo>
                  <a:lnTo>
                    <a:pt x="91948" y="0"/>
                  </a:lnTo>
                  <a:lnTo>
                    <a:pt x="56149" y="7223"/>
                  </a:lnTo>
                  <a:lnTo>
                    <a:pt x="26924" y="26924"/>
                  </a:lnTo>
                  <a:lnTo>
                    <a:pt x="7223" y="56149"/>
                  </a:lnTo>
                  <a:lnTo>
                    <a:pt x="0" y="91948"/>
                  </a:lnTo>
                  <a:lnTo>
                    <a:pt x="0" y="459739"/>
                  </a:lnTo>
                  <a:lnTo>
                    <a:pt x="7223" y="495538"/>
                  </a:lnTo>
                  <a:lnTo>
                    <a:pt x="26924" y="524763"/>
                  </a:lnTo>
                  <a:lnTo>
                    <a:pt x="56149" y="544464"/>
                  </a:lnTo>
                  <a:lnTo>
                    <a:pt x="91948" y="551688"/>
                  </a:lnTo>
                  <a:lnTo>
                    <a:pt x="1546352" y="551688"/>
                  </a:lnTo>
                  <a:lnTo>
                    <a:pt x="1582150" y="544464"/>
                  </a:lnTo>
                  <a:lnTo>
                    <a:pt x="1611375" y="524763"/>
                  </a:lnTo>
                  <a:lnTo>
                    <a:pt x="1631076" y="495538"/>
                  </a:lnTo>
                  <a:lnTo>
                    <a:pt x="1638299" y="459739"/>
                  </a:lnTo>
                  <a:lnTo>
                    <a:pt x="1638299" y="91948"/>
                  </a:lnTo>
                  <a:lnTo>
                    <a:pt x="1631076" y="56149"/>
                  </a:lnTo>
                  <a:lnTo>
                    <a:pt x="1611376" y="26924"/>
                  </a:lnTo>
                  <a:lnTo>
                    <a:pt x="1582150" y="7223"/>
                  </a:lnTo>
                  <a:lnTo>
                    <a:pt x="1546352" y="0"/>
                  </a:lnTo>
                  <a:close/>
                </a:path>
              </a:pathLst>
            </a:custGeom>
            <a:solidFill>
              <a:srgbClr val="40B9D2"/>
            </a:solidFill>
          </p:spPr>
          <p:txBody>
            <a:bodyPr wrap="square" lIns="0" tIns="0" rIns="0" bIns="0" rtlCol="0"/>
            <a:lstStyle/>
            <a:p>
              <a:endParaRPr/>
            </a:p>
          </p:txBody>
        </p:sp>
        <p:sp>
          <p:nvSpPr>
            <p:cNvPr id="10" name="object 10"/>
            <p:cNvSpPr/>
            <p:nvPr/>
          </p:nvSpPr>
          <p:spPr>
            <a:xfrm>
              <a:off x="4917186" y="1712213"/>
              <a:ext cx="1638300" cy="551815"/>
            </a:xfrm>
            <a:custGeom>
              <a:avLst/>
              <a:gdLst/>
              <a:ahLst/>
              <a:cxnLst/>
              <a:rect l="l" t="t" r="r" b="b"/>
              <a:pathLst>
                <a:path w="1638300" h="551814">
                  <a:moveTo>
                    <a:pt x="0" y="91948"/>
                  </a:moveTo>
                  <a:lnTo>
                    <a:pt x="7223" y="56149"/>
                  </a:lnTo>
                  <a:lnTo>
                    <a:pt x="26924" y="26924"/>
                  </a:lnTo>
                  <a:lnTo>
                    <a:pt x="56149" y="7223"/>
                  </a:lnTo>
                  <a:lnTo>
                    <a:pt x="91948" y="0"/>
                  </a:lnTo>
                  <a:lnTo>
                    <a:pt x="1546352" y="0"/>
                  </a:lnTo>
                  <a:lnTo>
                    <a:pt x="1582150" y="7223"/>
                  </a:lnTo>
                  <a:lnTo>
                    <a:pt x="1611376" y="26924"/>
                  </a:lnTo>
                  <a:lnTo>
                    <a:pt x="1631076" y="56149"/>
                  </a:lnTo>
                  <a:lnTo>
                    <a:pt x="1638299" y="91948"/>
                  </a:lnTo>
                  <a:lnTo>
                    <a:pt x="1638299" y="459739"/>
                  </a:lnTo>
                  <a:lnTo>
                    <a:pt x="1631076" y="495538"/>
                  </a:lnTo>
                  <a:lnTo>
                    <a:pt x="1611375" y="524763"/>
                  </a:lnTo>
                  <a:lnTo>
                    <a:pt x="1582150" y="544464"/>
                  </a:lnTo>
                  <a:lnTo>
                    <a:pt x="1546352" y="551688"/>
                  </a:lnTo>
                  <a:lnTo>
                    <a:pt x="91948" y="551688"/>
                  </a:lnTo>
                  <a:lnTo>
                    <a:pt x="56149" y="544464"/>
                  </a:lnTo>
                  <a:lnTo>
                    <a:pt x="26924" y="524763"/>
                  </a:lnTo>
                  <a:lnTo>
                    <a:pt x="7223" y="495538"/>
                  </a:lnTo>
                  <a:lnTo>
                    <a:pt x="0" y="459739"/>
                  </a:lnTo>
                  <a:lnTo>
                    <a:pt x="0" y="91948"/>
                  </a:lnTo>
                  <a:close/>
                </a:path>
              </a:pathLst>
            </a:custGeom>
            <a:ln w="10668">
              <a:solidFill>
                <a:srgbClr val="2C879A"/>
              </a:solidFill>
            </a:ln>
          </p:spPr>
          <p:txBody>
            <a:bodyPr wrap="square" lIns="0" tIns="0" rIns="0" bIns="0" rtlCol="0"/>
            <a:lstStyle/>
            <a:p>
              <a:endParaRPr/>
            </a:p>
          </p:txBody>
        </p:sp>
      </p:grpSp>
      <p:sp>
        <p:nvSpPr>
          <p:cNvPr id="11" name="object 11"/>
          <p:cNvSpPr txBox="1"/>
          <p:nvPr/>
        </p:nvSpPr>
        <p:spPr>
          <a:xfrm>
            <a:off x="5138420" y="1662125"/>
            <a:ext cx="1195070" cy="636905"/>
          </a:xfrm>
          <a:prstGeom prst="rect">
            <a:avLst/>
          </a:prstGeom>
        </p:spPr>
        <p:txBody>
          <a:bodyPr vert="horz" wrap="square" lIns="0" tIns="13335" rIns="0" bIns="0" rtlCol="0">
            <a:spAutoFit/>
          </a:bodyPr>
          <a:lstStyle/>
          <a:p>
            <a:pPr algn="ctr">
              <a:lnSpc>
                <a:spcPct val="100000"/>
              </a:lnSpc>
              <a:spcBef>
                <a:spcPts val="105"/>
              </a:spcBef>
            </a:pPr>
            <a:r>
              <a:rPr sz="2000" b="1" spc="-50" dirty="0">
                <a:solidFill>
                  <a:srgbClr val="FFFFFF"/>
                </a:solidFill>
                <a:latin typeface="Cambria"/>
                <a:cs typeface="Cambria"/>
              </a:rPr>
              <a:t>Top</a:t>
            </a:r>
            <a:r>
              <a:rPr sz="2000" b="1" spc="-60" dirty="0">
                <a:solidFill>
                  <a:srgbClr val="FFFFFF"/>
                </a:solidFill>
                <a:latin typeface="Cambria"/>
                <a:cs typeface="Cambria"/>
              </a:rPr>
              <a:t> </a:t>
            </a:r>
            <a:r>
              <a:rPr sz="2000" b="1" spc="-20" dirty="0">
                <a:solidFill>
                  <a:srgbClr val="FFFFFF"/>
                </a:solidFill>
                <a:latin typeface="Cambria"/>
                <a:cs typeface="Cambria"/>
              </a:rPr>
              <a:t>Down</a:t>
            </a:r>
            <a:endParaRPr sz="2000">
              <a:latin typeface="Cambria"/>
              <a:cs typeface="Cambria"/>
            </a:endParaRPr>
          </a:p>
          <a:p>
            <a:pPr algn="ctr">
              <a:lnSpc>
                <a:spcPct val="100000"/>
              </a:lnSpc>
              <a:spcBef>
                <a:spcPts val="5"/>
              </a:spcBef>
            </a:pPr>
            <a:r>
              <a:rPr sz="2000" b="1" spc="-10" dirty="0">
                <a:solidFill>
                  <a:srgbClr val="FFFFFF"/>
                </a:solidFill>
                <a:latin typeface="Cambria"/>
                <a:cs typeface="Cambria"/>
              </a:rPr>
              <a:t>Parser</a:t>
            </a:r>
            <a:endParaRPr sz="2000">
              <a:latin typeface="Cambria"/>
              <a:cs typeface="Cambria"/>
            </a:endParaRPr>
          </a:p>
        </p:txBody>
      </p:sp>
      <p:grpSp>
        <p:nvGrpSpPr>
          <p:cNvPr id="12" name="object 12"/>
          <p:cNvGrpSpPr/>
          <p:nvPr/>
        </p:nvGrpSpPr>
        <p:grpSpPr>
          <a:xfrm>
            <a:off x="9003728" y="1679384"/>
            <a:ext cx="1649095" cy="562610"/>
            <a:chOff x="9003728" y="1679384"/>
            <a:chExt cx="1649095" cy="562610"/>
          </a:xfrm>
        </p:grpSpPr>
        <p:sp>
          <p:nvSpPr>
            <p:cNvPr id="13" name="object 13"/>
            <p:cNvSpPr/>
            <p:nvPr/>
          </p:nvSpPr>
          <p:spPr>
            <a:xfrm>
              <a:off x="9009126" y="1684782"/>
              <a:ext cx="1638300" cy="551815"/>
            </a:xfrm>
            <a:custGeom>
              <a:avLst/>
              <a:gdLst/>
              <a:ahLst/>
              <a:cxnLst/>
              <a:rect l="l" t="t" r="r" b="b"/>
              <a:pathLst>
                <a:path w="1638300" h="551814">
                  <a:moveTo>
                    <a:pt x="1546352" y="0"/>
                  </a:moveTo>
                  <a:lnTo>
                    <a:pt x="91948" y="0"/>
                  </a:lnTo>
                  <a:lnTo>
                    <a:pt x="56149" y="7223"/>
                  </a:lnTo>
                  <a:lnTo>
                    <a:pt x="26924" y="26924"/>
                  </a:lnTo>
                  <a:lnTo>
                    <a:pt x="7223" y="56149"/>
                  </a:lnTo>
                  <a:lnTo>
                    <a:pt x="0" y="91947"/>
                  </a:lnTo>
                  <a:lnTo>
                    <a:pt x="0" y="459739"/>
                  </a:lnTo>
                  <a:lnTo>
                    <a:pt x="7223" y="495538"/>
                  </a:lnTo>
                  <a:lnTo>
                    <a:pt x="26924" y="524763"/>
                  </a:lnTo>
                  <a:lnTo>
                    <a:pt x="56149" y="544464"/>
                  </a:lnTo>
                  <a:lnTo>
                    <a:pt x="91948" y="551688"/>
                  </a:lnTo>
                  <a:lnTo>
                    <a:pt x="1546352" y="551688"/>
                  </a:lnTo>
                  <a:lnTo>
                    <a:pt x="1582150" y="544464"/>
                  </a:lnTo>
                  <a:lnTo>
                    <a:pt x="1611376" y="524763"/>
                  </a:lnTo>
                  <a:lnTo>
                    <a:pt x="1631076" y="495538"/>
                  </a:lnTo>
                  <a:lnTo>
                    <a:pt x="1638300" y="459739"/>
                  </a:lnTo>
                  <a:lnTo>
                    <a:pt x="1638300" y="91947"/>
                  </a:lnTo>
                  <a:lnTo>
                    <a:pt x="1631076" y="56149"/>
                  </a:lnTo>
                  <a:lnTo>
                    <a:pt x="1611376" y="26923"/>
                  </a:lnTo>
                  <a:lnTo>
                    <a:pt x="1582150" y="7223"/>
                  </a:lnTo>
                  <a:lnTo>
                    <a:pt x="1546352" y="0"/>
                  </a:lnTo>
                  <a:close/>
                </a:path>
              </a:pathLst>
            </a:custGeom>
            <a:solidFill>
              <a:srgbClr val="40B9D2"/>
            </a:solidFill>
          </p:spPr>
          <p:txBody>
            <a:bodyPr wrap="square" lIns="0" tIns="0" rIns="0" bIns="0" rtlCol="0"/>
            <a:lstStyle/>
            <a:p>
              <a:endParaRPr/>
            </a:p>
          </p:txBody>
        </p:sp>
        <p:sp>
          <p:nvSpPr>
            <p:cNvPr id="14" name="object 14"/>
            <p:cNvSpPr/>
            <p:nvPr/>
          </p:nvSpPr>
          <p:spPr>
            <a:xfrm>
              <a:off x="9009126" y="1684782"/>
              <a:ext cx="1638300" cy="551815"/>
            </a:xfrm>
            <a:custGeom>
              <a:avLst/>
              <a:gdLst/>
              <a:ahLst/>
              <a:cxnLst/>
              <a:rect l="l" t="t" r="r" b="b"/>
              <a:pathLst>
                <a:path w="1638300" h="551814">
                  <a:moveTo>
                    <a:pt x="0" y="91947"/>
                  </a:moveTo>
                  <a:lnTo>
                    <a:pt x="7223" y="56149"/>
                  </a:lnTo>
                  <a:lnTo>
                    <a:pt x="26924" y="26924"/>
                  </a:lnTo>
                  <a:lnTo>
                    <a:pt x="56149" y="7223"/>
                  </a:lnTo>
                  <a:lnTo>
                    <a:pt x="91948" y="0"/>
                  </a:lnTo>
                  <a:lnTo>
                    <a:pt x="1546352" y="0"/>
                  </a:lnTo>
                  <a:lnTo>
                    <a:pt x="1582150" y="7223"/>
                  </a:lnTo>
                  <a:lnTo>
                    <a:pt x="1611376" y="26923"/>
                  </a:lnTo>
                  <a:lnTo>
                    <a:pt x="1631076" y="56149"/>
                  </a:lnTo>
                  <a:lnTo>
                    <a:pt x="1638300" y="91947"/>
                  </a:lnTo>
                  <a:lnTo>
                    <a:pt x="1638300" y="459739"/>
                  </a:lnTo>
                  <a:lnTo>
                    <a:pt x="1631076" y="495538"/>
                  </a:lnTo>
                  <a:lnTo>
                    <a:pt x="1611376" y="524763"/>
                  </a:lnTo>
                  <a:lnTo>
                    <a:pt x="1582150" y="544464"/>
                  </a:lnTo>
                  <a:lnTo>
                    <a:pt x="1546352" y="551688"/>
                  </a:lnTo>
                  <a:lnTo>
                    <a:pt x="91948" y="551688"/>
                  </a:lnTo>
                  <a:lnTo>
                    <a:pt x="56149" y="544464"/>
                  </a:lnTo>
                  <a:lnTo>
                    <a:pt x="26924" y="524763"/>
                  </a:lnTo>
                  <a:lnTo>
                    <a:pt x="7223" y="495538"/>
                  </a:lnTo>
                  <a:lnTo>
                    <a:pt x="0" y="459739"/>
                  </a:lnTo>
                  <a:lnTo>
                    <a:pt x="0" y="91947"/>
                  </a:lnTo>
                  <a:close/>
                </a:path>
              </a:pathLst>
            </a:custGeom>
            <a:ln w="10668">
              <a:solidFill>
                <a:srgbClr val="2C879A"/>
              </a:solidFill>
            </a:ln>
          </p:spPr>
          <p:txBody>
            <a:bodyPr wrap="square" lIns="0" tIns="0" rIns="0" bIns="0" rtlCol="0"/>
            <a:lstStyle/>
            <a:p>
              <a:endParaRPr/>
            </a:p>
          </p:txBody>
        </p:sp>
      </p:grpSp>
      <p:sp>
        <p:nvSpPr>
          <p:cNvPr id="15" name="object 15"/>
          <p:cNvSpPr txBox="1"/>
          <p:nvPr/>
        </p:nvSpPr>
        <p:spPr>
          <a:xfrm>
            <a:off x="9195943" y="1635379"/>
            <a:ext cx="1265555" cy="636270"/>
          </a:xfrm>
          <a:prstGeom prst="rect">
            <a:avLst/>
          </a:prstGeom>
        </p:spPr>
        <p:txBody>
          <a:bodyPr vert="horz" wrap="square" lIns="0" tIns="13335" rIns="0" bIns="0" rtlCol="0">
            <a:spAutoFit/>
          </a:bodyPr>
          <a:lstStyle/>
          <a:p>
            <a:pPr algn="ctr">
              <a:lnSpc>
                <a:spcPct val="100000"/>
              </a:lnSpc>
              <a:spcBef>
                <a:spcPts val="105"/>
              </a:spcBef>
            </a:pPr>
            <a:r>
              <a:rPr sz="2000" b="1" dirty="0">
                <a:solidFill>
                  <a:srgbClr val="FFFFFF"/>
                </a:solidFill>
                <a:latin typeface="Cambria"/>
                <a:cs typeface="Cambria"/>
              </a:rPr>
              <a:t>Bottom</a:t>
            </a:r>
            <a:r>
              <a:rPr sz="2000" b="1" spc="-95" dirty="0">
                <a:solidFill>
                  <a:srgbClr val="FFFFFF"/>
                </a:solidFill>
                <a:latin typeface="Cambria"/>
                <a:cs typeface="Cambria"/>
              </a:rPr>
              <a:t> </a:t>
            </a:r>
            <a:r>
              <a:rPr sz="2000" b="1" spc="-25" dirty="0">
                <a:solidFill>
                  <a:srgbClr val="FFFFFF"/>
                </a:solidFill>
                <a:latin typeface="Cambria"/>
                <a:cs typeface="Cambria"/>
              </a:rPr>
              <a:t>Up</a:t>
            </a:r>
            <a:endParaRPr sz="2000">
              <a:latin typeface="Cambria"/>
              <a:cs typeface="Cambria"/>
            </a:endParaRPr>
          </a:p>
          <a:p>
            <a:pPr algn="ctr">
              <a:lnSpc>
                <a:spcPct val="100000"/>
              </a:lnSpc>
            </a:pPr>
            <a:r>
              <a:rPr sz="2000" b="1" spc="-10" dirty="0">
                <a:solidFill>
                  <a:srgbClr val="FFFFFF"/>
                </a:solidFill>
                <a:latin typeface="Cambria"/>
                <a:cs typeface="Cambria"/>
              </a:rPr>
              <a:t>Parser</a:t>
            </a:r>
            <a:endParaRPr sz="2000">
              <a:latin typeface="Cambria"/>
              <a:cs typeface="Cambria"/>
            </a:endParaRPr>
          </a:p>
        </p:txBody>
      </p:sp>
      <p:grpSp>
        <p:nvGrpSpPr>
          <p:cNvPr id="16" name="object 16"/>
          <p:cNvGrpSpPr/>
          <p:nvPr/>
        </p:nvGrpSpPr>
        <p:grpSpPr>
          <a:xfrm>
            <a:off x="3453320" y="2258377"/>
            <a:ext cx="3209925" cy="1649730"/>
            <a:chOff x="3453320" y="2258377"/>
            <a:chExt cx="3209925" cy="1649730"/>
          </a:xfrm>
        </p:grpSpPr>
        <p:sp>
          <p:nvSpPr>
            <p:cNvPr id="17" name="object 17"/>
            <p:cNvSpPr/>
            <p:nvPr/>
          </p:nvSpPr>
          <p:spPr>
            <a:xfrm>
              <a:off x="4296156" y="2263139"/>
              <a:ext cx="2362200" cy="1000760"/>
            </a:xfrm>
            <a:custGeom>
              <a:avLst/>
              <a:gdLst/>
              <a:ahLst/>
              <a:cxnLst/>
              <a:rect l="l" t="t" r="r" b="b"/>
              <a:pathLst>
                <a:path w="2362200" h="1000760">
                  <a:moveTo>
                    <a:pt x="1308227" y="0"/>
                  </a:moveTo>
                  <a:lnTo>
                    <a:pt x="0" y="1000379"/>
                  </a:lnTo>
                </a:path>
                <a:path w="2362200" h="1000760">
                  <a:moveTo>
                    <a:pt x="1438656" y="0"/>
                  </a:moveTo>
                  <a:lnTo>
                    <a:pt x="2362073" y="982345"/>
                  </a:lnTo>
                </a:path>
              </a:pathLst>
            </a:custGeom>
            <a:ln w="9144">
              <a:solidFill>
                <a:srgbClr val="000000"/>
              </a:solidFill>
            </a:ln>
          </p:spPr>
          <p:txBody>
            <a:bodyPr wrap="square" lIns="0" tIns="0" rIns="0" bIns="0" rtlCol="0"/>
            <a:lstStyle/>
            <a:p>
              <a:endParaRPr/>
            </a:p>
          </p:txBody>
        </p:sp>
        <p:sp>
          <p:nvSpPr>
            <p:cNvPr id="18" name="object 18"/>
            <p:cNvSpPr/>
            <p:nvPr/>
          </p:nvSpPr>
          <p:spPr>
            <a:xfrm>
              <a:off x="3458718" y="3260597"/>
              <a:ext cx="1675130" cy="641985"/>
            </a:xfrm>
            <a:custGeom>
              <a:avLst/>
              <a:gdLst/>
              <a:ahLst/>
              <a:cxnLst/>
              <a:rect l="l" t="t" r="r" b="b"/>
              <a:pathLst>
                <a:path w="1675129" h="641985">
                  <a:moveTo>
                    <a:pt x="1567942" y="0"/>
                  </a:moveTo>
                  <a:lnTo>
                    <a:pt x="106934" y="0"/>
                  </a:lnTo>
                  <a:lnTo>
                    <a:pt x="65311" y="8403"/>
                  </a:lnTo>
                  <a:lnTo>
                    <a:pt x="31321" y="31321"/>
                  </a:lnTo>
                  <a:lnTo>
                    <a:pt x="8403" y="65311"/>
                  </a:lnTo>
                  <a:lnTo>
                    <a:pt x="0" y="106934"/>
                  </a:lnTo>
                  <a:lnTo>
                    <a:pt x="0" y="534669"/>
                  </a:lnTo>
                  <a:lnTo>
                    <a:pt x="8403" y="576292"/>
                  </a:lnTo>
                  <a:lnTo>
                    <a:pt x="31321" y="610282"/>
                  </a:lnTo>
                  <a:lnTo>
                    <a:pt x="65311" y="633200"/>
                  </a:lnTo>
                  <a:lnTo>
                    <a:pt x="106934" y="641603"/>
                  </a:lnTo>
                  <a:lnTo>
                    <a:pt x="1567942" y="641603"/>
                  </a:lnTo>
                  <a:lnTo>
                    <a:pt x="1609564" y="633200"/>
                  </a:lnTo>
                  <a:lnTo>
                    <a:pt x="1643554" y="610282"/>
                  </a:lnTo>
                  <a:lnTo>
                    <a:pt x="1666472" y="576292"/>
                  </a:lnTo>
                  <a:lnTo>
                    <a:pt x="1674876" y="534669"/>
                  </a:lnTo>
                  <a:lnTo>
                    <a:pt x="1674876" y="106934"/>
                  </a:lnTo>
                  <a:lnTo>
                    <a:pt x="1666472" y="65311"/>
                  </a:lnTo>
                  <a:lnTo>
                    <a:pt x="1643554" y="31321"/>
                  </a:lnTo>
                  <a:lnTo>
                    <a:pt x="1609564" y="8403"/>
                  </a:lnTo>
                  <a:lnTo>
                    <a:pt x="1567942" y="0"/>
                  </a:lnTo>
                  <a:close/>
                </a:path>
              </a:pathLst>
            </a:custGeom>
            <a:solidFill>
              <a:srgbClr val="40B9D2"/>
            </a:solidFill>
          </p:spPr>
          <p:txBody>
            <a:bodyPr wrap="square" lIns="0" tIns="0" rIns="0" bIns="0" rtlCol="0"/>
            <a:lstStyle/>
            <a:p>
              <a:endParaRPr/>
            </a:p>
          </p:txBody>
        </p:sp>
        <p:sp>
          <p:nvSpPr>
            <p:cNvPr id="19" name="object 19"/>
            <p:cNvSpPr/>
            <p:nvPr/>
          </p:nvSpPr>
          <p:spPr>
            <a:xfrm>
              <a:off x="3458718" y="3260597"/>
              <a:ext cx="1675130" cy="641985"/>
            </a:xfrm>
            <a:custGeom>
              <a:avLst/>
              <a:gdLst/>
              <a:ahLst/>
              <a:cxnLst/>
              <a:rect l="l" t="t" r="r" b="b"/>
              <a:pathLst>
                <a:path w="1675129" h="641985">
                  <a:moveTo>
                    <a:pt x="0" y="106934"/>
                  </a:moveTo>
                  <a:lnTo>
                    <a:pt x="8403" y="65311"/>
                  </a:lnTo>
                  <a:lnTo>
                    <a:pt x="31321" y="31321"/>
                  </a:lnTo>
                  <a:lnTo>
                    <a:pt x="65311" y="8403"/>
                  </a:lnTo>
                  <a:lnTo>
                    <a:pt x="106934" y="0"/>
                  </a:lnTo>
                  <a:lnTo>
                    <a:pt x="1567942" y="0"/>
                  </a:lnTo>
                  <a:lnTo>
                    <a:pt x="1609564" y="8403"/>
                  </a:lnTo>
                  <a:lnTo>
                    <a:pt x="1643554" y="31321"/>
                  </a:lnTo>
                  <a:lnTo>
                    <a:pt x="1666472" y="65311"/>
                  </a:lnTo>
                  <a:lnTo>
                    <a:pt x="1674876" y="106934"/>
                  </a:lnTo>
                  <a:lnTo>
                    <a:pt x="1674876" y="534669"/>
                  </a:lnTo>
                  <a:lnTo>
                    <a:pt x="1666472" y="576292"/>
                  </a:lnTo>
                  <a:lnTo>
                    <a:pt x="1643554" y="610282"/>
                  </a:lnTo>
                  <a:lnTo>
                    <a:pt x="1609564" y="633200"/>
                  </a:lnTo>
                  <a:lnTo>
                    <a:pt x="1567942" y="641603"/>
                  </a:lnTo>
                  <a:lnTo>
                    <a:pt x="106934" y="641603"/>
                  </a:lnTo>
                  <a:lnTo>
                    <a:pt x="65311" y="633200"/>
                  </a:lnTo>
                  <a:lnTo>
                    <a:pt x="31321" y="610282"/>
                  </a:lnTo>
                  <a:lnTo>
                    <a:pt x="8403" y="576292"/>
                  </a:lnTo>
                  <a:lnTo>
                    <a:pt x="0" y="534669"/>
                  </a:lnTo>
                  <a:lnTo>
                    <a:pt x="0" y="106934"/>
                  </a:lnTo>
                  <a:close/>
                </a:path>
              </a:pathLst>
            </a:custGeom>
            <a:ln w="10668">
              <a:solidFill>
                <a:srgbClr val="2C879A"/>
              </a:solidFill>
            </a:ln>
          </p:spPr>
          <p:txBody>
            <a:bodyPr wrap="square" lIns="0" tIns="0" rIns="0" bIns="0" rtlCol="0"/>
            <a:lstStyle/>
            <a:p>
              <a:endParaRPr/>
            </a:p>
          </p:txBody>
        </p:sp>
      </p:grpSp>
      <p:sp>
        <p:nvSpPr>
          <p:cNvPr id="20" name="object 20"/>
          <p:cNvSpPr txBox="1"/>
          <p:nvPr/>
        </p:nvSpPr>
        <p:spPr>
          <a:xfrm>
            <a:off x="3587622" y="3288284"/>
            <a:ext cx="1416685" cy="574675"/>
          </a:xfrm>
          <a:prstGeom prst="rect">
            <a:avLst/>
          </a:prstGeom>
        </p:spPr>
        <p:txBody>
          <a:bodyPr vert="horz" wrap="square" lIns="0" tIns="12700" rIns="0" bIns="0" rtlCol="0">
            <a:spAutoFit/>
          </a:bodyPr>
          <a:lstStyle/>
          <a:p>
            <a:pPr marL="12700" marR="5080" indent="440055">
              <a:lnSpc>
                <a:spcPct val="100000"/>
              </a:lnSpc>
              <a:spcBef>
                <a:spcPts val="100"/>
              </a:spcBef>
            </a:pPr>
            <a:r>
              <a:rPr sz="1800" b="1" spc="-20" dirty="0">
                <a:solidFill>
                  <a:srgbClr val="FFFFFF"/>
                </a:solidFill>
                <a:latin typeface="Cambria"/>
                <a:cs typeface="Cambria"/>
              </a:rPr>
              <a:t>With </a:t>
            </a:r>
            <a:r>
              <a:rPr sz="1800" b="1" spc="-10" dirty="0">
                <a:solidFill>
                  <a:srgbClr val="FFFFFF"/>
                </a:solidFill>
                <a:latin typeface="Cambria"/>
                <a:cs typeface="Cambria"/>
              </a:rPr>
              <a:t>Backtracking</a:t>
            </a:r>
            <a:endParaRPr sz="1800">
              <a:latin typeface="Cambria"/>
              <a:cs typeface="Cambria"/>
            </a:endParaRPr>
          </a:p>
        </p:txBody>
      </p:sp>
      <p:grpSp>
        <p:nvGrpSpPr>
          <p:cNvPr id="21" name="object 21"/>
          <p:cNvGrpSpPr/>
          <p:nvPr/>
        </p:nvGrpSpPr>
        <p:grpSpPr>
          <a:xfrm>
            <a:off x="5774372" y="3241484"/>
            <a:ext cx="1776095" cy="562610"/>
            <a:chOff x="5774372" y="3241484"/>
            <a:chExt cx="1776095" cy="562610"/>
          </a:xfrm>
        </p:grpSpPr>
        <p:sp>
          <p:nvSpPr>
            <p:cNvPr id="22" name="object 22"/>
            <p:cNvSpPr/>
            <p:nvPr/>
          </p:nvSpPr>
          <p:spPr>
            <a:xfrm>
              <a:off x="5779769" y="3246882"/>
              <a:ext cx="1765300" cy="551815"/>
            </a:xfrm>
            <a:custGeom>
              <a:avLst/>
              <a:gdLst/>
              <a:ahLst/>
              <a:cxnLst/>
              <a:rect l="l" t="t" r="r" b="b"/>
              <a:pathLst>
                <a:path w="1765300" h="551814">
                  <a:moveTo>
                    <a:pt x="1672844" y="0"/>
                  </a:moveTo>
                  <a:lnTo>
                    <a:pt x="91947" y="0"/>
                  </a:lnTo>
                  <a:lnTo>
                    <a:pt x="56149" y="7223"/>
                  </a:lnTo>
                  <a:lnTo>
                    <a:pt x="26923" y="26924"/>
                  </a:lnTo>
                  <a:lnTo>
                    <a:pt x="7223" y="56149"/>
                  </a:lnTo>
                  <a:lnTo>
                    <a:pt x="0" y="91947"/>
                  </a:lnTo>
                  <a:lnTo>
                    <a:pt x="0" y="459739"/>
                  </a:lnTo>
                  <a:lnTo>
                    <a:pt x="7223" y="495538"/>
                  </a:lnTo>
                  <a:lnTo>
                    <a:pt x="26924" y="524763"/>
                  </a:lnTo>
                  <a:lnTo>
                    <a:pt x="56149" y="544464"/>
                  </a:lnTo>
                  <a:lnTo>
                    <a:pt x="91947" y="551687"/>
                  </a:lnTo>
                  <a:lnTo>
                    <a:pt x="1672844" y="551687"/>
                  </a:lnTo>
                  <a:lnTo>
                    <a:pt x="1708642" y="544464"/>
                  </a:lnTo>
                  <a:lnTo>
                    <a:pt x="1737867" y="524763"/>
                  </a:lnTo>
                  <a:lnTo>
                    <a:pt x="1757568" y="495538"/>
                  </a:lnTo>
                  <a:lnTo>
                    <a:pt x="1764791" y="459739"/>
                  </a:lnTo>
                  <a:lnTo>
                    <a:pt x="1764791" y="91947"/>
                  </a:lnTo>
                  <a:lnTo>
                    <a:pt x="1757568" y="56149"/>
                  </a:lnTo>
                  <a:lnTo>
                    <a:pt x="1737868" y="26923"/>
                  </a:lnTo>
                  <a:lnTo>
                    <a:pt x="1708642" y="7223"/>
                  </a:lnTo>
                  <a:lnTo>
                    <a:pt x="1672844" y="0"/>
                  </a:lnTo>
                  <a:close/>
                </a:path>
              </a:pathLst>
            </a:custGeom>
            <a:solidFill>
              <a:srgbClr val="40B9D2"/>
            </a:solidFill>
          </p:spPr>
          <p:txBody>
            <a:bodyPr wrap="square" lIns="0" tIns="0" rIns="0" bIns="0" rtlCol="0"/>
            <a:lstStyle/>
            <a:p>
              <a:endParaRPr/>
            </a:p>
          </p:txBody>
        </p:sp>
        <p:sp>
          <p:nvSpPr>
            <p:cNvPr id="23" name="object 23"/>
            <p:cNvSpPr/>
            <p:nvPr/>
          </p:nvSpPr>
          <p:spPr>
            <a:xfrm>
              <a:off x="5779769" y="3246882"/>
              <a:ext cx="1765300" cy="551815"/>
            </a:xfrm>
            <a:custGeom>
              <a:avLst/>
              <a:gdLst/>
              <a:ahLst/>
              <a:cxnLst/>
              <a:rect l="l" t="t" r="r" b="b"/>
              <a:pathLst>
                <a:path w="1765300" h="551814">
                  <a:moveTo>
                    <a:pt x="0" y="91947"/>
                  </a:moveTo>
                  <a:lnTo>
                    <a:pt x="7223" y="56149"/>
                  </a:lnTo>
                  <a:lnTo>
                    <a:pt x="26923" y="26924"/>
                  </a:lnTo>
                  <a:lnTo>
                    <a:pt x="56149" y="7223"/>
                  </a:lnTo>
                  <a:lnTo>
                    <a:pt x="91947" y="0"/>
                  </a:lnTo>
                  <a:lnTo>
                    <a:pt x="1672844" y="0"/>
                  </a:lnTo>
                  <a:lnTo>
                    <a:pt x="1708642" y="7223"/>
                  </a:lnTo>
                  <a:lnTo>
                    <a:pt x="1737868" y="26923"/>
                  </a:lnTo>
                  <a:lnTo>
                    <a:pt x="1757568" y="56149"/>
                  </a:lnTo>
                  <a:lnTo>
                    <a:pt x="1764791" y="91947"/>
                  </a:lnTo>
                  <a:lnTo>
                    <a:pt x="1764791" y="459739"/>
                  </a:lnTo>
                  <a:lnTo>
                    <a:pt x="1757568" y="495538"/>
                  </a:lnTo>
                  <a:lnTo>
                    <a:pt x="1737867" y="524763"/>
                  </a:lnTo>
                  <a:lnTo>
                    <a:pt x="1708642" y="544464"/>
                  </a:lnTo>
                  <a:lnTo>
                    <a:pt x="1672844" y="551687"/>
                  </a:lnTo>
                  <a:lnTo>
                    <a:pt x="91947" y="551687"/>
                  </a:lnTo>
                  <a:lnTo>
                    <a:pt x="56149" y="544464"/>
                  </a:lnTo>
                  <a:lnTo>
                    <a:pt x="26924" y="524763"/>
                  </a:lnTo>
                  <a:lnTo>
                    <a:pt x="7223" y="495538"/>
                  </a:lnTo>
                  <a:lnTo>
                    <a:pt x="0" y="459739"/>
                  </a:lnTo>
                  <a:lnTo>
                    <a:pt x="0" y="91947"/>
                  </a:lnTo>
                  <a:close/>
                </a:path>
              </a:pathLst>
            </a:custGeom>
            <a:ln w="10667">
              <a:solidFill>
                <a:srgbClr val="2C879A"/>
              </a:solidFill>
            </a:ln>
          </p:spPr>
          <p:txBody>
            <a:bodyPr wrap="square" lIns="0" tIns="0" rIns="0" bIns="0" rtlCol="0"/>
            <a:lstStyle/>
            <a:p>
              <a:endParaRPr/>
            </a:p>
          </p:txBody>
        </p:sp>
      </p:grpSp>
      <p:sp>
        <p:nvSpPr>
          <p:cNvPr id="24" name="object 24"/>
          <p:cNvSpPr txBox="1"/>
          <p:nvPr/>
        </p:nvSpPr>
        <p:spPr>
          <a:xfrm>
            <a:off x="5952490" y="3229483"/>
            <a:ext cx="1417320" cy="574675"/>
          </a:xfrm>
          <a:prstGeom prst="rect">
            <a:avLst/>
          </a:prstGeom>
        </p:spPr>
        <p:txBody>
          <a:bodyPr vert="horz" wrap="square" lIns="0" tIns="12700" rIns="0" bIns="0" rtlCol="0">
            <a:spAutoFit/>
          </a:bodyPr>
          <a:lstStyle/>
          <a:p>
            <a:pPr marL="1270" algn="ctr">
              <a:lnSpc>
                <a:spcPct val="100000"/>
              </a:lnSpc>
              <a:spcBef>
                <a:spcPts val="100"/>
              </a:spcBef>
            </a:pPr>
            <a:r>
              <a:rPr sz="1800" b="1" spc="-10" dirty="0">
                <a:solidFill>
                  <a:srgbClr val="FFFFFF"/>
                </a:solidFill>
                <a:latin typeface="Cambria"/>
                <a:cs typeface="Cambria"/>
              </a:rPr>
              <a:t>Without</a:t>
            </a:r>
            <a:endParaRPr sz="1800">
              <a:latin typeface="Cambria"/>
              <a:cs typeface="Cambria"/>
            </a:endParaRPr>
          </a:p>
          <a:p>
            <a:pPr algn="ctr">
              <a:lnSpc>
                <a:spcPct val="100000"/>
              </a:lnSpc>
            </a:pPr>
            <a:r>
              <a:rPr sz="1800" b="1" spc="-10" dirty="0">
                <a:solidFill>
                  <a:srgbClr val="FFFFFF"/>
                </a:solidFill>
                <a:latin typeface="Cambria"/>
                <a:cs typeface="Cambria"/>
              </a:rPr>
              <a:t>Backtracking</a:t>
            </a:r>
            <a:endParaRPr sz="1800">
              <a:latin typeface="Cambria"/>
              <a:cs typeface="Cambria"/>
            </a:endParaRPr>
          </a:p>
        </p:txBody>
      </p:sp>
      <p:grpSp>
        <p:nvGrpSpPr>
          <p:cNvPr id="25" name="object 25"/>
          <p:cNvGrpSpPr/>
          <p:nvPr/>
        </p:nvGrpSpPr>
        <p:grpSpPr>
          <a:xfrm>
            <a:off x="4675568" y="3793045"/>
            <a:ext cx="2744470" cy="1323340"/>
            <a:chOff x="4675568" y="3793045"/>
            <a:chExt cx="2744470" cy="1323340"/>
          </a:xfrm>
        </p:grpSpPr>
        <p:sp>
          <p:nvSpPr>
            <p:cNvPr id="26" name="object 26"/>
            <p:cNvSpPr/>
            <p:nvPr/>
          </p:nvSpPr>
          <p:spPr>
            <a:xfrm>
              <a:off x="5417819" y="3797808"/>
              <a:ext cx="1997710" cy="742950"/>
            </a:xfrm>
            <a:custGeom>
              <a:avLst/>
              <a:gdLst/>
              <a:ahLst/>
              <a:cxnLst/>
              <a:rect l="l" t="t" r="r" b="b"/>
              <a:pathLst>
                <a:path w="1997709" h="742950">
                  <a:moveTo>
                    <a:pt x="1036574" y="0"/>
                  </a:moveTo>
                  <a:lnTo>
                    <a:pt x="0" y="742442"/>
                  </a:lnTo>
                </a:path>
                <a:path w="1997709" h="742950">
                  <a:moveTo>
                    <a:pt x="1243583" y="0"/>
                  </a:moveTo>
                  <a:lnTo>
                    <a:pt x="1997328" y="724281"/>
                  </a:lnTo>
                </a:path>
              </a:pathLst>
            </a:custGeom>
            <a:ln w="9144">
              <a:solidFill>
                <a:srgbClr val="000000"/>
              </a:solidFill>
            </a:ln>
          </p:spPr>
          <p:txBody>
            <a:bodyPr wrap="square" lIns="0" tIns="0" rIns="0" bIns="0" rtlCol="0"/>
            <a:lstStyle/>
            <a:p>
              <a:endParaRPr/>
            </a:p>
          </p:txBody>
        </p:sp>
        <p:sp>
          <p:nvSpPr>
            <p:cNvPr id="27" name="object 27"/>
            <p:cNvSpPr/>
            <p:nvPr/>
          </p:nvSpPr>
          <p:spPr>
            <a:xfrm>
              <a:off x="4680965" y="4540758"/>
              <a:ext cx="1477010" cy="570230"/>
            </a:xfrm>
            <a:custGeom>
              <a:avLst/>
              <a:gdLst/>
              <a:ahLst/>
              <a:cxnLst/>
              <a:rect l="l" t="t" r="r" b="b"/>
              <a:pathLst>
                <a:path w="1477010" h="570229">
                  <a:moveTo>
                    <a:pt x="1381760" y="0"/>
                  </a:moveTo>
                  <a:lnTo>
                    <a:pt x="94996" y="0"/>
                  </a:lnTo>
                  <a:lnTo>
                    <a:pt x="58025" y="7467"/>
                  </a:lnTo>
                  <a:lnTo>
                    <a:pt x="27828" y="27828"/>
                  </a:lnTo>
                  <a:lnTo>
                    <a:pt x="7467" y="58025"/>
                  </a:lnTo>
                  <a:lnTo>
                    <a:pt x="0" y="94996"/>
                  </a:lnTo>
                  <a:lnTo>
                    <a:pt x="0" y="474980"/>
                  </a:lnTo>
                  <a:lnTo>
                    <a:pt x="7467" y="511950"/>
                  </a:lnTo>
                  <a:lnTo>
                    <a:pt x="27828" y="542147"/>
                  </a:lnTo>
                  <a:lnTo>
                    <a:pt x="58025" y="562508"/>
                  </a:lnTo>
                  <a:lnTo>
                    <a:pt x="94996" y="569976"/>
                  </a:lnTo>
                  <a:lnTo>
                    <a:pt x="1381760" y="569976"/>
                  </a:lnTo>
                  <a:lnTo>
                    <a:pt x="1418730" y="562508"/>
                  </a:lnTo>
                  <a:lnTo>
                    <a:pt x="1448927" y="542147"/>
                  </a:lnTo>
                  <a:lnTo>
                    <a:pt x="1469288" y="511950"/>
                  </a:lnTo>
                  <a:lnTo>
                    <a:pt x="1476756" y="474980"/>
                  </a:lnTo>
                  <a:lnTo>
                    <a:pt x="1476756" y="94996"/>
                  </a:lnTo>
                  <a:lnTo>
                    <a:pt x="1469288" y="58025"/>
                  </a:lnTo>
                  <a:lnTo>
                    <a:pt x="1448927" y="27828"/>
                  </a:lnTo>
                  <a:lnTo>
                    <a:pt x="1418730" y="7467"/>
                  </a:lnTo>
                  <a:lnTo>
                    <a:pt x="1381760" y="0"/>
                  </a:lnTo>
                  <a:close/>
                </a:path>
              </a:pathLst>
            </a:custGeom>
            <a:solidFill>
              <a:srgbClr val="40B9D2"/>
            </a:solidFill>
          </p:spPr>
          <p:txBody>
            <a:bodyPr wrap="square" lIns="0" tIns="0" rIns="0" bIns="0" rtlCol="0"/>
            <a:lstStyle/>
            <a:p>
              <a:endParaRPr/>
            </a:p>
          </p:txBody>
        </p:sp>
        <p:sp>
          <p:nvSpPr>
            <p:cNvPr id="28" name="object 28"/>
            <p:cNvSpPr/>
            <p:nvPr/>
          </p:nvSpPr>
          <p:spPr>
            <a:xfrm>
              <a:off x="4680965" y="4540758"/>
              <a:ext cx="1477010" cy="570230"/>
            </a:xfrm>
            <a:custGeom>
              <a:avLst/>
              <a:gdLst/>
              <a:ahLst/>
              <a:cxnLst/>
              <a:rect l="l" t="t" r="r" b="b"/>
              <a:pathLst>
                <a:path w="1477010" h="570229">
                  <a:moveTo>
                    <a:pt x="0" y="94996"/>
                  </a:moveTo>
                  <a:lnTo>
                    <a:pt x="7467" y="58025"/>
                  </a:lnTo>
                  <a:lnTo>
                    <a:pt x="27828" y="27828"/>
                  </a:lnTo>
                  <a:lnTo>
                    <a:pt x="58025" y="7467"/>
                  </a:lnTo>
                  <a:lnTo>
                    <a:pt x="94996" y="0"/>
                  </a:lnTo>
                  <a:lnTo>
                    <a:pt x="1381760" y="0"/>
                  </a:lnTo>
                  <a:lnTo>
                    <a:pt x="1418730" y="7467"/>
                  </a:lnTo>
                  <a:lnTo>
                    <a:pt x="1448927" y="27828"/>
                  </a:lnTo>
                  <a:lnTo>
                    <a:pt x="1469288" y="58025"/>
                  </a:lnTo>
                  <a:lnTo>
                    <a:pt x="1476756" y="94996"/>
                  </a:lnTo>
                  <a:lnTo>
                    <a:pt x="1476756" y="474980"/>
                  </a:lnTo>
                  <a:lnTo>
                    <a:pt x="1469288" y="511950"/>
                  </a:lnTo>
                  <a:lnTo>
                    <a:pt x="1448927" y="542147"/>
                  </a:lnTo>
                  <a:lnTo>
                    <a:pt x="1418730" y="562508"/>
                  </a:lnTo>
                  <a:lnTo>
                    <a:pt x="1381760" y="569976"/>
                  </a:lnTo>
                  <a:lnTo>
                    <a:pt x="94996" y="569976"/>
                  </a:lnTo>
                  <a:lnTo>
                    <a:pt x="58025" y="562508"/>
                  </a:lnTo>
                  <a:lnTo>
                    <a:pt x="27828" y="542147"/>
                  </a:lnTo>
                  <a:lnTo>
                    <a:pt x="7467" y="511950"/>
                  </a:lnTo>
                  <a:lnTo>
                    <a:pt x="0" y="474980"/>
                  </a:lnTo>
                  <a:lnTo>
                    <a:pt x="0" y="94996"/>
                  </a:lnTo>
                  <a:close/>
                </a:path>
              </a:pathLst>
            </a:custGeom>
            <a:ln w="10668">
              <a:solidFill>
                <a:srgbClr val="2C879A"/>
              </a:solidFill>
            </a:ln>
          </p:spPr>
          <p:txBody>
            <a:bodyPr wrap="square" lIns="0" tIns="0" rIns="0" bIns="0" rtlCol="0"/>
            <a:lstStyle/>
            <a:p>
              <a:endParaRPr/>
            </a:p>
          </p:txBody>
        </p:sp>
      </p:grpSp>
      <p:sp>
        <p:nvSpPr>
          <p:cNvPr id="29" name="object 29"/>
          <p:cNvSpPr txBox="1"/>
          <p:nvPr/>
        </p:nvSpPr>
        <p:spPr>
          <a:xfrm>
            <a:off x="4893309" y="4533087"/>
            <a:ext cx="1050290" cy="574675"/>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FFFF"/>
                </a:solidFill>
                <a:latin typeface="Cambria"/>
                <a:cs typeface="Cambria"/>
              </a:rPr>
              <a:t>Recursive</a:t>
            </a:r>
            <a:endParaRPr sz="1800">
              <a:latin typeface="Cambria"/>
              <a:cs typeface="Cambria"/>
            </a:endParaRPr>
          </a:p>
          <a:p>
            <a:pPr marL="105410">
              <a:lnSpc>
                <a:spcPct val="100000"/>
              </a:lnSpc>
              <a:spcBef>
                <a:spcPts val="5"/>
              </a:spcBef>
            </a:pPr>
            <a:r>
              <a:rPr sz="1800" b="1" spc="-10" dirty="0">
                <a:solidFill>
                  <a:srgbClr val="FFFFFF"/>
                </a:solidFill>
                <a:latin typeface="Cambria"/>
                <a:cs typeface="Cambria"/>
              </a:rPr>
              <a:t>Descent</a:t>
            </a:r>
            <a:endParaRPr sz="1800">
              <a:latin typeface="Cambria"/>
              <a:cs typeface="Cambria"/>
            </a:endParaRPr>
          </a:p>
        </p:txBody>
      </p:sp>
      <p:grpSp>
        <p:nvGrpSpPr>
          <p:cNvPr id="30" name="object 30"/>
          <p:cNvGrpSpPr/>
          <p:nvPr/>
        </p:nvGrpSpPr>
        <p:grpSpPr>
          <a:xfrm>
            <a:off x="6550088" y="4517072"/>
            <a:ext cx="1731645" cy="582295"/>
            <a:chOff x="6550088" y="4517072"/>
            <a:chExt cx="1731645" cy="582295"/>
          </a:xfrm>
        </p:grpSpPr>
        <p:sp>
          <p:nvSpPr>
            <p:cNvPr id="31" name="object 31"/>
            <p:cNvSpPr/>
            <p:nvPr/>
          </p:nvSpPr>
          <p:spPr>
            <a:xfrm>
              <a:off x="6555486" y="4522469"/>
              <a:ext cx="1720850" cy="571500"/>
            </a:xfrm>
            <a:custGeom>
              <a:avLst/>
              <a:gdLst/>
              <a:ahLst/>
              <a:cxnLst/>
              <a:rect l="l" t="t" r="r" b="b"/>
              <a:pathLst>
                <a:path w="1720850" h="571500">
                  <a:moveTo>
                    <a:pt x="1625346" y="0"/>
                  </a:moveTo>
                  <a:lnTo>
                    <a:pt x="95250" y="0"/>
                  </a:lnTo>
                  <a:lnTo>
                    <a:pt x="58185" y="7489"/>
                  </a:lnTo>
                  <a:lnTo>
                    <a:pt x="27908" y="27908"/>
                  </a:lnTo>
                  <a:lnTo>
                    <a:pt x="7489" y="58185"/>
                  </a:lnTo>
                  <a:lnTo>
                    <a:pt x="0" y="95249"/>
                  </a:lnTo>
                  <a:lnTo>
                    <a:pt x="0" y="476249"/>
                  </a:lnTo>
                  <a:lnTo>
                    <a:pt x="7489" y="513314"/>
                  </a:lnTo>
                  <a:lnTo>
                    <a:pt x="27908" y="543591"/>
                  </a:lnTo>
                  <a:lnTo>
                    <a:pt x="58185" y="564010"/>
                  </a:lnTo>
                  <a:lnTo>
                    <a:pt x="95250" y="571499"/>
                  </a:lnTo>
                  <a:lnTo>
                    <a:pt x="1625346" y="571499"/>
                  </a:lnTo>
                  <a:lnTo>
                    <a:pt x="1662410" y="564010"/>
                  </a:lnTo>
                  <a:lnTo>
                    <a:pt x="1692687" y="543591"/>
                  </a:lnTo>
                  <a:lnTo>
                    <a:pt x="1713106" y="513314"/>
                  </a:lnTo>
                  <a:lnTo>
                    <a:pt x="1720596" y="476249"/>
                  </a:lnTo>
                  <a:lnTo>
                    <a:pt x="1720596" y="95249"/>
                  </a:lnTo>
                  <a:lnTo>
                    <a:pt x="1713106" y="58185"/>
                  </a:lnTo>
                  <a:lnTo>
                    <a:pt x="1692687" y="27908"/>
                  </a:lnTo>
                  <a:lnTo>
                    <a:pt x="1662410" y="7489"/>
                  </a:lnTo>
                  <a:lnTo>
                    <a:pt x="1625346" y="0"/>
                  </a:lnTo>
                  <a:close/>
                </a:path>
              </a:pathLst>
            </a:custGeom>
            <a:solidFill>
              <a:srgbClr val="40B9D2"/>
            </a:solidFill>
          </p:spPr>
          <p:txBody>
            <a:bodyPr wrap="square" lIns="0" tIns="0" rIns="0" bIns="0" rtlCol="0"/>
            <a:lstStyle/>
            <a:p>
              <a:endParaRPr/>
            </a:p>
          </p:txBody>
        </p:sp>
        <p:sp>
          <p:nvSpPr>
            <p:cNvPr id="32" name="object 32"/>
            <p:cNvSpPr/>
            <p:nvPr/>
          </p:nvSpPr>
          <p:spPr>
            <a:xfrm>
              <a:off x="6555486" y="4522469"/>
              <a:ext cx="1720850" cy="571500"/>
            </a:xfrm>
            <a:custGeom>
              <a:avLst/>
              <a:gdLst/>
              <a:ahLst/>
              <a:cxnLst/>
              <a:rect l="l" t="t" r="r" b="b"/>
              <a:pathLst>
                <a:path w="1720850" h="571500">
                  <a:moveTo>
                    <a:pt x="0" y="95249"/>
                  </a:moveTo>
                  <a:lnTo>
                    <a:pt x="7489" y="58185"/>
                  </a:lnTo>
                  <a:lnTo>
                    <a:pt x="27908" y="27908"/>
                  </a:lnTo>
                  <a:lnTo>
                    <a:pt x="58185" y="7489"/>
                  </a:lnTo>
                  <a:lnTo>
                    <a:pt x="95250" y="0"/>
                  </a:lnTo>
                  <a:lnTo>
                    <a:pt x="1625346" y="0"/>
                  </a:lnTo>
                  <a:lnTo>
                    <a:pt x="1662410" y="7489"/>
                  </a:lnTo>
                  <a:lnTo>
                    <a:pt x="1692687" y="27908"/>
                  </a:lnTo>
                  <a:lnTo>
                    <a:pt x="1713106" y="58185"/>
                  </a:lnTo>
                  <a:lnTo>
                    <a:pt x="1720596" y="95249"/>
                  </a:lnTo>
                  <a:lnTo>
                    <a:pt x="1720596" y="476249"/>
                  </a:lnTo>
                  <a:lnTo>
                    <a:pt x="1713106" y="513314"/>
                  </a:lnTo>
                  <a:lnTo>
                    <a:pt x="1692687" y="543591"/>
                  </a:lnTo>
                  <a:lnTo>
                    <a:pt x="1662410" y="564010"/>
                  </a:lnTo>
                  <a:lnTo>
                    <a:pt x="1625346" y="571499"/>
                  </a:lnTo>
                  <a:lnTo>
                    <a:pt x="95250" y="571499"/>
                  </a:lnTo>
                  <a:lnTo>
                    <a:pt x="58185" y="564010"/>
                  </a:lnTo>
                  <a:lnTo>
                    <a:pt x="27908" y="543591"/>
                  </a:lnTo>
                  <a:lnTo>
                    <a:pt x="7489" y="513314"/>
                  </a:lnTo>
                  <a:lnTo>
                    <a:pt x="0" y="476249"/>
                  </a:lnTo>
                  <a:lnTo>
                    <a:pt x="0" y="95249"/>
                  </a:lnTo>
                  <a:close/>
                </a:path>
              </a:pathLst>
            </a:custGeom>
            <a:ln w="10668">
              <a:solidFill>
                <a:srgbClr val="2C879A"/>
              </a:solidFill>
            </a:ln>
          </p:spPr>
          <p:txBody>
            <a:bodyPr wrap="square" lIns="0" tIns="0" rIns="0" bIns="0" rtlCol="0"/>
            <a:lstStyle/>
            <a:p>
              <a:endParaRPr/>
            </a:p>
          </p:txBody>
        </p:sp>
      </p:grpSp>
      <p:sp>
        <p:nvSpPr>
          <p:cNvPr id="33" name="object 33"/>
          <p:cNvSpPr txBox="1"/>
          <p:nvPr/>
        </p:nvSpPr>
        <p:spPr>
          <a:xfrm>
            <a:off x="6869683" y="4515357"/>
            <a:ext cx="1091565" cy="574040"/>
          </a:xfrm>
          <a:prstGeom prst="rect">
            <a:avLst/>
          </a:prstGeom>
        </p:spPr>
        <p:txBody>
          <a:bodyPr vert="horz" wrap="square" lIns="0" tIns="12700" rIns="0" bIns="0" rtlCol="0">
            <a:spAutoFit/>
          </a:bodyPr>
          <a:lstStyle/>
          <a:p>
            <a:pPr marL="198120" marR="5080" indent="-186055">
              <a:lnSpc>
                <a:spcPct val="100000"/>
              </a:lnSpc>
              <a:spcBef>
                <a:spcPts val="100"/>
              </a:spcBef>
            </a:pPr>
            <a:r>
              <a:rPr sz="1800" b="1" spc="-20" dirty="0">
                <a:solidFill>
                  <a:srgbClr val="FFFFFF"/>
                </a:solidFill>
                <a:latin typeface="Cambria"/>
                <a:cs typeface="Cambria"/>
              </a:rPr>
              <a:t>Predictive </a:t>
            </a:r>
            <a:r>
              <a:rPr sz="1800" b="1" spc="-10" dirty="0">
                <a:solidFill>
                  <a:srgbClr val="FFFFFF"/>
                </a:solidFill>
                <a:latin typeface="Cambria"/>
                <a:cs typeface="Cambria"/>
              </a:rPr>
              <a:t>Parser</a:t>
            </a:r>
            <a:endParaRPr sz="1800">
              <a:latin typeface="Cambria"/>
              <a:cs typeface="Cambria"/>
            </a:endParaRPr>
          </a:p>
        </p:txBody>
      </p:sp>
      <p:grpSp>
        <p:nvGrpSpPr>
          <p:cNvPr id="34" name="object 34"/>
          <p:cNvGrpSpPr/>
          <p:nvPr/>
        </p:nvGrpSpPr>
        <p:grpSpPr>
          <a:xfrm>
            <a:off x="6635432" y="5088445"/>
            <a:ext cx="1730375" cy="1151255"/>
            <a:chOff x="6635432" y="5088445"/>
            <a:chExt cx="1730375" cy="1151255"/>
          </a:xfrm>
        </p:grpSpPr>
        <p:sp>
          <p:nvSpPr>
            <p:cNvPr id="35" name="object 35"/>
            <p:cNvSpPr/>
            <p:nvPr/>
          </p:nvSpPr>
          <p:spPr>
            <a:xfrm>
              <a:off x="7400543" y="5093208"/>
              <a:ext cx="14604" cy="650875"/>
            </a:xfrm>
            <a:custGeom>
              <a:avLst/>
              <a:gdLst/>
              <a:ahLst/>
              <a:cxnLst/>
              <a:rect l="l" t="t" r="r" b="b"/>
              <a:pathLst>
                <a:path w="14604" h="650875">
                  <a:moveTo>
                    <a:pt x="0" y="0"/>
                  </a:moveTo>
                  <a:lnTo>
                    <a:pt x="14350" y="650544"/>
                  </a:lnTo>
                </a:path>
              </a:pathLst>
            </a:custGeom>
            <a:ln w="9144">
              <a:solidFill>
                <a:srgbClr val="000000"/>
              </a:solidFill>
            </a:ln>
          </p:spPr>
          <p:txBody>
            <a:bodyPr wrap="square" lIns="0" tIns="0" rIns="0" bIns="0" rtlCol="0"/>
            <a:lstStyle/>
            <a:p>
              <a:endParaRPr/>
            </a:p>
          </p:txBody>
        </p:sp>
        <p:sp>
          <p:nvSpPr>
            <p:cNvPr id="36" name="object 36"/>
            <p:cNvSpPr/>
            <p:nvPr/>
          </p:nvSpPr>
          <p:spPr>
            <a:xfrm>
              <a:off x="6640829" y="5663946"/>
              <a:ext cx="1719580" cy="570230"/>
            </a:xfrm>
            <a:custGeom>
              <a:avLst/>
              <a:gdLst/>
              <a:ahLst/>
              <a:cxnLst/>
              <a:rect l="l" t="t" r="r" b="b"/>
              <a:pathLst>
                <a:path w="1719579" h="570229">
                  <a:moveTo>
                    <a:pt x="1624076" y="0"/>
                  </a:moveTo>
                  <a:lnTo>
                    <a:pt x="94996" y="0"/>
                  </a:lnTo>
                  <a:lnTo>
                    <a:pt x="58025" y="7465"/>
                  </a:lnTo>
                  <a:lnTo>
                    <a:pt x="27828" y="27824"/>
                  </a:lnTo>
                  <a:lnTo>
                    <a:pt x="7467" y="58019"/>
                  </a:lnTo>
                  <a:lnTo>
                    <a:pt x="0" y="94995"/>
                  </a:lnTo>
                  <a:lnTo>
                    <a:pt x="0" y="474979"/>
                  </a:lnTo>
                  <a:lnTo>
                    <a:pt x="7467" y="511956"/>
                  </a:lnTo>
                  <a:lnTo>
                    <a:pt x="27828" y="542151"/>
                  </a:lnTo>
                  <a:lnTo>
                    <a:pt x="58025" y="562510"/>
                  </a:lnTo>
                  <a:lnTo>
                    <a:pt x="94996" y="569975"/>
                  </a:lnTo>
                  <a:lnTo>
                    <a:pt x="1624076" y="569975"/>
                  </a:lnTo>
                  <a:lnTo>
                    <a:pt x="1661046" y="562510"/>
                  </a:lnTo>
                  <a:lnTo>
                    <a:pt x="1691243" y="542151"/>
                  </a:lnTo>
                  <a:lnTo>
                    <a:pt x="1711604" y="511956"/>
                  </a:lnTo>
                  <a:lnTo>
                    <a:pt x="1719072" y="474979"/>
                  </a:lnTo>
                  <a:lnTo>
                    <a:pt x="1719072" y="94995"/>
                  </a:lnTo>
                  <a:lnTo>
                    <a:pt x="1711604" y="58019"/>
                  </a:lnTo>
                  <a:lnTo>
                    <a:pt x="1691243" y="27824"/>
                  </a:lnTo>
                  <a:lnTo>
                    <a:pt x="1661046" y="7465"/>
                  </a:lnTo>
                  <a:lnTo>
                    <a:pt x="1624076" y="0"/>
                  </a:lnTo>
                  <a:close/>
                </a:path>
              </a:pathLst>
            </a:custGeom>
            <a:solidFill>
              <a:srgbClr val="40B9D2"/>
            </a:solidFill>
          </p:spPr>
          <p:txBody>
            <a:bodyPr wrap="square" lIns="0" tIns="0" rIns="0" bIns="0" rtlCol="0"/>
            <a:lstStyle/>
            <a:p>
              <a:endParaRPr/>
            </a:p>
          </p:txBody>
        </p:sp>
        <p:sp>
          <p:nvSpPr>
            <p:cNvPr id="37" name="object 37"/>
            <p:cNvSpPr/>
            <p:nvPr/>
          </p:nvSpPr>
          <p:spPr>
            <a:xfrm>
              <a:off x="6640829" y="5663946"/>
              <a:ext cx="1719580" cy="570230"/>
            </a:xfrm>
            <a:custGeom>
              <a:avLst/>
              <a:gdLst/>
              <a:ahLst/>
              <a:cxnLst/>
              <a:rect l="l" t="t" r="r" b="b"/>
              <a:pathLst>
                <a:path w="1719579" h="570229">
                  <a:moveTo>
                    <a:pt x="0" y="94995"/>
                  </a:moveTo>
                  <a:lnTo>
                    <a:pt x="7467" y="58019"/>
                  </a:lnTo>
                  <a:lnTo>
                    <a:pt x="27828" y="27824"/>
                  </a:lnTo>
                  <a:lnTo>
                    <a:pt x="58025" y="7465"/>
                  </a:lnTo>
                  <a:lnTo>
                    <a:pt x="94996" y="0"/>
                  </a:lnTo>
                  <a:lnTo>
                    <a:pt x="1624076" y="0"/>
                  </a:lnTo>
                  <a:lnTo>
                    <a:pt x="1661046" y="7465"/>
                  </a:lnTo>
                  <a:lnTo>
                    <a:pt x="1691243" y="27824"/>
                  </a:lnTo>
                  <a:lnTo>
                    <a:pt x="1711604" y="58019"/>
                  </a:lnTo>
                  <a:lnTo>
                    <a:pt x="1719072" y="94995"/>
                  </a:lnTo>
                  <a:lnTo>
                    <a:pt x="1719072" y="474979"/>
                  </a:lnTo>
                  <a:lnTo>
                    <a:pt x="1711604" y="511956"/>
                  </a:lnTo>
                  <a:lnTo>
                    <a:pt x="1691243" y="542151"/>
                  </a:lnTo>
                  <a:lnTo>
                    <a:pt x="1661046" y="562510"/>
                  </a:lnTo>
                  <a:lnTo>
                    <a:pt x="1624076" y="569975"/>
                  </a:lnTo>
                  <a:lnTo>
                    <a:pt x="94996" y="569975"/>
                  </a:lnTo>
                  <a:lnTo>
                    <a:pt x="58025" y="562510"/>
                  </a:lnTo>
                  <a:lnTo>
                    <a:pt x="27828" y="542151"/>
                  </a:lnTo>
                  <a:lnTo>
                    <a:pt x="7467" y="511956"/>
                  </a:lnTo>
                  <a:lnTo>
                    <a:pt x="0" y="474979"/>
                  </a:lnTo>
                  <a:lnTo>
                    <a:pt x="0" y="94995"/>
                  </a:lnTo>
                  <a:close/>
                </a:path>
              </a:pathLst>
            </a:custGeom>
            <a:ln w="10668">
              <a:solidFill>
                <a:srgbClr val="2C879A"/>
              </a:solidFill>
            </a:ln>
          </p:spPr>
          <p:txBody>
            <a:bodyPr wrap="square" lIns="0" tIns="0" rIns="0" bIns="0" rtlCol="0"/>
            <a:lstStyle/>
            <a:p>
              <a:endParaRPr/>
            </a:p>
          </p:txBody>
        </p:sp>
      </p:grpSp>
      <p:sp>
        <p:nvSpPr>
          <p:cNvPr id="38" name="object 38"/>
          <p:cNvSpPr txBox="1"/>
          <p:nvPr/>
        </p:nvSpPr>
        <p:spPr>
          <a:xfrm>
            <a:off x="6829425" y="5793740"/>
            <a:ext cx="134556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Cambria"/>
                <a:cs typeface="Cambria"/>
              </a:rPr>
              <a:t>LL(1)</a:t>
            </a:r>
            <a:r>
              <a:rPr sz="1800" b="1" spc="-40" dirty="0">
                <a:solidFill>
                  <a:srgbClr val="FFFFFF"/>
                </a:solidFill>
                <a:latin typeface="Cambria"/>
                <a:cs typeface="Cambria"/>
              </a:rPr>
              <a:t> </a:t>
            </a:r>
            <a:r>
              <a:rPr sz="1800" b="1" spc="-10" dirty="0">
                <a:solidFill>
                  <a:srgbClr val="FFFFFF"/>
                </a:solidFill>
                <a:latin typeface="Cambria"/>
                <a:cs typeface="Cambria"/>
              </a:rPr>
              <a:t>Parser</a:t>
            </a:r>
            <a:endParaRPr sz="1800">
              <a:latin typeface="Cambria"/>
              <a:cs typeface="Cambria"/>
            </a:endParaRPr>
          </a:p>
        </p:txBody>
      </p:sp>
      <p:grpSp>
        <p:nvGrpSpPr>
          <p:cNvPr id="39" name="object 39"/>
          <p:cNvGrpSpPr/>
          <p:nvPr/>
        </p:nvGrpSpPr>
        <p:grpSpPr>
          <a:xfrm>
            <a:off x="7744904" y="2230945"/>
            <a:ext cx="2832735" cy="1727200"/>
            <a:chOff x="7744904" y="2230945"/>
            <a:chExt cx="2832735" cy="1727200"/>
          </a:xfrm>
        </p:grpSpPr>
        <p:sp>
          <p:nvSpPr>
            <p:cNvPr id="40" name="object 40"/>
            <p:cNvSpPr/>
            <p:nvPr/>
          </p:nvSpPr>
          <p:spPr>
            <a:xfrm>
              <a:off x="8618220" y="2235707"/>
              <a:ext cx="1955164" cy="996315"/>
            </a:xfrm>
            <a:custGeom>
              <a:avLst/>
              <a:gdLst/>
              <a:ahLst/>
              <a:cxnLst/>
              <a:rect l="l" t="t" r="r" b="b"/>
              <a:pathLst>
                <a:path w="1955165" h="996314">
                  <a:moveTo>
                    <a:pt x="1208658" y="9143"/>
                  </a:moveTo>
                  <a:lnTo>
                    <a:pt x="0" y="986916"/>
                  </a:lnTo>
                </a:path>
                <a:path w="1955165" h="996314">
                  <a:moveTo>
                    <a:pt x="1210055" y="0"/>
                  </a:moveTo>
                  <a:lnTo>
                    <a:pt x="1954656" y="995933"/>
                  </a:lnTo>
                </a:path>
              </a:pathLst>
            </a:custGeom>
            <a:ln w="9144">
              <a:solidFill>
                <a:srgbClr val="000000"/>
              </a:solidFill>
            </a:ln>
          </p:spPr>
          <p:txBody>
            <a:bodyPr wrap="square" lIns="0" tIns="0" rIns="0" bIns="0" rtlCol="0"/>
            <a:lstStyle/>
            <a:p>
              <a:endParaRPr/>
            </a:p>
          </p:txBody>
        </p:sp>
        <p:sp>
          <p:nvSpPr>
            <p:cNvPr id="41" name="object 41"/>
            <p:cNvSpPr/>
            <p:nvPr/>
          </p:nvSpPr>
          <p:spPr>
            <a:xfrm>
              <a:off x="7750302" y="3224021"/>
              <a:ext cx="1739264" cy="728980"/>
            </a:xfrm>
            <a:custGeom>
              <a:avLst/>
              <a:gdLst/>
              <a:ahLst/>
              <a:cxnLst/>
              <a:rect l="l" t="t" r="r" b="b"/>
              <a:pathLst>
                <a:path w="1739265" h="728979">
                  <a:moveTo>
                    <a:pt x="1617472" y="0"/>
                  </a:moveTo>
                  <a:lnTo>
                    <a:pt x="121412" y="0"/>
                  </a:lnTo>
                  <a:lnTo>
                    <a:pt x="74152" y="9540"/>
                  </a:lnTo>
                  <a:lnTo>
                    <a:pt x="35560" y="35560"/>
                  </a:lnTo>
                  <a:lnTo>
                    <a:pt x="9540" y="74152"/>
                  </a:lnTo>
                  <a:lnTo>
                    <a:pt x="0" y="121412"/>
                  </a:lnTo>
                  <a:lnTo>
                    <a:pt x="0" y="607059"/>
                  </a:lnTo>
                  <a:lnTo>
                    <a:pt x="9540" y="654319"/>
                  </a:lnTo>
                  <a:lnTo>
                    <a:pt x="35559" y="692911"/>
                  </a:lnTo>
                  <a:lnTo>
                    <a:pt x="74152" y="718931"/>
                  </a:lnTo>
                  <a:lnTo>
                    <a:pt x="121412" y="728471"/>
                  </a:lnTo>
                  <a:lnTo>
                    <a:pt x="1617472" y="728471"/>
                  </a:lnTo>
                  <a:lnTo>
                    <a:pt x="1664731" y="718931"/>
                  </a:lnTo>
                  <a:lnTo>
                    <a:pt x="1703323" y="692911"/>
                  </a:lnTo>
                  <a:lnTo>
                    <a:pt x="1729343" y="654319"/>
                  </a:lnTo>
                  <a:lnTo>
                    <a:pt x="1738883" y="607059"/>
                  </a:lnTo>
                  <a:lnTo>
                    <a:pt x="1738883" y="121412"/>
                  </a:lnTo>
                  <a:lnTo>
                    <a:pt x="1729343" y="74152"/>
                  </a:lnTo>
                  <a:lnTo>
                    <a:pt x="1703323" y="35559"/>
                  </a:lnTo>
                  <a:lnTo>
                    <a:pt x="1664731" y="9540"/>
                  </a:lnTo>
                  <a:lnTo>
                    <a:pt x="1617472" y="0"/>
                  </a:lnTo>
                  <a:close/>
                </a:path>
              </a:pathLst>
            </a:custGeom>
            <a:solidFill>
              <a:srgbClr val="40B9D2"/>
            </a:solidFill>
          </p:spPr>
          <p:txBody>
            <a:bodyPr wrap="square" lIns="0" tIns="0" rIns="0" bIns="0" rtlCol="0"/>
            <a:lstStyle/>
            <a:p>
              <a:endParaRPr/>
            </a:p>
          </p:txBody>
        </p:sp>
        <p:sp>
          <p:nvSpPr>
            <p:cNvPr id="42" name="object 42"/>
            <p:cNvSpPr/>
            <p:nvPr/>
          </p:nvSpPr>
          <p:spPr>
            <a:xfrm>
              <a:off x="7750302" y="3224021"/>
              <a:ext cx="1739264" cy="728980"/>
            </a:xfrm>
            <a:custGeom>
              <a:avLst/>
              <a:gdLst/>
              <a:ahLst/>
              <a:cxnLst/>
              <a:rect l="l" t="t" r="r" b="b"/>
              <a:pathLst>
                <a:path w="1739265" h="728979">
                  <a:moveTo>
                    <a:pt x="0" y="121412"/>
                  </a:moveTo>
                  <a:lnTo>
                    <a:pt x="9540" y="74152"/>
                  </a:lnTo>
                  <a:lnTo>
                    <a:pt x="35560" y="35560"/>
                  </a:lnTo>
                  <a:lnTo>
                    <a:pt x="74152" y="9540"/>
                  </a:lnTo>
                  <a:lnTo>
                    <a:pt x="121412" y="0"/>
                  </a:lnTo>
                  <a:lnTo>
                    <a:pt x="1617472" y="0"/>
                  </a:lnTo>
                  <a:lnTo>
                    <a:pt x="1664731" y="9540"/>
                  </a:lnTo>
                  <a:lnTo>
                    <a:pt x="1703323" y="35559"/>
                  </a:lnTo>
                  <a:lnTo>
                    <a:pt x="1729343" y="74152"/>
                  </a:lnTo>
                  <a:lnTo>
                    <a:pt x="1738883" y="121412"/>
                  </a:lnTo>
                  <a:lnTo>
                    <a:pt x="1738883" y="607059"/>
                  </a:lnTo>
                  <a:lnTo>
                    <a:pt x="1729343" y="654319"/>
                  </a:lnTo>
                  <a:lnTo>
                    <a:pt x="1703323" y="692911"/>
                  </a:lnTo>
                  <a:lnTo>
                    <a:pt x="1664731" y="718931"/>
                  </a:lnTo>
                  <a:lnTo>
                    <a:pt x="1617472" y="728471"/>
                  </a:lnTo>
                  <a:lnTo>
                    <a:pt x="121412" y="728471"/>
                  </a:lnTo>
                  <a:lnTo>
                    <a:pt x="74152" y="718931"/>
                  </a:lnTo>
                  <a:lnTo>
                    <a:pt x="35559" y="692911"/>
                  </a:lnTo>
                  <a:lnTo>
                    <a:pt x="9540" y="654319"/>
                  </a:lnTo>
                  <a:lnTo>
                    <a:pt x="0" y="607059"/>
                  </a:lnTo>
                  <a:lnTo>
                    <a:pt x="0" y="121412"/>
                  </a:lnTo>
                  <a:close/>
                </a:path>
              </a:pathLst>
            </a:custGeom>
            <a:ln w="10668">
              <a:solidFill>
                <a:srgbClr val="2C879A"/>
              </a:solidFill>
            </a:ln>
          </p:spPr>
          <p:txBody>
            <a:bodyPr wrap="square" lIns="0" tIns="0" rIns="0" bIns="0" rtlCol="0"/>
            <a:lstStyle/>
            <a:p>
              <a:endParaRPr/>
            </a:p>
          </p:txBody>
        </p:sp>
      </p:grpSp>
      <p:sp>
        <p:nvSpPr>
          <p:cNvPr id="43" name="object 43"/>
          <p:cNvSpPr txBox="1"/>
          <p:nvPr/>
        </p:nvSpPr>
        <p:spPr>
          <a:xfrm>
            <a:off x="7998332" y="3158109"/>
            <a:ext cx="1240790" cy="848360"/>
          </a:xfrm>
          <a:prstGeom prst="rect">
            <a:avLst/>
          </a:prstGeom>
        </p:spPr>
        <p:txBody>
          <a:bodyPr vert="horz" wrap="square" lIns="0" tIns="12700" rIns="0" bIns="0" rtlCol="0">
            <a:spAutoFit/>
          </a:bodyPr>
          <a:lstStyle/>
          <a:p>
            <a:pPr marL="12700" marR="5080" indent="3175" algn="ctr">
              <a:lnSpc>
                <a:spcPct val="100000"/>
              </a:lnSpc>
              <a:spcBef>
                <a:spcPts val="100"/>
              </a:spcBef>
            </a:pPr>
            <a:r>
              <a:rPr sz="1800" b="1" spc="-10" dirty="0">
                <a:solidFill>
                  <a:srgbClr val="FFFFFF"/>
                </a:solidFill>
                <a:latin typeface="Cambria"/>
                <a:cs typeface="Cambria"/>
              </a:rPr>
              <a:t>Operator Precedence Parser</a:t>
            </a:r>
            <a:endParaRPr sz="1800">
              <a:latin typeface="Cambria"/>
              <a:cs typeface="Cambria"/>
            </a:endParaRPr>
          </a:p>
        </p:txBody>
      </p:sp>
      <p:grpSp>
        <p:nvGrpSpPr>
          <p:cNvPr id="44" name="object 44"/>
          <p:cNvGrpSpPr/>
          <p:nvPr/>
        </p:nvGrpSpPr>
        <p:grpSpPr>
          <a:xfrm>
            <a:off x="9707816" y="3227768"/>
            <a:ext cx="1730375" cy="581025"/>
            <a:chOff x="9707816" y="3227768"/>
            <a:chExt cx="1730375" cy="581025"/>
          </a:xfrm>
        </p:grpSpPr>
        <p:sp>
          <p:nvSpPr>
            <p:cNvPr id="45" name="object 45"/>
            <p:cNvSpPr/>
            <p:nvPr/>
          </p:nvSpPr>
          <p:spPr>
            <a:xfrm>
              <a:off x="9713214" y="3233165"/>
              <a:ext cx="1719580" cy="570230"/>
            </a:xfrm>
            <a:custGeom>
              <a:avLst/>
              <a:gdLst/>
              <a:ahLst/>
              <a:cxnLst/>
              <a:rect l="l" t="t" r="r" b="b"/>
              <a:pathLst>
                <a:path w="1719579" h="570229">
                  <a:moveTo>
                    <a:pt x="1624076" y="0"/>
                  </a:moveTo>
                  <a:lnTo>
                    <a:pt x="94995" y="0"/>
                  </a:lnTo>
                  <a:lnTo>
                    <a:pt x="58025" y="7467"/>
                  </a:lnTo>
                  <a:lnTo>
                    <a:pt x="27828" y="27828"/>
                  </a:lnTo>
                  <a:lnTo>
                    <a:pt x="7467" y="58025"/>
                  </a:lnTo>
                  <a:lnTo>
                    <a:pt x="0" y="94996"/>
                  </a:lnTo>
                  <a:lnTo>
                    <a:pt x="0" y="474980"/>
                  </a:lnTo>
                  <a:lnTo>
                    <a:pt x="7467" y="511950"/>
                  </a:lnTo>
                  <a:lnTo>
                    <a:pt x="27828" y="542147"/>
                  </a:lnTo>
                  <a:lnTo>
                    <a:pt x="58025" y="562508"/>
                  </a:lnTo>
                  <a:lnTo>
                    <a:pt x="94995" y="569976"/>
                  </a:lnTo>
                  <a:lnTo>
                    <a:pt x="1624076" y="569976"/>
                  </a:lnTo>
                  <a:lnTo>
                    <a:pt x="1661046" y="562508"/>
                  </a:lnTo>
                  <a:lnTo>
                    <a:pt x="1691243" y="542147"/>
                  </a:lnTo>
                  <a:lnTo>
                    <a:pt x="1711604" y="511950"/>
                  </a:lnTo>
                  <a:lnTo>
                    <a:pt x="1719071" y="474980"/>
                  </a:lnTo>
                  <a:lnTo>
                    <a:pt x="1719071" y="94996"/>
                  </a:lnTo>
                  <a:lnTo>
                    <a:pt x="1711604" y="58025"/>
                  </a:lnTo>
                  <a:lnTo>
                    <a:pt x="1691243" y="27828"/>
                  </a:lnTo>
                  <a:lnTo>
                    <a:pt x="1661046" y="7467"/>
                  </a:lnTo>
                  <a:lnTo>
                    <a:pt x="1624076" y="0"/>
                  </a:lnTo>
                  <a:close/>
                </a:path>
              </a:pathLst>
            </a:custGeom>
            <a:solidFill>
              <a:srgbClr val="40B9D2"/>
            </a:solidFill>
          </p:spPr>
          <p:txBody>
            <a:bodyPr wrap="square" lIns="0" tIns="0" rIns="0" bIns="0" rtlCol="0"/>
            <a:lstStyle/>
            <a:p>
              <a:endParaRPr/>
            </a:p>
          </p:txBody>
        </p:sp>
        <p:sp>
          <p:nvSpPr>
            <p:cNvPr id="46" name="object 46"/>
            <p:cNvSpPr/>
            <p:nvPr/>
          </p:nvSpPr>
          <p:spPr>
            <a:xfrm>
              <a:off x="9713214" y="3233165"/>
              <a:ext cx="1719580" cy="570230"/>
            </a:xfrm>
            <a:custGeom>
              <a:avLst/>
              <a:gdLst/>
              <a:ahLst/>
              <a:cxnLst/>
              <a:rect l="l" t="t" r="r" b="b"/>
              <a:pathLst>
                <a:path w="1719579" h="570229">
                  <a:moveTo>
                    <a:pt x="0" y="94996"/>
                  </a:moveTo>
                  <a:lnTo>
                    <a:pt x="7467" y="58025"/>
                  </a:lnTo>
                  <a:lnTo>
                    <a:pt x="27828" y="27828"/>
                  </a:lnTo>
                  <a:lnTo>
                    <a:pt x="58025" y="7467"/>
                  </a:lnTo>
                  <a:lnTo>
                    <a:pt x="94995" y="0"/>
                  </a:lnTo>
                  <a:lnTo>
                    <a:pt x="1624076" y="0"/>
                  </a:lnTo>
                  <a:lnTo>
                    <a:pt x="1661046" y="7467"/>
                  </a:lnTo>
                  <a:lnTo>
                    <a:pt x="1691243" y="27828"/>
                  </a:lnTo>
                  <a:lnTo>
                    <a:pt x="1711604" y="58025"/>
                  </a:lnTo>
                  <a:lnTo>
                    <a:pt x="1719071" y="94996"/>
                  </a:lnTo>
                  <a:lnTo>
                    <a:pt x="1719071" y="474980"/>
                  </a:lnTo>
                  <a:lnTo>
                    <a:pt x="1711604" y="511950"/>
                  </a:lnTo>
                  <a:lnTo>
                    <a:pt x="1691243" y="542147"/>
                  </a:lnTo>
                  <a:lnTo>
                    <a:pt x="1661046" y="562508"/>
                  </a:lnTo>
                  <a:lnTo>
                    <a:pt x="1624076" y="569976"/>
                  </a:lnTo>
                  <a:lnTo>
                    <a:pt x="94995" y="569976"/>
                  </a:lnTo>
                  <a:lnTo>
                    <a:pt x="58025" y="562508"/>
                  </a:lnTo>
                  <a:lnTo>
                    <a:pt x="27828" y="542147"/>
                  </a:lnTo>
                  <a:lnTo>
                    <a:pt x="7467" y="511950"/>
                  </a:lnTo>
                  <a:lnTo>
                    <a:pt x="0" y="474980"/>
                  </a:lnTo>
                  <a:lnTo>
                    <a:pt x="0" y="94996"/>
                  </a:lnTo>
                  <a:close/>
                </a:path>
              </a:pathLst>
            </a:custGeom>
            <a:ln w="10668">
              <a:solidFill>
                <a:srgbClr val="2C879A"/>
              </a:solidFill>
            </a:ln>
          </p:spPr>
          <p:txBody>
            <a:bodyPr wrap="square" lIns="0" tIns="0" rIns="0" bIns="0" rtlCol="0"/>
            <a:lstStyle/>
            <a:p>
              <a:endParaRPr/>
            </a:p>
          </p:txBody>
        </p:sp>
      </p:grpSp>
      <p:sp>
        <p:nvSpPr>
          <p:cNvPr id="47" name="object 47"/>
          <p:cNvSpPr txBox="1"/>
          <p:nvPr/>
        </p:nvSpPr>
        <p:spPr>
          <a:xfrm>
            <a:off x="10050271" y="3361766"/>
            <a:ext cx="1046480" cy="30035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Cambria"/>
                <a:cs typeface="Cambria"/>
              </a:rPr>
              <a:t>LR </a:t>
            </a:r>
            <a:r>
              <a:rPr sz="1800" b="1" spc="-10" dirty="0">
                <a:solidFill>
                  <a:srgbClr val="FFFFFF"/>
                </a:solidFill>
                <a:latin typeface="Cambria"/>
                <a:cs typeface="Cambria"/>
              </a:rPr>
              <a:t>Parser</a:t>
            </a:r>
            <a:endParaRPr sz="1800">
              <a:latin typeface="Cambria"/>
              <a:cs typeface="Cambria"/>
            </a:endParaRPr>
          </a:p>
        </p:txBody>
      </p:sp>
      <p:grpSp>
        <p:nvGrpSpPr>
          <p:cNvPr id="48" name="object 48"/>
          <p:cNvGrpSpPr/>
          <p:nvPr/>
        </p:nvGrpSpPr>
        <p:grpSpPr>
          <a:xfrm>
            <a:off x="10523156" y="4008056"/>
            <a:ext cx="1094740" cy="581025"/>
            <a:chOff x="10523156" y="4008056"/>
            <a:chExt cx="1094740" cy="581025"/>
          </a:xfrm>
        </p:grpSpPr>
        <p:sp>
          <p:nvSpPr>
            <p:cNvPr id="49" name="object 49"/>
            <p:cNvSpPr/>
            <p:nvPr/>
          </p:nvSpPr>
          <p:spPr>
            <a:xfrm>
              <a:off x="10528553" y="4013454"/>
              <a:ext cx="1083945" cy="570230"/>
            </a:xfrm>
            <a:custGeom>
              <a:avLst/>
              <a:gdLst/>
              <a:ahLst/>
              <a:cxnLst/>
              <a:rect l="l" t="t" r="r" b="b"/>
              <a:pathLst>
                <a:path w="1083945" h="570229">
                  <a:moveTo>
                    <a:pt x="988568" y="0"/>
                  </a:moveTo>
                  <a:lnTo>
                    <a:pt x="94996" y="0"/>
                  </a:lnTo>
                  <a:lnTo>
                    <a:pt x="58025" y="7467"/>
                  </a:lnTo>
                  <a:lnTo>
                    <a:pt x="27828" y="27828"/>
                  </a:lnTo>
                  <a:lnTo>
                    <a:pt x="7467" y="58025"/>
                  </a:lnTo>
                  <a:lnTo>
                    <a:pt x="0" y="94996"/>
                  </a:lnTo>
                  <a:lnTo>
                    <a:pt x="0" y="474980"/>
                  </a:lnTo>
                  <a:lnTo>
                    <a:pt x="7467" y="511950"/>
                  </a:lnTo>
                  <a:lnTo>
                    <a:pt x="27828" y="542147"/>
                  </a:lnTo>
                  <a:lnTo>
                    <a:pt x="58025" y="562508"/>
                  </a:lnTo>
                  <a:lnTo>
                    <a:pt x="94996" y="569976"/>
                  </a:lnTo>
                  <a:lnTo>
                    <a:pt x="988568" y="569976"/>
                  </a:lnTo>
                  <a:lnTo>
                    <a:pt x="1025538" y="562508"/>
                  </a:lnTo>
                  <a:lnTo>
                    <a:pt x="1055735" y="542147"/>
                  </a:lnTo>
                  <a:lnTo>
                    <a:pt x="1076096" y="511950"/>
                  </a:lnTo>
                  <a:lnTo>
                    <a:pt x="1083564" y="474980"/>
                  </a:lnTo>
                  <a:lnTo>
                    <a:pt x="1083564" y="94996"/>
                  </a:lnTo>
                  <a:lnTo>
                    <a:pt x="1076096" y="58025"/>
                  </a:lnTo>
                  <a:lnTo>
                    <a:pt x="1055735" y="27828"/>
                  </a:lnTo>
                  <a:lnTo>
                    <a:pt x="1025538" y="7467"/>
                  </a:lnTo>
                  <a:lnTo>
                    <a:pt x="988568" y="0"/>
                  </a:lnTo>
                  <a:close/>
                </a:path>
              </a:pathLst>
            </a:custGeom>
            <a:solidFill>
              <a:srgbClr val="40B9D2"/>
            </a:solidFill>
          </p:spPr>
          <p:txBody>
            <a:bodyPr wrap="square" lIns="0" tIns="0" rIns="0" bIns="0" rtlCol="0"/>
            <a:lstStyle/>
            <a:p>
              <a:endParaRPr/>
            </a:p>
          </p:txBody>
        </p:sp>
        <p:sp>
          <p:nvSpPr>
            <p:cNvPr id="50" name="object 50"/>
            <p:cNvSpPr/>
            <p:nvPr/>
          </p:nvSpPr>
          <p:spPr>
            <a:xfrm>
              <a:off x="10528553" y="4013454"/>
              <a:ext cx="1083945" cy="570230"/>
            </a:xfrm>
            <a:custGeom>
              <a:avLst/>
              <a:gdLst/>
              <a:ahLst/>
              <a:cxnLst/>
              <a:rect l="l" t="t" r="r" b="b"/>
              <a:pathLst>
                <a:path w="1083945" h="570229">
                  <a:moveTo>
                    <a:pt x="0" y="94996"/>
                  </a:moveTo>
                  <a:lnTo>
                    <a:pt x="7467" y="58025"/>
                  </a:lnTo>
                  <a:lnTo>
                    <a:pt x="27828" y="27828"/>
                  </a:lnTo>
                  <a:lnTo>
                    <a:pt x="58025" y="7467"/>
                  </a:lnTo>
                  <a:lnTo>
                    <a:pt x="94996" y="0"/>
                  </a:lnTo>
                  <a:lnTo>
                    <a:pt x="988568" y="0"/>
                  </a:lnTo>
                  <a:lnTo>
                    <a:pt x="1025538" y="7467"/>
                  </a:lnTo>
                  <a:lnTo>
                    <a:pt x="1055735" y="27828"/>
                  </a:lnTo>
                  <a:lnTo>
                    <a:pt x="1076096" y="58025"/>
                  </a:lnTo>
                  <a:lnTo>
                    <a:pt x="1083564" y="94996"/>
                  </a:lnTo>
                  <a:lnTo>
                    <a:pt x="1083564" y="474980"/>
                  </a:lnTo>
                  <a:lnTo>
                    <a:pt x="1076096" y="511950"/>
                  </a:lnTo>
                  <a:lnTo>
                    <a:pt x="1055735" y="542147"/>
                  </a:lnTo>
                  <a:lnTo>
                    <a:pt x="1025538" y="562508"/>
                  </a:lnTo>
                  <a:lnTo>
                    <a:pt x="988568" y="569976"/>
                  </a:lnTo>
                  <a:lnTo>
                    <a:pt x="94996" y="569976"/>
                  </a:lnTo>
                  <a:lnTo>
                    <a:pt x="58025" y="562508"/>
                  </a:lnTo>
                  <a:lnTo>
                    <a:pt x="27828" y="542147"/>
                  </a:lnTo>
                  <a:lnTo>
                    <a:pt x="7467" y="511950"/>
                  </a:lnTo>
                  <a:lnTo>
                    <a:pt x="0" y="474980"/>
                  </a:lnTo>
                  <a:lnTo>
                    <a:pt x="0" y="94996"/>
                  </a:lnTo>
                  <a:close/>
                </a:path>
              </a:pathLst>
            </a:custGeom>
            <a:ln w="10668">
              <a:solidFill>
                <a:srgbClr val="2C879A"/>
              </a:solidFill>
            </a:ln>
          </p:spPr>
          <p:txBody>
            <a:bodyPr wrap="square" lIns="0" tIns="0" rIns="0" bIns="0" rtlCol="0"/>
            <a:lstStyle/>
            <a:p>
              <a:endParaRPr/>
            </a:p>
          </p:txBody>
        </p:sp>
      </p:grpSp>
      <p:sp>
        <p:nvSpPr>
          <p:cNvPr id="51" name="object 51"/>
          <p:cNvSpPr txBox="1"/>
          <p:nvPr/>
        </p:nvSpPr>
        <p:spPr>
          <a:xfrm>
            <a:off x="10757661" y="4142994"/>
            <a:ext cx="62484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FFFF"/>
                </a:solidFill>
                <a:latin typeface="Cambria"/>
                <a:cs typeface="Cambria"/>
              </a:rPr>
              <a:t>LR(0)</a:t>
            </a:r>
            <a:endParaRPr sz="1800">
              <a:latin typeface="Cambria"/>
              <a:cs typeface="Cambria"/>
            </a:endParaRPr>
          </a:p>
        </p:txBody>
      </p:sp>
      <p:grpSp>
        <p:nvGrpSpPr>
          <p:cNvPr id="52" name="object 52"/>
          <p:cNvGrpSpPr/>
          <p:nvPr/>
        </p:nvGrpSpPr>
        <p:grpSpPr>
          <a:xfrm>
            <a:off x="10523156" y="5413184"/>
            <a:ext cx="1094740" cy="581025"/>
            <a:chOff x="10523156" y="5413184"/>
            <a:chExt cx="1094740" cy="581025"/>
          </a:xfrm>
        </p:grpSpPr>
        <p:sp>
          <p:nvSpPr>
            <p:cNvPr id="53" name="object 53"/>
            <p:cNvSpPr/>
            <p:nvPr/>
          </p:nvSpPr>
          <p:spPr>
            <a:xfrm>
              <a:off x="10528553" y="5418581"/>
              <a:ext cx="1083945" cy="570230"/>
            </a:xfrm>
            <a:custGeom>
              <a:avLst/>
              <a:gdLst/>
              <a:ahLst/>
              <a:cxnLst/>
              <a:rect l="l" t="t" r="r" b="b"/>
              <a:pathLst>
                <a:path w="1083945" h="570229">
                  <a:moveTo>
                    <a:pt x="988568" y="0"/>
                  </a:moveTo>
                  <a:lnTo>
                    <a:pt x="94996" y="0"/>
                  </a:lnTo>
                  <a:lnTo>
                    <a:pt x="58025" y="7467"/>
                  </a:lnTo>
                  <a:lnTo>
                    <a:pt x="27828" y="27828"/>
                  </a:lnTo>
                  <a:lnTo>
                    <a:pt x="7467" y="58025"/>
                  </a:lnTo>
                  <a:lnTo>
                    <a:pt x="0" y="94996"/>
                  </a:lnTo>
                  <a:lnTo>
                    <a:pt x="0" y="474980"/>
                  </a:lnTo>
                  <a:lnTo>
                    <a:pt x="7467" y="511956"/>
                  </a:lnTo>
                  <a:lnTo>
                    <a:pt x="27828" y="542151"/>
                  </a:lnTo>
                  <a:lnTo>
                    <a:pt x="58025" y="562510"/>
                  </a:lnTo>
                  <a:lnTo>
                    <a:pt x="94996" y="569976"/>
                  </a:lnTo>
                  <a:lnTo>
                    <a:pt x="988568" y="569976"/>
                  </a:lnTo>
                  <a:lnTo>
                    <a:pt x="1025538" y="562510"/>
                  </a:lnTo>
                  <a:lnTo>
                    <a:pt x="1055735" y="542151"/>
                  </a:lnTo>
                  <a:lnTo>
                    <a:pt x="1076096" y="511956"/>
                  </a:lnTo>
                  <a:lnTo>
                    <a:pt x="1083564" y="474980"/>
                  </a:lnTo>
                  <a:lnTo>
                    <a:pt x="1083564" y="94996"/>
                  </a:lnTo>
                  <a:lnTo>
                    <a:pt x="1076096" y="58025"/>
                  </a:lnTo>
                  <a:lnTo>
                    <a:pt x="1055735" y="27828"/>
                  </a:lnTo>
                  <a:lnTo>
                    <a:pt x="1025538" y="7467"/>
                  </a:lnTo>
                  <a:lnTo>
                    <a:pt x="988568" y="0"/>
                  </a:lnTo>
                  <a:close/>
                </a:path>
              </a:pathLst>
            </a:custGeom>
            <a:solidFill>
              <a:srgbClr val="40B9D2"/>
            </a:solidFill>
          </p:spPr>
          <p:txBody>
            <a:bodyPr wrap="square" lIns="0" tIns="0" rIns="0" bIns="0" rtlCol="0"/>
            <a:lstStyle/>
            <a:p>
              <a:endParaRPr/>
            </a:p>
          </p:txBody>
        </p:sp>
        <p:sp>
          <p:nvSpPr>
            <p:cNvPr id="54" name="object 54"/>
            <p:cNvSpPr/>
            <p:nvPr/>
          </p:nvSpPr>
          <p:spPr>
            <a:xfrm>
              <a:off x="10528553" y="5418581"/>
              <a:ext cx="1083945" cy="570230"/>
            </a:xfrm>
            <a:custGeom>
              <a:avLst/>
              <a:gdLst/>
              <a:ahLst/>
              <a:cxnLst/>
              <a:rect l="l" t="t" r="r" b="b"/>
              <a:pathLst>
                <a:path w="1083945" h="570229">
                  <a:moveTo>
                    <a:pt x="0" y="94996"/>
                  </a:moveTo>
                  <a:lnTo>
                    <a:pt x="7467" y="58025"/>
                  </a:lnTo>
                  <a:lnTo>
                    <a:pt x="27828" y="27828"/>
                  </a:lnTo>
                  <a:lnTo>
                    <a:pt x="58025" y="7467"/>
                  </a:lnTo>
                  <a:lnTo>
                    <a:pt x="94996" y="0"/>
                  </a:lnTo>
                  <a:lnTo>
                    <a:pt x="988568" y="0"/>
                  </a:lnTo>
                  <a:lnTo>
                    <a:pt x="1025538" y="7467"/>
                  </a:lnTo>
                  <a:lnTo>
                    <a:pt x="1055735" y="27828"/>
                  </a:lnTo>
                  <a:lnTo>
                    <a:pt x="1076096" y="58025"/>
                  </a:lnTo>
                  <a:lnTo>
                    <a:pt x="1083564" y="94996"/>
                  </a:lnTo>
                  <a:lnTo>
                    <a:pt x="1083564" y="474980"/>
                  </a:lnTo>
                  <a:lnTo>
                    <a:pt x="1076096" y="511956"/>
                  </a:lnTo>
                  <a:lnTo>
                    <a:pt x="1055735" y="542151"/>
                  </a:lnTo>
                  <a:lnTo>
                    <a:pt x="1025538" y="562510"/>
                  </a:lnTo>
                  <a:lnTo>
                    <a:pt x="988568" y="569976"/>
                  </a:lnTo>
                  <a:lnTo>
                    <a:pt x="94996" y="569976"/>
                  </a:lnTo>
                  <a:lnTo>
                    <a:pt x="58025" y="562510"/>
                  </a:lnTo>
                  <a:lnTo>
                    <a:pt x="27828" y="542151"/>
                  </a:lnTo>
                  <a:lnTo>
                    <a:pt x="7467" y="511956"/>
                  </a:lnTo>
                  <a:lnTo>
                    <a:pt x="0" y="474980"/>
                  </a:lnTo>
                  <a:lnTo>
                    <a:pt x="0" y="94996"/>
                  </a:lnTo>
                  <a:close/>
                </a:path>
              </a:pathLst>
            </a:custGeom>
            <a:ln w="10668">
              <a:solidFill>
                <a:srgbClr val="2C879A"/>
              </a:solidFill>
            </a:ln>
          </p:spPr>
          <p:txBody>
            <a:bodyPr wrap="square" lIns="0" tIns="0" rIns="0" bIns="0" rtlCol="0"/>
            <a:lstStyle/>
            <a:p>
              <a:endParaRPr/>
            </a:p>
          </p:txBody>
        </p:sp>
      </p:grpSp>
      <p:sp>
        <p:nvSpPr>
          <p:cNvPr id="55" name="object 55"/>
          <p:cNvSpPr txBox="1"/>
          <p:nvPr/>
        </p:nvSpPr>
        <p:spPr>
          <a:xfrm>
            <a:off x="10699750" y="5548376"/>
            <a:ext cx="7416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FFFF"/>
                </a:solidFill>
                <a:latin typeface="Cambria"/>
                <a:cs typeface="Cambria"/>
              </a:rPr>
              <a:t>SLR(1)</a:t>
            </a:r>
            <a:endParaRPr sz="1800">
              <a:latin typeface="Cambria"/>
              <a:cs typeface="Cambria"/>
            </a:endParaRPr>
          </a:p>
        </p:txBody>
      </p:sp>
      <p:grpSp>
        <p:nvGrpSpPr>
          <p:cNvPr id="56" name="object 56"/>
          <p:cNvGrpSpPr/>
          <p:nvPr/>
        </p:nvGrpSpPr>
        <p:grpSpPr>
          <a:xfrm>
            <a:off x="10523156" y="4710620"/>
            <a:ext cx="1094740" cy="581025"/>
            <a:chOff x="10523156" y="4710620"/>
            <a:chExt cx="1094740" cy="581025"/>
          </a:xfrm>
        </p:grpSpPr>
        <p:sp>
          <p:nvSpPr>
            <p:cNvPr id="57" name="object 57"/>
            <p:cNvSpPr/>
            <p:nvPr/>
          </p:nvSpPr>
          <p:spPr>
            <a:xfrm>
              <a:off x="10528553" y="4716018"/>
              <a:ext cx="1083945" cy="570230"/>
            </a:xfrm>
            <a:custGeom>
              <a:avLst/>
              <a:gdLst/>
              <a:ahLst/>
              <a:cxnLst/>
              <a:rect l="l" t="t" r="r" b="b"/>
              <a:pathLst>
                <a:path w="1083945" h="570229">
                  <a:moveTo>
                    <a:pt x="988568" y="0"/>
                  </a:moveTo>
                  <a:lnTo>
                    <a:pt x="94996" y="0"/>
                  </a:lnTo>
                  <a:lnTo>
                    <a:pt x="58025" y="7467"/>
                  </a:lnTo>
                  <a:lnTo>
                    <a:pt x="27828" y="27828"/>
                  </a:lnTo>
                  <a:lnTo>
                    <a:pt x="7467" y="58025"/>
                  </a:lnTo>
                  <a:lnTo>
                    <a:pt x="0" y="94995"/>
                  </a:lnTo>
                  <a:lnTo>
                    <a:pt x="0" y="474979"/>
                  </a:lnTo>
                  <a:lnTo>
                    <a:pt x="7467" y="511950"/>
                  </a:lnTo>
                  <a:lnTo>
                    <a:pt x="27828" y="542147"/>
                  </a:lnTo>
                  <a:lnTo>
                    <a:pt x="58025" y="562508"/>
                  </a:lnTo>
                  <a:lnTo>
                    <a:pt x="94996" y="569975"/>
                  </a:lnTo>
                  <a:lnTo>
                    <a:pt x="988568" y="569975"/>
                  </a:lnTo>
                  <a:lnTo>
                    <a:pt x="1025538" y="562508"/>
                  </a:lnTo>
                  <a:lnTo>
                    <a:pt x="1055735" y="542147"/>
                  </a:lnTo>
                  <a:lnTo>
                    <a:pt x="1076096" y="511950"/>
                  </a:lnTo>
                  <a:lnTo>
                    <a:pt x="1083564" y="474979"/>
                  </a:lnTo>
                  <a:lnTo>
                    <a:pt x="1083564" y="94995"/>
                  </a:lnTo>
                  <a:lnTo>
                    <a:pt x="1076096" y="58025"/>
                  </a:lnTo>
                  <a:lnTo>
                    <a:pt x="1055735" y="27828"/>
                  </a:lnTo>
                  <a:lnTo>
                    <a:pt x="1025538" y="7467"/>
                  </a:lnTo>
                  <a:lnTo>
                    <a:pt x="988568" y="0"/>
                  </a:lnTo>
                  <a:close/>
                </a:path>
              </a:pathLst>
            </a:custGeom>
            <a:solidFill>
              <a:srgbClr val="40B9D2"/>
            </a:solidFill>
          </p:spPr>
          <p:txBody>
            <a:bodyPr wrap="square" lIns="0" tIns="0" rIns="0" bIns="0" rtlCol="0"/>
            <a:lstStyle/>
            <a:p>
              <a:endParaRPr/>
            </a:p>
          </p:txBody>
        </p:sp>
        <p:sp>
          <p:nvSpPr>
            <p:cNvPr id="58" name="object 58"/>
            <p:cNvSpPr/>
            <p:nvPr/>
          </p:nvSpPr>
          <p:spPr>
            <a:xfrm>
              <a:off x="10528553" y="4716018"/>
              <a:ext cx="1083945" cy="570230"/>
            </a:xfrm>
            <a:custGeom>
              <a:avLst/>
              <a:gdLst/>
              <a:ahLst/>
              <a:cxnLst/>
              <a:rect l="l" t="t" r="r" b="b"/>
              <a:pathLst>
                <a:path w="1083945" h="570229">
                  <a:moveTo>
                    <a:pt x="0" y="94995"/>
                  </a:moveTo>
                  <a:lnTo>
                    <a:pt x="7467" y="58025"/>
                  </a:lnTo>
                  <a:lnTo>
                    <a:pt x="27828" y="27828"/>
                  </a:lnTo>
                  <a:lnTo>
                    <a:pt x="58025" y="7467"/>
                  </a:lnTo>
                  <a:lnTo>
                    <a:pt x="94996" y="0"/>
                  </a:lnTo>
                  <a:lnTo>
                    <a:pt x="988568" y="0"/>
                  </a:lnTo>
                  <a:lnTo>
                    <a:pt x="1025538" y="7467"/>
                  </a:lnTo>
                  <a:lnTo>
                    <a:pt x="1055735" y="27828"/>
                  </a:lnTo>
                  <a:lnTo>
                    <a:pt x="1076096" y="58025"/>
                  </a:lnTo>
                  <a:lnTo>
                    <a:pt x="1083564" y="94995"/>
                  </a:lnTo>
                  <a:lnTo>
                    <a:pt x="1083564" y="474979"/>
                  </a:lnTo>
                  <a:lnTo>
                    <a:pt x="1076096" y="511950"/>
                  </a:lnTo>
                  <a:lnTo>
                    <a:pt x="1055735" y="542147"/>
                  </a:lnTo>
                  <a:lnTo>
                    <a:pt x="1025538" y="562508"/>
                  </a:lnTo>
                  <a:lnTo>
                    <a:pt x="988568" y="569975"/>
                  </a:lnTo>
                  <a:lnTo>
                    <a:pt x="94996" y="569975"/>
                  </a:lnTo>
                  <a:lnTo>
                    <a:pt x="58025" y="562508"/>
                  </a:lnTo>
                  <a:lnTo>
                    <a:pt x="27828" y="542147"/>
                  </a:lnTo>
                  <a:lnTo>
                    <a:pt x="7467" y="511950"/>
                  </a:lnTo>
                  <a:lnTo>
                    <a:pt x="0" y="474979"/>
                  </a:lnTo>
                  <a:lnTo>
                    <a:pt x="0" y="94995"/>
                  </a:lnTo>
                  <a:close/>
                </a:path>
              </a:pathLst>
            </a:custGeom>
            <a:ln w="10668">
              <a:solidFill>
                <a:srgbClr val="2C879A"/>
              </a:solidFill>
            </a:ln>
          </p:spPr>
          <p:txBody>
            <a:bodyPr wrap="square" lIns="0" tIns="0" rIns="0" bIns="0" rtlCol="0"/>
            <a:lstStyle/>
            <a:p>
              <a:endParaRPr/>
            </a:p>
          </p:txBody>
        </p:sp>
      </p:grpSp>
      <p:sp>
        <p:nvSpPr>
          <p:cNvPr id="59" name="object 59"/>
          <p:cNvSpPr txBox="1"/>
          <p:nvPr/>
        </p:nvSpPr>
        <p:spPr>
          <a:xfrm>
            <a:off x="10692130" y="4845811"/>
            <a:ext cx="75565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FFFF"/>
                </a:solidFill>
                <a:latin typeface="Cambria"/>
                <a:cs typeface="Cambria"/>
              </a:rPr>
              <a:t>CLR(1)</a:t>
            </a:r>
            <a:endParaRPr sz="1800">
              <a:latin typeface="Cambria"/>
              <a:cs typeface="Cambria"/>
            </a:endParaRPr>
          </a:p>
        </p:txBody>
      </p:sp>
      <p:grpSp>
        <p:nvGrpSpPr>
          <p:cNvPr id="60" name="object 60"/>
          <p:cNvGrpSpPr/>
          <p:nvPr/>
        </p:nvGrpSpPr>
        <p:grpSpPr>
          <a:xfrm>
            <a:off x="10523156" y="6111176"/>
            <a:ext cx="1094740" cy="581025"/>
            <a:chOff x="10523156" y="6111176"/>
            <a:chExt cx="1094740" cy="581025"/>
          </a:xfrm>
        </p:grpSpPr>
        <p:sp>
          <p:nvSpPr>
            <p:cNvPr id="61" name="object 61"/>
            <p:cNvSpPr/>
            <p:nvPr/>
          </p:nvSpPr>
          <p:spPr>
            <a:xfrm>
              <a:off x="10528553" y="6116574"/>
              <a:ext cx="1083945" cy="570230"/>
            </a:xfrm>
            <a:custGeom>
              <a:avLst/>
              <a:gdLst/>
              <a:ahLst/>
              <a:cxnLst/>
              <a:rect l="l" t="t" r="r" b="b"/>
              <a:pathLst>
                <a:path w="1083945" h="570229">
                  <a:moveTo>
                    <a:pt x="988568" y="0"/>
                  </a:moveTo>
                  <a:lnTo>
                    <a:pt x="94996" y="0"/>
                  </a:lnTo>
                  <a:lnTo>
                    <a:pt x="58025" y="7465"/>
                  </a:lnTo>
                  <a:lnTo>
                    <a:pt x="27828" y="27824"/>
                  </a:lnTo>
                  <a:lnTo>
                    <a:pt x="7467" y="58019"/>
                  </a:lnTo>
                  <a:lnTo>
                    <a:pt x="0" y="94995"/>
                  </a:lnTo>
                  <a:lnTo>
                    <a:pt x="0" y="474979"/>
                  </a:lnTo>
                  <a:lnTo>
                    <a:pt x="7467" y="511956"/>
                  </a:lnTo>
                  <a:lnTo>
                    <a:pt x="27828" y="542151"/>
                  </a:lnTo>
                  <a:lnTo>
                    <a:pt x="58025" y="562510"/>
                  </a:lnTo>
                  <a:lnTo>
                    <a:pt x="94996" y="569976"/>
                  </a:lnTo>
                  <a:lnTo>
                    <a:pt x="988568" y="569976"/>
                  </a:lnTo>
                  <a:lnTo>
                    <a:pt x="1025538" y="562510"/>
                  </a:lnTo>
                  <a:lnTo>
                    <a:pt x="1055735" y="542151"/>
                  </a:lnTo>
                  <a:lnTo>
                    <a:pt x="1076096" y="511956"/>
                  </a:lnTo>
                  <a:lnTo>
                    <a:pt x="1083564" y="474979"/>
                  </a:lnTo>
                  <a:lnTo>
                    <a:pt x="1083564" y="94995"/>
                  </a:lnTo>
                  <a:lnTo>
                    <a:pt x="1076096" y="58019"/>
                  </a:lnTo>
                  <a:lnTo>
                    <a:pt x="1055735" y="27824"/>
                  </a:lnTo>
                  <a:lnTo>
                    <a:pt x="1025538" y="7465"/>
                  </a:lnTo>
                  <a:lnTo>
                    <a:pt x="988568" y="0"/>
                  </a:lnTo>
                  <a:close/>
                </a:path>
              </a:pathLst>
            </a:custGeom>
            <a:solidFill>
              <a:srgbClr val="40B9D2"/>
            </a:solidFill>
          </p:spPr>
          <p:txBody>
            <a:bodyPr wrap="square" lIns="0" tIns="0" rIns="0" bIns="0" rtlCol="0"/>
            <a:lstStyle/>
            <a:p>
              <a:endParaRPr/>
            </a:p>
          </p:txBody>
        </p:sp>
        <p:sp>
          <p:nvSpPr>
            <p:cNvPr id="62" name="object 62"/>
            <p:cNvSpPr/>
            <p:nvPr/>
          </p:nvSpPr>
          <p:spPr>
            <a:xfrm>
              <a:off x="10528553" y="6116574"/>
              <a:ext cx="1083945" cy="570230"/>
            </a:xfrm>
            <a:custGeom>
              <a:avLst/>
              <a:gdLst/>
              <a:ahLst/>
              <a:cxnLst/>
              <a:rect l="l" t="t" r="r" b="b"/>
              <a:pathLst>
                <a:path w="1083945" h="570229">
                  <a:moveTo>
                    <a:pt x="0" y="94995"/>
                  </a:moveTo>
                  <a:lnTo>
                    <a:pt x="7467" y="58019"/>
                  </a:lnTo>
                  <a:lnTo>
                    <a:pt x="27828" y="27824"/>
                  </a:lnTo>
                  <a:lnTo>
                    <a:pt x="58025" y="7465"/>
                  </a:lnTo>
                  <a:lnTo>
                    <a:pt x="94996" y="0"/>
                  </a:lnTo>
                  <a:lnTo>
                    <a:pt x="988568" y="0"/>
                  </a:lnTo>
                  <a:lnTo>
                    <a:pt x="1025538" y="7465"/>
                  </a:lnTo>
                  <a:lnTo>
                    <a:pt x="1055735" y="27824"/>
                  </a:lnTo>
                  <a:lnTo>
                    <a:pt x="1076096" y="58019"/>
                  </a:lnTo>
                  <a:lnTo>
                    <a:pt x="1083564" y="94995"/>
                  </a:lnTo>
                  <a:lnTo>
                    <a:pt x="1083564" y="474979"/>
                  </a:lnTo>
                  <a:lnTo>
                    <a:pt x="1076096" y="511956"/>
                  </a:lnTo>
                  <a:lnTo>
                    <a:pt x="1055735" y="542151"/>
                  </a:lnTo>
                  <a:lnTo>
                    <a:pt x="1025538" y="562510"/>
                  </a:lnTo>
                  <a:lnTo>
                    <a:pt x="988568" y="569976"/>
                  </a:lnTo>
                  <a:lnTo>
                    <a:pt x="94996" y="569976"/>
                  </a:lnTo>
                  <a:lnTo>
                    <a:pt x="58025" y="562510"/>
                  </a:lnTo>
                  <a:lnTo>
                    <a:pt x="27828" y="542151"/>
                  </a:lnTo>
                  <a:lnTo>
                    <a:pt x="7467" y="511956"/>
                  </a:lnTo>
                  <a:lnTo>
                    <a:pt x="0" y="474979"/>
                  </a:lnTo>
                  <a:lnTo>
                    <a:pt x="0" y="94995"/>
                  </a:lnTo>
                  <a:close/>
                </a:path>
              </a:pathLst>
            </a:custGeom>
            <a:ln w="10668">
              <a:solidFill>
                <a:srgbClr val="2C879A"/>
              </a:solidFill>
            </a:ln>
          </p:spPr>
          <p:txBody>
            <a:bodyPr wrap="square" lIns="0" tIns="0" rIns="0" bIns="0" rtlCol="0"/>
            <a:lstStyle/>
            <a:p>
              <a:endParaRPr/>
            </a:p>
          </p:txBody>
        </p:sp>
      </p:grpSp>
      <p:sp>
        <p:nvSpPr>
          <p:cNvPr id="63" name="object 63"/>
          <p:cNvSpPr txBox="1"/>
          <p:nvPr/>
        </p:nvSpPr>
        <p:spPr>
          <a:xfrm>
            <a:off x="10643361" y="6254292"/>
            <a:ext cx="852805" cy="285115"/>
          </a:xfrm>
          <a:prstGeom prst="rect">
            <a:avLst/>
          </a:prstGeom>
        </p:spPr>
        <p:txBody>
          <a:bodyPr vert="horz" wrap="square" lIns="0" tIns="12700" rIns="0" bIns="0" rtlCol="0">
            <a:spAutoFit/>
          </a:bodyPr>
          <a:lstStyle/>
          <a:p>
            <a:pPr marL="12700">
              <a:lnSpc>
                <a:spcPct val="100000"/>
              </a:lnSpc>
              <a:spcBef>
                <a:spcPts val="100"/>
              </a:spcBef>
            </a:pPr>
            <a:r>
              <a:rPr sz="1700" b="1" spc="-10" dirty="0">
                <a:solidFill>
                  <a:srgbClr val="FFFFFF"/>
                </a:solidFill>
                <a:latin typeface="Cambria"/>
                <a:cs typeface="Cambria"/>
              </a:rPr>
              <a:t>LALR(1)</a:t>
            </a:r>
            <a:endParaRPr sz="1700">
              <a:latin typeface="Cambria"/>
              <a:cs typeface="Cambria"/>
            </a:endParaRPr>
          </a:p>
        </p:txBody>
      </p:sp>
      <p:sp>
        <p:nvSpPr>
          <p:cNvPr id="64" name="object 64"/>
          <p:cNvSpPr/>
          <p:nvPr/>
        </p:nvSpPr>
        <p:spPr>
          <a:xfrm>
            <a:off x="9979152" y="3811523"/>
            <a:ext cx="571500" cy="2590800"/>
          </a:xfrm>
          <a:custGeom>
            <a:avLst/>
            <a:gdLst/>
            <a:ahLst/>
            <a:cxnLst/>
            <a:rect l="l" t="t" r="r" b="b"/>
            <a:pathLst>
              <a:path w="571500" h="2590800">
                <a:moveTo>
                  <a:pt x="0" y="0"/>
                </a:moveTo>
                <a:lnTo>
                  <a:pt x="22351" y="2589618"/>
                </a:lnTo>
              </a:path>
              <a:path w="571500" h="2590800">
                <a:moveTo>
                  <a:pt x="548131" y="491998"/>
                </a:moveTo>
                <a:lnTo>
                  <a:pt x="0" y="486156"/>
                </a:lnTo>
              </a:path>
              <a:path w="571500" h="2590800">
                <a:moveTo>
                  <a:pt x="570992" y="1188720"/>
                </a:moveTo>
                <a:lnTo>
                  <a:pt x="22859" y="1188720"/>
                </a:lnTo>
              </a:path>
              <a:path w="571500" h="2590800">
                <a:moveTo>
                  <a:pt x="548131" y="1932152"/>
                </a:moveTo>
                <a:lnTo>
                  <a:pt x="0" y="1926336"/>
                </a:lnTo>
              </a:path>
              <a:path w="571500" h="2590800">
                <a:moveTo>
                  <a:pt x="548131" y="2590520"/>
                </a:moveTo>
                <a:lnTo>
                  <a:pt x="0" y="2584704"/>
                </a:lnTo>
              </a:path>
            </a:pathLst>
          </a:custGeom>
          <a:ln w="9144">
            <a:solidFill>
              <a:srgbClr val="000000"/>
            </a:solidFill>
          </a:ln>
        </p:spPr>
        <p:txBody>
          <a:bodyPr wrap="square" lIns="0" tIns="0" rIns="0" bIns="0" rtlCol="0"/>
          <a:lstStyle/>
          <a:p>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95"/>
              </a:spcBef>
            </a:pPr>
            <a:endParaRPr sz="3600">
              <a:latin typeface="Times New Roman"/>
              <a:cs typeface="Times New Roman"/>
            </a:endParaRPr>
          </a:p>
          <a:p>
            <a:pPr marL="344170" marR="1094105">
              <a:lnSpc>
                <a:spcPts val="3779"/>
              </a:lnSpc>
            </a:pPr>
            <a:r>
              <a:rPr sz="3600" b="1" spc="-165" dirty="0">
                <a:solidFill>
                  <a:srgbClr val="FFFFFF"/>
                </a:solidFill>
                <a:latin typeface="Cambria"/>
                <a:cs typeface="Cambria"/>
              </a:rPr>
              <a:t>Top</a:t>
            </a:r>
            <a:r>
              <a:rPr sz="3600" b="1" spc="-114" dirty="0">
                <a:solidFill>
                  <a:srgbClr val="FFFFFF"/>
                </a:solidFill>
                <a:latin typeface="Cambria"/>
                <a:cs typeface="Cambria"/>
              </a:rPr>
              <a:t> </a:t>
            </a:r>
            <a:r>
              <a:rPr sz="3600" b="1" spc="-65" dirty="0">
                <a:solidFill>
                  <a:srgbClr val="FFFFFF"/>
                </a:solidFill>
                <a:latin typeface="Cambria"/>
                <a:cs typeface="Cambria"/>
              </a:rPr>
              <a:t>down </a:t>
            </a:r>
            <a:r>
              <a:rPr sz="3600" b="1" spc="-10" dirty="0">
                <a:solidFill>
                  <a:srgbClr val="FFFFFF"/>
                </a:solidFill>
                <a:latin typeface="Cambria"/>
                <a:cs typeface="Cambria"/>
              </a:rPr>
              <a:t>parser</a:t>
            </a:r>
            <a:endParaRPr sz="3600">
              <a:latin typeface="Cambria"/>
              <a:cs typeface="Cambria"/>
            </a:endParaRPr>
          </a:p>
        </p:txBody>
      </p:sp>
      <p:sp>
        <p:nvSpPr>
          <p:cNvPr id="3" name="object 3"/>
          <p:cNvSpPr txBox="1">
            <a:spLocks noGrp="1"/>
          </p:cNvSpPr>
          <p:nvPr>
            <p:ph type="title"/>
          </p:nvPr>
        </p:nvSpPr>
        <p:spPr>
          <a:xfrm>
            <a:off x="3573907" y="486613"/>
            <a:ext cx="7847965" cy="1379855"/>
          </a:xfrm>
          <a:prstGeom prst="rect">
            <a:avLst/>
          </a:prstGeom>
        </p:spPr>
        <p:txBody>
          <a:bodyPr vert="horz" wrap="square" lIns="0" tIns="49530" rIns="0" bIns="0" rtlCol="0">
            <a:spAutoFit/>
          </a:bodyPr>
          <a:lstStyle/>
          <a:p>
            <a:pPr marL="194945" marR="5080" indent="-182880" algn="just">
              <a:lnSpc>
                <a:spcPct val="90000"/>
              </a:lnSpc>
              <a:spcBef>
                <a:spcPts val="390"/>
              </a:spcBef>
            </a:pPr>
            <a:r>
              <a:rPr spc="-1250" dirty="0">
                <a:solidFill>
                  <a:srgbClr val="40B9D2"/>
                </a:solidFill>
                <a:latin typeface="Arial MT"/>
                <a:cs typeface="Arial MT"/>
              </a:rPr>
              <a:t>🞄</a:t>
            </a:r>
            <a:r>
              <a:rPr spc="-95" dirty="0">
                <a:solidFill>
                  <a:srgbClr val="40B9D2"/>
                </a:solidFill>
                <a:latin typeface="Arial MT"/>
                <a:cs typeface="Arial MT"/>
              </a:rPr>
              <a:t> </a:t>
            </a:r>
            <a:r>
              <a:rPr spc="-65" dirty="0"/>
              <a:t>Top-</a:t>
            </a:r>
            <a:r>
              <a:rPr spc="-10" dirty="0"/>
              <a:t>down</a:t>
            </a:r>
            <a:r>
              <a:rPr spc="140" dirty="0"/>
              <a:t> </a:t>
            </a:r>
            <a:r>
              <a:rPr dirty="0"/>
              <a:t>parser</a:t>
            </a:r>
            <a:r>
              <a:rPr spc="120" dirty="0"/>
              <a:t> </a:t>
            </a:r>
            <a:r>
              <a:rPr spc="-10" dirty="0"/>
              <a:t>is</a:t>
            </a:r>
            <a:r>
              <a:rPr spc="130" dirty="0"/>
              <a:t> </a:t>
            </a:r>
            <a:r>
              <a:rPr spc="-10" dirty="0"/>
              <a:t>the</a:t>
            </a:r>
            <a:r>
              <a:rPr spc="130" dirty="0"/>
              <a:t> </a:t>
            </a:r>
            <a:r>
              <a:rPr dirty="0"/>
              <a:t>parser</a:t>
            </a:r>
            <a:r>
              <a:rPr spc="120" dirty="0"/>
              <a:t> </a:t>
            </a:r>
            <a:r>
              <a:rPr spc="-10" dirty="0"/>
              <a:t>which</a:t>
            </a:r>
            <a:r>
              <a:rPr spc="120" dirty="0"/>
              <a:t> </a:t>
            </a:r>
            <a:r>
              <a:rPr spc="-20" dirty="0"/>
              <a:t>generates</a:t>
            </a:r>
            <a:r>
              <a:rPr spc="135" dirty="0"/>
              <a:t> </a:t>
            </a:r>
            <a:r>
              <a:rPr spc="-15" dirty="0"/>
              <a:t>parse</a:t>
            </a:r>
            <a:r>
              <a:rPr spc="130" dirty="0"/>
              <a:t> </a:t>
            </a:r>
            <a:r>
              <a:rPr spc="-70" dirty="0"/>
              <a:t>tree</a:t>
            </a:r>
            <a:r>
              <a:rPr spc="-10" dirty="0"/>
              <a:t> </a:t>
            </a:r>
            <a:r>
              <a:rPr spc="-20" dirty="0"/>
              <a:t>for</a:t>
            </a:r>
            <a:r>
              <a:rPr spc="905" dirty="0"/>
              <a:t> </a:t>
            </a:r>
            <a:r>
              <a:rPr spc="-15" dirty="0"/>
              <a:t>the</a:t>
            </a:r>
            <a:r>
              <a:rPr spc="905" dirty="0"/>
              <a:t> </a:t>
            </a:r>
            <a:r>
              <a:rPr spc="-30" dirty="0"/>
              <a:t>given</a:t>
            </a:r>
            <a:r>
              <a:rPr spc="900" dirty="0"/>
              <a:t> </a:t>
            </a:r>
            <a:r>
              <a:rPr spc="-10" dirty="0"/>
              <a:t>input</a:t>
            </a:r>
            <a:r>
              <a:rPr spc="910" dirty="0"/>
              <a:t> </a:t>
            </a:r>
            <a:r>
              <a:rPr spc="-5" dirty="0"/>
              <a:t>strin</a:t>
            </a:r>
            <a:r>
              <a:rPr dirty="0"/>
              <a:t>g</a:t>
            </a:r>
            <a:r>
              <a:rPr spc="915" dirty="0"/>
              <a:t> </a:t>
            </a:r>
            <a:r>
              <a:rPr spc="-15" dirty="0"/>
              <a:t>with</a:t>
            </a:r>
            <a:r>
              <a:rPr spc="890" dirty="0"/>
              <a:t> </a:t>
            </a:r>
            <a:r>
              <a:rPr spc="-15" dirty="0"/>
              <a:t>the</a:t>
            </a:r>
            <a:r>
              <a:rPr spc="905" dirty="0"/>
              <a:t> </a:t>
            </a:r>
            <a:r>
              <a:rPr spc="-15" dirty="0"/>
              <a:t>help</a:t>
            </a:r>
            <a:r>
              <a:rPr spc="910" dirty="0"/>
              <a:t> </a:t>
            </a:r>
            <a:r>
              <a:rPr dirty="0"/>
              <a:t>of</a:t>
            </a:r>
            <a:r>
              <a:rPr spc="905" dirty="0"/>
              <a:t> </a:t>
            </a:r>
            <a:r>
              <a:rPr spc="-20" dirty="0"/>
              <a:t>grammar</a:t>
            </a:r>
            <a:r>
              <a:rPr spc="-10" dirty="0"/>
              <a:t> </a:t>
            </a:r>
            <a:r>
              <a:rPr spc="-15" dirty="0"/>
              <a:t>productions</a:t>
            </a:r>
            <a:r>
              <a:rPr spc="409" dirty="0"/>
              <a:t> </a:t>
            </a:r>
            <a:r>
              <a:rPr spc="-40" dirty="0"/>
              <a:t>by</a:t>
            </a:r>
            <a:r>
              <a:rPr spc="405" dirty="0"/>
              <a:t> </a:t>
            </a:r>
            <a:r>
              <a:rPr spc="-20" dirty="0"/>
              <a:t>expanding</a:t>
            </a:r>
            <a:r>
              <a:rPr spc="395" dirty="0"/>
              <a:t> </a:t>
            </a:r>
            <a:r>
              <a:rPr spc="-15" dirty="0"/>
              <a:t>the</a:t>
            </a:r>
            <a:r>
              <a:rPr spc="409" dirty="0"/>
              <a:t> </a:t>
            </a:r>
            <a:r>
              <a:rPr spc="-10" dirty="0"/>
              <a:t>non-</a:t>
            </a:r>
            <a:r>
              <a:rPr spc="-15" dirty="0"/>
              <a:t>terminals</a:t>
            </a:r>
            <a:r>
              <a:rPr spc="409" dirty="0"/>
              <a:t> </a:t>
            </a:r>
            <a:r>
              <a:rPr spc="-10" dirty="0"/>
              <a:t>i.e.</a:t>
            </a:r>
            <a:r>
              <a:rPr spc="390" dirty="0"/>
              <a:t> </a:t>
            </a:r>
            <a:r>
              <a:rPr dirty="0"/>
              <a:t>it</a:t>
            </a:r>
            <a:r>
              <a:rPr spc="395" dirty="0"/>
              <a:t> </a:t>
            </a:r>
            <a:r>
              <a:rPr spc="-15" dirty="0"/>
              <a:t>starts</a:t>
            </a:r>
            <a:r>
              <a:rPr spc="-10" dirty="0"/>
              <a:t> </a:t>
            </a:r>
            <a:r>
              <a:rPr spc="-20" dirty="0"/>
              <a:t>from </a:t>
            </a:r>
            <a:r>
              <a:rPr spc="-15" dirty="0"/>
              <a:t>the</a:t>
            </a:r>
            <a:r>
              <a:rPr dirty="0"/>
              <a:t> </a:t>
            </a:r>
            <a:r>
              <a:rPr spc="-10" dirty="0"/>
              <a:t>start</a:t>
            </a:r>
            <a:r>
              <a:rPr spc="-5" dirty="0"/>
              <a:t> </a:t>
            </a:r>
            <a:r>
              <a:rPr spc="-20" dirty="0"/>
              <a:t>symbol</a:t>
            </a:r>
            <a:r>
              <a:rPr spc="5" dirty="0"/>
              <a:t> </a:t>
            </a:r>
            <a:r>
              <a:rPr spc="-10" dirty="0"/>
              <a:t>and</a:t>
            </a:r>
            <a:r>
              <a:rPr spc="-5" dirty="0"/>
              <a:t> </a:t>
            </a:r>
            <a:r>
              <a:rPr spc="-15" dirty="0"/>
              <a:t>ends</a:t>
            </a:r>
            <a:r>
              <a:rPr spc="5" dirty="0"/>
              <a:t> </a:t>
            </a:r>
            <a:r>
              <a:rPr spc="-5" dirty="0"/>
              <a:t>o</a:t>
            </a:r>
            <a:r>
              <a:rPr dirty="0"/>
              <a:t>n</a:t>
            </a:r>
            <a:r>
              <a:rPr spc="-10" dirty="0"/>
              <a:t> </a:t>
            </a:r>
            <a:r>
              <a:rPr spc="-15" dirty="0"/>
              <a:t>the</a:t>
            </a:r>
            <a:r>
              <a:rPr dirty="0"/>
              <a:t> </a:t>
            </a:r>
            <a:r>
              <a:rPr spc="-10" dirty="0"/>
              <a:t>terminals.</a:t>
            </a:r>
          </a:p>
        </p:txBody>
      </p:sp>
      <p:sp>
        <p:nvSpPr>
          <p:cNvPr id="4" name="object 4"/>
          <p:cNvSpPr txBox="1"/>
          <p:nvPr/>
        </p:nvSpPr>
        <p:spPr>
          <a:xfrm>
            <a:off x="3573907" y="1839870"/>
            <a:ext cx="7847965" cy="4081145"/>
          </a:xfrm>
          <a:prstGeom prst="rect">
            <a:avLst/>
          </a:prstGeom>
        </p:spPr>
        <p:txBody>
          <a:bodyPr vert="horz" wrap="square" lIns="0" tIns="128905" rIns="0" bIns="0" rtlCol="0">
            <a:spAutoFit/>
          </a:bodyPr>
          <a:lstStyle/>
          <a:p>
            <a:pPr marL="12700" algn="just">
              <a:lnSpc>
                <a:spcPct val="100000"/>
              </a:lnSpc>
              <a:spcBef>
                <a:spcPts val="10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i="1" dirty="0">
                <a:latin typeface="Cambria"/>
                <a:cs typeface="Cambria"/>
              </a:rPr>
              <a:t>It</a:t>
            </a:r>
            <a:r>
              <a:rPr sz="2400" i="1" spc="-50" dirty="0">
                <a:latin typeface="Cambria"/>
                <a:cs typeface="Cambria"/>
              </a:rPr>
              <a:t> </a:t>
            </a:r>
            <a:r>
              <a:rPr sz="2400" i="1" dirty="0">
                <a:latin typeface="Cambria"/>
                <a:cs typeface="Cambria"/>
              </a:rPr>
              <a:t>works</a:t>
            </a:r>
            <a:r>
              <a:rPr sz="2400" i="1" spc="-35" dirty="0">
                <a:latin typeface="Cambria"/>
                <a:cs typeface="Cambria"/>
              </a:rPr>
              <a:t> </a:t>
            </a:r>
            <a:r>
              <a:rPr sz="2400" i="1" dirty="0">
                <a:latin typeface="Cambria"/>
                <a:cs typeface="Cambria"/>
              </a:rPr>
              <a:t>as</a:t>
            </a:r>
            <a:r>
              <a:rPr sz="2400" i="1" spc="-25" dirty="0">
                <a:latin typeface="Cambria"/>
                <a:cs typeface="Cambria"/>
              </a:rPr>
              <a:t> </a:t>
            </a:r>
            <a:r>
              <a:rPr sz="2400" i="1" spc="-10" dirty="0">
                <a:latin typeface="Cambria"/>
                <a:cs typeface="Cambria"/>
              </a:rPr>
              <a:t>following:</a:t>
            </a:r>
            <a:endParaRPr sz="2400">
              <a:latin typeface="Cambria"/>
              <a:cs typeface="Cambria"/>
            </a:endParaRPr>
          </a:p>
          <a:p>
            <a:pPr marL="12700" algn="just">
              <a:lnSpc>
                <a:spcPct val="100000"/>
              </a:lnSpc>
              <a:spcBef>
                <a:spcPts val="915"/>
              </a:spcBef>
            </a:pPr>
            <a:r>
              <a:rPr sz="2400" spc="-1250" dirty="0">
                <a:solidFill>
                  <a:srgbClr val="40B9D2"/>
                </a:solidFill>
                <a:latin typeface="Arial MT"/>
                <a:cs typeface="Arial MT"/>
              </a:rPr>
              <a:t>🞄</a:t>
            </a:r>
            <a:r>
              <a:rPr sz="2400" spc="-105" dirty="0">
                <a:solidFill>
                  <a:srgbClr val="40B9D2"/>
                </a:solidFill>
                <a:latin typeface="Arial MT"/>
                <a:cs typeface="Arial MT"/>
              </a:rPr>
              <a:t> </a:t>
            </a:r>
            <a:r>
              <a:rPr sz="2400" dirty="0">
                <a:latin typeface="Cambria"/>
                <a:cs typeface="Cambria"/>
              </a:rPr>
              <a:t>Start</a:t>
            </a:r>
            <a:r>
              <a:rPr sz="2400" spc="-80" dirty="0">
                <a:latin typeface="Cambria"/>
                <a:cs typeface="Cambria"/>
              </a:rPr>
              <a:t> </a:t>
            </a:r>
            <a:r>
              <a:rPr sz="2400" dirty="0">
                <a:latin typeface="Cambria"/>
                <a:cs typeface="Cambria"/>
              </a:rPr>
              <a:t>with</a:t>
            </a:r>
            <a:r>
              <a:rPr sz="2400" spc="-35" dirty="0">
                <a:latin typeface="Cambria"/>
                <a:cs typeface="Cambria"/>
              </a:rPr>
              <a:t> </a:t>
            </a:r>
            <a:r>
              <a:rPr sz="2400" dirty="0">
                <a:latin typeface="Cambria"/>
                <a:cs typeface="Cambria"/>
              </a:rPr>
              <a:t>the</a:t>
            </a:r>
            <a:r>
              <a:rPr sz="2400" spc="-40" dirty="0">
                <a:latin typeface="Cambria"/>
                <a:cs typeface="Cambria"/>
              </a:rPr>
              <a:t> </a:t>
            </a:r>
            <a:r>
              <a:rPr sz="2400" dirty="0">
                <a:latin typeface="Cambria"/>
                <a:cs typeface="Cambria"/>
              </a:rPr>
              <a:t>root</a:t>
            </a:r>
            <a:r>
              <a:rPr sz="2400" spc="-30" dirty="0">
                <a:latin typeface="Cambria"/>
                <a:cs typeface="Cambria"/>
              </a:rPr>
              <a:t> </a:t>
            </a:r>
            <a:r>
              <a:rPr sz="2400" dirty="0">
                <a:latin typeface="Cambria"/>
                <a:cs typeface="Cambria"/>
              </a:rPr>
              <a:t>or</a:t>
            </a:r>
            <a:r>
              <a:rPr sz="2400" spc="-40" dirty="0">
                <a:latin typeface="Cambria"/>
                <a:cs typeface="Cambria"/>
              </a:rPr>
              <a:t> </a:t>
            </a:r>
            <a:r>
              <a:rPr sz="2400" dirty="0">
                <a:latin typeface="Cambria"/>
                <a:cs typeface="Cambria"/>
              </a:rPr>
              <a:t>start</a:t>
            </a:r>
            <a:r>
              <a:rPr sz="2400" spc="-35" dirty="0">
                <a:latin typeface="Cambria"/>
                <a:cs typeface="Cambria"/>
              </a:rPr>
              <a:t> </a:t>
            </a:r>
            <a:r>
              <a:rPr sz="2400" spc="-10" dirty="0">
                <a:latin typeface="Cambria"/>
                <a:cs typeface="Cambria"/>
              </a:rPr>
              <a:t>symbol.</a:t>
            </a:r>
            <a:endParaRPr sz="2400">
              <a:latin typeface="Cambria"/>
              <a:cs typeface="Cambria"/>
            </a:endParaRPr>
          </a:p>
          <a:p>
            <a:pPr marL="194945" marR="5080" indent="-182880" algn="just">
              <a:lnSpc>
                <a:spcPts val="2590"/>
              </a:lnSpc>
              <a:spcBef>
                <a:spcPts val="124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25" dirty="0">
                <a:latin typeface="Cambria"/>
                <a:cs typeface="Cambria"/>
              </a:rPr>
              <a:t>Grow</a:t>
            </a:r>
            <a:r>
              <a:rPr sz="2400" spc="535" dirty="0">
                <a:latin typeface="Cambria"/>
                <a:cs typeface="Cambria"/>
              </a:rPr>
              <a:t> </a:t>
            </a:r>
            <a:r>
              <a:rPr sz="2400" spc="-15" dirty="0">
                <a:latin typeface="Cambria"/>
                <a:cs typeface="Cambria"/>
              </a:rPr>
              <a:t>the</a:t>
            </a:r>
            <a:r>
              <a:rPr sz="2400" spc="540" dirty="0">
                <a:latin typeface="Cambria"/>
                <a:cs typeface="Cambria"/>
              </a:rPr>
              <a:t> </a:t>
            </a:r>
            <a:r>
              <a:rPr sz="2400" spc="-15" dirty="0">
                <a:latin typeface="Cambria"/>
                <a:cs typeface="Cambria"/>
              </a:rPr>
              <a:t>tree</a:t>
            </a:r>
            <a:r>
              <a:rPr sz="2400" spc="540" dirty="0">
                <a:latin typeface="Cambria"/>
                <a:cs typeface="Cambria"/>
              </a:rPr>
              <a:t> </a:t>
            </a:r>
            <a:r>
              <a:rPr sz="2400" spc="-25" dirty="0">
                <a:latin typeface="Cambria"/>
                <a:cs typeface="Cambria"/>
              </a:rPr>
              <a:t>downwards</a:t>
            </a:r>
            <a:r>
              <a:rPr sz="2400" spc="545" dirty="0">
                <a:latin typeface="Cambria"/>
                <a:cs typeface="Cambria"/>
              </a:rPr>
              <a:t> </a:t>
            </a:r>
            <a:r>
              <a:rPr sz="2400" spc="-40" dirty="0">
                <a:latin typeface="Cambria"/>
                <a:cs typeface="Cambria"/>
              </a:rPr>
              <a:t>by</a:t>
            </a:r>
            <a:r>
              <a:rPr sz="2400" spc="545" dirty="0">
                <a:latin typeface="Cambria"/>
                <a:cs typeface="Cambria"/>
              </a:rPr>
              <a:t> </a:t>
            </a:r>
            <a:r>
              <a:rPr sz="2400" spc="-15" dirty="0">
                <a:latin typeface="Cambria"/>
                <a:cs typeface="Cambria"/>
              </a:rPr>
              <a:t>expanding</a:t>
            </a:r>
            <a:r>
              <a:rPr sz="2400" spc="540" dirty="0">
                <a:latin typeface="Cambria"/>
                <a:cs typeface="Cambria"/>
              </a:rPr>
              <a:t> </a:t>
            </a:r>
            <a:r>
              <a:rPr sz="2400" spc="-20" dirty="0">
                <a:latin typeface="Cambria"/>
                <a:cs typeface="Cambria"/>
              </a:rPr>
              <a:t>productions</a:t>
            </a:r>
            <a:r>
              <a:rPr sz="2400" spc="550" dirty="0">
                <a:latin typeface="Cambria"/>
                <a:cs typeface="Cambria"/>
              </a:rPr>
              <a:t> </a:t>
            </a:r>
            <a:r>
              <a:rPr sz="2400" spc="-95" dirty="0">
                <a:latin typeface="Cambria"/>
                <a:cs typeface="Cambria"/>
              </a:rPr>
              <a:t>at</a:t>
            </a:r>
            <a:r>
              <a:rPr sz="2400" spc="-10" dirty="0">
                <a:latin typeface="Cambria"/>
                <a:cs typeface="Cambria"/>
              </a:rPr>
              <a:t> </a:t>
            </a:r>
            <a:r>
              <a:rPr sz="2400" spc="-15" dirty="0">
                <a:latin typeface="Cambria"/>
                <a:cs typeface="Cambria"/>
              </a:rPr>
              <a:t>the</a:t>
            </a:r>
            <a:r>
              <a:rPr sz="2400" dirty="0">
                <a:latin typeface="Cambria"/>
                <a:cs typeface="Cambria"/>
              </a:rPr>
              <a:t> </a:t>
            </a:r>
            <a:r>
              <a:rPr sz="2400" spc="-20" dirty="0">
                <a:latin typeface="Cambria"/>
                <a:cs typeface="Cambria"/>
              </a:rPr>
              <a:t>lower</a:t>
            </a:r>
            <a:r>
              <a:rPr sz="2400" dirty="0">
                <a:latin typeface="Cambria"/>
                <a:cs typeface="Cambria"/>
              </a:rPr>
              <a:t> </a:t>
            </a:r>
            <a:r>
              <a:rPr sz="2400" spc="-25" dirty="0">
                <a:latin typeface="Cambria"/>
                <a:cs typeface="Cambria"/>
              </a:rPr>
              <a:t>levels</a:t>
            </a:r>
            <a:r>
              <a:rPr sz="2400" spc="-10" dirty="0">
                <a:latin typeface="Cambria"/>
                <a:cs typeface="Cambria"/>
              </a:rPr>
              <a:t> </a:t>
            </a:r>
            <a:r>
              <a:rPr sz="2400" spc="-5" dirty="0">
                <a:latin typeface="Cambria"/>
                <a:cs typeface="Cambria"/>
              </a:rPr>
              <a:t>o</a:t>
            </a:r>
            <a:r>
              <a:rPr sz="2400" dirty="0">
                <a:latin typeface="Cambria"/>
                <a:cs typeface="Cambria"/>
              </a:rPr>
              <a:t>f </a:t>
            </a:r>
            <a:r>
              <a:rPr sz="2400" spc="-15" dirty="0">
                <a:latin typeface="Cambria"/>
                <a:cs typeface="Cambria"/>
              </a:rPr>
              <a:t>the</a:t>
            </a:r>
            <a:r>
              <a:rPr sz="2400" dirty="0">
                <a:latin typeface="Cambria"/>
                <a:cs typeface="Cambria"/>
              </a:rPr>
              <a:t> </a:t>
            </a:r>
            <a:r>
              <a:rPr sz="2400" spc="-10" dirty="0">
                <a:latin typeface="Cambria"/>
                <a:cs typeface="Cambria"/>
              </a:rPr>
              <a:t>tree.</a:t>
            </a:r>
            <a:endParaRPr sz="2400">
              <a:latin typeface="Cambria"/>
              <a:cs typeface="Cambria"/>
            </a:endParaRPr>
          </a:p>
          <a:p>
            <a:pPr marL="194945" marR="6985" indent="-182880" algn="just">
              <a:lnSpc>
                <a:spcPts val="2590"/>
              </a:lnSpc>
              <a:spcBef>
                <a:spcPts val="120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5" dirty="0">
                <a:latin typeface="Cambria"/>
                <a:cs typeface="Cambria"/>
              </a:rPr>
              <a:t>Select</a:t>
            </a:r>
            <a:r>
              <a:rPr sz="2400" spc="710" dirty="0">
                <a:latin typeface="Cambria"/>
                <a:cs typeface="Cambria"/>
              </a:rPr>
              <a:t> </a:t>
            </a:r>
            <a:r>
              <a:rPr sz="2400" spc="-15" dirty="0">
                <a:latin typeface="Cambria"/>
                <a:cs typeface="Cambria"/>
              </a:rPr>
              <a:t>a</a:t>
            </a:r>
            <a:r>
              <a:rPr sz="2400" spc="705" dirty="0">
                <a:latin typeface="Cambria"/>
                <a:cs typeface="Cambria"/>
              </a:rPr>
              <a:t> </a:t>
            </a:r>
            <a:r>
              <a:rPr sz="2400" spc="-10" dirty="0">
                <a:latin typeface="Cambria"/>
                <a:cs typeface="Cambria"/>
              </a:rPr>
              <a:t>nonterminal</a:t>
            </a:r>
            <a:r>
              <a:rPr sz="2400" spc="675" dirty="0">
                <a:latin typeface="Cambria"/>
                <a:cs typeface="Cambria"/>
              </a:rPr>
              <a:t> </a:t>
            </a:r>
            <a:r>
              <a:rPr sz="2400" spc="-10" dirty="0">
                <a:latin typeface="Cambria"/>
                <a:cs typeface="Cambria"/>
              </a:rPr>
              <a:t>and</a:t>
            </a:r>
            <a:r>
              <a:rPr sz="2400" spc="700" dirty="0">
                <a:latin typeface="Cambria"/>
                <a:cs typeface="Cambria"/>
              </a:rPr>
              <a:t> </a:t>
            </a:r>
            <a:r>
              <a:rPr sz="2400" spc="-25" dirty="0">
                <a:latin typeface="Cambria"/>
                <a:cs typeface="Cambria"/>
              </a:rPr>
              <a:t>extend</a:t>
            </a:r>
            <a:r>
              <a:rPr sz="2400" spc="695" dirty="0">
                <a:latin typeface="Cambria"/>
                <a:cs typeface="Cambria"/>
              </a:rPr>
              <a:t> </a:t>
            </a:r>
            <a:r>
              <a:rPr sz="2400" dirty="0">
                <a:latin typeface="Cambria"/>
                <a:cs typeface="Cambria"/>
              </a:rPr>
              <a:t>it</a:t>
            </a:r>
            <a:r>
              <a:rPr sz="2400" spc="705" dirty="0">
                <a:latin typeface="Cambria"/>
                <a:cs typeface="Cambria"/>
              </a:rPr>
              <a:t> </a:t>
            </a:r>
            <a:r>
              <a:rPr sz="2400" spc="-40" dirty="0">
                <a:latin typeface="Cambria"/>
                <a:cs typeface="Cambria"/>
              </a:rPr>
              <a:t>by</a:t>
            </a:r>
            <a:r>
              <a:rPr sz="2400" spc="705" dirty="0">
                <a:latin typeface="Cambria"/>
                <a:cs typeface="Cambria"/>
              </a:rPr>
              <a:t> </a:t>
            </a:r>
            <a:r>
              <a:rPr sz="2400" spc="-10" dirty="0">
                <a:latin typeface="Cambria"/>
                <a:cs typeface="Cambria"/>
              </a:rPr>
              <a:t>adding</a:t>
            </a:r>
            <a:r>
              <a:rPr sz="2400" spc="710" dirty="0">
                <a:latin typeface="Cambria"/>
                <a:cs typeface="Cambria"/>
              </a:rPr>
              <a:t> </a:t>
            </a:r>
            <a:r>
              <a:rPr sz="2400" spc="-30" dirty="0">
                <a:latin typeface="Cambria"/>
                <a:cs typeface="Cambria"/>
              </a:rPr>
              <a:t>children</a:t>
            </a:r>
            <a:r>
              <a:rPr sz="2400" spc="-15" dirty="0">
                <a:latin typeface="Cambria"/>
                <a:cs typeface="Cambria"/>
              </a:rPr>
              <a:t> </a:t>
            </a:r>
            <a:r>
              <a:rPr sz="2400" spc="-10" dirty="0">
                <a:latin typeface="Cambria"/>
                <a:cs typeface="Cambria"/>
              </a:rPr>
              <a:t>corresponding</a:t>
            </a:r>
            <a:r>
              <a:rPr sz="2400" spc="80" dirty="0">
                <a:latin typeface="Cambria"/>
                <a:cs typeface="Cambria"/>
              </a:rPr>
              <a:t> </a:t>
            </a:r>
            <a:r>
              <a:rPr sz="2400" spc="-25" dirty="0">
                <a:latin typeface="Cambria"/>
                <a:cs typeface="Cambria"/>
              </a:rPr>
              <a:t>to</a:t>
            </a:r>
            <a:r>
              <a:rPr sz="2400" spc="80" dirty="0">
                <a:latin typeface="Cambria"/>
                <a:cs typeface="Cambria"/>
              </a:rPr>
              <a:t> </a:t>
            </a:r>
            <a:r>
              <a:rPr sz="2400" spc="-15" dirty="0">
                <a:latin typeface="Cambria"/>
                <a:cs typeface="Cambria"/>
              </a:rPr>
              <a:t>the</a:t>
            </a:r>
            <a:r>
              <a:rPr sz="2400" spc="75" dirty="0">
                <a:latin typeface="Cambria"/>
                <a:cs typeface="Cambria"/>
              </a:rPr>
              <a:t> </a:t>
            </a:r>
            <a:r>
              <a:rPr sz="2400" spc="-15" dirty="0">
                <a:latin typeface="Cambria"/>
                <a:cs typeface="Cambria"/>
              </a:rPr>
              <a:t>right</a:t>
            </a:r>
            <a:r>
              <a:rPr sz="2400" spc="85" dirty="0">
                <a:latin typeface="Cambria"/>
                <a:cs typeface="Cambria"/>
              </a:rPr>
              <a:t> </a:t>
            </a:r>
            <a:r>
              <a:rPr sz="2400" spc="-15" dirty="0">
                <a:latin typeface="Cambria"/>
                <a:cs typeface="Cambria"/>
              </a:rPr>
              <a:t>side</a:t>
            </a:r>
            <a:r>
              <a:rPr sz="2400" spc="95" dirty="0">
                <a:latin typeface="Cambria"/>
                <a:cs typeface="Cambria"/>
              </a:rPr>
              <a:t> </a:t>
            </a:r>
            <a:r>
              <a:rPr sz="2400" spc="-5" dirty="0">
                <a:latin typeface="Cambria"/>
                <a:cs typeface="Cambria"/>
              </a:rPr>
              <a:t>o</a:t>
            </a:r>
            <a:r>
              <a:rPr sz="2400" dirty="0">
                <a:latin typeface="Cambria"/>
                <a:cs typeface="Cambria"/>
              </a:rPr>
              <a:t>f</a:t>
            </a:r>
            <a:r>
              <a:rPr sz="2400" spc="75" dirty="0">
                <a:latin typeface="Cambria"/>
                <a:cs typeface="Cambria"/>
              </a:rPr>
              <a:t> </a:t>
            </a:r>
            <a:r>
              <a:rPr sz="2400" spc="-20" dirty="0">
                <a:latin typeface="Cambria"/>
                <a:cs typeface="Cambria"/>
              </a:rPr>
              <a:t>some</a:t>
            </a:r>
            <a:r>
              <a:rPr sz="2400" spc="100" dirty="0">
                <a:latin typeface="Cambria"/>
                <a:cs typeface="Cambria"/>
              </a:rPr>
              <a:t> </a:t>
            </a:r>
            <a:r>
              <a:rPr sz="2400" spc="-10" dirty="0">
                <a:latin typeface="Cambria"/>
                <a:cs typeface="Cambria"/>
              </a:rPr>
              <a:t>production</a:t>
            </a:r>
            <a:r>
              <a:rPr sz="2400" spc="75" dirty="0">
                <a:latin typeface="Cambria"/>
                <a:cs typeface="Cambria"/>
              </a:rPr>
              <a:t> </a:t>
            </a:r>
            <a:r>
              <a:rPr sz="2400" spc="-20" dirty="0">
                <a:latin typeface="Cambria"/>
                <a:cs typeface="Cambria"/>
              </a:rPr>
              <a:t>f</a:t>
            </a:r>
            <a:r>
              <a:rPr sz="2400" dirty="0">
                <a:latin typeface="Cambria"/>
                <a:cs typeface="Cambria"/>
              </a:rPr>
              <a:t>or</a:t>
            </a:r>
            <a:r>
              <a:rPr sz="2400" spc="70" dirty="0">
                <a:latin typeface="Cambria"/>
                <a:cs typeface="Cambria"/>
              </a:rPr>
              <a:t> </a:t>
            </a:r>
            <a:r>
              <a:rPr sz="2400" spc="-20" dirty="0">
                <a:latin typeface="Cambria"/>
                <a:cs typeface="Cambria"/>
              </a:rPr>
              <a:t>the</a:t>
            </a:r>
            <a:r>
              <a:rPr sz="2400" spc="-10" dirty="0">
                <a:latin typeface="Cambria"/>
                <a:cs typeface="Cambria"/>
              </a:rPr>
              <a:t> </a:t>
            </a:r>
            <a:r>
              <a:rPr sz="2400" spc="-5" dirty="0">
                <a:latin typeface="Cambria"/>
                <a:cs typeface="Cambria"/>
              </a:rPr>
              <a:t>nonterminal.</a:t>
            </a:r>
            <a:endParaRPr sz="2400">
              <a:latin typeface="Cambria"/>
              <a:cs typeface="Cambria"/>
            </a:endParaRPr>
          </a:p>
          <a:p>
            <a:pPr marL="194945" marR="6985" indent="-182880" algn="just">
              <a:lnSpc>
                <a:spcPts val="2590"/>
              </a:lnSpc>
              <a:spcBef>
                <a:spcPts val="121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25" dirty="0">
                <a:latin typeface="Cambria"/>
                <a:cs typeface="Cambria"/>
              </a:rPr>
              <a:t>Repeat</a:t>
            </a:r>
            <a:r>
              <a:rPr sz="2400" spc="409" dirty="0">
                <a:latin typeface="Cambria"/>
                <a:cs typeface="Cambria"/>
              </a:rPr>
              <a:t> </a:t>
            </a:r>
            <a:r>
              <a:rPr sz="2400" dirty="0">
                <a:latin typeface="Cambria"/>
                <a:cs typeface="Cambria"/>
              </a:rPr>
              <a:t>t</a:t>
            </a:r>
            <a:r>
              <a:rPr sz="2400" spc="5" dirty="0">
                <a:latin typeface="Cambria"/>
                <a:cs typeface="Cambria"/>
              </a:rPr>
              <a:t>i</a:t>
            </a:r>
            <a:r>
              <a:rPr sz="2400" spc="-5" dirty="0">
                <a:latin typeface="Cambria"/>
                <a:cs typeface="Cambria"/>
              </a:rPr>
              <a:t>ll</a:t>
            </a:r>
            <a:r>
              <a:rPr sz="2400" dirty="0">
                <a:latin typeface="Cambria"/>
                <a:cs typeface="Cambria"/>
              </a:rPr>
              <a:t>,</a:t>
            </a:r>
            <a:r>
              <a:rPr sz="2400" spc="385" dirty="0">
                <a:latin typeface="Cambria"/>
                <a:cs typeface="Cambria"/>
              </a:rPr>
              <a:t> </a:t>
            </a:r>
            <a:r>
              <a:rPr sz="2400" spc="-20" dirty="0">
                <a:latin typeface="Cambria"/>
                <a:cs typeface="Cambria"/>
              </a:rPr>
              <a:t>Lower</a:t>
            </a:r>
            <a:r>
              <a:rPr sz="2400" spc="409" dirty="0">
                <a:latin typeface="Cambria"/>
                <a:cs typeface="Cambria"/>
              </a:rPr>
              <a:t> </a:t>
            </a:r>
            <a:r>
              <a:rPr sz="2400" spc="-10" dirty="0">
                <a:latin typeface="Cambria"/>
                <a:cs typeface="Cambria"/>
              </a:rPr>
              <a:t>fringe</a:t>
            </a:r>
            <a:r>
              <a:rPr sz="2400" spc="409" dirty="0">
                <a:latin typeface="Cambria"/>
                <a:cs typeface="Cambria"/>
              </a:rPr>
              <a:t> </a:t>
            </a:r>
            <a:r>
              <a:rPr sz="2400" spc="-15" dirty="0">
                <a:latin typeface="Cambria"/>
                <a:cs typeface="Cambria"/>
              </a:rPr>
              <a:t>consists</a:t>
            </a:r>
            <a:r>
              <a:rPr sz="2400" spc="415" dirty="0">
                <a:latin typeface="Cambria"/>
                <a:cs typeface="Cambria"/>
              </a:rPr>
              <a:t> </a:t>
            </a:r>
            <a:r>
              <a:rPr sz="2400" spc="-20" dirty="0">
                <a:latin typeface="Cambria"/>
                <a:cs typeface="Cambria"/>
              </a:rPr>
              <a:t>only</a:t>
            </a:r>
            <a:r>
              <a:rPr sz="2400" spc="405" dirty="0">
                <a:latin typeface="Cambria"/>
                <a:cs typeface="Cambria"/>
              </a:rPr>
              <a:t> </a:t>
            </a:r>
            <a:r>
              <a:rPr sz="2400" spc="-20" dirty="0">
                <a:latin typeface="Cambria"/>
                <a:cs typeface="Cambria"/>
              </a:rPr>
              <a:t>terminals</a:t>
            </a:r>
            <a:r>
              <a:rPr sz="2400" spc="400" dirty="0">
                <a:latin typeface="Cambria"/>
                <a:cs typeface="Cambria"/>
              </a:rPr>
              <a:t> </a:t>
            </a:r>
            <a:r>
              <a:rPr sz="2400" spc="-10" dirty="0">
                <a:latin typeface="Cambria"/>
                <a:cs typeface="Cambria"/>
              </a:rPr>
              <a:t>and</a:t>
            </a:r>
            <a:r>
              <a:rPr sz="2400" spc="400" dirty="0">
                <a:latin typeface="Cambria"/>
                <a:cs typeface="Cambria"/>
              </a:rPr>
              <a:t> </a:t>
            </a:r>
            <a:r>
              <a:rPr sz="2400" spc="-65" dirty="0">
                <a:latin typeface="Cambria"/>
                <a:cs typeface="Cambria"/>
              </a:rPr>
              <a:t>the</a:t>
            </a:r>
            <a:r>
              <a:rPr sz="2400" spc="-10" dirty="0">
                <a:latin typeface="Cambria"/>
                <a:cs typeface="Cambria"/>
              </a:rPr>
              <a:t> input</a:t>
            </a:r>
            <a:r>
              <a:rPr sz="2400" spc="770" dirty="0">
                <a:latin typeface="Cambria"/>
                <a:cs typeface="Cambria"/>
              </a:rPr>
              <a:t> </a:t>
            </a:r>
            <a:r>
              <a:rPr sz="2400" spc="-10" dirty="0">
                <a:latin typeface="Cambria"/>
                <a:cs typeface="Cambria"/>
              </a:rPr>
              <a:t>is</a:t>
            </a:r>
            <a:r>
              <a:rPr sz="2400" spc="760" dirty="0">
                <a:latin typeface="Cambria"/>
                <a:cs typeface="Cambria"/>
              </a:rPr>
              <a:t> </a:t>
            </a:r>
            <a:r>
              <a:rPr sz="2400" spc="-15" dirty="0">
                <a:latin typeface="Cambria"/>
                <a:cs typeface="Cambria"/>
              </a:rPr>
              <a:t>consumed</a:t>
            </a:r>
            <a:r>
              <a:rPr sz="2400" spc="755" dirty="0">
                <a:latin typeface="Cambria"/>
                <a:cs typeface="Cambria"/>
              </a:rPr>
              <a:t> </a:t>
            </a:r>
            <a:r>
              <a:rPr sz="2400" spc="-60" dirty="0">
                <a:latin typeface="Cambria"/>
                <a:cs typeface="Cambria"/>
              </a:rPr>
              <a:t>Top-</a:t>
            </a:r>
            <a:r>
              <a:rPr sz="2400" spc="-20" dirty="0">
                <a:latin typeface="Cambria"/>
                <a:cs typeface="Cambria"/>
              </a:rPr>
              <a:t>down</a:t>
            </a:r>
            <a:r>
              <a:rPr sz="2400" spc="770" dirty="0">
                <a:latin typeface="Cambria"/>
                <a:cs typeface="Cambria"/>
              </a:rPr>
              <a:t> </a:t>
            </a:r>
            <a:r>
              <a:rPr sz="2400" spc="-10" dirty="0">
                <a:latin typeface="Cambria"/>
                <a:cs typeface="Cambria"/>
              </a:rPr>
              <a:t>parsing</a:t>
            </a:r>
            <a:r>
              <a:rPr sz="2400" spc="770" dirty="0">
                <a:latin typeface="Cambria"/>
                <a:cs typeface="Cambria"/>
              </a:rPr>
              <a:t> </a:t>
            </a:r>
            <a:r>
              <a:rPr sz="2400" spc="-20" dirty="0">
                <a:latin typeface="Cambria"/>
                <a:cs typeface="Cambria"/>
              </a:rPr>
              <a:t>basically</a:t>
            </a:r>
            <a:r>
              <a:rPr sz="2400" spc="770" dirty="0">
                <a:latin typeface="Cambria"/>
                <a:cs typeface="Cambria"/>
              </a:rPr>
              <a:t> </a:t>
            </a:r>
            <a:r>
              <a:rPr sz="2400" spc="-15" dirty="0">
                <a:latin typeface="Cambria"/>
                <a:cs typeface="Cambria"/>
              </a:rPr>
              <a:t>finds</a:t>
            </a:r>
            <a:r>
              <a:rPr sz="2400" spc="765" dirty="0">
                <a:latin typeface="Cambria"/>
                <a:cs typeface="Cambria"/>
              </a:rPr>
              <a:t> </a:t>
            </a:r>
            <a:r>
              <a:rPr sz="2400" spc="-15" dirty="0">
                <a:latin typeface="Cambria"/>
                <a:cs typeface="Cambria"/>
              </a:rPr>
              <a:t>a</a:t>
            </a:r>
            <a:r>
              <a:rPr sz="2400" spc="-10" dirty="0">
                <a:latin typeface="Cambria"/>
                <a:cs typeface="Cambria"/>
              </a:rPr>
              <a:t> leftmost</a:t>
            </a:r>
            <a:r>
              <a:rPr sz="2400" spc="5" dirty="0">
                <a:latin typeface="Cambria"/>
                <a:cs typeface="Cambria"/>
              </a:rPr>
              <a:t> </a:t>
            </a:r>
            <a:r>
              <a:rPr sz="2400" spc="-15" dirty="0">
                <a:latin typeface="Cambria"/>
                <a:cs typeface="Cambria"/>
              </a:rPr>
              <a:t>derivation</a:t>
            </a:r>
            <a:r>
              <a:rPr sz="2400" spc="-30" dirty="0">
                <a:latin typeface="Cambria"/>
                <a:cs typeface="Cambria"/>
              </a:rPr>
              <a:t> </a:t>
            </a:r>
            <a:r>
              <a:rPr sz="2400" spc="-20" dirty="0">
                <a:latin typeface="Cambria"/>
                <a:cs typeface="Cambria"/>
              </a:rPr>
              <a:t>f</a:t>
            </a:r>
            <a:r>
              <a:rPr sz="2400" dirty="0">
                <a:latin typeface="Cambria"/>
                <a:cs typeface="Cambria"/>
              </a:rPr>
              <a:t>or</a:t>
            </a:r>
            <a:r>
              <a:rPr sz="2400" spc="-30" dirty="0">
                <a:latin typeface="Cambria"/>
                <a:cs typeface="Cambria"/>
              </a:rPr>
              <a:t> </a:t>
            </a:r>
            <a:r>
              <a:rPr sz="2400" dirty="0">
                <a:latin typeface="Cambria"/>
                <a:cs typeface="Cambria"/>
              </a:rPr>
              <a:t>an</a:t>
            </a:r>
            <a:r>
              <a:rPr sz="2400" spc="-10" dirty="0">
                <a:latin typeface="Cambria"/>
                <a:cs typeface="Cambria"/>
              </a:rPr>
              <a:t> </a:t>
            </a:r>
            <a:r>
              <a:rPr sz="2400" spc="-5" dirty="0">
                <a:latin typeface="Cambria"/>
                <a:cs typeface="Cambria"/>
              </a:rPr>
              <a:t>i</a:t>
            </a:r>
            <a:r>
              <a:rPr sz="2400" dirty="0">
                <a:latin typeface="Cambria"/>
                <a:cs typeface="Cambria"/>
              </a:rPr>
              <a:t>n</a:t>
            </a:r>
            <a:r>
              <a:rPr sz="2400" spc="-5" dirty="0">
                <a:latin typeface="Cambria"/>
                <a:cs typeface="Cambria"/>
              </a:rPr>
              <a:t>p</a:t>
            </a:r>
            <a:r>
              <a:rPr sz="2400" spc="-15" dirty="0">
                <a:latin typeface="Cambria"/>
                <a:cs typeface="Cambria"/>
              </a:rPr>
              <a:t>u</a:t>
            </a:r>
            <a:r>
              <a:rPr sz="2400" dirty="0">
                <a:latin typeface="Cambria"/>
                <a:cs typeface="Cambria"/>
              </a:rPr>
              <a:t>t</a:t>
            </a:r>
            <a:r>
              <a:rPr sz="2400" spc="-5" dirty="0">
                <a:latin typeface="Cambria"/>
                <a:cs typeface="Cambria"/>
              </a:rPr>
              <a:t> </a:t>
            </a:r>
            <a:r>
              <a:rPr sz="2400" dirty="0">
                <a:latin typeface="Cambria"/>
                <a:cs typeface="Cambria"/>
              </a:rPr>
              <a:t>string.</a:t>
            </a:r>
            <a:endParaRPr sz="2400">
              <a:latin typeface="Cambria"/>
              <a:cs typeface="Cambri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398145" rIns="0" bIns="0" rtlCol="0">
            <a:spAutoFit/>
          </a:bodyPr>
          <a:lstStyle/>
          <a:p>
            <a:pPr marL="344170" marR="417195">
              <a:lnSpc>
                <a:spcPct val="90000"/>
              </a:lnSpc>
              <a:spcBef>
                <a:spcPts val="3135"/>
              </a:spcBef>
              <a:tabLst>
                <a:tab pos="1874520" algn="l"/>
              </a:tabLst>
            </a:pPr>
            <a:r>
              <a:rPr sz="3600" b="1" spc="-145" dirty="0">
                <a:solidFill>
                  <a:srgbClr val="FFFFFF"/>
                </a:solidFill>
                <a:latin typeface="Cambria"/>
                <a:cs typeface="Cambria"/>
              </a:rPr>
              <a:t>Top</a:t>
            </a:r>
            <a:r>
              <a:rPr sz="3600" b="1" spc="-135" dirty="0">
                <a:solidFill>
                  <a:srgbClr val="FFFFFF"/>
                </a:solidFill>
                <a:latin typeface="Cambria"/>
                <a:cs typeface="Cambria"/>
              </a:rPr>
              <a:t> </a:t>
            </a:r>
            <a:r>
              <a:rPr sz="3600" b="1" spc="-20" dirty="0">
                <a:solidFill>
                  <a:srgbClr val="FFFFFF"/>
                </a:solidFill>
                <a:latin typeface="Cambria"/>
                <a:cs typeface="Cambria"/>
              </a:rPr>
              <a:t>down </a:t>
            </a:r>
            <a:r>
              <a:rPr sz="3600" b="1" spc="-10" dirty="0">
                <a:solidFill>
                  <a:srgbClr val="FFFFFF"/>
                </a:solidFill>
                <a:latin typeface="Cambria"/>
                <a:cs typeface="Cambria"/>
              </a:rPr>
              <a:t>parser</a:t>
            </a:r>
            <a:r>
              <a:rPr sz="3600" b="1" dirty="0">
                <a:solidFill>
                  <a:srgbClr val="FFFFFF"/>
                </a:solidFill>
                <a:latin typeface="Cambria"/>
                <a:cs typeface="Cambria"/>
              </a:rPr>
              <a:t>	</a:t>
            </a:r>
            <a:r>
              <a:rPr sz="3600" b="1" spc="-20" dirty="0">
                <a:solidFill>
                  <a:srgbClr val="FFFFFF"/>
                </a:solidFill>
                <a:latin typeface="Cambria"/>
                <a:cs typeface="Cambria"/>
              </a:rPr>
              <a:t>with </a:t>
            </a:r>
            <a:r>
              <a:rPr sz="3600" b="1" spc="-70" dirty="0">
                <a:solidFill>
                  <a:srgbClr val="FFFFFF"/>
                </a:solidFill>
                <a:latin typeface="Cambria"/>
                <a:cs typeface="Cambria"/>
              </a:rPr>
              <a:t>backtracking</a:t>
            </a:r>
            <a:endParaRPr sz="3600">
              <a:latin typeface="Cambria"/>
              <a:cs typeface="Cambria"/>
            </a:endParaRPr>
          </a:p>
          <a:p>
            <a:pPr marL="344170">
              <a:lnSpc>
                <a:spcPct val="100000"/>
              </a:lnSpc>
              <a:spcBef>
                <a:spcPts val="3350"/>
              </a:spcBef>
            </a:pPr>
            <a:r>
              <a:rPr sz="3600" b="1" spc="-10" dirty="0">
                <a:solidFill>
                  <a:srgbClr val="FFFFFF"/>
                </a:solidFill>
                <a:latin typeface="Cambria"/>
                <a:cs typeface="Cambria"/>
              </a:rPr>
              <a:t>Example:</a:t>
            </a:r>
            <a:endParaRPr sz="3600">
              <a:latin typeface="Cambria"/>
              <a:cs typeface="Cambria"/>
            </a:endParaRPr>
          </a:p>
        </p:txBody>
      </p:sp>
      <p:sp>
        <p:nvSpPr>
          <p:cNvPr id="3" name="object 3"/>
          <p:cNvSpPr txBox="1"/>
          <p:nvPr/>
        </p:nvSpPr>
        <p:spPr>
          <a:xfrm>
            <a:off x="251459" y="3800855"/>
            <a:ext cx="1874520" cy="951230"/>
          </a:xfrm>
          <a:prstGeom prst="rect">
            <a:avLst/>
          </a:prstGeom>
          <a:solidFill>
            <a:srgbClr val="FFFF00">
              <a:alpha val="34117"/>
            </a:srgbClr>
          </a:solidFill>
        </p:spPr>
        <p:txBody>
          <a:bodyPr vert="horz" wrap="square" lIns="0" tIns="0" rIns="0" bIns="0" rtlCol="0">
            <a:spAutoFit/>
          </a:bodyPr>
          <a:lstStyle/>
          <a:p>
            <a:pPr marL="153670">
              <a:lnSpc>
                <a:spcPts val="2370"/>
              </a:lnSpc>
            </a:pPr>
            <a:r>
              <a:rPr sz="2200" b="1" dirty="0">
                <a:latin typeface="Cambria"/>
                <a:cs typeface="Cambria"/>
              </a:rPr>
              <a:t>E</a:t>
            </a:r>
            <a:r>
              <a:rPr sz="2200" dirty="0">
                <a:latin typeface="Wingdings"/>
                <a:cs typeface="Wingdings"/>
              </a:rPr>
              <a:t></a:t>
            </a:r>
            <a:r>
              <a:rPr sz="2200" spc="-75" dirty="0">
                <a:latin typeface="Times New Roman"/>
                <a:cs typeface="Times New Roman"/>
              </a:rPr>
              <a:t> </a:t>
            </a:r>
            <a:r>
              <a:rPr sz="2200" b="1" dirty="0">
                <a:latin typeface="Cambria"/>
                <a:cs typeface="Cambria"/>
              </a:rPr>
              <a:t>T</a:t>
            </a:r>
            <a:r>
              <a:rPr sz="2200" b="1" spc="-10" dirty="0">
                <a:latin typeface="Cambria"/>
                <a:cs typeface="Cambria"/>
              </a:rPr>
              <a:t> </a:t>
            </a:r>
            <a:r>
              <a:rPr sz="2200" b="1" dirty="0">
                <a:latin typeface="Cambria"/>
                <a:cs typeface="Cambria"/>
              </a:rPr>
              <a:t>+</a:t>
            </a:r>
            <a:r>
              <a:rPr sz="2200" b="1" spc="-10" dirty="0">
                <a:latin typeface="Cambria"/>
                <a:cs typeface="Cambria"/>
              </a:rPr>
              <a:t> </a:t>
            </a:r>
            <a:r>
              <a:rPr sz="2200" b="1" dirty="0">
                <a:latin typeface="Cambria"/>
                <a:cs typeface="Cambria"/>
              </a:rPr>
              <a:t>E</a:t>
            </a:r>
            <a:r>
              <a:rPr sz="2200" b="1" spc="5" dirty="0">
                <a:latin typeface="Cambria"/>
                <a:cs typeface="Cambria"/>
              </a:rPr>
              <a:t> </a:t>
            </a:r>
            <a:r>
              <a:rPr sz="2200" b="1" dirty="0">
                <a:latin typeface="Cambria"/>
                <a:cs typeface="Cambria"/>
              </a:rPr>
              <a:t>|</a:t>
            </a:r>
            <a:r>
              <a:rPr sz="2200" b="1" spc="-10" dirty="0">
                <a:latin typeface="Cambria"/>
                <a:cs typeface="Cambria"/>
              </a:rPr>
              <a:t> </a:t>
            </a:r>
            <a:r>
              <a:rPr sz="2200" b="1" spc="-50" dirty="0">
                <a:latin typeface="Cambria"/>
                <a:cs typeface="Cambria"/>
              </a:rPr>
              <a:t>T</a:t>
            </a:r>
            <a:endParaRPr sz="2200">
              <a:latin typeface="Cambria"/>
              <a:cs typeface="Cambria"/>
            </a:endParaRPr>
          </a:p>
          <a:p>
            <a:pPr marL="153670">
              <a:lnSpc>
                <a:spcPct val="100000"/>
              </a:lnSpc>
            </a:pPr>
            <a:r>
              <a:rPr sz="2200" b="1" dirty="0">
                <a:latin typeface="Cambria"/>
                <a:cs typeface="Cambria"/>
              </a:rPr>
              <a:t>T</a:t>
            </a:r>
            <a:r>
              <a:rPr sz="2200" dirty="0">
                <a:latin typeface="Wingdings"/>
                <a:cs typeface="Wingdings"/>
              </a:rPr>
              <a:t></a:t>
            </a:r>
            <a:r>
              <a:rPr sz="2200" spc="-90" dirty="0">
                <a:latin typeface="Times New Roman"/>
                <a:cs typeface="Times New Roman"/>
              </a:rPr>
              <a:t> </a:t>
            </a:r>
            <a:r>
              <a:rPr sz="2200" b="1" dirty="0">
                <a:latin typeface="Cambria"/>
                <a:cs typeface="Cambria"/>
              </a:rPr>
              <a:t>V</a:t>
            </a:r>
            <a:r>
              <a:rPr sz="2200" b="1" spc="-10" dirty="0">
                <a:latin typeface="Cambria"/>
                <a:cs typeface="Cambria"/>
              </a:rPr>
              <a:t> </a:t>
            </a:r>
            <a:r>
              <a:rPr sz="2200" b="1" dirty="0">
                <a:latin typeface="Cambria"/>
                <a:cs typeface="Cambria"/>
              </a:rPr>
              <a:t>*</a:t>
            </a:r>
            <a:r>
              <a:rPr sz="2200" b="1" spc="5" dirty="0">
                <a:latin typeface="Cambria"/>
                <a:cs typeface="Cambria"/>
              </a:rPr>
              <a:t> </a:t>
            </a:r>
            <a:r>
              <a:rPr sz="2200" b="1" dirty="0">
                <a:latin typeface="Cambria"/>
                <a:cs typeface="Cambria"/>
              </a:rPr>
              <a:t>T</a:t>
            </a:r>
            <a:r>
              <a:rPr sz="2200" b="1" spc="-5" dirty="0">
                <a:latin typeface="Cambria"/>
                <a:cs typeface="Cambria"/>
              </a:rPr>
              <a:t> </a:t>
            </a:r>
            <a:r>
              <a:rPr sz="2200" b="1" dirty="0">
                <a:latin typeface="Cambria"/>
                <a:cs typeface="Cambria"/>
              </a:rPr>
              <a:t>|</a:t>
            </a:r>
            <a:r>
              <a:rPr sz="2200" b="1" spc="-10" dirty="0">
                <a:latin typeface="Cambria"/>
                <a:cs typeface="Cambria"/>
              </a:rPr>
              <a:t> </a:t>
            </a:r>
            <a:r>
              <a:rPr sz="2200" b="1" spc="-50" dirty="0">
                <a:latin typeface="Cambria"/>
                <a:cs typeface="Cambria"/>
              </a:rPr>
              <a:t>V</a:t>
            </a:r>
            <a:endParaRPr sz="2200">
              <a:latin typeface="Cambria"/>
              <a:cs typeface="Cambria"/>
            </a:endParaRPr>
          </a:p>
          <a:p>
            <a:pPr marL="153670">
              <a:lnSpc>
                <a:spcPts val="2475"/>
              </a:lnSpc>
            </a:pPr>
            <a:r>
              <a:rPr sz="2200" b="1" dirty="0">
                <a:latin typeface="Cambria"/>
                <a:cs typeface="Cambria"/>
              </a:rPr>
              <a:t>V</a:t>
            </a:r>
            <a:r>
              <a:rPr sz="2200" dirty="0">
                <a:latin typeface="Wingdings"/>
                <a:cs typeface="Wingdings"/>
              </a:rPr>
              <a:t></a:t>
            </a:r>
            <a:r>
              <a:rPr sz="2200" spc="-85" dirty="0">
                <a:latin typeface="Times New Roman"/>
                <a:cs typeface="Times New Roman"/>
              </a:rPr>
              <a:t> </a:t>
            </a:r>
            <a:r>
              <a:rPr sz="2200" b="1" spc="-20" dirty="0">
                <a:latin typeface="Cambria"/>
                <a:cs typeface="Cambria"/>
              </a:rPr>
              <a:t>&lt;id&gt;</a:t>
            </a:r>
            <a:endParaRPr sz="2200">
              <a:latin typeface="Cambria"/>
              <a:cs typeface="Cambria"/>
            </a:endParaRPr>
          </a:p>
        </p:txBody>
      </p:sp>
      <p:sp>
        <p:nvSpPr>
          <p:cNvPr id="4" name="object 4"/>
          <p:cNvSpPr txBox="1"/>
          <p:nvPr/>
        </p:nvSpPr>
        <p:spPr>
          <a:xfrm>
            <a:off x="251459" y="5049011"/>
            <a:ext cx="2590800" cy="685800"/>
          </a:xfrm>
          <a:prstGeom prst="rect">
            <a:avLst/>
          </a:prstGeom>
          <a:solidFill>
            <a:srgbClr val="00AFEF">
              <a:alpha val="18823"/>
            </a:srgbClr>
          </a:solidFill>
        </p:spPr>
        <p:txBody>
          <a:bodyPr vert="horz" wrap="square" lIns="0" tIns="0" rIns="0" bIns="0" rtlCol="0">
            <a:spAutoFit/>
          </a:bodyPr>
          <a:lstStyle/>
          <a:p>
            <a:pPr marL="90805">
              <a:lnSpc>
                <a:spcPct val="100000"/>
              </a:lnSpc>
            </a:pPr>
            <a:r>
              <a:rPr sz="2200" b="1" dirty="0">
                <a:solidFill>
                  <a:srgbClr val="FFFFFF"/>
                </a:solidFill>
                <a:latin typeface="Cambria"/>
                <a:cs typeface="Cambria"/>
              </a:rPr>
              <a:t>I/p</a:t>
            </a:r>
            <a:r>
              <a:rPr sz="2200" b="1" spc="-50" dirty="0">
                <a:solidFill>
                  <a:srgbClr val="FFFFFF"/>
                </a:solidFill>
                <a:latin typeface="Cambria"/>
                <a:cs typeface="Cambria"/>
              </a:rPr>
              <a:t> </a:t>
            </a:r>
            <a:r>
              <a:rPr sz="2200" b="1" dirty="0">
                <a:solidFill>
                  <a:srgbClr val="FFFFFF"/>
                </a:solidFill>
                <a:latin typeface="Cambria"/>
                <a:cs typeface="Cambria"/>
              </a:rPr>
              <a:t>string</a:t>
            </a:r>
            <a:r>
              <a:rPr sz="2200" b="1" spc="-40" dirty="0">
                <a:solidFill>
                  <a:srgbClr val="FFFFFF"/>
                </a:solidFill>
                <a:latin typeface="Cambria"/>
                <a:cs typeface="Cambria"/>
              </a:rPr>
              <a:t> </a:t>
            </a:r>
            <a:r>
              <a:rPr sz="2200" b="1" spc="-25" dirty="0">
                <a:solidFill>
                  <a:srgbClr val="FFFFFF"/>
                </a:solidFill>
                <a:latin typeface="Cambria"/>
                <a:cs typeface="Cambria"/>
              </a:rPr>
              <a:t>is:</a:t>
            </a:r>
            <a:endParaRPr sz="2200">
              <a:latin typeface="Cambria"/>
              <a:cs typeface="Cambria"/>
            </a:endParaRPr>
          </a:p>
          <a:p>
            <a:pPr marL="90805">
              <a:lnSpc>
                <a:spcPct val="100000"/>
              </a:lnSpc>
            </a:pPr>
            <a:r>
              <a:rPr sz="2200" b="1" dirty="0">
                <a:solidFill>
                  <a:srgbClr val="FFFFFF"/>
                </a:solidFill>
                <a:latin typeface="Cambria"/>
                <a:cs typeface="Cambria"/>
              </a:rPr>
              <a:t>&lt;id&gt;</a:t>
            </a:r>
            <a:r>
              <a:rPr sz="2200" b="1" spc="-25" dirty="0">
                <a:solidFill>
                  <a:srgbClr val="FFFFFF"/>
                </a:solidFill>
                <a:latin typeface="Cambria"/>
                <a:cs typeface="Cambria"/>
              </a:rPr>
              <a:t> </a:t>
            </a:r>
            <a:r>
              <a:rPr sz="2200" b="1" dirty="0">
                <a:solidFill>
                  <a:srgbClr val="FFFFFF"/>
                </a:solidFill>
                <a:latin typeface="Cambria"/>
                <a:cs typeface="Cambria"/>
              </a:rPr>
              <a:t>+</a:t>
            </a:r>
            <a:r>
              <a:rPr sz="2200" b="1" spc="-10" dirty="0">
                <a:solidFill>
                  <a:srgbClr val="FFFFFF"/>
                </a:solidFill>
                <a:latin typeface="Cambria"/>
                <a:cs typeface="Cambria"/>
              </a:rPr>
              <a:t> </a:t>
            </a:r>
            <a:r>
              <a:rPr sz="2200" b="1" dirty="0">
                <a:solidFill>
                  <a:srgbClr val="FFFFFF"/>
                </a:solidFill>
                <a:latin typeface="Cambria"/>
                <a:cs typeface="Cambria"/>
              </a:rPr>
              <a:t>&lt;id&gt;</a:t>
            </a:r>
            <a:r>
              <a:rPr sz="2200" b="1" spc="-15" dirty="0">
                <a:solidFill>
                  <a:srgbClr val="FFFFFF"/>
                </a:solidFill>
                <a:latin typeface="Cambria"/>
                <a:cs typeface="Cambria"/>
              </a:rPr>
              <a:t> </a:t>
            </a:r>
            <a:r>
              <a:rPr sz="2200" b="1" dirty="0">
                <a:solidFill>
                  <a:srgbClr val="FFFFFF"/>
                </a:solidFill>
                <a:latin typeface="Cambria"/>
                <a:cs typeface="Cambria"/>
              </a:rPr>
              <a:t>* </a:t>
            </a:r>
            <a:r>
              <a:rPr sz="2200" b="1" spc="-20" dirty="0">
                <a:solidFill>
                  <a:srgbClr val="FFFFFF"/>
                </a:solidFill>
                <a:latin typeface="Cambria"/>
                <a:cs typeface="Cambria"/>
              </a:rPr>
              <a:t>&lt;id&gt;</a:t>
            </a:r>
            <a:endParaRPr sz="2200">
              <a:latin typeface="Cambria"/>
              <a:cs typeface="Cambria"/>
            </a:endParaRPr>
          </a:p>
        </p:txBody>
      </p:sp>
      <p:graphicFrame>
        <p:nvGraphicFramePr>
          <p:cNvPr id="5" name="object 5"/>
          <p:cNvGraphicFramePr>
            <a:graphicFrameLocks noGrp="1"/>
          </p:cNvGraphicFramePr>
          <p:nvPr/>
        </p:nvGraphicFramePr>
        <p:xfrm>
          <a:off x="3829430" y="25920"/>
          <a:ext cx="6664323" cy="4973953"/>
        </p:xfrm>
        <a:graphic>
          <a:graphicData uri="http://schemas.openxmlformats.org/drawingml/2006/table">
            <a:tbl>
              <a:tblPr firstRow="1" bandRow="1">
                <a:tableStyleId>{2D5ABB26-0587-4C30-8999-92F81FD0307C}</a:tableStyleId>
              </a:tblPr>
              <a:tblGrid>
                <a:gridCol w="1109980">
                  <a:extLst>
                    <a:ext uri="{9D8B030D-6E8A-4147-A177-3AD203B41FA5}">
                      <a16:colId xmlns:a16="http://schemas.microsoft.com/office/drawing/2014/main" val="20000"/>
                    </a:ext>
                  </a:extLst>
                </a:gridCol>
                <a:gridCol w="611505">
                  <a:extLst>
                    <a:ext uri="{9D8B030D-6E8A-4147-A177-3AD203B41FA5}">
                      <a16:colId xmlns:a16="http://schemas.microsoft.com/office/drawing/2014/main" val="20001"/>
                    </a:ext>
                  </a:extLst>
                </a:gridCol>
                <a:gridCol w="244475">
                  <a:extLst>
                    <a:ext uri="{9D8B030D-6E8A-4147-A177-3AD203B41FA5}">
                      <a16:colId xmlns:a16="http://schemas.microsoft.com/office/drawing/2014/main" val="20002"/>
                    </a:ext>
                  </a:extLst>
                </a:gridCol>
                <a:gridCol w="681355">
                  <a:extLst>
                    <a:ext uri="{9D8B030D-6E8A-4147-A177-3AD203B41FA5}">
                      <a16:colId xmlns:a16="http://schemas.microsoft.com/office/drawing/2014/main" val="20003"/>
                    </a:ext>
                  </a:extLst>
                </a:gridCol>
                <a:gridCol w="485140">
                  <a:extLst>
                    <a:ext uri="{9D8B030D-6E8A-4147-A177-3AD203B41FA5}">
                      <a16:colId xmlns:a16="http://schemas.microsoft.com/office/drawing/2014/main" val="20004"/>
                    </a:ext>
                  </a:extLst>
                </a:gridCol>
                <a:gridCol w="1355089">
                  <a:extLst>
                    <a:ext uri="{9D8B030D-6E8A-4147-A177-3AD203B41FA5}">
                      <a16:colId xmlns:a16="http://schemas.microsoft.com/office/drawing/2014/main" val="20005"/>
                    </a:ext>
                  </a:extLst>
                </a:gridCol>
                <a:gridCol w="2176779">
                  <a:extLst>
                    <a:ext uri="{9D8B030D-6E8A-4147-A177-3AD203B41FA5}">
                      <a16:colId xmlns:a16="http://schemas.microsoft.com/office/drawing/2014/main" val="20006"/>
                    </a:ext>
                  </a:extLst>
                </a:gridCol>
              </a:tblGrid>
              <a:tr h="297815">
                <a:tc>
                  <a:txBody>
                    <a:bodyPr/>
                    <a:lstStyle/>
                    <a:p>
                      <a:pPr>
                        <a:lnSpc>
                          <a:spcPct val="100000"/>
                        </a:lnSpc>
                      </a:pPr>
                      <a:endParaRPr sz="1700">
                        <a:latin typeface="Times New Roman"/>
                        <a:cs typeface="Times New Roman"/>
                      </a:endParaRPr>
                    </a:p>
                  </a:txBody>
                  <a:tcPr marL="0" marR="0" marT="0" marB="0"/>
                </a:tc>
                <a:tc gridSpan="3">
                  <a:txBody>
                    <a:bodyPr/>
                    <a:lstStyle/>
                    <a:p>
                      <a:pPr marL="208279">
                        <a:lnSpc>
                          <a:spcPts val="1780"/>
                        </a:lnSpc>
                      </a:pPr>
                      <a:r>
                        <a:rPr sz="1550" b="1" spc="-25" dirty="0">
                          <a:solidFill>
                            <a:srgbClr val="006FC0"/>
                          </a:solidFill>
                          <a:latin typeface="Cambria"/>
                          <a:cs typeface="Cambria"/>
                        </a:rPr>
                        <a:t>SSM</a:t>
                      </a:r>
                      <a:endParaRPr sz="1550">
                        <a:latin typeface="Cambria"/>
                        <a:cs typeface="Cambria"/>
                      </a:endParaRPr>
                    </a:p>
                  </a:txBody>
                  <a:tcPr marL="0" marR="0" marT="0" marB="0"/>
                </a:tc>
                <a:tc hMerge="1">
                  <a:txBody>
                    <a:bodyPr/>
                    <a:lstStyle/>
                    <a:p>
                      <a:endParaRPr/>
                    </a:p>
                  </a:txBody>
                  <a:tcPr marL="0" marR="0" marT="0" marB="0"/>
                </a:tc>
                <a:tc hMerge="1">
                  <a:txBody>
                    <a:bodyPr/>
                    <a:lstStyle/>
                    <a:p>
                      <a:endParaRPr/>
                    </a:p>
                  </a:txBody>
                  <a:tcPr marL="0" marR="0" marT="0" marB="0"/>
                </a:tc>
                <a:tc gridSpan="2">
                  <a:txBody>
                    <a:bodyPr/>
                    <a:lstStyle/>
                    <a:p>
                      <a:pPr marL="241300">
                        <a:lnSpc>
                          <a:spcPts val="1780"/>
                        </a:lnSpc>
                      </a:pPr>
                      <a:r>
                        <a:rPr sz="1550" b="1" spc="-10" dirty="0">
                          <a:solidFill>
                            <a:srgbClr val="006FC0"/>
                          </a:solidFill>
                          <a:latin typeface="Cambria"/>
                          <a:cs typeface="Cambria"/>
                        </a:rPr>
                        <a:t>Prediction</a:t>
                      </a:r>
                      <a:endParaRPr sz="1550">
                        <a:latin typeface="Cambria"/>
                        <a:cs typeface="Cambria"/>
                      </a:endParaRPr>
                    </a:p>
                  </a:txBody>
                  <a:tcPr marL="0" marR="0" marT="0" marB="0"/>
                </a:tc>
                <a:tc hMerge="1">
                  <a:txBody>
                    <a:bodyPr/>
                    <a:lstStyle/>
                    <a:p>
                      <a:endParaRPr/>
                    </a:p>
                  </a:txBody>
                  <a:tcPr marL="0" marR="0" marT="0" marB="0"/>
                </a:tc>
                <a:tc>
                  <a:txBody>
                    <a:bodyPr/>
                    <a:lstStyle/>
                    <a:p>
                      <a:pPr marL="678180">
                        <a:lnSpc>
                          <a:spcPts val="1780"/>
                        </a:lnSpc>
                      </a:pPr>
                      <a:r>
                        <a:rPr sz="1550" b="1" spc="-10" dirty="0">
                          <a:solidFill>
                            <a:srgbClr val="006FC0"/>
                          </a:solidFill>
                          <a:latin typeface="Cambria"/>
                          <a:cs typeface="Cambria"/>
                        </a:rPr>
                        <a:t>String</a:t>
                      </a:r>
                      <a:endParaRPr sz="1550">
                        <a:latin typeface="Cambria"/>
                        <a:cs typeface="Cambria"/>
                      </a:endParaRPr>
                    </a:p>
                  </a:txBody>
                  <a:tcPr marL="0" marR="0" marT="0" marB="0"/>
                </a:tc>
                <a:extLst>
                  <a:ext uri="{0D108BD9-81ED-4DB2-BD59-A6C34878D82A}">
                    <a16:rowId xmlns:a16="http://schemas.microsoft.com/office/drawing/2014/main" val="10000"/>
                  </a:ext>
                </a:extLst>
              </a:tr>
              <a:tr h="365125">
                <a:tc>
                  <a:txBody>
                    <a:bodyPr/>
                    <a:lstStyle/>
                    <a:p>
                      <a:pPr marL="31750">
                        <a:lnSpc>
                          <a:spcPct val="100000"/>
                        </a:lnSpc>
                        <a:spcBef>
                          <a:spcPts val="450"/>
                        </a:spcBef>
                      </a:pPr>
                      <a:r>
                        <a:rPr sz="1550" b="1" spc="-50" dirty="0">
                          <a:latin typeface="Cambria"/>
                          <a:cs typeface="Cambria"/>
                        </a:rPr>
                        <a:t>E</a:t>
                      </a:r>
                      <a:endParaRPr sz="1550">
                        <a:latin typeface="Cambria"/>
                        <a:cs typeface="Cambria"/>
                      </a:endParaRPr>
                    </a:p>
                  </a:txBody>
                  <a:tcPr marL="0" marR="0" marT="57150" marB="0"/>
                </a:tc>
                <a:tc gridSpan="3">
                  <a:txBody>
                    <a:bodyPr/>
                    <a:lstStyle/>
                    <a:p>
                      <a:pPr marL="492759">
                        <a:lnSpc>
                          <a:spcPct val="100000"/>
                        </a:lnSpc>
                        <a:spcBef>
                          <a:spcPts val="450"/>
                        </a:spcBef>
                      </a:pPr>
                      <a:r>
                        <a:rPr sz="1550" b="1" spc="-50" dirty="0">
                          <a:latin typeface="Cambria"/>
                          <a:cs typeface="Cambria"/>
                        </a:rPr>
                        <a:t>1</a:t>
                      </a:r>
                      <a:endParaRPr sz="1550">
                        <a:latin typeface="Cambria"/>
                        <a:cs typeface="Cambria"/>
                      </a:endParaRPr>
                    </a:p>
                  </a:txBody>
                  <a:tcPr marL="0" marR="0" marT="57150" marB="0"/>
                </a:tc>
                <a:tc hMerge="1">
                  <a:txBody>
                    <a:bodyPr/>
                    <a:lstStyle/>
                    <a:p>
                      <a:endParaRPr/>
                    </a:p>
                  </a:txBody>
                  <a:tcPr marL="0" marR="0" marT="0" marB="0"/>
                </a:tc>
                <a:tc hMerge="1">
                  <a:txBody>
                    <a:bodyPr/>
                    <a:lstStyle/>
                    <a:p>
                      <a:endParaRPr/>
                    </a:p>
                  </a:txBody>
                  <a:tcPr marL="0" marR="0" marT="0" marB="0"/>
                </a:tc>
                <a:tc gridSpan="2">
                  <a:txBody>
                    <a:bodyPr/>
                    <a:lstStyle/>
                    <a:p>
                      <a:pPr marL="530225">
                        <a:lnSpc>
                          <a:spcPct val="100000"/>
                        </a:lnSpc>
                        <a:spcBef>
                          <a:spcPts val="450"/>
                        </a:spcBef>
                      </a:pPr>
                      <a:r>
                        <a:rPr sz="1550" b="1" spc="-25" dirty="0">
                          <a:latin typeface="Cambria"/>
                          <a:cs typeface="Cambria"/>
                        </a:rPr>
                        <a:t>-</a:t>
                      </a:r>
                      <a:r>
                        <a:rPr sz="1550" b="1" spc="-50" dirty="0">
                          <a:latin typeface="Cambria"/>
                          <a:cs typeface="Cambria"/>
                        </a:rPr>
                        <a:t>-</a:t>
                      </a:r>
                      <a:endParaRPr sz="1550">
                        <a:latin typeface="Cambria"/>
                        <a:cs typeface="Cambria"/>
                      </a:endParaRPr>
                    </a:p>
                  </a:txBody>
                  <a:tcPr marL="0" marR="0" marT="57150" marB="0"/>
                </a:tc>
                <a:tc hMerge="1">
                  <a:txBody>
                    <a:bodyPr/>
                    <a:lstStyle/>
                    <a:p>
                      <a:endParaRPr/>
                    </a:p>
                  </a:txBody>
                  <a:tcPr marL="0" marR="0" marT="0" marB="0"/>
                </a:tc>
                <a:tc>
                  <a:txBody>
                    <a:bodyPr/>
                    <a:lstStyle/>
                    <a:p>
                      <a:pPr marL="322580">
                        <a:lnSpc>
                          <a:spcPct val="100000"/>
                        </a:lnSpc>
                        <a:spcBef>
                          <a:spcPts val="450"/>
                        </a:spcBef>
                      </a:pPr>
                      <a:r>
                        <a:rPr sz="1550" b="1" spc="-10" dirty="0">
                          <a:solidFill>
                            <a:srgbClr val="FF0000"/>
                          </a:solidFill>
                          <a:latin typeface="Cambria"/>
                          <a:cs typeface="Cambria"/>
                        </a:rPr>
                        <a:t>&lt;id&gt;</a:t>
                      </a:r>
                      <a:r>
                        <a:rPr sz="1550" b="1" spc="-10" dirty="0">
                          <a:latin typeface="Cambria"/>
                          <a:cs typeface="Cambria"/>
                        </a:rPr>
                        <a:t>+&lt;id&gt;*&lt;id&gt;</a:t>
                      </a:r>
                      <a:endParaRPr sz="1550">
                        <a:latin typeface="Cambria"/>
                        <a:cs typeface="Cambria"/>
                      </a:endParaRPr>
                    </a:p>
                  </a:txBody>
                  <a:tcPr marL="0" marR="0" marT="57150" marB="0"/>
                </a:tc>
                <a:extLst>
                  <a:ext uri="{0D108BD9-81ED-4DB2-BD59-A6C34878D82A}">
                    <a16:rowId xmlns:a16="http://schemas.microsoft.com/office/drawing/2014/main" val="10001"/>
                  </a:ext>
                </a:extLst>
              </a:tr>
              <a:tr h="365125">
                <a:tc>
                  <a:txBody>
                    <a:bodyPr/>
                    <a:lstStyle/>
                    <a:p>
                      <a:pPr marL="31750">
                        <a:lnSpc>
                          <a:spcPct val="100000"/>
                        </a:lnSpc>
                        <a:spcBef>
                          <a:spcPts val="445"/>
                        </a:spcBef>
                      </a:pPr>
                      <a:r>
                        <a:rPr sz="1550" b="1" spc="-25" dirty="0">
                          <a:solidFill>
                            <a:srgbClr val="FF0000"/>
                          </a:solidFill>
                          <a:latin typeface="Cambria"/>
                          <a:cs typeface="Cambria"/>
                        </a:rPr>
                        <a:t>T+E</a:t>
                      </a:r>
                      <a:endParaRPr sz="1550">
                        <a:latin typeface="Cambria"/>
                        <a:cs typeface="Cambria"/>
                      </a:endParaRPr>
                    </a:p>
                  </a:txBody>
                  <a:tcPr marL="0" marR="0" marT="56515" marB="0">
                    <a:lnR w="28575">
                      <a:solidFill>
                        <a:srgbClr val="00AF50"/>
                      </a:solidFill>
                      <a:prstDash val="solid"/>
                    </a:lnR>
                  </a:tcPr>
                </a:tc>
                <a:tc gridSpan="3">
                  <a:txBody>
                    <a:bodyPr/>
                    <a:lstStyle/>
                    <a:p>
                      <a:pPr marR="285750" algn="ctr">
                        <a:lnSpc>
                          <a:spcPct val="100000"/>
                        </a:lnSpc>
                        <a:spcBef>
                          <a:spcPts val="445"/>
                        </a:spcBef>
                      </a:pPr>
                      <a:r>
                        <a:rPr sz="1550" b="1" spc="-50" dirty="0">
                          <a:latin typeface="Cambria"/>
                          <a:cs typeface="Cambria"/>
                        </a:rPr>
                        <a:t>1</a:t>
                      </a:r>
                      <a:endParaRPr sz="1550">
                        <a:latin typeface="Cambria"/>
                        <a:cs typeface="Cambria"/>
                      </a:endParaRPr>
                    </a:p>
                  </a:txBody>
                  <a:tcPr marL="0" marR="0" marT="56515" marB="0">
                    <a:lnL w="28575">
                      <a:solidFill>
                        <a:srgbClr val="00AF50"/>
                      </a:solidFill>
                      <a:prstDash val="solid"/>
                    </a:lnL>
                  </a:tcPr>
                </a:tc>
                <a:tc hMerge="1">
                  <a:txBody>
                    <a:bodyPr/>
                    <a:lstStyle/>
                    <a:p>
                      <a:endParaRPr/>
                    </a:p>
                  </a:txBody>
                  <a:tcPr marL="0" marR="0" marT="0" marB="0"/>
                </a:tc>
                <a:tc hMerge="1">
                  <a:txBody>
                    <a:bodyPr/>
                    <a:lstStyle/>
                    <a:p>
                      <a:endParaRPr/>
                    </a:p>
                  </a:txBody>
                  <a:tcPr marL="0" marR="0" marT="0" marB="0"/>
                </a:tc>
                <a:tc gridSpan="2">
                  <a:txBody>
                    <a:bodyPr/>
                    <a:lstStyle/>
                    <a:p>
                      <a:pPr marL="556260">
                        <a:lnSpc>
                          <a:spcPct val="100000"/>
                        </a:lnSpc>
                        <a:spcBef>
                          <a:spcPts val="445"/>
                        </a:spcBef>
                      </a:pPr>
                      <a:r>
                        <a:rPr sz="1550" b="1" dirty="0">
                          <a:latin typeface="Cambria"/>
                          <a:cs typeface="Cambria"/>
                        </a:rPr>
                        <a:t>E</a:t>
                      </a:r>
                      <a:r>
                        <a:rPr sz="1550" dirty="0">
                          <a:latin typeface="Wingdings"/>
                          <a:cs typeface="Wingdings"/>
                        </a:rPr>
                        <a:t></a:t>
                      </a:r>
                      <a:r>
                        <a:rPr sz="1550" spc="-50" dirty="0">
                          <a:latin typeface="Times New Roman"/>
                          <a:cs typeface="Times New Roman"/>
                        </a:rPr>
                        <a:t> </a:t>
                      </a:r>
                      <a:r>
                        <a:rPr sz="1550" b="1" spc="-25" dirty="0">
                          <a:latin typeface="Cambria"/>
                          <a:cs typeface="Cambria"/>
                        </a:rPr>
                        <a:t>T+E</a:t>
                      </a:r>
                      <a:endParaRPr sz="1550">
                        <a:latin typeface="Cambria"/>
                        <a:cs typeface="Cambria"/>
                      </a:endParaRPr>
                    </a:p>
                  </a:txBody>
                  <a:tcPr marL="0" marR="0" marT="56515" marB="0"/>
                </a:tc>
                <a:tc hMerge="1">
                  <a:txBody>
                    <a:bodyPr/>
                    <a:lstStyle/>
                    <a:p>
                      <a:endParaRPr/>
                    </a:p>
                  </a:txBody>
                  <a:tcPr marL="0" marR="0" marT="0" marB="0"/>
                </a:tc>
                <a:tc>
                  <a:txBody>
                    <a:bodyPr/>
                    <a:lstStyle/>
                    <a:p>
                      <a:pPr marL="494665">
                        <a:lnSpc>
                          <a:spcPct val="100000"/>
                        </a:lnSpc>
                        <a:spcBef>
                          <a:spcPts val="445"/>
                        </a:spcBef>
                      </a:pPr>
                      <a:r>
                        <a:rPr sz="1550" b="1" spc="-10" dirty="0">
                          <a:solidFill>
                            <a:srgbClr val="FF0000"/>
                          </a:solidFill>
                          <a:latin typeface="Cambria"/>
                          <a:cs typeface="Cambria"/>
                        </a:rPr>
                        <a:t>&lt;id&gt;</a:t>
                      </a:r>
                      <a:r>
                        <a:rPr sz="1550" b="1" spc="-10" dirty="0">
                          <a:latin typeface="Cambria"/>
                          <a:cs typeface="Cambria"/>
                        </a:rPr>
                        <a:t>+&lt;id&gt;*&lt;id&gt;</a:t>
                      </a:r>
                      <a:endParaRPr sz="1550">
                        <a:latin typeface="Cambria"/>
                        <a:cs typeface="Cambria"/>
                      </a:endParaRPr>
                    </a:p>
                  </a:txBody>
                  <a:tcPr marL="0" marR="0" marT="56515" marB="0"/>
                </a:tc>
                <a:extLst>
                  <a:ext uri="{0D108BD9-81ED-4DB2-BD59-A6C34878D82A}">
                    <a16:rowId xmlns:a16="http://schemas.microsoft.com/office/drawing/2014/main" val="10002"/>
                  </a:ext>
                </a:extLst>
              </a:tr>
              <a:tr h="364490">
                <a:tc>
                  <a:txBody>
                    <a:bodyPr/>
                    <a:lstStyle/>
                    <a:p>
                      <a:pPr marL="31750">
                        <a:lnSpc>
                          <a:spcPct val="100000"/>
                        </a:lnSpc>
                        <a:spcBef>
                          <a:spcPts val="450"/>
                        </a:spcBef>
                      </a:pPr>
                      <a:r>
                        <a:rPr sz="1550" b="1" spc="-10" dirty="0">
                          <a:latin typeface="Cambria"/>
                          <a:cs typeface="Cambria"/>
                        </a:rPr>
                        <a:t>V*T+E</a:t>
                      </a:r>
                      <a:endParaRPr sz="1550">
                        <a:latin typeface="Cambria"/>
                        <a:cs typeface="Cambria"/>
                      </a:endParaRPr>
                    </a:p>
                  </a:txBody>
                  <a:tcPr marL="0" marR="0" marT="57150" marB="0">
                    <a:lnR w="28575">
                      <a:solidFill>
                        <a:srgbClr val="00AF50"/>
                      </a:solidFill>
                      <a:prstDash val="solid"/>
                    </a:lnR>
                  </a:tcPr>
                </a:tc>
                <a:tc gridSpan="3">
                  <a:txBody>
                    <a:bodyPr/>
                    <a:lstStyle/>
                    <a:p>
                      <a:pPr marR="287020" algn="ctr">
                        <a:lnSpc>
                          <a:spcPct val="100000"/>
                        </a:lnSpc>
                        <a:spcBef>
                          <a:spcPts val="450"/>
                        </a:spcBef>
                      </a:pPr>
                      <a:r>
                        <a:rPr sz="1550" b="1" spc="-50" dirty="0">
                          <a:latin typeface="Cambria"/>
                          <a:cs typeface="Cambria"/>
                        </a:rPr>
                        <a:t>1</a:t>
                      </a:r>
                      <a:endParaRPr sz="1550">
                        <a:latin typeface="Cambria"/>
                        <a:cs typeface="Cambria"/>
                      </a:endParaRPr>
                    </a:p>
                  </a:txBody>
                  <a:tcPr marL="0" marR="0" marT="57150" marB="0">
                    <a:lnL w="28575">
                      <a:solidFill>
                        <a:srgbClr val="00AF50"/>
                      </a:solidFill>
                      <a:prstDash val="solid"/>
                    </a:lnL>
                  </a:tcPr>
                </a:tc>
                <a:tc hMerge="1">
                  <a:txBody>
                    <a:bodyPr/>
                    <a:lstStyle/>
                    <a:p>
                      <a:endParaRPr/>
                    </a:p>
                  </a:txBody>
                  <a:tcPr marL="0" marR="0" marT="0" marB="0"/>
                </a:tc>
                <a:tc hMerge="1">
                  <a:txBody>
                    <a:bodyPr/>
                    <a:lstStyle/>
                    <a:p>
                      <a:endParaRPr/>
                    </a:p>
                  </a:txBody>
                  <a:tcPr marL="0" marR="0" marT="0" marB="0"/>
                </a:tc>
                <a:tc gridSpan="2">
                  <a:txBody>
                    <a:bodyPr/>
                    <a:lstStyle/>
                    <a:p>
                      <a:pPr marL="555625">
                        <a:lnSpc>
                          <a:spcPct val="100000"/>
                        </a:lnSpc>
                        <a:spcBef>
                          <a:spcPts val="450"/>
                        </a:spcBef>
                      </a:pPr>
                      <a:r>
                        <a:rPr sz="1550" b="1" spc="-10" dirty="0">
                          <a:latin typeface="Cambria"/>
                          <a:cs typeface="Cambria"/>
                        </a:rPr>
                        <a:t>T</a:t>
                      </a:r>
                      <a:r>
                        <a:rPr sz="1550" spc="-10" dirty="0">
                          <a:latin typeface="Wingdings"/>
                          <a:cs typeface="Wingdings"/>
                        </a:rPr>
                        <a:t></a:t>
                      </a:r>
                      <a:r>
                        <a:rPr sz="1550" b="1" spc="-10" dirty="0">
                          <a:latin typeface="Cambria"/>
                          <a:cs typeface="Cambria"/>
                        </a:rPr>
                        <a:t>V*T</a:t>
                      </a:r>
                      <a:endParaRPr sz="1550">
                        <a:latin typeface="Cambria"/>
                        <a:cs typeface="Cambria"/>
                      </a:endParaRPr>
                    </a:p>
                  </a:txBody>
                  <a:tcPr marL="0" marR="0" marT="57150" marB="0"/>
                </a:tc>
                <a:tc hMerge="1">
                  <a:txBody>
                    <a:bodyPr/>
                    <a:lstStyle/>
                    <a:p>
                      <a:endParaRPr/>
                    </a:p>
                  </a:txBody>
                  <a:tcPr marL="0" marR="0" marT="0" marB="0"/>
                </a:tc>
                <a:tc>
                  <a:txBody>
                    <a:bodyPr/>
                    <a:lstStyle/>
                    <a:p>
                      <a:pPr marL="490220">
                        <a:lnSpc>
                          <a:spcPct val="100000"/>
                        </a:lnSpc>
                        <a:spcBef>
                          <a:spcPts val="450"/>
                        </a:spcBef>
                      </a:pPr>
                      <a:r>
                        <a:rPr sz="1550" b="1" spc="-10" dirty="0">
                          <a:solidFill>
                            <a:srgbClr val="FF0000"/>
                          </a:solidFill>
                          <a:latin typeface="Cambria"/>
                          <a:cs typeface="Cambria"/>
                        </a:rPr>
                        <a:t>&lt;id&gt;</a:t>
                      </a:r>
                      <a:r>
                        <a:rPr sz="1550" b="1" spc="-10" dirty="0">
                          <a:latin typeface="Cambria"/>
                          <a:cs typeface="Cambria"/>
                        </a:rPr>
                        <a:t>+&lt;id&gt;*&lt;id&gt;</a:t>
                      </a:r>
                      <a:endParaRPr sz="1550">
                        <a:latin typeface="Cambria"/>
                        <a:cs typeface="Cambria"/>
                      </a:endParaRPr>
                    </a:p>
                  </a:txBody>
                  <a:tcPr marL="0" marR="0" marT="57150" marB="0"/>
                </a:tc>
                <a:extLst>
                  <a:ext uri="{0D108BD9-81ED-4DB2-BD59-A6C34878D82A}">
                    <a16:rowId xmlns:a16="http://schemas.microsoft.com/office/drawing/2014/main" val="10003"/>
                  </a:ext>
                </a:extLst>
              </a:tr>
              <a:tr h="297180">
                <a:tc>
                  <a:txBody>
                    <a:bodyPr/>
                    <a:lstStyle/>
                    <a:p>
                      <a:pPr marL="31750">
                        <a:lnSpc>
                          <a:spcPts val="1795"/>
                        </a:lnSpc>
                        <a:spcBef>
                          <a:spcPts val="445"/>
                        </a:spcBef>
                      </a:pPr>
                      <a:r>
                        <a:rPr sz="1550" b="1" spc="-10" dirty="0">
                          <a:latin typeface="Cambria"/>
                          <a:cs typeface="Cambria"/>
                        </a:rPr>
                        <a:t>&lt;id&gt;*T+E</a:t>
                      </a:r>
                      <a:endParaRPr sz="1550">
                        <a:latin typeface="Cambria"/>
                        <a:cs typeface="Cambria"/>
                      </a:endParaRPr>
                    </a:p>
                  </a:txBody>
                  <a:tcPr marL="0" marR="0" marT="56515" marB="0">
                    <a:lnR w="28575">
                      <a:solidFill>
                        <a:srgbClr val="00AF50"/>
                      </a:solidFill>
                      <a:prstDash val="solid"/>
                    </a:lnR>
                  </a:tcPr>
                </a:tc>
                <a:tc gridSpan="3">
                  <a:txBody>
                    <a:bodyPr/>
                    <a:lstStyle/>
                    <a:p>
                      <a:pPr marL="50800" algn="ctr">
                        <a:lnSpc>
                          <a:spcPts val="1795"/>
                        </a:lnSpc>
                        <a:spcBef>
                          <a:spcPts val="445"/>
                        </a:spcBef>
                      </a:pPr>
                      <a:r>
                        <a:rPr sz="1550" b="1" strike="sngStrike" dirty="0">
                          <a:latin typeface="Cambria"/>
                          <a:cs typeface="Cambria"/>
                        </a:rPr>
                        <a:t>1</a:t>
                      </a:r>
                      <a:r>
                        <a:rPr sz="1550" b="1" strike="noStrike" spc="315" dirty="0">
                          <a:latin typeface="Cambria"/>
                          <a:cs typeface="Cambria"/>
                        </a:rPr>
                        <a:t> </a:t>
                      </a:r>
                      <a:r>
                        <a:rPr sz="1550" b="1" strike="noStrike" spc="-50" dirty="0">
                          <a:latin typeface="Cambria"/>
                          <a:cs typeface="Cambria"/>
                        </a:rPr>
                        <a:t>2</a:t>
                      </a:r>
                      <a:endParaRPr sz="1550">
                        <a:latin typeface="Cambria"/>
                        <a:cs typeface="Cambria"/>
                      </a:endParaRPr>
                    </a:p>
                  </a:txBody>
                  <a:tcPr marL="0" marR="0" marT="56515" marB="0">
                    <a:lnL w="28575">
                      <a:solidFill>
                        <a:srgbClr val="00AF50"/>
                      </a:solidFill>
                      <a:prstDash val="solid"/>
                    </a:lnL>
                  </a:tcPr>
                </a:tc>
                <a:tc hMerge="1">
                  <a:txBody>
                    <a:bodyPr/>
                    <a:lstStyle/>
                    <a:p>
                      <a:endParaRPr/>
                    </a:p>
                  </a:txBody>
                  <a:tcPr marL="0" marR="0" marT="0" marB="0"/>
                </a:tc>
                <a:tc hMerge="1">
                  <a:txBody>
                    <a:bodyPr/>
                    <a:lstStyle/>
                    <a:p>
                      <a:endParaRPr/>
                    </a:p>
                  </a:txBody>
                  <a:tcPr marL="0" marR="0" marT="0" marB="0"/>
                </a:tc>
                <a:tc gridSpan="2">
                  <a:txBody>
                    <a:bodyPr/>
                    <a:lstStyle/>
                    <a:p>
                      <a:pPr marL="615315">
                        <a:lnSpc>
                          <a:spcPts val="1795"/>
                        </a:lnSpc>
                        <a:spcBef>
                          <a:spcPts val="445"/>
                        </a:spcBef>
                      </a:pPr>
                      <a:r>
                        <a:rPr sz="1550" b="1" spc="-10" dirty="0">
                          <a:latin typeface="Cambria"/>
                          <a:cs typeface="Cambria"/>
                        </a:rPr>
                        <a:t>V</a:t>
                      </a:r>
                      <a:r>
                        <a:rPr sz="1550" spc="-10" dirty="0">
                          <a:latin typeface="Wingdings"/>
                          <a:cs typeface="Wingdings"/>
                        </a:rPr>
                        <a:t></a:t>
                      </a:r>
                      <a:r>
                        <a:rPr sz="1550" b="1" spc="-10" dirty="0">
                          <a:latin typeface="Cambria"/>
                          <a:cs typeface="Cambria"/>
                        </a:rPr>
                        <a:t>&lt;id&gt;</a:t>
                      </a:r>
                      <a:endParaRPr sz="1550">
                        <a:latin typeface="Cambria"/>
                        <a:cs typeface="Cambria"/>
                      </a:endParaRPr>
                    </a:p>
                  </a:txBody>
                  <a:tcPr marL="0" marR="0" marT="56515" marB="0"/>
                </a:tc>
                <a:tc hMerge="1">
                  <a:txBody>
                    <a:bodyPr/>
                    <a:lstStyle/>
                    <a:p>
                      <a:endParaRPr/>
                    </a:p>
                  </a:txBody>
                  <a:tcPr marL="0" marR="0" marT="0" marB="0"/>
                </a:tc>
                <a:tc>
                  <a:txBody>
                    <a:bodyPr/>
                    <a:lstStyle/>
                    <a:p>
                      <a:pPr marL="534670">
                        <a:lnSpc>
                          <a:spcPts val="1795"/>
                        </a:lnSpc>
                        <a:spcBef>
                          <a:spcPts val="445"/>
                        </a:spcBef>
                      </a:pPr>
                      <a:r>
                        <a:rPr sz="1550" b="1" spc="-10" dirty="0">
                          <a:latin typeface="Cambria"/>
                          <a:cs typeface="Cambria"/>
                        </a:rPr>
                        <a:t>&lt;id&gt;</a:t>
                      </a:r>
                      <a:r>
                        <a:rPr sz="1550" b="1" spc="-10" dirty="0">
                          <a:solidFill>
                            <a:srgbClr val="FF0000"/>
                          </a:solidFill>
                          <a:latin typeface="Cambria"/>
                          <a:cs typeface="Cambria"/>
                        </a:rPr>
                        <a:t>+</a:t>
                      </a:r>
                      <a:r>
                        <a:rPr sz="1550" b="1" spc="-10" dirty="0">
                          <a:latin typeface="Cambria"/>
                          <a:cs typeface="Cambria"/>
                        </a:rPr>
                        <a:t>&lt;id&gt;*&lt;id&gt;</a:t>
                      </a:r>
                      <a:endParaRPr sz="1550">
                        <a:latin typeface="Cambria"/>
                        <a:cs typeface="Cambria"/>
                      </a:endParaRPr>
                    </a:p>
                  </a:txBody>
                  <a:tcPr marL="0" marR="0" marT="56515" marB="0"/>
                </a:tc>
                <a:extLst>
                  <a:ext uri="{0D108BD9-81ED-4DB2-BD59-A6C34878D82A}">
                    <a16:rowId xmlns:a16="http://schemas.microsoft.com/office/drawing/2014/main" val="10004"/>
                  </a:ext>
                </a:extLst>
              </a:tr>
              <a:tr h="432434">
                <a:tc>
                  <a:txBody>
                    <a:bodyPr/>
                    <a:lstStyle/>
                    <a:p>
                      <a:pPr marL="31750">
                        <a:lnSpc>
                          <a:spcPct val="100000"/>
                        </a:lnSpc>
                        <a:spcBef>
                          <a:spcPts val="985"/>
                        </a:spcBef>
                      </a:pPr>
                      <a:r>
                        <a:rPr sz="1550" b="1" spc="-25" dirty="0">
                          <a:solidFill>
                            <a:srgbClr val="FF0000"/>
                          </a:solidFill>
                          <a:latin typeface="Cambria"/>
                          <a:cs typeface="Cambria"/>
                        </a:rPr>
                        <a:t>V+E</a:t>
                      </a:r>
                      <a:endParaRPr sz="1550">
                        <a:latin typeface="Cambria"/>
                        <a:cs typeface="Cambria"/>
                      </a:endParaRPr>
                    </a:p>
                  </a:txBody>
                  <a:tcPr marL="0" marR="0" marT="125095" marB="0"/>
                </a:tc>
                <a:tc gridSpan="4">
                  <a:txBody>
                    <a:bodyPr/>
                    <a:lstStyle/>
                    <a:p>
                      <a:pPr marL="563245">
                        <a:lnSpc>
                          <a:spcPct val="100000"/>
                        </a:lnSpc>
                        <a:spcBef>
                          <a:spcPts val="985"/>
                        </a:spcBef>
                      </a:pPr>
                      <a:r>
                        <a:rPr sz="1550" b="1" spc="-50" dirty="0">
                          <a:latin typeface="Cambria"/>
                          <a:cs typeface="Cambria"/>
                        </a:rPr>
                        <a:t>1</a:t>
                      </a:r>
                      <a:endParaRPr sz="1550">
                        <a:latin typeface="Cambria"/>
                        <a:cs typeface="Cambria"/>
                      </a:endParaRPr>
                    </a:p>
                  </a:txBody>
                  <a:tcPr marL="0" marR="0" marT="125095"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71120">
                        <a:lnSpc>
                          <a:spcPct val="100000"/>
                        </a:lnSpc>
                        <a:spcBef>
                          <a:spcPts val="985"/>
                        </a:spcBef>
                      </a:pPr>
                      <a:r>
                        <a:rPr sz="1550" b="1" spc="-25" dirty="0">
                          <a:latin typeface="Cambria"/>
                          <a:cs typeface="Cambria"/>
                        </a:rPr>
                        <a:t>T</a:t>
                      </a:r>
                      <a:r>
                        <a:rPr sz="1550" spc="-25" dirty="0">
                          <a:latin typeface="Wingdings"/>
                          <a:cs typeface="Wingdings"/>
                        </a:rPr>
                        <a:t></a:t>
                      </a:r>
                      <a:r>
                        <a:rPr sz="1550" b="1" spc="-25" dirty="0">
                          <a:latin typeface="Cambria"/>
                          <a:cs typeface="Cambria"/>
                        </a:rPr>
                        <a:t>V</a:t>
                      </a:r>
                      <a:endParaRPr sz="1550">
                        <a:latin typeface="Cambria"/>
                        <a:cs typeface="Cambria"/>
                      </a:endParaRPr>
                    </a:p>
                  </a:txBody>
                  <a:tcPr marL="0" marR="0" marT="125095" marB="0"/>
                </a:tc>
                <a:tc>
                  <a:txBody>
                    <a:bodyPr/>
                    <a:lstStyle/>
                    <a:p>
                      <a:pPr marL="405130">
                        <a:lnSpc>
                          <a:spcPct val="100000"/>
                        </a:lnSpc>
                        <a:spcBef>
                          <a:spcPts val="985"/>
                        </a:spcBef>
                      </a:pPr>
                      <a:r>
                        <a:rPr sz="1550" b="1" spc="-10" dirty="0">
                          <a:solidFill>
                            <a:srgbClr val="FF0000"/>
                          </a:solidFill>
                          <a:latin typeface="Cambria"/>
                          <a:cs typeface="Cambria"/>
                        </a:rPr>
                        <a:t>&lt;id&gt;</a:t>
                      </a:r>
                      <a:r>
                        <a:rPr sz="1550" b="1" spc="-10" dirty="0">
                          <a:latin typeface="Cambria"/>
                          <a:cs typeface="Cambria"/>
                        </a:rPr>
                        <a:t>+&lt;id&gt;*&lt;id&gt;</a:t>
                      </a:r>
                      <a:endParaRPr sz="1550">
                        <a:latin typeface="Cambria"/>
                        <a:cs typeface="Cambria"/>
                      </a:endParaRPr>
                    </a:p>
                  </a:txBody>
                  <a:tcPr marL="0" marR="0" marT="125095" marB="0"/>
                </a:tc>
                <a:extLst>
                  <a:ext uri="{0D108BD9-81ED-4DB2-BD59-A6C34878D82A}">
                    <a16:rowId xmlns:a16="http://schemas.microsoft.com/office/drawing/2014/main" val="10005"/>
                  </a:ext>
                </a:extLst>
              </a:tr>
              <a:tr h="432434">
                <a:tc>
                  <a:txBody>
                    <a:bodyPr/>
                    <a:lstStyle/>
                    <a:p>
                      <a:pPr marL="31750">
                        <a:lnSpc>
                          <a:spcPct val="100000"/>
                        </a:lnSpc>
                        <a:spcBef>
                          <a:spcPts val="445"/>
                        </a:spcBef>
                      </a:pPr>
                      <a:r>
                        <a:rPr sz="1550" b="1" spc="-10" dirty="0">
                          <a:solidFill>
                            <a:srgbClr val="FF0000"/>
                          </a:solidFill>
                          <a:latin typeface="Cambria"/>
                          <a:cs typeface="Cambria"/>
                        </a:rPr>
                        <a:t>&lt;id&gt;+</a:t>
                      </a:r>
                      <a:r>
                        <a:rPr sz="1550" b="1" spc="-10" dirty="0">
                          <a:latin typeface="Cambria"/>
                          <a:cs typeface="Cambria"/>
                        </a:rPr>
                        <a:t>E</a:t>
                      </a:r>
                      <a:endParaRPr sz="1550">
                        <a:latin typeface="Cambria"/>
                        <a:cs typeface="Cambria"/>
                      </a:endParaRPr>
                    </a:p>
                  </a:txBody>
                  <a:tcPr marL="0" marR="0" marT="56515" marB="0"/>
                </a:tc>
                <a:tc gridSpan="4">
                  <a:txBody>
                    <a:bodyPr/>
                    <a:lstStyle/>
                    <a:p>
                      <a:pPr marL="635000">
                        <a:lnSpc>
                          <a:spcPct val="100000"/>
                        </a:lnSpc>
                        <a:spcBef>
                          <a:spcPts val="445"/>
                        </a:spcBef>
                      </a:pPr>
                      <a:r>
                        <a:rPr sz="1550" b="1" strike="sngStrike" dirty="0">
                          <a:latin typeface="Cambria"/>
                          <a:cs typeface="Cambria"/>
                        </a:rPr>
                        <a:t>1</a:t>
                      </a:r>
                      <a:r>
                        <a:rPr sz="1550" b="1" strike="sngStrike" spc="305" dirty="0">
                          <a:latin typeface="Cambria"/>
                          <a:cs typeface="Cambria"/>
                        </a:rPr>
                        <a:t> </a:t>
                      </a:r>
                      <a:r>
                        <a:rPr sz="1550" b="1" strike="sngStrike" dirty="0">
                          <a:latin typeface="Cambria"/>
                          <a:cs typeface="Cambria"/>
                        </a:rPr>
                        <a:t>2</a:t>
                      </a:r>
                      <a:r>
                        <a:rPr sz="1550" b="1" strike="noStrike" spc="330" dirty="0">
                          <a:latin typeface="Cambria"/>
                          <a:cs typeface="Cambria"/>
                        </a:rPr>
                        <a:t> </a:t>
                      </a:r>
                      <a:r>
                        <a:rPr sz="1550" b="1" strike="noStrike" spc="-50" dirty="0">
                          <a:latin typeface="Cambria"/>
                          <a:cs typeface="Cambria"/>
                        </a:rPr>
                        <a:t>3</a:t>
                      </a:r>
                      <a:endParaRPr sz="1550">
                        <a:latin typeface="Cambria"/>
                        <a:cs typeface="Cambria"/>
                      </a:endParaRPr>
                    </a:p>
                  </a:txBody>
                  <a:tcPr marL="0" marR="0" marT="56515"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203200">
                        <a:lnSpc>
                          <a:spcPct val="100000"/>
                        </a:lnSpc>
                        <a:spcBef>
                          <a:spcPts val="445"/>
                        </a:spcBef>
                      </a:pPr>
                      <a:r>
                        <a:rPr sz="1550" b="1" spc="-10" dirty="0">
                          <a:latin typeface="Cambria"/>
                          <a:cs typeface="Cambria"/>
                        </a:rPr>
                        <a:t>V</a:t>
                      </a:r>
                      <a:r>
                        <a:rPr sz="1550" spc="-10" dirty="0">
                          <a:latin typeface="Wingdings"/>
                          <a:cs typeface="Wingdings"/>
                        </a:rPr>
                        <a:t></a:t>
                      </a:r>
                      <a:r>
                        <a:rPr sz="1550" b="1" spc="-10" dirty="0">
                          <a:latin typeface="Cambria"/>
                          <a:cs typeface="Cambria"/>
                        </a:rPr>
                        <a:t>&lt;id&gt;</a:t>
                      </a:r>
                      <a:endParaRPr sz="1550">
                        <a:latin typeface="Cambria"/>
                        <a:cs typeface="Cambria"/>
                      </a:endParaRPr>
                    </a:p>
                  </a:txBody>
                  <a:tcPr marL="0" marR="0" marT="56515" marB="0"/>
                </a:tc>
                <a:tc>
                  <a:txBody>
                    <a:bodyPr/>
                    <a:lstStyle/>
                    <a:p>
                      <a:pPr marL="565150">
                        <a:lnSpc>
                          <a:spcPct val="100000"/>
                        </a:lnSpc>
                        <a:spcBef>
                          <a:spcPts val="445"/>
                        </a:spcBef>
                      </a:pPr>
                      <a:r>
                        <a:rPr sz="1550" b="1" spc="-10" dirty="0">
                          <a:latin typeface="Cambria"/>
                          <a:cs typeface="Cambria"/>
                        </a:rPr>
                        <a:t>&lt;id&gt;+</a:t>
                      </a:r>
                      <a:r>
                        <a:rPr sz="1550" b="1" spc="-10" dirty="0">
                          <a:solidFill>
                            <a:srgbClr val="FF0000"/>
                          </a:solidFill>
                          <a:latin typeface="Cambria"/>
                          <a:cs typeface="Cambria"/>
                        </a:rPr>
                        <a:t>&lt;id&gt;</a:t>
                      </a:r>
                      <a:r>
                        <a:rPr sz="1550" b="1" spc="-10" dirty="0">
                          <a:latin typeface="Cambria"/>
                          <a:cs typeface="Cambria"/>
                        </a:rPr>
                        <a:t>*&lt;id&gt;</a:t>
                      </a:r>
                      <a:endParaRPr sz="1550">
                        <a:latin typeface="Cambria"/>
                        <a:cs typeface="Cambria"/>
                      </a:endParaRPr>
                    </a:p>
                  </a:txBody>
                  <a:tcPr marL="0" marR="0" marT="56515" marB="0"/>
                </a:tc>
                <a:extLst>
                  <a:ext uri="{0D108BD9-81ED-4DB2-BD59-A6C34878D82A}">
                    <a16:rowId xmlns:a16="http://schemas.microsoft.com/office/drawing/2014/main" val="10006"/>
                  </a:ext>
                </a:extLst>
              </a:tr>
              <a:tr h="297180">
                <a:tc gridSpan="2">
                  <a:txBody>
                    <a:bodyPr/>
                    <a:lstStyle/>
                    <a:p>
                      <a:pPr marL="31750">
                        <a:lnSpc>
                          <a:spcPts val="1780"/>
                        </a:lnSpc>
                      </a:pPr>
                      <a:r>
                        <a:rPr sz="1550" b="1" spc="-10" dirty="0">
                          <a:latin typeface="Cambria"/>
                          <a:cs typeface="Cambria"/>
                        </a:rPr>
                        <a:t>&lt;id&gt;+T+E</a:t>
                      </a:r>
                      <a:endParaRPr sz="1550">
                        <a:latin typeface="Cambria"/>
                        <a:cs typeface="Cambria"/>
                      </a:endParaRPr>
                    </a:p>
                  </a:txBody>
                  <a:tcPr marL="0" marR="0" marT="0" marB="0"/>
                </a:tc>
                <a:tc hMerge="1">
                  <a:txBody>
                    <a:bodyPr/>
                    <a:lstStyle/>
                    <a:p>
                      <a:endParaRPr/>
                    </a:p>
                  </a:txBody>
                  <a:tcPr marL="0" marR="0" marT="0" marB="0"/>
                </a:tc>
                <a:tc gridSpan="2">
                  <a:txBody>
                    <a:bodyPr/>
                    <a:lstStyle/>
                    <a:p>
                      <a:pPr marL="93345">
                        <a:lnSpc>
                          <a:spcPts val="1780"/>
                        </a:lnSpc>
                      </a:pPr>
                      <a:r>
                        <a:rPr sz="1550" b="1" spc="-50" dirty="0">
                          <a:latin typeface="Cambria"/>
                          <a:cs typeface="Cambria"/>
                        </a:rPr>
                        <a:t>3</a:t>
                      </a:r>
                      <a:endParaRPr sz="1550">
                        <a:latin typeface="Cambria"/>
                        <a:cs typeface="Cambria"/>
                      </a:endParaRPr>
                    </a:p>
                  </a:txBody>
                  <a:tcPr marL="0" marR="0" marT="0" marB="0"/>
                </a:tc>
                <a:tc hMerge="1">
                  <a:txBody>
                    <a:bodyPr/>
                    <a:lstStyle/>
                    <a:p>
                      <a:endParaRPr/>
                    </a:p>
                  </a:txBody>
                  <a:tcPr marL="0" marR="0" marT="0" marB="0"/>
                </a:tc>
                <a:tc gridSpan="2">
                  <a:txBody>
                    <a:bodyPr/>
                    <a:lstStyle/>
                    <a:p>
                      <a:pPr marL="697865">
                        <a:lnSpc>
                          <a:spcPts val="1780"/>
                        </a:lnSpc>
                      </a:pPr>
                      <a:r>
                        <a:rPr sz="1550" b="1" spc="-10" dirty="0">
                          <a:latin typeface="Cambria"/>
                          <a:cs typeface="Cambria"/>
                        </a:rPr>
                        <a:t>E</a:t>
                      </a:r>
                      <a:r>
                        <a:rPr sz="1550" spc="-10" dirty="0">
                          <a:latin typeface="Wingdings"/>
                          <a:cs typeface="Wingdings"/>
                        </a:rPr>
                        <a:t></a:t>
                      </a:r>
                      <a:r>
                        <a:rPr sz="1550" b="1" spc="-10" dirty="0">
                          <a:latin typeface="Cambria"/>
                          <a:cs typeface="Cambria"/>
                        </a:rPr>
                        <a:t>T+E</a:t>
                      </a:r>
                      <a:endParaRPr sz="1550">
                        <a:latin typeface="Cambria"/>
                        <a:cs typeface="Cambria"/>
                      </a:endParaRPr>
                    </a:p>
                  </a:txBody>
                  <a:tcPr marL="0" marR="0" marT="0" marB="0"/>
                </a:tc>
                <a:tc hMerge="1">
                  <a:txBody>
                    <a:bodyPr/>
                    <a:lstStyle/>
                    <a:p>
                      <a:endParaRPr/>
                    </a:p>
                  </a:txBody>
                  <a:tcPr marL="0" marR="0" marT="0" marB="0"/>
                </a:tc>
                <a:tc>
                  <a:txBody>
                    <a:bodyPr/>
                    <a:lstStyle/>
                    <a:p>
                      <a:pPr marL="593725">
                        <a:lnSpc>
                          <a:spcPts val="1780"/>
                        </a:lnSpc>
                      </a:pPr>
                      <a:r>
                        <a:rPr sz="1550" b="1" spc="-10" dirty="0">
                          <a:latin typeface="Cambria"/>
                          <a:cs typeface="Cambria"/>
                        </a:rPr>
                        <a:t>&lt;id&gt;+</a:t>
                      </a:r>
                      <a:r>
                        <a:rPr sz="1550" b="1" spc="-10" dirty="0">
                          <a:solidFill>
                            <a:srgbClr val="FF0000"/>
                          </a:solidFill>
                          <a:latin typeface="Cambria"/>
                          <a:cs typeface="Cambria"/>
                        </a:rPr>
                        <a:t>&lt;id&gt;</a:t>
                      </a:r>
                      <a:r>
                        <a:rPr sz="1550" b="1" spc="-10" dirty="0">
                          <a:latin typeface="Cambria"/>
                          <a:cs typeface="Cambria"/>
                        </a:rPr>
                        <a:t>*&lt;id&gt;</a:t>
                      </a:r>
                      <a:endParaRPr sz="1550">
                        <a:latin typeface="Cambria"/>
                        <a:cs typeface="Cambria"/>
                      </a:endParaRPr>
                    </a:p>
                  </a:txBody>
                  <a:tcPr marL="0" marR="0" marT="0" marB="0"/>
                </a:tc>
                <a:extLst>
                  <a:ext uri="{0D108BD9-81ED-4DB2-BD59-A6C34878D82A}">
                    <a16:rowId xmlns:a16="http://schemas.microsoft.com/office/drawing/2014/main" val="10007"/>
                  </a:ext>
                </a:extLst>
              </a:tr>
              <a:tr h="365125">
                <a:tc gridSpan="2">
                  <a:txBody>
                    <a:bodyPr/>
                    <a:lstStyle/>
                    <a:p>
                      <a:pPr marL="31750">
                        <a:lnSpc>
                          <a:spcPct val="100000"/>
                        </a:lnSpc>
                        <a:spcBef>
                          <a:spcPts val="445"/>
                        </a:spcBef>
                      </a:pPr>
                      <a:r>
                        <a:rPr sz="1550" b="1" spc="-10" dirty="0">
                          <a:latin typeface="Cambria"/>
                          <a:cs typeface="Cambria"/>
                        </a:rPr>
                        <a:t>&lt;id&gt;+V*T+E</a:t>
                      </a:r>
                      <a:endParaRPr sz="1550">
                        <a:latin typeface="Cambria"/>
                        <a:cs typeface="Cambria"/>
                      </a:endParaRPr>
                    </a:p>
                  </a:txBody>
                  <a:tcPr marL="0" marR="0" marT="56515" marB="0"/>
                </a:tc>
                <a:tc hMerge="1">
                  <a:txBody>
                    <a:bodyPr/>
                    <a:lstStyle/>
                    <a:p>
                      <a:endParaRPr/>
                    </a:p>
                  </a:txBody>
                  <a:tcPr marL="0" marR="0" marT="0" marB="0"/>
                </a:tc>
                <a:tc gridSpan="2">
                  <a:txBody>
                    <a:bodyPr/>
                    <a:lstStyle/>
                    <a:p>
                      <a:pPr marL="92710">
                        <a:lnSpc>
                          <a:spcPct val="100000"/>
                        </a:lnSpc>
                        <a:spcBef>
                          <a:spcPts val="445"/>
                        </a:spcBef>
                      </a:pPr>
                      <a:r>
                        <a:rPr sz="1550" b="1" spc="-50" dirty="0">
                          <a:latin typeface="Cambria"/>
                          <a:cs typeface="Cambria"/>
                        </a:rPr>
                        <a:t>3</a:t>
                      </a:r>
                      <a:endParaRPr sz="1550">
                        <a:latin typeface="Cambria"/>
                        <a:cs typeface="Cambria"/>
                      </a:endParaRPr>
                    </a:p>
                  </a:txBody>
                  <a:tcPr marL="0" marR="0" marT="56515" marB="0"/>
                </a:tc>
                <a:tc hMerge="1">
                  <a:txBody>
                    <a:bodyPr/>
                    <a:lstStyle/>
                    <a:p>
                      <a:endParaRPr/>
                    </a:p>
                  </a:txBody>
                  <a:tcPr marL="0" marR="0" marT="0" marB="0"/>
                </a:tc>
                <a:tc gridSpan="2">
                  <a:txBody>
                    <a:bodyPr/>
                    <a:lstStyle/>
                    <a:p>
                      <a:pPr marL="697230">
                        <a:lnSpc>
                          <a:spcPct val="100000"/>
                        </a:lnSpc>
                        <a:spcBef>
                          <a:spcPts val="445"/>
                        </a:spcBef>
                      </a:pPr>
                      <a:r>
                        <a:rPr sz="1550" b="1" spc="-10" dirty="0">
                          <a:latin typeface="Cambria"/>
                          <a:cs typeface="Cambria"/>
                        </a:rPr>
                        <a:t>T</a:t>
                      </a:r>
                      <a:r>
                        <a:rPr sz="1550" spc="-10" dirty="0">
                          <a:latin typeface="Wingdings"/>
                          <a:cs typeface="Wingdings"/>
                        </a:rPr>
                        <a:t></a:t>
                      </a:r>
                      <a:r>
                        <a:rPr sz="1550" b="1" spc="-10" dirty="0">
                          <a:latin typeface="Cambria"/>
                          <a:cs typeface="Cambria"/>
                        </a:rPr>
                        <a:t>V*T</a:t>
                      </a:r>
                      <a:endParaRPr sz="1550">
                        <a:latin typeface="Cambria"/>
                        <a:cs typeface="Cambria"/>
                      </a:endParaRPr>
                    </a:p>
                  </a:txBody>
                  <a:tcPr marL="0" marR="0" marT="56515" marB="0"/>
                </a:tc>
                <a:tc hMerge="1">
                  <a:txBody>
                    <a:bodyPr/>
                    <a:lstStyle/>
                    <a:p>
                      <a:endParaRPr/>
                    </a:p>
                  </a:txBody>
                  <a:tcPr marL="0" marR="0" marT="0" marB="0"/>
                </a:tc>
                <a:tc>
                  <a:txBody>
                    <a:bodyPr/>
                    <a:lstStyle/>
                    <a:p>
                      <a:pPr marL="588010">
                        <a:lnSpc>
                          <a:spcPct val="100000"/>
                        </a:lnSpc>
                        <a:spcBef>
                          <a:spcPts val="445"/>
                        </a:spcBef>
                      </a:pPr>
                      <a:r>
                        <a:rPr sz="1550" b="1" spc="-10" dirty="0">
                          <a:latin typeface="Cambria"/>
                          <a:cs typeface="Cambria"/>
                        </a:rPr>
                        <a:t>&lt;id&gt;+</a:t>
                      </a:r>
                      <a:r>
                        <a:rPr sz="1550" b="1" spc="-10" dirty="0">
                          <a:solidFill>
                            <a:srgbClr val="FF0000"/>
                          </a:solidFill>
                          <a:latin typeface="Cambria"/>
                          <a:cs typeface="Cambria"/>
                        </a:rPr>
                        <a:t>&lt;id&gt;</a:t>
                      </a:r>
                      <a:r>
                        <a:rPr sz="1550" b="1" spc="-10" dirty="0">
                          <a:latin typeface="Cambria"/>
                          <a:cs typeface="Cambria"/>
                        </a:rPr>
                        <a:t>*&lt;id&gt;</a:t>
                      </a:r>
                      <a:endParaRPr sz="1550">
                        <a:latin typeface="Cambria"/>
                        <a:cs typeface="Cambria"/>
                      </a:endParaRPr>
                    </a:p>
                  </a:txBody>
                  <a:tcPr marL="0" marR="0" marT="56515" marB="0"/>
                </a:tc>
                <a:extLst>
                  <a:ext uri="{0D108BD9-81ED-4DB2-BD59-A6C34878D82A}">
                    <a16:rowId xmlns:a16="http://schemas.microsoft.com/office/drawing/2014/main" val="10008"/>
                  </a:ext>
                </a:extLst>
              </a:tr>
              <a:tr h="364490">
                <a:tc gridSpan="2">
                  <a:txBody>
                    <a:bodyPr/>
                    <a:lstStyle/>
                    <a:p>
                      <a:pPr marL="31750">
                        <a:lnSpc>
                          <a:spcPct val="100000"/>
                        </a:lnSpc>
                        <a:spcBef>
                          <a:spcPts val="455"/>
                        </a:spcBef>
                      </a:pPr>
                      <a:r>
                        <a:rPr sz="1550" b="1" spc="-10" dirty="0">
                          <a:latin typeface="Cambria"/>
                          <a:cs typeface="Cambria"/>
                        </a:rPr>
                        <a:t>&lt;id&gt;+&lt;id&gt;*T+E</a:t>
                      </a:r>
                      <a:endParaRPr sz="1550">
                        <a:latin typeface="Cambria"/>
                        <a:cs typeface="Cambria"/>
                      </a:endParaRPr>
                    </a:p>
                  </a:txBody>
                  <a:tcPr marL="0" marR="0" marT="57785" marB="0"/>
                </a:tc>
                <a:tc hMerge="1">
                  <a:txBody>
                    <a:bodyPr/>
                    <a:lstStyle/>
                    <a:p>
                      <a:endParaRPr/>
                    </a:p>
                  </a:txBody>
                  <a:tcPr marL="0" marR="0" marT="0" marB="0"/>
                </a:tc>
                <a:tc gridSpan="2">
                  <a:txBody>
                    <a:bodyPr/>
                    <a:lstStyle/>
                    <a:p>
                      <a:pPr marL="165100">
                        <a:lnSpc>
                          <a:spcPct val="100000"/>
                        </a:lnSpc>
                        <a:spcBef>
                          <a:spcPts val="455"/>
                        </a:spcBef>
                      </a:pPr>
                      <a:r>
                        <a:rPr sz="1550" b="1" strike="sngStrike" dirty="0">
                          <a:latin typeface="Cambria"/>
                          <a:cs typeface="Cambria"/>
                        </a:rPr>
                        <a:t>3</a:t>
                      </a:r>
                      <a:r>
                        <a:rPr sz="1550" b="1" strike="sngStrike" spc="315" dirty="0">
                          <a:latin typeface="Cambria"/>
                          <a:cs typeface="Cambria"/>
                        </a:rPr>
                        <a:t> </a:t>
                      </a:r>
                      <a:r>
                        <a:rPr sz="1550" b="1" strike="sngStrike" dirty="0">
                          <a:latin typeface="Cambria"/>
                          <a:cs typeface="Cambria"/>
                        </a:rPr>
                        <a:t>4</a:t>
                      </a:r>
                      <a:r>
                        <a:rPr sz="1550" b="1" strike="noStrike" spc="315" dirty="0">
                          <a:latin typeface="Cambria"/>
                          <a:cs typeface="Cambria"/>
                        </a:rPr>
                        <a:t> </a:t>
                      </a:r>
                      <a:r>
                        <a:rPr sz="1550" b="1" strike="noStrike" spc="-50" dirty="0">
                          <a:latin typeface="Cambria"/>
                          <a:cs typeface="Cambria"/>
                        </a:rPr>
                        <a:t>5</a:t>
                      </a:r>
                      <a:endParaRPr sz="1550">
                        <a:latin typeface="Cambria"/>
                        <a:cs typeface="Cambria"/>
                      </a:endParaRPr>
                    </a:p>
                  </a:txBody>
                  <a:tcPr marL="0" marR="0" marT="57785" marB="0"/>
                </a:tc>
                <a:tc hMerge="1">
                  <a:txBody>
                    <a:bodyPr/>
                    <a:lstStyle/>
                    <a:p>
                      <a:endParaRPr/>
                    </a:p>
                  </a:txBody>
                  <a:tcPr marL="0" marR="0" marT="0" marB="0"/>
                </a:tc>
                <a:tc gridSpan="2">
                  <a:txBody>
                    <a:bodyPr/>
                    <a:lstStyle/>
                    <a:p>
                      <a:pPr marL="786130">
                        <a:lnSpc>
                          <a:spcPct val="100000"/>
                        </a:lnSpc>
                        <a:spcBef>
                          <a:spcPts val="455"/>
                        </a:spcBef>
                      </a:pPr>
                      <a:r>
                        <a:rPr sz="1550" b="1" spc="-10" dirty="0">
                          <a:latin typeface="Cambria"/>
                          <a:cs typeface="Cambria"/>
                        </a:rPr>
                        <a:t>V</a:t>
                      </a:r>
                      <a:r>
                        <a:rPr sz="1550" spc="-10" dirty="0">
                          <a:latin typeface="Wingdings"/>
                          <a:cs typeface="Wingdings"/>
                        </a:rPr>
                        <a:t></a:t>
                      </a:r>
                      <a:r>
                        <a:rPr sz="1550" b="1" spc="-10" dirty="0">
                          <a:latin typeface="Cambria"/>
                          <a:cs typeface="Cambria"/>
                        </a:rPr>
                        <a:t>&lt;id&gt;</a:t>
                      </a:r>
                      <a:endParaRPr sz="1550">
                        <a:latin typeface="Cambria"/>
                        <a:cs typeface="Cambria"/>
                      </a:endParaRPr>
                    </a:p>
                  </a:txBody>
                  <a:tcPr marL="0" marR="0" marT="57785" marB="0"/>
                </a:tc>
                <a:tc hMerge="1">
                  <a:txBody>
                    <a:bodyPr/>
                    <a:lstStyle/>
                    <a:p>
                      <a:endParaRPr/>
                    </a:p>
                  </a:txBody>
                  <a:tcPr marL="0" marR="0" marT="0" marB="0"/>
                </a:tc>
                <a:tc>
                  <a:txBody>
                    <a:bodyPr/>
                    <a:lstStyle/>
                    <a:p>
                      <a:pPr marL="704850">
                        <a:lnSpc>
                          <a:spcPct val="100000"/>
                        </a:lnSpc>
                        <a:spcBef>
                          <a:spcPts val="455"/>
                        </a:spcBef>
                      </a:pPr>
                      <a:r>
                        <a:rPr sz="1550" b="1" spc="-10" dirty="0">
                          <a:latin typeface="Cambria"/>
                          <a:cs typeface="Cambria"/>
                        </a:rPr>
                        <a:t>&lt;id&gt;+&lt;id&gt;*</a:t>
                      </a:r>
                      <a:r>
                        <a:rPr sz="1550" b="1" spc="-10" dirty="0">
                          <a:solidFill>
                            <a:srgbClr val="FF0000"/>
                          </a:solidFill>
                          <a:latin typeface="Cambria"/>
                          <a:cs typeface="Cambria"/>
                        </a:rPr>
                        <a:t>&lt;id&gt;</a:t>
                      </a:r>
                      <a:endParaRPr sz="1550">
                        <a:latin typeface="Cambria"/>
                        <a:cs typeface="Cambria"/>
                      </a:endParaRPr>
                    </a:p>
                  </a:txBody>
                  <a:tcPr marL="0" marR="0" marT="57785" marB="0"/>
                </a:tc>
                <a:extLst>
                  <a:ext uri="{0D108BD9-81ED-4DB2-BD59-A6C34878D82A}">
                    <a16:rowId xmlns:a16="http://schemas.microsoft.com/office/drawing/2014/main" val="10009"/>
                  </a:ext>
                </a:extLst>
              </a:tr>
              <a:tr h="571500">
                <a:tc gridSpan="4">
                  <a:txBody>
                    <a:bodyPr/>
                    <a:lstStyle/>
                    <a:p>
                      <a:pPr marL="31750">
                        <a:lnSpc>
                          <a:spcPct val="100000"/>
                        </a:lnSpc>
                        <a:spcBef>
                          <a:spcPts val="445"/>
                        </a:spcBef>
                        <a:tabLst>
                          <a:tab pos="2272030" algn="l"/>
                        </a:tabLst>
                      </a:pPr>
                      <a:r>
                        <a:rPr sz="1550" b="1" spc="-10" dirty="0">
                          <a:latin typeface="Cambria"/>
                          <a:cs typeface="Cambria"/>
                        </a:rPr>
                        <a:t>&lt;id&gt;+&lt;id&gt;*V*T+E</a:t>
                      </a:r>
                      <a:r>
                        <a:rPr sz="1550" b="1" dirty="0">
                          <a:latin typeface="Cambria"/>
                          <a:cs typeface="Cambria"/>
                        </a:rPr>
                        <a:t>	</a:t>
                      </a:r>
                      <a:r>
                        <a:rPr sz="1550" b="1" spc="-50" dirty="0">
                          <a:latin typeface="Cambria"/>
                          <a:cs typeface="Cambria"/>
                        </a:rPr>
                        <a:t>5</a:t>
                      </a:r>
                      <a:endParaRPr sz="1550">
                        <a:latin typeface="Cambria"/>
                        <a:cs typeface="Cambria"/>
                      </a:endParaRPr>
                    </a:p>
                    <a:p>
                      <a:pPr marL="31750">
                        <a:lnSpc>
                          <a:spcPts val="1075"/>
                        </a:lnSpc>
                        <a:spcBef>
                          <a:spcPts val="1019"/>
                        </a:spcBef>
                        <a:tabLst>
                          <a:tab pos="2344420" algn="l"/>
                        </a:tabLst>
                      </a:pPr>
                      <a:r>
                        <a:rPr sz="1550" b="1" spc="-10" dirty="0">
                          <a:latin typeface="Cambria"/>
                          <a:cs typeface="Cambria"/>
                        </a:rPr>
                        <a:t>&lt;id&gt;+&lt;id&gt;*&lt;id&gt;*T+E</a:t>
                      </a:r>
                      <a:r>
                        <a:rPr sz="1550" b="1" dirty="0">
                          <a:latin typeface="Cambria"/>
                          <a:cs typeface="Cambria"/>
                        </a:rPr>
                        <a:t>	</a:t>
                      </a:r>
                      <a:r>
                        <a:rPr sz="1550" b="1" spc="-50" dirty="0">
                          <a:latin typeface="Cambria"/>
                          <a:cs typeface="Cambria"/>
                        </a:rPr>
                        <a:t>5</a:t>
                      </a:r>
                      <a:endParaRPr sz="1550">
                        <a:latin typeface="Cambria"/>
                        <a:cs typeface="Cambria"/>
                      </a:endParaRPr>
                    </a:p>
                  </a:txBody>
                  <a:tcPr marL="0" marR="0" marT="56515"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2">
                  <a:txBody>
                    <a:bodyPr/>
                    <a:lstStyle/>
                    <a:p>
                      <a:pPr marL="768985">
                        <a:lnSpc>
                          <a:spcPct val="100000"/>
                        </a:lnSpc>
                        <a:spcBef>
                          <a:spcPts val="445"/>
                        </a:spcBef>
                      </a:pPr>
                      <a:r>
                        <a:rPr sz="1550" b="1" spc="-10" dirty="0">
                          <a:latin typeface="Cambria"/>
                          <a:cs typeface="Cambria"/>
                        </a:rPr>
                        <a:t>T</a:t>
                      </a:r>
                      <a:r>
                        <a:rPr sz="1550" spc="-10" dirty="0">
                          <a:latin typeface="Wingdings"/>
                          <a:cs typeface="Wingdings"/>
                        </a:rPr>
                        <a:t></a:t>
                      </a:r>
                      <a:r>
                        <a:rPr sz="1550" b="1" spc="-10" dirty="0">
                          <a:latin typeface="Cambria"/>
                          <a:cs typeface="Cambria"/>
                        </a:rPr>
                        <a:t>V*T</a:t>
                      </a:r>
                      <a:endParaRPr sz="1550">
                        <a:latin typeface="Cambria"/>
                        <a:cs typeface="Cambria"/>
                      </a:endParaRPr>
                    </a:p>
                    <a:p>
                      <a:pPr marL="842010">
                        <a:lnSpc>
                          <a:spcPts val="1075"/>
                        </a:lnSpc>
                        <a:spcBef>
                          <a:spcPts val="1019"/>
                        </a:spcBef>
                      </a:pPr>
                      <a:r>
                        <a:rPr sz="1550" b="1" spc="-10" dirty="0">
                          <a:latin typeface="Cambria"/>
                          <a:cs typeface="Cambria"/>
                        </a:rPr>
                        <a:t>V</a:t>
                      </a:r>
                      <a:r>
                        <a:rPr sz="1550" spc="-10" dirty="0">
                          <a:latin typeface="Wingdings"/>
                          <a:cs typeface="Wingdings"/>
                        </a:rPr>
                        <a:t></a:t>
                      </a:r>
                      <a:r>
                        <a:rPr sz="1550" b="1" spc="-10" dirty="0">
                          <a:latin typeface="Cambria"/>
                          <a:cs typeface="Cambria"/>
                        </a:rPr>
                        <a:t>&lt;id&gt;</a:t>
                      </a:r>
                      <a:endParaRPr sz="1550">
                        <a:latin typeface="Cambria"/>
                        <a:cs typeface="Cambria"/>
                      </a:endParaRPr>
                    </a:p>
                  </a:txBody>
                  <a:tcPr marL="0" marR="0" marT="56515" marB="0"/>
                </a:tc>
                <a:tc hMerge="1">
                  <a:txBody>
                    <a:bodyPr/>
                    <a:lstStyle/>
                    <a:p>
                      <a:endParaRPr/>
                    </a:p>
                  </a:txBody>
                  <a:tcPr marL="0" marR="0" marT="0" marB="0"/>
                </a:tc>
                <a:tc>
                  <a:txBody>
                    <a:bodyPr/>
                    <a:lstStyle/>
                    <a:p>
                      <a:pPr marL="659130">
                        <a:lnSpc>
                          <a:spcPct val="100000"/>
                        </a:lnSpc>
                        <a:spcBef>
                          <a:spcPts val="445"/>
                        </a:spcBef>
                      </a:pPr>
                      <a:r>
                        <a:rPr sz="1550" b="1" spc="-10" dirty="0">
                          <a:latin typeface="Cambria"/>
                          <a:cs typeface="Cambria"/>
                        </a:rPr>
                        <a:t>&lt;id&gt;+&lt;id&gt;*</a:t>
                      </a:r>
                      <a:r>
                        <a:rPr sz="1550" b="1" spc="-10" dirty="0">
                          <a:solidFill>
                            <a:srgbClr val="FF0000"/>
                          </a:solidFill>
                          <a:latin typeface="Cambria"/>
                          <a:cs typeface="Cambria"/>
                        </a:rPr>
                        <a:t>&lt;id&gt;</a:t>
                      </a:r>
                      <a:endParaRPr sz="1550">
                        <a:latin typeface="Cambria"/>
                        <a:cs typeface="Cambria"/>
                      </a:endParaRPr>
                    </a:p>
                    <a:p>
                      <a:pPr marL="717550">
                        <a:lnSpc>
                          <a:spcPts val="1075"/>
                        </a:lnSpc>
                        <a:spcBef>
                          <a:spcPts val="1019"/>
                        </a:spcBef>
                      </a:pPr>
                      <a:r>
                        <a:rPr sz="1550" b="1" spc="-10" dirty="0">
                          <a:latin typeface="Cambria"/>
                          <a:cs typeface="Cambria"/>
                        </a:rPr>
                        <a:t>&lt;id&gt;+&lt;id&gt;*&lt;id&gt;</a:t>
                      </a:r>
                      <a:endParaRPr sz="1550">
                        <a:latin typeface="Cambria"/>
                        <a:cs typeface="Cambria"/>
                      </a:endParaRPr>
                    </a:p>
                  </a:txBody>
                  <a:tcPr marL="0" marR="0" marT="56515" marB="0"/>
                </a:tc>
                <a:extLst>
                  <a:ext uri="{0D108BD9-81ED-4DB2-BD59-A6C34878D82A}">
                    <a16:rowId xmlns:a16="http://schemas.microsoft.com/office/drawing/2014/main" val="10010"/>
                  </a:ext>
                </a:extLst>
              </a:tr>
              <a:tr h="523240">
                <a:tc gridSpan="3">
                  <a:txBody>
                    <a:bodyPr/>
                    <a:lstStyle/>
                    <a:p>
                      <a:pPr marL="31750">
                        <a:lnSpc>
                          <a:spcPct val="100000"/>
                        </a:lnSpc>
                        <a:spcBef>
                          <a:spcPts val="1689"/>
                        </a:spcBef>
                      </a:pPr>
                      <a:r>
                        <a:rPr sz="1550" b="1" spc="-10" dirty="0">
                          <a:solidFill>
                            <a:srgbClr val="FF0000"/>
                          </a:solidFill>
                          <a:latin typeface="Cambria"/>
                          <a:cs typeface="Cambria"/>
                        </a:rPr>
                        <a:t>&lt;id&gt;+T</a:t>
                      </a:r>
                      <a:endParaRPr sz="1550">
                        <a:latin typeface="Cambria"/>
                        <a:cs typeface="Cambria"/>
                      </a:endParaRPr>
                    </a:p>
                  </a:txBody>
                  <a:tcPr marL="0" marR="0" marT="214629" marB="0"/>
                </a:tc>
                <a:tc hMerge="1">
                  <a:txBody>
                    <a:bodyPr/>
                    <a:lstStyle/>
                    <a:p>
                      <a:endParaRPr/>
                    </a:p>
                  </a:txBody>
                  <a:tcPr marL="0" marR="0" marT="0" marB="0"/>
                </a:tc>
                <a:tc hMerge="1">
                  <a:txBody>
                    <a:bodyPr/>
                    <a:lstStyle/>
                    <a:p>
                      <a:endParaRPr/>
                    </a:p>
                  </a:txBody>
                  <a:tcPr marL="0" marR="0" marT="0" marB="0"/>
                </a:tc>
                <a:tc>
                  <a:txBody>
                    <a:bodyPr/>
                    <a:lstStyle/>
                    <a:p>
                      <a:pPr marL="219710">
                        <a:lnSpc>
                          <a:spcPct val="100000"/>
                        </a:lnSpc>
                        <a:spcBef>
                          <a:spcPts val="1689"/>
                        </a:spcBef>
                      </a:pPr>
                      <a:r>
                        <a:rPr sz="1550" b="1" spc="-50" dirty="0">
                          <a:latin typeface="Cambria"/>
                          <a:cs typeface="Cambria"/>
                        </a:rPr>
                        <a:t>3</a:t>
                      </a:r>
                      <a:endParaRPr sz="1550">
                        <a:latin typeface="Cambria"/>
                        <a:cs typeface="Cambria"/>
                      </a:endParaRPr>
                    </a:p>
                  </a:txBody>
                  <a:tcPr marL="0" marR="0" marT="214629" marB="0"/>
                </a:tc>
                <a:tc gridSpan="2">
                  <a:txBody>
                    <a:bodyPr/>
                    <a:lstStyle/>
                    <a:p>
                      <a:pPr marR="34290" algn="ctr">
                        <a:lnSpc>
                          <a:spcPct val="100000"/>
                        </a:lnSpc>
                        <a:spcBef>
                          <a:spcPts val="1689"/>
                        </a:spcBef>
                      </a:pPr>
                      <a:r>
                        <a:rPr sz="1550" b="1" spc="-25" dirty="0">
                          <a:latin typeface="Cambria"/>
                          <a:cs typeface="Cambria"/>
                        </a:rPr>
                        <a:t>E</a:t>
                      </a:r>
                      <a:r>
                        <a:rPr sz="1550" spc="-25" dirty="0">
                          <a:latin typeface="Wingdings"/>
                          <a:cs typeface="Wingdings"/>
                        </a:rPr>
                        <a:t></a:t>
                      </a:r>
                      <a:r>
                        <a:rPr sz="1550" b="1" spc="-25" dirty="0">
                          <a:latin typeface="Cambria"/>
                          <a:cs typeface="Cambria"/>
                        </a:rPr>
                        <a:t>T</a:t>
                      </a:r>
                      <a:endParaRPr sz="1550">
                        <a:latin typeface="Cambria"/>
                        <a:cs typeface="Cambria"/>
                      </a:endParaRPr>
                    </a:p>
                  </a:txBody>
                  <a:tcPr marL="0" marR="0" marT="214629" marB="0"/>
                </a:tc>
                <a:tc hMerge="1">
                  <a:txBody>
                    <a:bodyPr/>
                    <a:lstStyle/>
                    <a:p>
                      <a:endParaRPr/>
                    </a:p>
                  </a:txBody>
                  <a:tcPr marL="0" marR="0" marT="0" marB="0"/>
                </a:tc>
                <a:tc>
                  <a:txBody>
                    <a:bodyPr/>
                    <a:lstStyle/>
                    <a:p>
                      <a:pPr marL="519430">
                        <a:lnSpc>
                          <a:spcPct val="100000"/>
                        </a:lnSpc>
                        <a:spcBef>
                          <a:spcPts val="1689"/>
                        </a:spcBef>
                      </a:pPr>
                      <a:r>
                        <a:rPr sz="1550" b="1" spc="-10" dirty="0">
                          <a:latin typeface="Cambria"/>
                          <a:cs typeface="Cambria"/>
                        </a:rPr>
                        <a:t>&lt;id&gt;+</a:t>
                      </a:r>
                      <a:r>
                        <a:rPr sz="1550" b="1" spc="-10" dirty="0">
                          <a:solidFill>
                            <a:srgbClr val="FF0000"/>
                          </a:solidFill>
                          <a:latin typeface="Cambria"/>
                          <a:cs typeface="Cambria"/>
                        </a:rPr>
                        <a:t>&lt;id</a:t>
                      </a:r>
                      <a:r>
                        <a:rPr sz="1550" b="1" spc="-10" dirty="0">
                          <a:latin typeface="Cambria"/>
                          <a:cs typeface="Cambria"/>
                        </a:rPr>
                        <a:t>&gt;*&lt;id&gt;</a:t>
                      </a:r>
                      <a:endParaRPr sz="1550">
                        <a:latin typeface="Cambria"/>
                        <a:cs typeface="Cambria"/>
                      </a:endParaRPr>
                    </a:p>
                  </a:txBody>
                  <a:tcPr marL="0" marR="0" marT="214629" marB="0"/>
                </a:tc>
                <a:extLst>
                  <a:ext uri="{0D108BD9-81ED-4DB2-BD59-A6C34878D82A}">
                    <a16:rowId xmlns:a16="http://schemas.microsoft.com/office/drawing/2014/main" val="10011"/>
                  </a:ext>
                </a:extLst>
              </a:tr>
              <a:tr h="297815">
                <a:tc gridSpan="3">
                  <a:txBody>
                    <a:bodyPr/>
                    <a:lstStyle/>
                    <a:p>
                      <a:pPr marL="31750">
                        <a:lnSpc>
                          <a:spcPts val="1795"/>
                        </a:lnSpc>
                        <a:spcBef>
                          <a:spcPts val="455"/>
                        </a:spcBef>
                      </a:pPr>
                      <a:r>
                        <a:rPr sz="1550" b="1" spc="-10" dirty="0">
                          <a:solidFill>
                            <a:srgbClr val="FF0000"/>
                          </a:solidFill>
                          <a:latin typeface="Cambria"/>
                          <a:cs typeface="Cambria"/>
                        </a:rPr>
                        <a:t>&lt;id&gt;+V*T</a:t>
                      </a:r>
                      <a:endParaRPr sz="1550">
                        <a:latin typeface="Cambria"/>
                        <a:cs typeface="Cambria"/>
                      </a:endParaRPr>
                    </a:p>
                  </a:txBody>
                  <a:tcPr marL="0" marR="0" marT="57785" marB="0"/>
                </a:tc>
                <a:tc hMerge="1">
                  <a:txBody>
                    <a:bodyPr/>
                    <a:lstStyle/>
                    <a:p>
                      <a:endParaRPr/>
                    </a:p>
                  </a:txBody>
                  <a:tcPr marL="0" marR="0" marT="0" marB="0"/>
                </a:tc>
                <a:tc hMerge="1">
                  <a:txBody>
                    <a:bodyPr/>
                    <a:lstStyle/>
                    <a:p>
                      <a:endParaRPr/>
                    </a:p>
                  </a:txBody>
                  <a:tcPr marL="0" marR="0" marT="0" marB="0"/>
                </a:tc>
                <a:tc>
                  <a:txBody>
                    <a:bodyPr/>
                    <a:lstStyle/>
                    <a:p>
                      <a:pPr marL="219710">
                        <a:lnSpc>
                          <a:spcPts val="1795"/>
                        </a:lnSpc>
                        <a:spcBef>
                          <a:spcPts val="455"/>
                        </a:spcBef>
                      </a:pPr>
                      <a:r>
                        <a:rPr sz="1550" b="1" spc="-50" dirty="0">
                          <a:latin typeface="Cambria"/>
                          <a:cs typeface="Cambria"/>
                        </a:rPr>
                        <a:t>3</a:t>
                      </a:r>
                      <a:endParaRPr sz="1550">
                        <a:latin typeface="Cambria"/>
                        <a:cs typeface="Cambria"/>
                      </a:endParaRPr>
                    </a:p>
                  </a:txBody>
                  <a:tcPr marL="0" marR="0" marT="57785" marB="0"/>
                </a:tc>
                <a:tc gridSpan="2">
                  <a:txBody>
                    <a:bodyPr/>
                    <a:lstStyle/>
                    <a:p>
                      <a:pPr marL="681990">
                        <a:lnSpc>
                          <a:spcPts val="1795"/>
                        </a:lnSpc>
                        <a:spcBef>
                          <a:spcPts val="455"/>
                        </a:spcBef>
                      </a:pPr>
                      <a:r>
                        <a:rPr sz="1550" b="1" spc="-10" dirty="0">
                          <a:latin typeface="Cambria"/>
                          <a:cs typeface="Cambria"/>
                        </a:rPr>
                        <a:t>T</a:t>
                      </a:r>
                      <a:r>
                        <a:rPr sz="1550" spc="-10" dirty="0">
                          <a:latin typeface="Wingdings"/>
                          <a:cs typeface="Wingdings"/>
                        </a:rPr>
                        <a:t></a:t>
                      </a:r>
                      <a:r>
                        <a:rPr sz="1550" b="1" spc="-10" dirty="0">
                          <a:latin typeface="Cambria"/>
                          <a:cs typeface="Cambria"/>
                        </a:rPr>
                        <a:t>V*T</a:t>
                      </a:r>
                      <a:endParaRPr sz="1550">
                        <a:latin typeface="Cambria"/>
                        <a:cs typeface="Cambria"/>
                      </a:endParaRPr>
                    </a:p>
                  </a:txBody>
                  <a:tcPr marL="0" marR="0" marT="57785" marB="0"/>
                </a:tc>
                <a:tc hMerge="1">
                  <a:txBody>
                    <a:bodyPr/>
                    <a:lstStyle/>
                    <a:p>
                      <a:endParaRPr/>
                    </a:p>
                  </a:txBody>
                  <a:tcPr marL="0" marR="0" marT="0" marB="0"/>
                </a:tc>
                <a:tc>
                  <a:txBody>
                    <a:bodyPr/>
                    <a:lstStyle/>
                    <a:p>
                      <a:pPr marL="529590">
                        <a:lnSpc>
                          <a:spcPts val="1795"/>
                        </a:lnSpc>
                        <a:spcBef>
                          <a:spcPts val="455"/>
                        </a:spcBef>
                      </a:pPr>
                      <a:r>
                        <a:rPr sz="1550" b="1" spc="-10" dirty="0">
                          <a:latin typeface="Cambria"/>
                          <a:cs typeface="Cambria"/>
                        </a:rPr>
                        <a:t>&lt;id&gt;+</a:t>
                      </a:r>
                      <a:r>
                        <a:rPr sz="1550" b="1" spc="-10" dirty="0">
                          <a:solidFill>
                            <a:srgbClr val="FF0000"/>
                          </a:solidFill>
                          <a:latin typeface="Cambria"/>
                          <a:cs typeface="Cambria"/>
                        </a:rPr>
                        <a:t>&lt;id&gt;</a:t>
                      </a:r>
                      <a:r>
                        <a:rPr sz="1550" b="1" spc="-10" dirty="0">
                          <a:latin typeface="Cambria"/>
                          <a:cs typeface="Cambria"/>
                        </a:rPr>
                        <a:t>*&lt;id&gt;</a:t>
                      </a:r>
                      <a:endParaRPr sz="1550">
                        <a:latin typeface="Cambria"/>
                        <a:cs typeface="Cambria"/>
                      </a:endParaRPr>
                    </a:p>
                  </a:txBody>
                  <a:tcPr marL="0" marR="0" marT="57785" marB="0"/>
                </a:tc>
                <a:extLst>
                  <a:ext uri="{0D108BD9-81ED-4DB2-BD59-A6C34878D82A}">
                    <a16:rowId xmlns:a16="http://schemas.microsoft.com/office/drawing/2014/main" val="10012"/>
                  </a:ext>
                </a:extLst>
              </a:tr>
            </a:tbl>
          </a:graphicData>
        </a:graphic>
      </p:graphicFrame>
      <p:sp>
        <p:nvSpPr>
          <p:cNvPr id="6" name="object 6"/>
          <p:cNvSpPr txBox="1"/>
          <p:nvPr/>
        </p:nvSpPr>
        <p:spPr>
          <a:xfrm>
            <a:off x="3848480" y="4984851"/>
            <a:ext cx="1679575" cy="1851660"/>
          </a:xfrm>
          <a:prstGeom prst="rect">
            <a:avLst/>
          </a:prstGeom>
        </p:spPr>
        <p:txBody>
          <a:bodyPr vert="horz" wrap="square" lIns="0" tIns="142240" rIns="0" bIns="0" rtlCol="0">
            <a:spAutoFit/>
          </a:bodyPr>
          <a:lstStyle/>
          <a:p>
            <a:pPr marL="12700">
              <a:lnSpc>
                <a:spcPct val="100000"/>
              </a:lnSpc>
              <a:spcBef>
                <a:spcPts val="1120"/>
              </a:spcBef>
            </a:pPr>
            <a:r>
              <a:rPr sz="1550" b="1" spc="-10" dirty="0">
                <a:solidFill>
                  <a:srgbClr val="FF0000"/>
                </a:solidFill>
                <a:latin typeface="Cambria"/>
                <a:cs typeface="Cambria"/>
              </a:rPr>
              <a:t>&lt;id&gt;+&lt;id&gt;*T</a:t>
            </a:r>
            <a:endParaRPr sz="1550">
              <a:latin typeface="Cambria"/>
              <a:cs typeface="Cambria"/>
            </a:endParaRPr>
          </a:p>
          <a:p>
            <a:pPr marL="12700">
              <a:lnSpc>
                <a:spcPct val="100000"/>
              </a:lnSpc>
              <a:spcBef>
                <a:spcPts val="1019"/>
              </a:spcBef>
            </a:pPr>
            <a:r>
              <a:rPr sz="1550" b="1" spc="-10" dirty="0">
                <a:latin typeface="Cambria"/>
                <a:cs typeface="Cambria"/>
              </a:rPr>
              <a:t>&lt;id&gt;+&lt;id&gt;*V*T</a:t>
            </a:r>
            <a:endParaRPr sz="1550">
              <a:latin typeface="Cambria"/>
              <a:cs typeface="Cambria"/>
            </a:endParaRPr>
          </a:p>
          <a:p>
            <a:pPr marL="12700">
              <a:lnSpc>
                <a:spcPct val="100000"/>
              </a:lnSpc>
              <a:spcBef>
                <a:spcPts val="1010"/>
              </a:spcBef>
            </a:pPr>
            <a:r>
              <a:rPr sz="1550" b="1" spc="-10" dirty="0">
                <a:latin typeface="Cambria"/>
                <a:cs typeface="Cambria"/>
              </a:rPr>
              <a:t>&lt;id&gt;+&lt;id&gt;*&lt;id&gt;*T</a:t>
            </a:r>
            <a:endParaRPr sz="1550">
              <a:latin typeface="Cambria"/>
              <a:cs typeface="Cambria"/>
            </a:endParaRPr>
          </a:p>
          <a:p>
            <a:pPr marL="12700">
              <a:lnSpc>
                <a:spcPct val="100000"/>
              </a:lnSpc>
              <a:spcBef>
                <a:spcPts val="1019"/>
              </a:spcBef>
            </a:pPr>
            <a:r>
              <a:rPr sz="1550" b="1" spc="-10" dirty="0">
                <a:solidFill>
                  <a:srgbClr val="FF0000"/>
                </a:solidFill>
                <a:latin typeface="Cambria"/>
                <a:cs typeface="Cambria"/>
              </a:rPr>
              <a:t>&lt;id&gt;+&lt;id&gt;*V</a:t>
            </a:r>
            <a:endParaRPr sz="1550">
              <a:latin typeface="Cambria"/>
              <a:cs typeface="Cambria"/>
            </a:endParaRPr>
          </a:p>
          <a:p>
            <a:pPr marL="12700">
              <a:lnSpc>
                <a:spcPct val="100000"/>
              </a:lnSpc>
              <a:spcBef>
                <a:spcPts val="1005"/>
              </a:spcBef>
            </a:pPr>
            <a:r>
              <a:rPr sz="1550" b="1" spc="-10" dirty="0">
                <a:solidFill>
                  <a:srgbClr val="FF0000"/>
                </a:solidFill>
                <a:latin typeface="Cambria"/>
                <a:cs typeface="Cambria"/>
              </a:rPr>
              <a:t>&lt;id&gt;+&lt;id&gt;*&lt;id&gt;</a:t>
            </a:r>
            <a:endParaRPr sz="1550">
              <a:latin typeface="Cambria"/>
              <a:cs typeface="Cambria"/>
            </a:endParaRPr>
          </a:p>
        </p:txBody>
      </p:sp>
      <p:sp>
        <p:nvSpPr>
          <p:cNvPr id="7" name="object 7"/>
          <p:cNvSpPr txBox="1"/>
          <p:nvPr/>
        </p:nvSpPr>
        <p:spPr>
          <a:xfrm>
            <a:off x="6029705" y="4984851"/>
            <a:ext cx="588645" cy="1851660"/>
          </a:xfrm>
          <a:prstGeom prst="rect">
            <a:avLst/>
          </a:prstGeom>
        </p:spPr>
        <p:txBody>
          <a:bodyPr vert="horz" wrap="square" lIns="0" tIns="142240" rIns="0" bIns="0" rtlCol="0">
            <a:spAutoFit/>
          </a:bodyPr>
          <a:lstStyle/>
          <a:p>
            <a:pPr marL="55244">
              <a:lnSpc>
                <a:spcPct val="100000"/>
              </a:lnSpc>
              <a:spcBef>
                <a:spcPts val="1120"/>
              </a:spcBef>
            </a:pPr>
            <a:r>
              <a:rPr sz="1550" b="1" strike="sngStrike" dirty="0">
                <a:latin typeface="Cambria"/>
                <a:cs typeface="Cambria"/>
              </a:rPr>
              <a:t>3</a:t>
            </a:r>
            <a:r>
              <a:rPr sz="1550" b="1" strike="sngStrike" spc="330" dirty="0">
                <a:latin typeface="Cambria"/>
                <a:cs typeface="Cambria"/>
              </a:rPr>
              <a:t> </a:t>
            </a:r>
            <a:r>
              <a:rPr sz="1550" b="1" strike="sngStrike" dirty="0">
                <a:latin typeface="Cambria"/>
                <a:cs typeface="Cambria"/>
              </a:rPr>
              <a:t>4</a:t>
            </a:r>
            <a:r>
              <a:rPr sz="1550" b="1" strike="noStrike" spc="315" dirty="0">
                <a:latin typeface="Cambria"/>
                <a:cs typeface="Cambria"/>
              </a:rPr>
              <a:t> </a:t>
            </a:r>
            <a:r>
              <a:rPr sz="1550" b="1" strike="noStrike" spc="-50" dirty="0">
                <a:latin typeface="Cambria"/>
                <a:cs typeface="Cambria"/>
              </a:rPr>
              <a:t>5</a:t>
            </a:r>
            <a:endParaRPr sz="1550">
              <a:latin typeface="Cambria"/>
              <a:cs typeface="Cambria"/>
            </a:endParaRPr>
          </a:p>
          <a:p>
            <a:pPr marL="55244">
              <a:lnSpc>
                <a:spcPct val="100000"/>
              </a:lnSpc>
              <a:spcBef>
                <a:spcPts val="1019"/>
              </a:spcBef>
            </a:pPr>
            <a:r>
              <a:rPr sz="1550" b="1" spc="-50" dirty="0">
                <a:latin typeface="Cambria"/>
                <a:cs typeface="Cambria"/>
              </a:rPr>
              <a:t>5</a:t>
            </a:r>
            <a:endParaRPr sz="1550">
              <a:latin typeface="Cambria"/>
              <a:cs typeface="Cambria"/>
            </a:endParaRPr>
          </a:p>
          <a:p>
            <a:pPr marL="85090">
              <a:lnSpc>
                <a:spcPct val="100000"/>
              </a:lnSpc>
              <a:spcBef>
                <a:spcPts val="1010"/>
              </a:spcBef>
            </a:pPr>
            <a:r>
              <a:rPr sz="1550" b="1" spc="-50" dirty="0">
                <a:latin typeface="Cambria"/>
                <a:cs typeface="Cambria"/>
              </a:rPr>
              <a:t>5</a:t>
            </a:r>
            <a:endParaRPr sz="1550">
              <a:latin typeface="Cambria"/>
              <a:cs typeface="Cambria"/>
            </a:endParaRPr>
          </a:p>
          <a:p>
            <a:pPr marL="12700">
              <a:lnSpc>
                <a:spcPct val="100000"/>
              </a:lnSpc>
              <a:spcBef>
                <a:spcPts val="1019"/>
              </a:spcBef>
            </a:pPr>
            <a:r>
              <a:rPr sz="1550" b="1" spc="-50" dirty="0">
                <a:latin typeface="Cambria"/>
                <a:cs typeface="Cambria"/>
              </a:rPr>
              <a:t>5</a:t>
            </a:r>
            <a:endParaRPr sz="1550">
              <a:latin typeface="Cambria"/>
              <a:cs typeface="Cambria"/>
            </a:endParaRPr>
          </a:p>
          <a:p>
            <a:pPr marL="83820">
              <a:lnSpc>
                <a:spcPct val="100000"/>
              </a:lnSpc>
              <a:spcBef>
                <a:spcPts val="1005"/>
              </a:spcBef>
            </a:pPr>
            <a:r>
              <a:rPr sz="1550" b="1" spc="-50" dirty="0">
                <a:latin typeface="Cambria"/>
                <a:cs typeface="Cambria"/>
              </a:rPr>
              <a:t>5</a:t>
            </a:r>
            <a:endParaRPr sz="1550">
              <a:latin typeface="Cambria"/>
              <a:cs typeface="Cambria"/>
            </a:endParaRPr>
          </a:p>
        </p:txBody>
      </p:sp>
      <p:sp>
        <p:nvSpPr>
          <p:cNvPr id="8" name="object 8"/>
          <p:cNvSpPr txBox="1"/>
          <p:nvPr/>
        </p:nvSpPr>
        <p:spPr>
          <a:xfrm>
            <a:off x="7260264" y="4984851"/>
            <a:ext cx="827405" cy="1851660"/>
          </a:xfrm>
          <a:prstGeom prst="rect">
            <a:avLst/>
          </a:prstGeom>
        </p:spPr>
        <p:txBody>
          <a:bodyPr vert="horz" wrap="square" lIns="0" tIns="13335" rIns="0" bIns="0" rtlCol="0">
            <a:spAutoFit/>
          </a:bodyPr>
          <a:lstStyle/>
          <a:p>
            <a:pPr marL="12700" marR="5080" indent="17145">
              <a:lnSpc>
                <a:spcPct val="154500"/>
              </a:lnSpc>
              <a:spcBef>
                <a:spcPts val="105"/>
              </a:spcBef>
            </a:pPr>
            <a:r>
              <a:rPr sz="1550" b="1" spc="-10" dirty="0">
                <a:latin typeface="Cambria"/>
                <a:cs typeface="Cambria"/>
              </a:rPr>
              <a:t>V</a:t>
            </a:r>
            <a:r>
              <a:rPr sz="1550" spc="-10" dirty="0">
                <a:latin typeface="Wingdings"/>
                <a:cs typeface="Wingdings"/>
              </a:rPr>
              <a:t></a:t>
            </a:r>
            <a:r>
              <a:rPr sz="1550" b="1" spc="-10" dirty="0">
                <a:latin typeface="Cambria"/>
                <a:cs typeface="Cambria"/>
              </a:rPr>
              <a:t>&lt;id&gt; T</a:t>
            </a:r>
            <a:r>
              <a:rPr sz="1550" spc="-10" dirty="0">
                <a:latin typeface="Wingdings"/>
                <a:cs typeface="Wingdings"/>
              </a:rPr>
              <a:t></a:t>
            </a:r>
            <a:r>
              <a:rPr sz="1550" b="1" spc="-10" dirty="0">
                <a:latin typeface="Cambria"/>
                <a:cs typeface="Cambria"/>
              </a:rPr>
              <a:t>V*T V</a:t>
            </a:r>
            <a:r>
              <a:rPr sz="1550" spc="-10" dirty="0">
                <a:latin typeface="Wingdings"/>
                <a:cs typeface="Wingdings"/>
              </a:rPr>
              <a:t></a:t>
            </a:r>
            <a:r>
              <a:rPr sz="1550" b="1" spc="-10" dirty="0">
                <a:latin typeface="Cambria"/>
                <a:cs typeface="Cambria"/>
              </a:rPr>
              <a:t>&lt;id&gt; </a:t>
            </a:r>
            <a:r>
              <a:rPr sz="1550" b="1" spc="-25" dirty="0">
                <a:latin typeface="Cambria"/>
                <a:cs typeface="Cambria"/>
              </a:rPr>
              <a:t>T</a:t>
            </a:r>
            <a:r>
              <a:rPr sz="1550" spc="-25" dirty="0">
                <a:latin typeface="Wingdings"/>
                <a:cs typeface="Wingdings"/>
              </a:rPr>
              <a:t></a:t>
            </a:r>
            <a:r>
              <a:rPr sz="1550" b="1" spc="-25" dirty="0">
                <a:latin typeface="Cambria"/>
                <a:cs typeface="Cambria"/>
              </a:rPr>
              <a:t>V </a:t>
            </a:r>
            <a:r>
              <a:rPr sz="1550" b="1" spc="-10" dirty="0">
                <a:latin typeface="Cambria"/>
                <a:cs typeface="Cambria"/>
              </a:rPr>
              <a:t>V</a:t>
            </a:r>
            <a:r>
              <a:rPr sz="1550" spc="-10" dirty="0">
                <a:latin typeface="Wingdings"/>
                <a:cs typeface="Wingdings"/>
              </a:rPr>
              <a:t></a:t>
            </a:r>
            <a:r>
              <a:rPr sz="1550" b="1" spc="-10" dirty="0">
                <a:latin typeface="Cambria"/>
                <a:cs typeface="Cambria"/>
              </a:rPr>
              <a:t>&lt;id&gt;</a:t>
            </a:r>
            <a:endParaRPr sz="1550">
              <a:latin typeface="Cambria"/>
              <a:cs typeface="Cambria"/>
            </a:endParaRPr>
          </a:p>
        </p:txBody>
      </p:sp>
      <p:sp>
        <p:nvSpPr>
          <p:cNvPr id="9" name="object 9"/>
          <p:cNvSpPr txBox="1"/>
          <p:nvPr/>
        </p:nvSpPr>
        <p:spPr>
          <a:xfrm>
            <a:off x="8863076" y="4984851"/>
            <a:ext cx="1564640" cy="1851660"/>
          </a:xfrm>
          <a:prstGeom prst="rect">
            <a:avLst/>
          </a:prstGeom>
        </p:spPr>
        <p:txBody>
          <a:bodyPr vert="horz" wrap="square" lIns="0" tIns="142240" rIns="0" bIns="0" rtlCol="0">
            <a:spAutoFit/>
          </a:bodyPr>
          <a:lstStyle/>
          <a:p>
            <a:pPr marL="100965">
              <a:lnSpc>
                <a:spcPct val="100000"/>
              </a:lnSpc>
              <a:spcBef>
                <a:spcPts val="1120"/>
              </a:spcBef>
            </a:pPr>
            <a:r>
              <a:rPr sz="1550" b="1" spc="-10" dirty="0">
                <a:latin typeface="Cambria"/>
                <a:cs typeface="Cambria"/>
              </a:rPr>
              <a:t>&lt;id&gt;+&lt;id&gt;*</a:t>
            </a:r>
            <a:r>
              <a:rPr sz="1550" b="1" spc="-10" dirty="0">
                <a:solidFill>
                  <a:srgbClr val="FF0000"/>
                </a:solidFill>
                <a:latin typeface="Cambria"/>
                <a:cs typeface="Cambria"/>
              </a:rPr>
              <a:t>&lt;id&gt;</a:t>
            </a:r>
            <a:endParaRPr sz="1550">
              <a:latin typeface="Cambria"/>
              <a:cs typeface="Cambria"/>
            </a:endParaRPr>
          </a:p>
          <a:p>
            <a:pPr marL="55244">
              <a:lnSpc>
                <a:spcPct val="100000"/>
              </a:lnSpc>
              <a:spcBef>
                <a:spcPts val="1019"/>
              </a:spcBef>
            </a:pPr>
            <a:r>
              <a:rPr sz="1550" b="1" spc="-10" dirty="0">
                <a:latin typeface="Cambria"/>
                <a:cs typeface="Cambria"/>
              </a:rPr>
              <a:t>&lt;id&gt;+&lt;id&gt;*&lt;</a:t>
            </a:r>
            <a:r>
              <a:rPr sz="1550" b="1" spc="-10" dirty="0">
                <a:solidFill>
                  <a:srgbClr val="FF0000"/>
                </a:solidFill>
                <a:latin typeface="Cambria"/>
                <a:cs typeface="Cambria"/>
              </a:rPr>
              <a:t>id&gt;</a:t>
            </a:r>
            <a:endParaRPr sz="1550">
              <a:latin typeface="Cambria"/>
              <a:cs typeface="Cambria"/>
            </a:endParaRPr>
          </a:p>
          <a:p>
            <a:pPr marL="111125">
              <a:lnSpc>
                <a:spcPct val="100000"/>
              </a:lnSpc>
              <a:spcBef>
                <a:spcPts val="1010"/>
              </a:spcBef>
            </a:pPr>
            <a:r>
              <a:rPr sz="1550" b="1" spc="-10" dirty="0">
                <a:latin typeface="Cambria"/>
                <a:cs typeface="Cambria"/>
              </a:rPr>
              <a:t>&lt;id&gt;+&lt;id&gt;*&lt;id&gt;</a:t>
            </a:r>
            <a:endParaRPr sz="1550">
              <a:latin typeface="Cambria"/>
              <a:cs typeface="Cambria"/>
            </a:endParaRPr>
          </a:p>
          <a:p>
            <a:pPr marL="12700">
              <a:lnSpc>
                <a:spcPct val="100000"/>
              </a:lnSpc>
              <a:spcBef>
                <a:spcPts val="1019"/>
              </a:spcBef>
            </a:pPr>
            <a:r>
              <a:rPr sz="1550" b="1" spc="-10" dirty="0">
                <a:latin typeface="Cambria"/>
                <a:cs typeface="Cambria"/>
              </a:rPr>
              <a:t>&lt;id&gt;+&lt;id&gt;*</a:t>
            </a:r>
            <a:r>
              <a:rPr sz="1550" b="1" spc="-10" dirty="0">
                <a:solidFill>
                  <a:srgbClr val="FF0000"/>
                </a:solidFill>
                <a:latin typeface="Cambria"/>
                <a:cs typeface="Cambria"/>
              </a:rPr>
              <a:t>&lt;id&gt;</a:t>
            </a:r>
            <a:endParaRPr sz="1550">
              <a:latin typeface="Cambria"/>
              <a:cs typeface="Cambria"/>
            </a:endParaRPr>
          </a:p>
          <a:p>
            <a:pPr marL="111125">
              <a:lnSpc>
                <a:spcPct val="100000"/>
              </a:lnSpc>
              <a:spcBef>
                <a:spcPts val="1005"/>
              </a:spcBef>
            </a:pPr>
            <a:r>
              <a:rPr sz="1550" b="1" spc="-10" dirty="0">
                <a:latin typeface="Cambria"/>
                <a:cs typeface="Cambria"/>
              </a:rPr>
              <a:t>&lt;id&gt;+&lt;id&gt;*&lt;id&gt;</a:t>
            </a:r>
            <a:endParaRPr sz="1550">
              <a:latin typeface="Cambria"/>
              <a:cs typeface="Cambria"/>
            </a:endParaRPr>
          </a:p>
        </p:txBody>
      </p:sp>
      <p:sp>
        <p:nvSpPr>
          <p:cNvPr id="10" name="object 10"/>
          <p:cNvSpPr/>
          <p:nvPr/>
        </p:nvSpPr>
        <p:spPr>
          <a:xfrm>
            <a:off x="4418838" y="876680"/>
            <a:ext cx="533400" cy="120650"/>
          </a:xfrm>
          <a:custGeom>
            <a:avLst/>
            <a:gdLst/>
            <a:ahLst/>
            <a:cxnLst/>
            <a:rect l="l" t="t" r="r" b="b"/>
            <a:pathLst>
              <a:path w="533400" h="120650">
                <a:moveTo>
                  <a:pt x="103250" y="0"/>
                </a:moveTo>
                <a:lnTo>
                  <a:pt x="0" y="59817"/>
                </a:lnTo>
                <a:lnTo>
                  <a:pt x="102870" y="120269"/>
                </a:lnTo>
                <a:lnTo>
                  <a:pt x="110744" y="118237"/>
                </a:lnTo>
                <a:lnTo>
                  <a:pt x="114426" y="112014"/>
                </a:lnTo>
                <a:lnTo>
                  <a:pt x="117983" y="105918"/>
                </a:lnTo>
                <a:lnTo>
                  <a:pt x="115950" y="97917"/>
                </a:lnTo>
                <a:lnTo>
                  <a:pt x="109854" y="94234"/>
                </a:lnTo>
                <a:lnTo>
                  <a:pt x="73686" y="73042"/>
                </a:lnTo>
                <a:lnTo>
                  <a:pt x="25653" y="72898"/>
                </a:lnTo>
                <a:lnTo>
                  <a:pt x="25653" y="46990"/>
                </a:lnTo>
                <a:lnTo>
                  <a:pt x="73797" y="46990"/>
                </a:lnTo>
                <a:lnTo>
                  <a:pt x="109982" y="26035"/>
                </a:lnTo>
                <a:lnTo>
                  <a:pt x="116204" y="22352"/>
                </a:lnTo>
                <a:lnTo>
                  <a:pt x="118363" y="14478"/>
                </a:lnTo>
                <a:lnTo>
                  <a:pt x="114681" y="8255"/>
                </a:lnTo>
                <a:lnTo>
                  <a:pt x="111125" y="2159"/>
                </a:lnTo>
                <a:lnTo>
                  <a:pt x="103250" y="0"/>
                </a:lnTo>
                <a:close/>
              </a:path>
              <a:path w="533400" h="120650">
                <a:moveTo>
                  <a:pt x="73549" y="47133"/>
                </a:moveTo>
                <a:lnTo>
                  <a:pt x="51380" y="59972"/>
                </a:lnTo>
                <a:lnTo>
                  <a:pt x="73686" y="73042"/>
                </a:lnTo>
                <a:lnTo>
                  <a:pt x="533400" y="74422"/>
                </a:lnTo>
                <a:lnTo>
                  <a:pt x="533400" y="48514"/>
                </a:lnTo>
                <a:lnTo>
                  <a:pt x="73549" y="47133"/>
                </a:lnTo>
                <a:close/>
              </a:path>
              <a:path w="533400" h="120650">
                <a:moveTo>
                  <a:pt x="25653" y="46990"/>
                </a:moveTo>
                <a:lnTo>
                  <a:pt x="25653" y="72898"/>
                </a:lnTo>
                <a:lnTo>
                  <a:pt x="73686" y="73042"/>
                </a:lnTo>
                <a:lnTo>
                  <a:pt x="70406" y="71120"/>
                </a:lnTo>
                <a:lnTo>
                  <a:pt x="32131" y="71120"/>
                </a:lnTo>
                <a:lnTo>
                  <a:pt x="32258" y="48768"/>
                </a:lnTo>
                <a:lnTo>
                  <a:pt x="70727" y="48768"/>
                </a:lnTo>
                <a:lnTo>
                  <a:pt x="73549" y="47133"/>
                </a:lnTo>
                <a:lnTo>
                  <a:pt x="25653" y="46990"/>
                </a:lnTo>
                <a:close/>
              </a:path>
              <a:path w="533400" h="120650">
                <a:moveTo>
                  <a:pt x="32258" y="48768"/>
                </a:moveTo>
                <a:lnTo>
                  <a:pt x="32131" y="71120"/>
                </a:lnTo>
                <a:lnTo>
                  <a:pt x="51380" y="59972"/>
                </a:lnTo>
                <a:lnTo>
                  <a:pt x="32258" y="48768"/>
                </a:lnTo>
                <a:close/>
              </a:path>
              <a:path w="533400" h="120650">
                <a:moveTo>
                  <a:pt x="51380" y="59972"/>
                </a:moveTo>
                <a:lnTo>
                  <a:pt x="32131" y="71120"/>
                </a:lnTo>
                <a:lnTo>
                  <a:pt x="70406" y="71120"/>
                </a:lnTo>
                <a:lnTo>
                  <a:pt x="51380" y="59972"/>
                </a:lnTo>
                <a:close/>
              </a:path>
              <a:path w="533400" h="120650">
                <a:moveTo>
                  <a:pt x="70727" y="48768"/>
                </a:moveTo>
                <a:lnTo>
                  <a:pt x="32258" y="48768"/>
                </a:lnTo>
                <a:lnTo>
                  <a:pt x="51380" y="59972"/>
                </a:lnTo>
                <a:lnTo>
                  <a:pt x="70727" y="48768"/>
                </a:lnTo>
                <a:close/>
              </a:path>
              <a:path w="533400" h="120650">
                <a:moveTo>
                  <a:pt x="73797" y="46990"/>
                </a:moveTo>
                <a:lnTo>
                  <a:pt x="25653" y="46990"/>
                </a:lnTo>
                <a:lnTo>
                  <a:pt x="73549" y="47133"/>
                </a:lnTo>
                <a:lnTo>
                  <a:pt x="73797" y="46990"/>
                </a:lnTo>
                <a:close/>
              </a:path>
            </a:pathLst>
          </a:custGeom>
          <a:solidFill>
            <a:srgbClr val="00AF50"/>
          </a:solidFill>
        </p:spPr>
        <p:txBody>
          <a:bodyPr wrap="square" lIns="0" tIns="0" rIns="0" bIns="0" rtlCol="0"/>
          <a:lstStyle/>
          <a:p>
            <a:endParaRPr/>
          </a:p>
        </p:txBody>
      </p:sp>
      <p:sp>
        <p:nvSpPr>
          <p:cNvPr id="11" name="object 11"/>
          <p:cNvSpPr/>
          <p:nvPr/>
        </p:nvSpPr>
        <p:spPr>
          <a:xfrm>
            <a:off x="4799838" y="1561338"/>
            <a:ext cx="152400" cy="1905"/>
          </a:xfrm>
          <a:custGeom>
            <a:avLst/>
            <a:gdLst/>
            <a:ahLst/>
            <a:cxnLst/>
            <a:rect l="l" t="t" r="r" b="b"/>
            <a:pathLst>
              <a:path w="152400" h="1905">
                <a:moveTo>
                  <a:pt x="0" y="0"/>
                </a:moveTo>
                <a:lnTo>
                  <a:pt x="152400" y="1650"/>
                </a:lnTo>
              </a:path>
            </a:pathLst>
          </a:custGeom>
          <a:ln w="25908">
            <a:solidFill>
              <a:srgbClr val="00AF50"/>
            </a:solidFill>
          </a:ln>
        </p:spPr>
        <p:txBody>
          <a:bodyPr wrap="square" lIns="0" tIns="0" rIns="0" bIns="0" rtlCol="0"/>
          <a:lstStyle/>
          <a:p>
            <a:endParaRPr/>
          </a:p>
        </p:txBody>
      </p:sp>
      <p:grpSp>
        <p:nvGrpSpPr>
          <p:cNvPr id="12" name="object 12"/>
          <p:cNvGrpSpPr/>
          <p:nvPr/>
        </p:nvGrpSpPr>
        <p:grpSpPr>
          <a:xfrm>
            <a:off x="4685538" y="2318130"/>
            <a:ext cx="2290445" cy="1863725"/>
            <a:chOff x="4685538" y="2318130"/>
            <a:chExt cx="2290445" cy="1863725"/>
          </a:xfrm>
        </p:grpSpPr>
        <p:sp>
          <p:nvSpPr>
            <p:cNvPr id="13" name="object 13"/>
            <p:cNvSpPr/>
            <p:nvPr/>
          </p:nvSpPr>
          <p:spPr>
            <a:xfrm>
              <a:off x="6124194" y="4161282"/>
              <a:ext cx="838200" cy="1905"/>
            </a:xfrm>
            <a:custGeom>
              <a:avLst/>
              <a:gdLst/>
              <a:ahLst/>
              <a:cxnLst/>
              <a:rect l="l" t="t" r="r" b="b"/>
              <a:pathLst>
                <a:path w="838200" h="1904">
                  <a:moveTo>
                    <a:pt x="0" y="0"/>
                  </a:moveTo>
                  <a:lnTo>
                    <a:pt x="838200" y="1524"/>
                  </a:lnTo>
                </a:path>
              </a:pathLst>
            </a:custGeom>
            <a:ln w="25908">
              <a:solidFill>
                <a:srgbClr val="00AF50"/>
              </a:solidFill>
            </a:ln>
          </p:spPr>
          <p:txBody>
            <a:bodyPr wrap="square" lIns="0" tIns="0" rIns="0" bIns="0" rtlCol="0"/>
            <a:lstStyle/>
            <a:p>
              <a:endParaRPr/>
            </a:p>
          </p:txBody>
        </p:sp>
        <p:sp>
          <p:nvSpPr>
            <p:cNvPr id="14" name="object 14"/>
            <p:cNvSpPr/>
            <p:nvPr/>
          </p:nvSpPr>
          <p:spPr>
            <a:xfrm>
              <a:off x="4685538" y="2318130"/>
              <a:ext cx="2276475" cy="120650"/>
            </a:xfrm>
            <a:custGeom>
              <a:avLst/>
              <a:gdLst/>
              <a:ahLst/>
              <a:cxnLst/>
              <a:rect l="l" t="t" r="r" b="b"/>
              <a:pathLst>
                <a:path w="2276475" h="120650">
                  <a:moveTo>
                    <a:pt x="102997" y="0"/>
                  </a:moveTo>
                  <a:lnTo>
                    <a:pt x="0" y="60071"/>
                  </a:lnTo>
                  <a:lnTo>
                    <a:pt x="102997" y="120142"/>
                  </a:lnTo>
                  <a:lnTo>
                    <a:pt x="110998" y="118110"/>
                  </a:lnTo>
                  <a:lnTo>
                    <a:pt x="114553" y="111887"/>
                  </a:lnTo>
                  <a:lnTo>
                    <a:pt x="118110" y="105791"/>
                  </a:lnTo>
                  <a:lnTo>
                    <a:pt x="116077" y="97790"/>
                  </a:lnTo>
                  <a:lnTo>
                    <a:pt x="109854" y="94234"/>
                  </a:lnTo>
                  <a:lnTo>
                    <a:pt x="73496" y="73025"/>
                  </a:lnTo>
                  <a:lnTo>
                    <a:pt x="25653" y="73025"/>
                  </a:lnTo>
                  <a:lnTo>
                    <a:pt x="25653" y="47117"/>
                  </a:lnTo>
                  <a:lnTo>
                    <a:pt x="73496" y="47117"/>
                  </a:lnTo>
                  <a:lnTo>
                    <a:pt x="109854" y="25908"/>
                  </a:lnTo>
                  <a:lnTo>
                    <a:pt x="116077" y="22352"/>
                  </a:lnTo>
                  <a:lnTo>
                    <a:pt x="118110" y="14351"/>
                  </a:lnTo>
                  <a:lnTo>
                    <a:pt x="114553" y="8255"/>
                  </a:lnTo>
                  <a:lnTo>
                    <a:pt x="110998" y="2032"/>
                  </a:lnTo>
                  <a:lnTo>
                    <a:pt x="102997" y="0"/>
                  </a:lnTo>
                  <a:close/>
                </a:path>
                <a:path w="2276475" h="120650">
                  <a:moveTo>
                    <a:pt x="73496" y="47117"/>
                  </a:moveTo>
                  <a:lnTo>
                    <a:pt x="25653" y="47117"/>
                  </a:lnTo>
                  <a:lnTo>
                    <a:pt x="25653" y="73025"/>
                  </a:lnTo>
                  <a:lnTo>
                    <a:pt x="73496" y="73025"/>
                  </a:lnTo>
                  <a:lnTo>
                    <a:pt x="70448" y="71247"/>
                  </a:lnTo>
                  <a:lnTo>
                    <a:pt x="32131" y="71247"/>
                  </a:lnTo>
                  <a:lnTo>
                    <a:pt x="32131" y="48895"/>
                  </a:lnTo>
                  <a:lnTo>
                    <a:pt x="70448" y="48895"/>
                  </a:lnTo>
                  <a:lnTo>
                    <a:pt x="73496" y="47117"/>
                  </a:lnTo>
                  <a:close/>
                </a:path>
                <a:path w="2276475" h="120650">
                  <a:moveTo>
                    <a:pt x="2276475" y="47117"/>
                  </a:moveTo>
                  <a:lnTo>
                    <a:pt x="73496" y="47117"/>
                  </a:lnTo>
                  <a:lnTo>
                    <a:pt x="51289" y="60071"/>
                  </a:lnTo>
                  <a:lnTo>
                    <a:pt x="73496" y="73025"/>
                  </a:lnTo>
                  <a:lnTo>
                    <a:pt x="2276475" y="73025"/>
                  </a:lnTo>
                  <a:lnTo>
                    <a:pt x="2276475" y="47117"/>
                  </a:lnTo>
                  <a:close/>
                </a:path>
                <a:path w="2276475" h="120650">
                  <a:moveTo>
                    <a:pt x="32131" y="48895"/>
                  </a:moveTo>
                  <a:lnTo>
                    <a:pt x="32131" y="71247"/>
                  </a:lnTo>
                  <a:lnTo>
                    <a:pt x="51289" y="60071"/>
                  </a:lnTo>
                  <a:lnTo>
                    <a:pt x="32131" y="48895"/>
                  </a:lnTo>
                  <a:close/>
                </a:path>
                <a:path w="2276475" h="120650">
                  <a:moveTo>
                    <a:pt x="51289" y="60071"/>
                  </a:moveTo>
                  <a:lnTo>
                    <a:pt x="32131" y="71247"/>
                  </a:lnTo>
                  <a:lnTo>
                    <a:pt x="70448" y="71247"/>
                  </a:lnTo>
                  <a:lnTo>
                    <a:pt x="51289" y="60071"/>
                  </a:lnTo>
                  <a:close/>
                </a:path>
                <a:path w="2276475" h="120650">
                  <a:moveTo>
                    <a:pt x="70448" y="48895"/>
                  </a:moveTo>
                  <a:lnTo>
                    <a:pt x="32131" y="48895"/>
                  </a:lnTo>
                  <a:lnTo>
                    <a:pt x="51289" y="60071"/>
                  </a:lnTo>
                  <a:lnTo>
                    <a:pt x="70448" y="48895"/>
                  </a:lnTo>
                  <a:close/>
                </a:path>
              </a:pathLst>
            </a:custGeom>
            <a:solidFill>
              <a:srgbClr val="00AF50"/>
            </a:solidFill>
          </p:spPr>
          <p:txBody>
            <a:bodyPr wrap="square" lIns="0" tIns="0" rIns="0" bIns="0" rtlCol="0"/>
            <a:lstStyle/>
            <a:p>
              <a:endParaRPr/>
            </a:p>
          </p:txBody>
        </p:sp>
        <p:sp>
          <p:nvSpPr>
            <p:cNvPr id="15" name="object 15"/>
            <p:cNvSpPr/>
            <p:nvPr/>
          </p:nvSpPr>
          <p:spPr>
            <a:xfrm>
              <a:off x="6960870" y="2378201"/>
              <a:ext cx="1905" cy="1790700"/>
            </a:xfrm>
            <a:custGeom>
              <a:avLst/>
              <a:gdLst/>
              <a:ahLst/>
              <a:cxnLst/>
              <a:rect l="l" t="t" r="r" b="b"/>
              <a:pathLst>
                <a:path w="1904" h="1790700">
                  <a:moveTo>
                    <a:pt x="0" y="1790700"/>
                  </a:moveTo>
                  <a:lnTo>
                    <a:pt x="1650" y="0"/>
                  </a:lnTo>
                </a:path>
              </a:pathLst>
            </a:custGeom>
            <a:ln w="25908">
              <a:solidFill>
                <a:srgbClr val="00AF50"/>
              </a:solidFill>
            </a:ln>
          </p:spPr>
          <p:txBody>
            <a:bodyPr wrap="square" lIns="0" tIns="0" rIns="0" bIns="0" rtlCol="0"/>
            <a:lstStyle/>
            <a:p>
              <a:endParaRPr/>
            </a:p>
          </p:txBody>
        </p:sp>
      </p:grpSp>
      <p:sp>
        <p:nvSpPr>
          <p:cNvPr id="16" name="object 16"/>
          <p:cNvSpPr/>
          <p:nvPr/>
        </p:nvSpPr>
        <p:spPr>
          <a:xfrm>
            <a:off x="5642609" y="4918709"/>
            <a:ext cx="152400" cy="1009015"/>
          </a:xfrm>
          <a:custGeom>
            <a:avLst/>
            <a:gdLst/>
            <a:ahLst/>
            <a:cxnLst/>
            <a:rect l="l" t="t" r="r" b="b"/>
            <a:pathLst>
              <a:path w="152400" h="1009014">
                <a:moveTo>
                  <a:pt x="0" y="1007363"/>
                </a:moveTo>
                <a:lnTo>
                  <a:pt x="152400" y="1008951"/>
                </a:lnTo>
              </a:path>
              <a:path w="152400" h="1009014">
                <a:moveTo>
                  <a:pt x="152400" y="1007808"/>
                </a:moveTo>
                <a:lnTo>
                  <a:pt x="152400" y="0"/>
                </a:lnTo>
              </a:path>
            </a:pathLst>
          </a:custGeom>
          <a:ln w="25908">
            <a:solidFill>
              <a:srgbClr val="00AF50"/>
            </a:solidFill>
          </a:ln>
        </p:spPr>
        <p:txBody>
          <a:bodyPr wrap="square" lIns="0" tIns="0" rIns="0" bIns="0" rtlCol="0"/>
          <a:lstStyle/>
          <a:p>
            <a:endParaRPr/>
          </a:p>
        </p:txBody>
      </p:sp>
      <p:sp>
        <p:nvSpPr>
          <p:cNvPr id="17" name="object 17"/>
          <p:cNvSpPr/>
          <p:nvPr/>
        </p:nvSpPr>
        <p:spPr>
          <a:xfrm>
            <a:off x="5185409" y="4858892"/>
            <a:ext cx="533400" cy="120650"/>
          </a:xfrm>
          <a:custGeom>
            <a:avLst/>
            <a:gdLst/>
            <a:ahLst/>
            <a:cxnLst/>
            <a:rect l="l" t="t" r="r" b="b"/>
            <a:pathLst>
              <a:path w="533400" h="120650">
                <a:moveTo>
                  <a:pt x="103250" y="0"/>
                </a:moveTo>
                <a:lnTo>
                  <a:pt x="0" y="59816"/>
                </a:lnTo>
                <a:lnTo>
                  <a:pt x="102869" y="120268"/>
                </a:lnTo>
                <a:lnTo>
                  <a:pt x="110743" y="118236"/>
                </a:lnTo>
                <a:lnTo>
                  <a:pt x="114426" y="112013"/>
                </a:lnTo>
                <a:lnTo>
                  <a:pt x="117982" y="105790"/>
                </a:lnTo>
                <a:lnTo>
                  <a:pt x="115950" y="97916"/>
                </a:lnTo>
                <a:lnTo>
                  <a:pt x="109854" y="94233"/>
                </a:lnTo>
                <a:lnTo>
                  <a:pt x="73666" y="73030"/>
                </a:lnTo>
                <a:lnTo>
                  <a:pt x="25653" y="72897"/>
                </a:lnTo>
                <a:lnTo>
                  <a:pt x="25653" y="46989"/>
                </a:lnTo>
                <a:lnTo>
                  <a:pt x="73797" y="46989"/>
                </a:lnTo>
                <a:lnTo>
                  <a:pt x="109981" y="26034"/>
                </a:lnTo>
                <a:lnTo>
                  <a:pt x="116204" y="22351"/>
                </a:lnTo>
                <a:lnTo>
                  <a:pt x="118363" y="14477"/>
                </a:lnTo>
                <a:lnTo>
                  <a:pt x="114680" y="8254"/>
                </a:lnTo>
                <a:lnTo>
                  <a:pt x="111125" y="2158"/>
                </a:lnTo>
                <a:lnTo>
                  <a:pt x="103250" y="0"/>
                </a:lnTo>
                <a:close/>
              </a:path>
              <a:path w="533400" h="120650">
                <a:moveTo>
                  <a:pt x="73570" y="47121"/>
                </a:moveTo>
                <a:lnTo>
                  <a:pt x="51380" y="59972"/>
                </a:lnTo>
                <a:lnTo>
                  <a:pt x="73666" y="73030"/>
                </a:lnTo>
                <a:lnTo>
                  <a:pt x="533400" y="74294"/>
                </a:lnTo>
                <a:lnTo>
                  <a:pt x="533400" y="48386"/>
                </a:lnTo>
                <a:lnTo>
                  <a:pt x="73570" y="47121"/>
                </a:lnTo>
                <a:close/>
              </a:path>
              <a:path w="533400" h="120650">
                <a:moveTo>
                  <a:pt x="25653" y="46989"/>
                </a:moveTo>
                <a:lnTo>
                  <a:pt x="25653" y="72897"/>
                </a:lnTo>
                <a:lnTo>
                  <a:pt x="73666" y="73030"/>
                </a:lnTo>
                <a:lnTo>
                  <a:pt x="70406" y="71119"/>
                </a:lnTo>
                <a:lnTo>
                  <a:pt x="32130" y="71119"/>
                </a:lnTo>
                <a:lnTo>
                  <a:pt x="32257" y="48767"/>
                </a:lnTo>
                <a:lnTo>
                  <a:pt x="70727" y="48767"/>
                </a:lnTo>
                <a:lnTo>
                  <a:pt x="73570" y="47121"/>
                </a:lnTo>
                <a:lnTo>
                  <a:pt x="25653" y="46989"/>
                </a:lnTo>
                <a:close/>
              </a:path>
              <a:path w="533400" h="120650">
                <a:moveTo>
                  <a:pt x="32257" y="48767"/>
                </a:moveTo>
                <a:lnTo>
                  <a:pt x="32130" y="71119"/>
                </a:lnTo>
                <a:lnTo>
                  <a:pt x="51380" y="59972"/>
                </a:lnTo>
                <a:lnTo>
                  <a:pt x="32257" y="48767"/>
                </a:lnTo>
                <a:close/>
              </a:path>
              <a:path w="533400" h="120650">
                <a:moveTo>
                  <a:pt x="51380" y="59972"/>
                </a:moveTo>
                <a:lnTo>
                  <a:pt x="32130" y="71119"/>
                </a:lnTo>
                <a:lnTo>
                  <a:pt x="70406" y="71119"/>
                </a:lnTo>
                <a:lnTo>
                  <a:pt x="51380" y="59972"/>
                </a:lnTo>
                <a:close/>
              </a:path>
              <a:path w="533400" h="120650">
                <a:moveTo>
                  <a:pt x="70727" y="48767"/>
                </a:moveTo>
                <a:lnTo>
                  <a:pt x="32257" y="48767"/>
                </a:lnTo>
                <a:lnTo>
                  <a:pt x="51380" y="59972"/>
                </a:lnTo>
                <a:lnTo>
                  <a:pt x="70727" y="48767"/>
                </a:lnTo>
                <a:close/>
              </a:path>
              <a:path w="533400" h="120650">
                <a:moveTo>
                  <a:pt x="73797" y="46989"/>
                </a:moveTo>
                <a:lnTo>
                  <a:pt x="25653" y="46989"/>
                </a:lnTo>
                <a:lnTo>
                  <a:pt x="73570" y="47121"/>
                </a:lnTo>
                <a:lnTo>
                  <a:pt x="73797" y="46989"/>
                </a:lnTo>
                <a:close/>
              </a:path>
            </a:pathLst>
          </a:custGeom>
          <a:solidFill>
            <a:srgbClr val="00AF50"/>
          </a:solidFill>
        </p:spPr>
        <p:txBody>
          <a:bodyPr wrap="square" lIns="0" tIns="0" rIns="0" bIns="0" rtlCol="0"/>
          <a:lstStyle/>
          <a:p>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58951"/>
            <a:ext cx="3444240" cy="5331460"/>
          </a:xfrm>
          <a:custGeom>
            <a:avLst/>
            <a:gdLst/>
            <a:ahLst/>
            <a:cxnLst/>
            <a:rect l="l" t="t" r="r" b="b"/>
            <a:pathLst>
              <a:path w="3444240" h="5331460">
                <a:moveTo>
                  <a:pt x="3444240" y="0"/>
                </a:moveTo>
                <a:lnTo>
                  <a:pt x="0" y="0"/>
                </a:lnTo>
                <a:lnTo>
                  <a:pt x="0" y="5330952"/>
                </a:lnTo>
                <a:lnTo>
                  <a:pt x="3444240" y="5330952"/>
                </a:lnTo>
                <a:lnTo>
                  <a:pt x="3444240" y="0"/>
                </a:lnTo>
                <a:close/>
              </a:path>
            </a:pathLst>
          </a:custGeom>
          <a:solidFill>
            <a:srgbClr val="40B9D2"/>
          </a:solidFill>
        </p:spPr>
        <p:txBody>
          <a:bodyPr wrap="square" lIns="0" tIns="0" rIns="0" bIns="0" rtlCol="0"/>
          <a:lstStyle/>
          <a:p>
            <a:endParaRPr/>
          </a:p>
        </p:txBody>
      </p:sp>
      <p:sp>
        <p:nvSpPr>
          <p:cNvPr id="3" name="object 3"/>
          <p:cNvSpPr/>
          <p:nvPr/>
        </p:nvSpPr>
        <p:spPr>
          <a:xfrm>
            <a:off x="11815571" y="758951"/>
            <a:ext cx="376555" cy="5331460"/>
          </a:xfrm>
          <a:custGeom>
            <a:avLst/>
            <a:gdLst/>
            <a:ahLst/>
            <a:cxnLst/>
            <a:rect l="l" t="t" r="r" b="b"/>
            <a:pathLst>
              <a:path w="376554" h="5331460">
                <a:moveTo>
                  <a:pt x="376427" y="0"/>
                </a:moveTo>
                <a:lnTo>
                  <a:pt x="0" y="0"/>
                </a:lnTo>
                <a:lnTo>
                  <a:pt x="0" y="5330952"/>
                </a:lnTo>
                <a:lnTo>
                  <a:pt x="376427" y="5330952"/>
                </a:lnTo>
                <a:lnTo>
                  <a:pt x="376427" y="0"/>
                </a:lnTo>
                <a:close/>
              </a:path>
            </a:pathLst>
          </a:custGeom>
          <a:solidFill>
            <a:srgbClr val="C7C7C7">
              <a:alpha val="49803"/>
            </a:srgbClr>
          </a:solidFill>
        </p:spPr>
        <p:txBody>
          <a:bodyPr wrap="square" lIns="0" tIns="0" rIns="0" bIns="0" rtlCol="0"/>
          <a:lstStyle/>
          <a:p>
            <a:endParaRPr/>
          </a:p>
        </p:txBody>
      </p:sp>
      <p:sp>
        <p:nvSpPr>
          <p:cNvPr id="4" name="object 4"/>
          <p:cNvSpPr txBox="1"/>
          <p:nvPr/>
        </p:nvSpPr>
        <p:spPr>
          <a:xfrm>
            <a:off x="0" y="758951"/>
            <a:ext cx="3444240" cy="1755775"/>
          </a:xfrm>
          <a:prstGeom prst="rect">
            <a:avLst/>
          </a:prstGeom>
          <a:solidFill>
            <a:srgbClr val="40B9D2"/>
          </a:solidFill>
        </p:spPr>
        <p:txBody>
          <a:bodyPr vert="horz" wrap="square" lIns="0" tIns="5715" rIns="0" bIns="0" rtlCol="0">
            <a:spAutoFit/>
          </a:bodyPr>
          <a:lstStyle/>
          <a:p>
            <a:pPr marL="91440" marR="299085">
              <a:lnSpc>
                <a:spcPts val="3460"/>
              </a:lnSpc>
              <a:spcBef>
                <a:spcPts val="45"/>
              </a:spcBef>
            </a:pPr>
            <a:r>
              <a:rPr sz="3200" b="1" spc="-150" dirty="0">
                <a:solidFill>
                  <a:srgbClr val="FFFFFF"/>
                </a:solidFill>
                <a:latin typeface="Cambria"/>
                <a:cs typeface="Cambria"/>
              </a:rPr>
              <a:t>Top</a:t>
            </a:r>
            <a:r>
              <a:rPr sz="3200" b="1" spc="-110" dirty="0">
                <a:solidFill>
                  <a:srgbClr val="FFFFFF"/>
                </a:solidFill>
                <a:latin typeface="Cambria"/>
                <a:cs typeface="Cambria"/>
              </a:rPr>
              <a:t> </a:t>
            </a:r>
            <a:r>
              <a:rPr sz="3200" b="1" spc="-85" dirty="0">
                <a:solidFill>
                  <a:srgbClr val="FFFFFF"/>
                </a:solidFill>
                <a:latin typeface="Cambria"/>
                <a:cs typeface="Cambria"/>
              </a:rPr>
              <a:t>down</a:t>
            </a:r>
            <a:r>
              <a:rPr sz="3200" b="1" spc="-95" dirty="0">
                <a:solidFill>
                  <a:srgbClr val="FFFFFF"/>
                </a:solidFill>
                <a:latin typeface="Cambria"/>
                <a:cs typeface="Cambria"/>
              </a:rPr>
              <a:t> </a:t>
            </a:r>
            <a:r>
              <a:rPr sz="3200" b="1" spc="-45" dirty="0">
                <a:solidFill>
                  <a:srgbClr val="FFFFFF"/>
                </a:solidFill>
                <a:latin typeface="Cambria"/>
                <a:cs typeface="Cambria"/>
              </a:rPr>
              <a:t>parser </a:t>
            </a:r>
            <a:r>
              <a:rPr sz="3200" b="1" spc="-10" dirty="0">
                <a:solidFill>
                  <a:srgbClr val="FFFFFF"/>
                </a:solidFill>
                <a:latin typeface="Cambria"/>
                <a:cs typeface="Cambria"/>
              </a:rPr>
              <a:t>without backtracking</a:t>
            </a:r>
            <a:endParaRPr sz="3200">
              <a:latin typeface="Cambria"/>
              <a:cs typeface="Cambria"/>
            </a:endParaRPr>
          </a:p>
          <a:p>
            <a:pPr marL="91440">
              <a:lnSpc>
                <a:spcPts val="3400"/>
              </a:lnSpc>
            </a:pPr>
            <a:r>
              <a:rPr sz="3200" b="1" spc="-10" dirty="0">
                <a:solidFill>
                  <a:srgbClr val="FFFFFF"/>
                </a:solidFill>
                <a:latin typeface="Cambria"/>
                <a:cs typeface="Cambria"/>
              </a:rPr>
              <a:t>Example:</a:t>
            </a:r>
            <a:endParaRPr sz="3200">
              <a:latin typeface="Cambria"/>
              <a:cs typeface="Cambria"/>
            </a:endParaRPr>
          </a:p>
        </p:txBody>
      </p:sp>
      <p:graphicFrame>
        <p:nvGraphicFramePr>
          <p:cNvPr id="5" name="object 5"/>
          <p:cNvGraphicFramePr>
            <a:graphicFrameLocks noGrp="1"/>
          </p:cNvGraphicFramePr>
          <p:nvPr/>
        </p:nvGraphicFramePr>
        <p:xfrm>
          <a:off x="3712083" y="272390"/>
          <a:ext cx="5866763" cy="6271259"/>
        </p:xfrm>
        <a:graphic>
          <a:graphicData uri="http://schemas.openxmlformats.org/drawingml/2006/table">
            <a:tbl>
              <a:tblPr firstRow="1" bandRow="1">
                <a:tableStyleId>{2D5ABB26-0587-4C30-8999-92F81FD0307C}</a:tableStyleId>
              </a:tblPr>
              <a:tblGrid>
                <a:gridCol w="2471420">
                  <a:extLst>
                    <a:ext uri="{9D8B030D-6E8A-4147-A177-3AD203B41FA5}">
                      <a16:colId xmlns:a16="http://schemas.microsoft.com/office/drawing/2014/main" val="20000"/>
                    </a:ext>
                  </a:extLst>
                </a:gridCol>
                <a:gridCol w="1650364">
                  <a:extLst>
                    <a:ext uri="{9D8B030D-6E8A-4147-A177-3AD203B41FA5}">
                      <a16:colId xmlns:a16="http://schemas.microsoft.com/office/drawing/2014/main" val="20001"/>
                    </a:ext>
                  </a:extLst>
                </a:gridCol>
                <a:gridCol w="1744979">
                  <a:extLst>
                    <a:ext uri="{9D8B030D-6E8A-4147-A177-3AD203B41FA5}">
                      <a16:colId xmlns:a16="http://schemas.microsoft.com/office/drawing/2014/main" val="20002"/>
                    </a:ext>
                  </a:extLst>
                </a:gridCol>
              </a:tblGrid>
              <a:tr h="361950">
                <a:tc>
                  <a:txBody>
                    <a:bodyPr/>
                    <a:lstStyle/>
                    <a:p>
                      <a:pPr marL="31750">
                        <a:lnSpc>
                          <a:spcPts val="2305"/>
                        </a:lnSpc>
                      </a:pPr>
                      <a:r>
                        <a:rPr sz="2000" b="1" spc="-25" dirty="0">
                          <a:latin typeface="Cambria"/>
                          <a:cs typeface="Cambria"/>
                        </a:rPr>
                        <a:t>CSF</a:t>
                      </a:r>
                      <a:endParaRPr sz="2000">
                        <a:latin typeface="Cambria"/>
                        <a:cs typeface="Cambria"/>
                      </a:endParaRPr>
                    </a:p>
                  </a:txBody>
                  <a:tcPr marL="0" marR="0" marT="0" marB="0"/>
                </a:tc>
                <a:tc>
                  <a:txBody>
                    <a:bodyPr/>
                    <a:lstStyle/>
                    <a:p>
                      <a:pPr marL="304165">
                        <a:lnSpc>
                          <a:spcPts val="2305"/>
                        </a:lnSpc>
                      </a:pPr>
                      <a:r>
                        <a:rPr sz="2000" b="1" spc="-10" dirty="0">
                          <a:latin typeface="Cambria"/>
                          <a:cs typeface="Cambria"/>
                        </a:rPr>
                        <a:t>Symbol</a:t>
                      </a:r>
                      <a:endParaRPr sz="2000">
                        <a:latin typeface="Cambria"/>
                        <a:cs typeface="Cambria"/>
                      </a:endParaRPr>
                    </a:p>
                  </a:txBody>
                  <a:tcPr marL="0" marR="0" marT="0" marB="0"/>
                </a:tc>
                <a:tc>
                  <a:txBody>
                    <a:bodyPr/>
                    <a:lstStyle/>
                    <a:p>
                      <a:pPr marL="483234">
                        <a:lnSpc>
                          <a:spcPts val="2305"/>
                        </a:lnSpc>
                      </a:pPr>
                      <a:r>
                        <a:rPr sz="2000" b="1" spc="-10" dirty="0">
                          <a:latin typeface="Cambria"/>
                          <a:cs typeface="Cambria"/>
                        </a:rPr>
                        <a:t>Prediction</a:t>
                      </a:r>
                      <a:endParaRPr sz="2000">
                        <a:latin typeface="Cambria"/>
                        <a:cs typeface="Cambria"/>
                      </a:endParaRPr>
                    </a:p>
                  </a:txBody>
                  <a:tcPr marL="0" marR="0" marT="0" marB="0"/>
                </a:tc>
                <a:extLst>
                  <a:ext uri="{0D108BD9-81ED-4DB2-BD59-A6C34878D82A}">
                    <a16:rowId xmlns:a16="http://schemas.microsoft.com/office/drawing/2014/main" val="10000"/>
                  </a:ext>
                </a:extLst>
              </a:tr>
              <a:tr h="426720">
                <a:tc>
                  <a:txBody>
                    <a:bodyPr/>
                    <a:lstStyle/>
                    <a:p>
                      <a:pPr marL="31750">
                        <a:lnSpc>
                          <a:spcPct val="100000"/>
                        </a:lnSpc>
                        <a:spcBef>
                          <a:spcPts val="409"/>
                        </a:spcBef>
                      </a:pPr>
                      <a:r>
                        <a:rPr sz="2000" spc="-50" dirty="0">
                          <a:latin typeface="Cambria"/>
                          <a:cs typeface="Cambria"/>
                        </a:rPr>
                        <a:t>E</a:t>
                      </a:r>
                      <a:endParaRPr sz="2000">
                        <a:latin typeface="Cambria"/>
                        <a:cs typeface="Cambria"/>
                      </a:endParaRPr>
                    </a:p>
                  </a:txBody>
                  <a:tcPr marL="0" marR="0" marT="52069" marB="0"/>
                </a:tc>
                <a:tc>
                  <a:txBody>
                    <a:bodyPr/>
                    <a:lstStyle/>
                    <a:p>
                      <a:pPr marL="304165">
                        <a:lnSpc>
                          <a:spcPct val="100000"/>
                        </a:lnSpc>
                        <a:spcBef>
                          <a:spcPts val="409"/>
                        </a:spcBef>
                      </a:pPr>
                      <a:r>
                        <a:rPr sz="2000" spc="-20" dirty="0">
                          <a:latin typeface="Cambria"/>
                          <a:cs typeface="Cambria"/>
                        </a:rPr>
                        <a:t>&lt;id&gt;</a:t>
                      </a:r>
                      <a:endParaRPr sz="2000">
                        <a:latin typeface="Cambria"/>
                        <a:cs typeface="Cambria"/>
                      </a:endParaRPr>
                    </a:p>
                  </a:txBody>
                  <a:tcPr marL="0" marR="0" marT="52069" marB="0"/>
                </a:tc>
                <a:tc>
                  <a:txBody>
                    <a:bodyPr/>
                    <a:lstStyle/>
                    <a:p>
                      <a:pPr marL="483234">
                        <a:lnSpc>
                          <a:spcPct val="100000"/>
                        </a:lnSpc>
                        <a:spcBef>
                          <a:spcPts val="409"/>
                        </a:spcBef>
                      </a:pPr>
                      <a:r>
                        <a:rPr sz="2000" dirty="0">
                          <a:latin typeface="Cambria"/>
                          <a:cs typeface="Cambria"/>
                        </a:rPr>
                        <a:t>E</a:t>
                      </a:r>
                      <a:r>
                        <a:rPr sz="2000" dirty="0">
                          <a:latin typeface="Wingdings"/>
                          <a:cs typeface="Wingdings"/>
                        </a:rPr>
                        <a:t></a:t>
                      </a:r>
                      <a:r>
                        <a:rPr sz="2000" spc="-70" dirty="0">
                          <a:latin typeface="Times New Roman"/>
                          <a:cs typeface="Times New Roman"/>
                        </a:rPr>
                        <a:t> </a:t>
                      </a:r>
                      <a:r>
                        <a:rPr sz="2000" spc="-25" dirty="0">
                          <a:latin typeface="Cambria"/>
                          <a:cs typeface="Cambria"/>
                        </a:rPr>
                        <a:t>TE’</a:t>
                      </a:r>
                      <a:endParaRPr sz="2000">
                        <a:latin typeface="Cambria"/>
                        <a:cs typeface="Cambria"/>
                      </a:endParaRPr>
                    </a:p>
                  </a:txBody>
                  <a:tcPr marL="0" marR="0" marT="52069" marB="0"/>
                </a:tc>
                <a:extLst>
                  <a:ext uri="{0D108BD9-81ED-4DB2-BD59-A6C34878D82A}">
                    <a16:rowId xmlns:a16="http://schemas.microsoft.com/office/drawing/2014/main" val="10001"/>
                  </a:ext>
                </a:extLst>
              </a:tr>
              <a:tr h="426720">
                <a:tc>
                  <a:txBody>
                    <a:bodyPr/>
                    <a:lstStyle/>
                    <a:p>
                      <a:pPr marL="31750">
                        <a:lnSpc>
                          <a:spcPct val="100000"/>
                        </a:lnSpc>
                        <a:spcBef>
                          <a:spcPts val="409"/>
                        </a:spcBef>
                      </a:pPr>
                      <a:r>
                        <a:rPr sz="2000" spc="-25" dirty="0">
                          <a:latin typeface="Cambria"/>
                          <a:cs typeface="Cambria"/>
                        </a:rPr>
                        <a:t>TE’</a:t>
                      </a:r>
                      <a:endParaRPr sz="2000">
                        <a:latin typeface="Cambria"/>
                        <a:cs typeface="Cambria"/>
                      </a:endParaRPr>
                    </a:p>
                  </a:txBody>
                  <a:tcPr marL="0" marR="0" marT="52069" marB="0"/>
                </a:tc>
                <a:tc>
                  <a:txBody>
                    <a:bodyPr/>
                    <a:lstStyle/>
                    <a:p>
                      <a:pPr marL="304165">
                        <a:lnSpc>
                          <a:spcPct val="100000"/>
                        </a:lnSpc>
                        <a:spcBef>
                          <a:spcPts val="409"/>
                        </a:spcBef>
                      </a:pPr>
                      <a:r>
                        <a:rPr sz="2000" spc="-20" dirty="0">
                          <a:latin typeface="Cambria"/>
                          <a:cs typeface="Cambria"/>
                        </a:rPr>
                        <a:t>&lt;id&gt;</a:t>
                      </a:r>
                      <a:endParaRPr sz="2000">
                        <a:latin typeface="Cambria"/>
                        <a:cs typeface="Cambria"/>
                      </a:endParaRPr>
                    </a:p>
                  </a:txBody>
                  <a:tcPr marL="0" marR="0" marT="52069" marB="0"/>
                </a:tc>
                <a:tc>
                  <a:txBody>
                    <a:bodyPr/>
                    <a:lstStyle/>
                    <a:p>
                      <a:pPr marL="483234">
                        <a:lnSpc>
                          <a:spcPct val="100000"/>
                        </a:lnSpc>
                        <a:spcBef>
                          <a:spcPts val="409"/>
                        </a:spcBef>
                      </a:pPr>
                      <a:r>
                        <a:rPr sz="2000" dirty="0">
                          <a:latin typeface="Cambria"/>
                          <a:cs typeface="Cambria"/>
                        </a:rPr>
                        <a:t>T</a:t>
                      </a:r>
                      <a:r>
                        <a:rPr sz="2000" dirty="0">
                          <a:latin typeface="Wingdings"/>
                          <a:cs typeface="Wingdings"/>
                        </a:rPr>
                        <a:t></a:t>
                      </a:r>
                      <a:r>
                        <a:rPr sz="2000" spc="-65" dirty="0">
                          <a:latin typeface="Times New Roman"/>
                          <a:cs typeface="Times New Roman"/>
                        </a:rPr>
                        <a:t> </a:t>
                      </a:r>
                      <a:r>
                        <a:rPr sz="2000" spc="-25" dirty="0">
                          <a:latin typeface="Cambria"/>
                          <a:cs typeface="Cambria"/>
                        </a:rPr>
                        <a:t>VT’</a:t>
                      </a:r>
                      <a:endParaRPr sz="2000">
                        <a:latin typeface="Cambria"/>
                        <a:cs typeface="Cambria"/>
                      </a:endParaRPr>
                    </a:p>
                  </a:txBody>
                  <a:tcPr marL="0" marR="0" marT="52069" marB="0"/>
                </a:tc>
                <a:extLst>
                  <a:ext uri="{0D108BD9-81ED-4DB2-BD59-A6C34878D82A}">
                    <a16:rowId xmlns:a16="http://schemas.microsoft.com/office/drawing/2014/main" val="10002"/>
                  </a:ext>
                </a:extLst>
              </a:tr>
              <a:tr h="419100">
                <a:tc>
                  <a:txBody>
                    <a:bodyPr/>
                    <a:lstStyle/>
                    <a:p>
                      <a:pPr marL="31750">
                        <a:lnSpc>
                          <a:spcPct val="100000"/>
                        </a:lnSpc>
                        <a:spcBef>
                          <a:spcPts val="409"/>
                        </a:spcBef>
                      </a:pPr>
                      <a:r>
                        <a:rPr sz="2000" spc="-10" dirty="0">
                          <a:latin typeface="Cambria"/>
                          <a:cs typeface="Cambria"/>
                        </a:rPr>
                        <a:t>VT’E’</a:t>
                      </a:r>
                      <a:endParaRPr sz="2000">
                        <a:latin typeface="Cambria"/>
                        <a:cs typeface="Cambria"/>
                      </a:endParaRPr>
                    </a:p>
                  </a:txBody>
                  <a:tcPr marL="0" marR="0" marT="52069" marB="0"/>
                </a:tc>
                <a:tc>
                  <a:txBody>
                    <a:bodyPr/>
                    <a:lstStyle/>
                    <a:p>
                      <a:pPr marL="304165">
                        <a:lnSpc>
                          <a:spcPct val="100000"/>
                        </a:lnSpc>
                        <a:spcBef>
                          <a:spcPts val="409"/>
                        </a:spcBef>
                      </a:pPr>
                      <a:r>
                        <a:rPr sz="2000" spc="-20" dirty="0">
                          <a:latin typeface="Cambria"/>
                          <a:cs typeface="Cambria"/>
                        </a:rPr>
                        <a:t>&lt;id&gt;</a:t>
                      </a:r>
                      <a:endParaRPr sz="2000">
                        <a:latin typeface="Cambria"/>
                        <a:cs typeface="Cambria"/>
                      </a:endParaRPr>
                    </a:p>
                  </a:txBody>
                  <a:tcPr marL="0" marR="0" marT="52069" marB="0"/>
                </a:tc>
                <a:tc>
                  <a:txBody>
                    <a:bodyPr/>
                    <a:lstStyle/>
                    <a:p>
                      <a:pPr marL="483234">
                        <a:lnSpc>
                          <a:spcPct val="100000"/>
                        </a:lnSpc>
                        <a:spcBef>
                          <a:spcPts val="409"/>
                        </a:spcBef>
                      </a:pPr>
                      <a:r>
                        <a:rPr sz="2000" spc="-10" dirty="0">
                          <a:latin typeface="Cambria"/>
                          <a:cs typeface="Cambria"/>
                        </a:rPr>
                        <a:t>V</a:t>
                      </a:r>
                      <a:r>
                        <a:rPr sz="2000" spc="-10" dirty="0">
                          <a:latin typeface="Wingdings"/>
                          <a:cs typeface="Wingdings"/>
                        </a:rPr>
                        <a:t></a:t>
                      </a:r>
                      <a:r>
                        <a:rPr sz="2000" spc="-10" dirty="0">
                          <a:latin typeface="Cambria"/>
                          <a:cs typeface="Cambria"/>
                        </a:rPr>
                        <a:t>&lt;id&gt;</a:t>
                      </a:r>
                      <a:endParaRPr sz="2000">
                        <a:latin typeface="Cambria"/>
                        <a:cs typeface="Cambria"/>
                      </a:endParaRPr>
                    </a:p>
                  </a:txBody>
                  <a:tcPr marL="0" marR="0" marT="52069" marB="0"/>
                </a:tc>
                <a:extLst>
                  <a:ext uri="{0D108BD9-81ED-4DB2-BD59-A6C34878D82A}">
                    <a16:rowId xmlns:a16="http://schemas.microsoft.com/office/drawing/2014/main" val="10003"/>
                  </a:ext>
                </a:extLst>
              </a:tr>
              <a:tr h="433705">
                <a:tc>
                  <a:txBody>
                    <a:bodyPr/>
                    <a:lstStyle/>
                    <a:p>
                      <a:pPr marL="31750">
                        <a:lnSpc>
                          <a:spcPct val="100000"/>
                        </a:lnSpc>
                        <a:spcBef>
                          <a:spcPts val="464"/>
                        </a:spcBef>
                      </a:pPr>
                      <a:r>
                        <a:rPr sz="2000" spc="-10" dirty="0">
                          <a:solidFill>
                            <a:srgbClr val="FF0000"/>
                          </a:solidFill>
                          <a:latin typeface="Cambria"/>
                          <a:cs typeface="Cambria"/>
                        </a:rPr>
                        <a:t>&lt;id&gt;</a:t>
                      </a:r>
                      <a:r>
                        <a:rPr sz="2000" spc="-10" dirty="0">
                          <a:latin typeface="Cambria"/>
                          <a:cs typeface="Cambria"/>
                        </a:rPr>
                        <a:t>T’E’</a:t>
                      </a:r>
                      <a:endParaRPr sz="2000">
                        <a:latin typeface="Cambria"/>
                        <a:cs typeface="Cambria"/>
                      </a:endParaRPr>
                    </a:p>
                  </a:txBody>
                  <a:tcPr marL="0" marR="0" marT="59054" marB="0"/>
                </a:tc>
                <a:tc>
                  <a:txBody>
                    <a:bodyPr/>
                    <a:lstStyle/>
                    <a:p>
                      <a:pPr marL="304165">
                        <a:lnSpc>
                          <a:spcPct val="100000"/>
                        </a:lnSpc>
                        <a:spcBef>
                          <a:spcPts val="464"/>
                        </a:spcBef>
                      </a:pPr>
                      <a:r>
                        <a:rPr sz="2000" spc="-50" dirty="0">
                          <a:latin typeface="Cambria"/>
                          <a:cs typeface="Cambria"/>
                        </a:rPr>
                        <a:t>+</a:t>
                      </a:r>
                      <a:endParaRPr sz="2000">
                        <a:latin typeface="Cambria"/>
                        <a:cs typeface="Cambria"/>
                      </a:endParaRPr>
                    </a:p>
                  </a:txBody>
                  <a:tcPr marL="0" marR="0" marT="59054" marB="0"/>
                </a:tc>
                <a:tc>
                  <a:txBody>
                    <a:bodyPr/>
                    <a:lstStyle/>
                    <a:p>
                      <a:pPr marL="483234">
                        <a:lnSpc>
                          <a:spcPct val="100000"/>
                        </a:lnSpc>
                        <a:spcBef>
                          <a:spcPts val="464"/>
                        </a:spcBef>
                      </a:pPr>
                      <a:r>
                        <a:rPr sz="2000" spc="-20" dirty="0">
                          <a:latin typeface="Cambria"/>
                          <a:cs typeface="Cambria"/>
                        </a:rPr>
                        <a:t>T’</a:t>
                      </a:r>
                      <a:r>
                        <a:rPr sz="2000" spc="-20" dirty="0">
                          <a:latin typeface="Wingdings"/>
                          <a:cs typeface="Wingdings"/>
                        </a:rPr>
                        <a:t></a:t>
                      </a:r>
                      <a:r>
                        <a:rPr sz="2000" spc="-20" dirty="0">
                          <a:latin typeface="Symbol"/>
                          <a:cs typeface="Symbol"/>
                        </a:rPr>
                        <a:t></a:t>
                      </a:r>
                      <a:endParaRPr sz="2000">
                        <a:latin typeface="Symbol"/>
                        <a:cs typeface="Symbol"/>
                      </a:endParaRPr>
                    </a:p>
                  </a:txBody>
                  <a:tcPr marL="0" marR="0" marT="59054" marB="0"/>
                </a:tc>
                <a:extLst>
                  <a:ext uri="{0D108BD9-81ED-4DB2-BD59-A6C34878D82A}">
                    <a16:rowId xmlns:a16="http://schemas.microsoft.com/office/drawing/2014/main" val="10004"/>
                  </a:ext>
                </a:extLst>
              </a:tr>
              <a:tr h="426720">
                <a:tc>
                  <a:txBody>
                    <a:bodyPr/>
                    <a:lstStyle/>
                    <a:p>
                      <a:pPr marL="31750">
                        <a:lnSpc>
                          <a:spcPct val="100000"/>
                        </a:lnSpc>
                        <a:spcBef>
                          <a:spcPts val="409"/>
                        </a:spcBef>
                      </a:pPr>
                      <a:r>
                        <a:rPr sz="2000" spc="-10" dirty="0">
                          <a:solidFill>
                            <a:srgbClr val="FF0000"/>
                          </a:solidFill>
                          <a:latin typeface="Cambria"/>
                          <a:cs typeface="Cambria"/>
                        </a:rPr>
                        <a:t>&lt;id&gt;</a:t>
                      </a:r>
                      <a:r>
                        <a:rPr sz="2000" spc="-10" dirty="0">
                          <a:latin typeface="Cambria"/>
                          <a:cs typeface="Cambria"/>
                        </a:rPr>
                        <a:t>E’</a:t>
                      </a:r>
                      <a:endParaRPr sz="2000">
                        <a:latin typeface="Cambria"/>
                        <a:cs typeface="Cambria"/>
                      </a:endParaRPr>
                    </a:p>
                  </a:txBody>
                  <a:tcPr marL="0" marR="0" marT="52069" marB="0"/>
                </a:tc>
                <a:tc>
                  <a:txBody>
                    <a:bodyPr/>
                    <a:lstStyle/>
                    <a:p>
                      <a:pPr marL="304165">
                        <a:lnSpc>
                          <a:spcPct val="100000"/>
                        </a:lnSpc>
                        <a:spcBef>
                          <a:spcPts val="409"/>
                        </a:spcBef>
                      </a:pPr>
                      <a:r>
                        <a:rPr sz="2000" spc="-50" dirty="0">
                          <a:latin typeface="Cambria"/>
                          <a:cs typeface="Cambria"/>
                        </a:rPr>
                        <a:t>+</a:t>
                      </a:r>
                      <a:endParaRPr sz="2000">
                        <a:latin typeface="Cambria"/>
                        <a:cs typeface="Cambria"/>
                      </a:endParaRPr>
                    </a:p>
                  </a:txBody>
                  <a:tcPr marL="0" marR="0" marT="52069" marB="0"/>
                </a:tc>
                <a:tc>
                  <a:txBody>
                    <a:bodyPr/>
                    <a:lstStyle/>
                    <a:p>
                      <a:pPr marL="483234">
                        <a:lnSpc>
                          <a:spcPct val="100000"/>
                        </a:lnSpc>
                        <a:spcBef>
                          <a:spcPts val="409"/>
                        </a:spcBef>
                      </a:pPr>
                      <a:r>
                        <a:rPr sz="2000" spc="-10" dirty="0">
                          <a:latin typeface="Cambria"/>
                          <a:cs typeface="Cambria"/>
                        </a:rPr>
                        <a:t>E’</a:t>
                      </a:r>
                      <a:r>
                        <a:rPr sz="2000" spc="-10" dirty="0">
                          <a:latin typeface="Wingdings"/>
                          <a:cs typeface="Wingdings"/>
                        </a:rPr>
                        <a:t></a:t>
                      </a:r>
                      <a:r>
                        <a:rPr sz="2000" spc="-10" dirty="0">
                          <a:latin typeface="Cambria"/>
                          <a:cs typeface="Cambria"/>
                        </a:rPr>
                        <a:t>+E</a:t>
                      </a:r>
                      <a:endParaRPr sz="2000">
                        <a:latin typeface="Cambria"/>
                        <a:cs typeface="Cambria"/>
                      </a:endParaRPr>
                    </a:p>
                  </a:txBody>
                  <a:tcPr marL="0" marR="0" marT="52069" marB="0"/>
                </a:tc>
                <a:extLst>
                  <a:ext uri="{0D108BD9-81ED-4DB2-BD59-A6C34878D82A}">
                    <a16:rowId xmlns:a16="http://schemas.microsoft.com/office/drawing/2014/main" val="10005"/>
                  </a:ext>
                </a:extLst>
              </a:tr>
              <a:tr h="426720">
                <a:tc>
                  <a:txBody>
                    <a:bodyPr/>
                    <a:lstStyle/>
                    <a:p>
                      <a:pPr marL="31750">
                        <a:lnSpc>
                          <a:spcPct val="100000"/>
                        </a:lnSpc>
                        <a:spcBef>
                          <a:spcPts val="409"/>
                        </a:spcBef>
                      </a:pPr>
                      <a:r>
                        <a:rPr sz="2000" spc="-10" dirty="0">
                          <a:solidFill>
                            <a:srgbClr val="FF0000"/>
                          </a:solidFill>
                          <a:latin typeface="Cambria"/>
                          <a:cs typeface="Cambria"/>
                        </a:rPr>
                        <a:t>&lt;id&gt;+</a:t>
                      </a:r>
                      <a:r>
                        <a:rPr sz="2000" spc="-10" dirty="0">
                          <a:latin typeface="Cambria"/>
                          <a:cs typeface="Cambria"/>
                        </a:rPr>
                        <a:t>E</a:t>
                      </a:r>
                      <a:endParaRPr sz="2000">
                        <a:latin typeface="Cambria"/>
                        <a:cs typeface="Cambria"/>
                      </a:endParaRPr>
                    </a:p>
                  </a:txBody>
                  <a:tcPr marL="0" marR="0" marT="52069" marB="0"/>
                </a:tc>
                <a:tc>
                  <a:txBody>
                    <a:bodyPr/>
                    <a:lstStyle/>
                    <a:p>
                      <a:pPr marL="304165">
                        <a:lnSpc>
                          <a:spcPct val="100000"/>
                        </a:lnSpc>
                        <a:spcBef>
                          <a:spcPts val="409"/>
                        </a:spcBef>
                      </a:pPr>
                      <a:r>
                        <a:rPr sz="2000" spc="-20" dirty="0">
                          <a:latin typeface="Cambria"/>
                          <a:cs typeface="Cambria"/>
                        </a:rPr>
                        <a:t>&lt;id&gt;</a:t>
                      </a:r>
                      <a:endParaRPr sz="2000">
                        <a:latin typeface="Cambria"/>
                        <a:cs typeface="Cambria"/>
                      </a:endParaRPr>
                    </a:p>
                  </a:txBody>
                  <a:tcPr marL="0" marR="0" marT="52069" marB="0"/>
                </a:tc>
                <a:tc>
                  <a:txBody>
                    <a:bodyPr/>
                    <a:lstStyle/>
                    <a:p>
                      <a:pPr marL="483234">
                        <a:lnSpc>
                          <a:spcPct val="100000"/>
                        </a:lnSpc>
                        <a:spcBef>
                          <a:spcPts val="409"/>
                        </a:spcBef>
                      </a:pPr>
                      <a:r>
                        <a:rPr sz="2000" spc="-10" dirty="0">
                          <a:latin typeface="Cambria"/>
                          <a:cs typeface="Cambria"/>
                        </a:rPr>
                        <a:t>E</a:t>
                      </a:r>
                      <a:r>
                        <a:rPr sz="2000" spc="-10" dirty="0">
                          <a:latin typeface="Wingdings"/>
                          <a:cs typeface="Wingdings"/>
                        </a:rPr>
                        <a:t></a:t>
                      </a:r>
                      <a:r>
                        <a:rPr sz="2000" spc="-10" dirty="0">
                          <a:latin typeface="Cambria"/>
                          <a:cs typeface="Cambria"/>
                        </a:rPr>
                        <a:t>TE’</a:t>
                      </a:r>
                      <a:endParaRPr sz="2000">
                        <a:latin typeface="Cambria"/>
                        <a:cs typeface="Cambria"/>
                      </a:endParaRPr>
                    </a:p>
                  </a:txBody>
                  <a:tcPr marL="0" marR="0" marT="52069" marB="0"/>
                </a:tc>
                <a:extLst>
                  <a:ext uri="{0D108BD9-81ED-4DB2-BD59-A6C34878D82A}">
                    <a16:rowId xmlns:a16="http://schemas.microsoft.com/office/drawing/2014/main" val="10006"/>
                  </a:ext>
                </a:extLst>
              </a:tr>
              <a:tr h="426720">
                <a:tc>
                  <a:txBody>
                    <a:bodyPr/>
                    <a:lstStyle/>
                    <a:p>
                      <a:pPr marL="31750">
                        <a:lnSpc>
                          <a:spcPct val="100000"/>
                        </a:lnSpc>
                        <a:spcBef>
                          <a:spcPts val="409"/>
                        </a:spcBef>
                      </a:pPr>
                      <a:r>
                        <a:rPr sz="2000" spc="-10" dirty="0">
                          <a:solidFill>
                            <a:srgbClr val="FF0000"/>
                          </a:solidFill>
                          <a:latin typeface="Cambria"/>
                          <a:cs typeface="Cambria"/>
                        </a:rPr>
                        <a:t>&lt;id&gt;+</a:t>
                      </a:r>
                      <a:r>
                        <a:rPr sz="2000" spc="-10" dirty="0">
                          <a:latin typeface="Cambria"/>
                          <a:cs typeface="Cambria"/>
                        </a:rPr>
                        <a:t>TE’</a:t>
                      </a:r>
                      <a:endParaRPr sz="2000">
                        <a:latin typeface="Cambria"/>
                        <a:cs typeface="Cambria"/>
                      </a:endParaRPr>
                    </a:p>
                  </a:txBody>
                  <a:tcPr marL="0" marR="0" marT="52069" marB="0"/>
                </a:tc>
                <a:tc>
                  <a:txBody>
                    <a:bodyPr/>
                    <a:lstStyle/>
                    <a:p>
                      <a:pPr marL="304165">
                        <a:lnSpc>
                          <a:spcPct val="100000"/>
                        </a:lnSpc>
                        <a:spcBef>
                          <a:spcPts val="409"/>
                        </a:spcBef>
                      </a:pPr>
                      <a:r>
                        <a:rPr sz="2000" spc="-20" dirty="0">
                          <a:latin typeface="Cambria"/>
                          <a:cs typeface="Cambria"/>
                        </a:rPr>
                        <a:t>&lt;id&gt;</a:t>
                      </a:r>
                      <a:endParaRPr sz="2000">
                        <a:latin typeface="Cambria"/>
                        <a:cs typeface="Cambria"/>
                      </a:endParaRPr>
                    </a:p>
                  </a:txBody>
                  <a:tcPr marL="0" marR="0" marT="52069" marB="0"/>
                </a:tc>
                <a:tc>
                  <a:txBody>
                    <a:bodyPr/>
                    <a:lstStyle/>
                    <a:p>
                      <a:pPr marL="483234">
                        <a:lnSpc>
                          <a:spcPct val="100000"/>
                        </a:lnSpc>
                        <a:spcBef>
                          <a:spcPts val="409"/>
                        </a:spcBef>
                      </a:pPr>
                      <a:r>
                        <a:rPr sz="2000" spc="-10" dirty="0">
                          <a:latin typeface="Cambria"/>
                          <a:cs typeface="Cambria"/>
                        </a:rPr>
                        <a:t>T</a:t>
                      </a:r>
                      <a:r>
                        <a:rPr sz="2000" spc="-10" dirty="0">
                          <a:latin typeface="Wingdings"/>
                          <a:cs typeface="Wingdings"/>
                        </a:rPr>
                        <a:t></a:t>
                      </a:r>
                      <a:r>
                        <a:rPr sz="2000" spc="-10" dirty="0">
                          <a:latin typeface="Cambria"/>
                          <a:cs typeface="Cambria"/>
                        </a:rPr>
                        <a:t>VT’</a:t>
                      </a:r>
                      <a:endParaRPr sz="2000">
                        <a:latin typeface="Cambria"/>
                        <a:cs typeface="Cambria"/>
                      </a:endParaRPr>
                    </a:p>
                  </a:txBody>
                  <a:tcPr marL="0" marR="0" marT="52069" marB="0"/>
                </a:tc>
                <a:extLst>
                  <a:ext uri="{0D108BD9-81ED-4DB2-BD59-A6C34878D82A}">
                    <a16:rowId xmlns:a16="http://schemas.microsoft.com/office/drawing/2014/main" val="10007"/>
                  </a:ext>
                </a:extLst>
              </a:tr>
              <a:tr h="426720">
                <a:tc>
                  <a:txBody>
                    <a:bodyPr/>
                    <a:lstStyle/>
                    <a:p>
                      <a:pPr marL="31750">
                        <a:lnSpc>
                          <a:spcPct val="100000"/>
                        </a:lnSpc>
                        <a:spcBef>
                          <a:spcPts val="409"/>
                        </a:spcBef>
                      </a:pPr>
                      <a:r>
                        <a:rPr sz="2000" spc="-10" dirty="0">
                          <a:solidFill>
                            <a:srgbClr val="FF0000"/>
                          </a:solidFill>
                          <a:latin typeface="Cambria"/>
                          <a:cs typeface="Cambria"/>
                        </a:rPr>
                        <a:t>&lt;id&gt;+</a:t>
                      </a:r>
                      <a:r>
                        <a:rPr sz="2000" spc="-10" dirty="0">
                          <a:latin typeface="Cambria"/>
                          <a:cs typeface="Cambria"/>
                        </a:rPr>
                        <a:t>VT’E’</a:t>
                      </a:r>
                      <a:endParaRPr sz="2000">
                        <a:latin typeface="Cambria"/>
                        <a:cs typeface="Cambria"/>
                      </a:endParaRPr>
                    </a:p>
                  </a:txBody>
                  <a:tcPr marL="0" marR="0" marT="52069" marB="0"/>
                </a:tc>
                <a:tc>
                  <a:txBody>
                    <a:bodyPr/>
                    <a:lstStyle/>
                    <a:p>
                      <a:pPr marL="304165">
                        <a:lnSpc>
                          <a:spcPct val="100000"/>
                        </a:lnSpc>
                        <a:spcBef>
                          <a:spcPts val="409"/>
                        </a:spcBef>
                      </a:pPr>
                      <a:r>
                        <a:rPr sz="2000" spc="-20" dirty="0">
                          <a:latin typeface="Cambria"/>
                          <a:cs typeface="Cambria"/>
                        </a:rPr>
                        <a:t>&lt;id&gt;</a:t>
                      </a:r>
                      <a:endParaRPr sz="2000">
                        <a:latin typeface="Cambria"/>
                        <a:cs typeface="Cambria"/>
                      </a:endParaRPr>
                    </a:p>
                  </a:txBody>
                  <a:tcPr marL="0" marR="0" marT="52069" marB="0"/>
                </a:tc>
                <a:tc>
                  <a:txBody>
                    <a:bodyPr/>
                    <a:lstStyle/>
                    <a:p>
                      <a:pPr marL="483234">
                        <a:lnSpc>
                          <a:spcPct val="100000"/>
                        </a:lnSpc>
                        <a:spcBef>
                          <a:spcPts val="409"/>
                        </a:spcBef>
                      </a:pPr>
                      <a:r>
                        <a:rPr sz="2000" spc="-10" dirty="0">
                          <a:latin typeface="Cambria"/>
                          <a:cs typeface="Cambria"/>
                        </a:rPr>
                        <a:t>V</a:t>
                      </a:r>
                      <a:r>
                        <a:rPr sz="2000" spc="-10" dirty="0">
                          <a:latin typeface="Wingdings"/>
                          <a:cs typeface="Wingdings"/>
                        </a:rPr>
                        <a:t></a:t>
                      </a:r>
                      <a:r>
                        <a:rPr sz="2000" spc="-10" dirty="0">
                          <a:latin typeface="Cambria"/>
                          <a:cs typeface="Cambria"/>
                        </a:rPr>
                        <a:t>&lt;id&gt;</a:t>
                      </a:r>
                      <a:endParaRPr sz="2000">
                        <a:latin typeface="Cambria"/>
                        <a:cs typeface="Cambria"/>
                      </a:endParaRPr>
                    </a:p>
                  </a:txBody>
                  <a:tcPr marL="0" marR="0" marT="52069" marB="0"/>
                </a:tc>
                <a:extLst>
                  <a:ext uri="{0D108BD9-81ED-4DB2-BD59-A6C34878D82A}">
                    <a16:rowId xmlns:a16="http://schemas.microsoft.com/office/drawing/2014/main" val="10008"/>
                  </a:ext>
                </a:extLst>
              </a:tr>
              <a:tr h="426720">
                <a:tc>
                  <a:txBody>
                    <a:bodyPr/>
                    <a:lstStyle/>
                    <a:p>
                      <a:pPr marL="31750">
                        <a:lnSpc>
                          <a:spcPct val="100000"/>
                        </a:lnSpc>
                        <a:spcBef>
                          <a:spcPts val="409"/>
                        </a:spcBef>
                      </a:pPr>
                      <a:r>
                        <a:rPr sz="2000" spc="-10" dirty="0">
                          <a:solidFill>
                            <a:srgbClr val="FF0000"/>
                          </a:solidFill>
                          <a:latin typeface="Cambria"/>
                          <a:cs typeface="Cambria"/>
                        </a:rPr>
                        <a:t>&lt;id&gt;+&lt;id&gt;</a:t>
                      </a:r>
                      <a:r>
                        <a:rPr sz="2000" spc="-10" dirty="0">
                          <a:latin typeface="Cambria"/>
                          <a:cs typeface="Cambria"/>
                        </a:rPr>
                        <a:t>T’E’</a:t>
                      </a:r>
                      <a:endParaRPr sz="2000">
                        <a:latin typeface="Cambria"/>
                        <a:cs typeface="Cambria"/>
                      </a:endParaRPr>
                    </a:p>
                  </a:txBody>
                  <a:tcPr marL="0" marR="0" marT="52069" marB="0"/>
                </a:tc>
                <a:tc>
                  <a:txBody>
                    <a:bodyPr/>
                    <a:lstStyle/>
                    <a:p>
                      <a:pPr marL="304165">
                        <a:lnSpc>
                          <a:spcPct val="100000"/>
                        </a:lnSpc>
                        <a:spcBef>
                          <a:spcPts val="409"/>
                        </a:spcBef>
                      </a:pPr>
                      <a:r>
                        <a:rPr sz="2000" spc="-50" dirty="0">
                          <a:latin typeface="Cambria"/>
                          <a:cs typeface="Cambria"/>
                        </a:rPr>
                        <a:t>*</a:t>
                      </a:r>
                      <a:endParaRPr sz="2000">
                        <a:latin typeface="Cambria"/>
                        <a:cs typeface="Cambria"/>
                      </a:endParaRPr>
                    </a:p>
                  </a:txBody>
                  <a:tcPr marL="0" marR="0" marT="52069" marB="0"/>
                </a:tc>
                <a:tc>
                  <a:txBody>
                    <a:bodyPr/>
                    <a:lstStyle/>
                    <a:p>
                      <a:pPr marL="483234">
                        <a:lnSpc>
                          <a:spcPct val="100000"/>
                        </a:lnSpc>
                        <a:spcBef>
                          <a:spcPts val="409"/>
                        </a:spcBef>
                      </a:pPr>
                      <a:r>
                        <a:rPr sz="2000" spc="-10" dirty="0">
                          <a:latin typeface="Cambria"/>
                          <a:cs typeface="Cambria"/>
                        </a:rPr>
                        <a:t>T’</a:t>
                      </a:r>
                      <a:r>
                        <a:rPr sz="2000" spc="-10" dirty="0">
                          <a:latin typeface="Wingdings"/>
                          <a:cs typeface="Wingdings"/>
                        </a:rPr>
                        <a:t></a:t>
                      </a:r>
                      <a:r>
                        <a:rPr sz="2000" spc="-10" dirty="0">
                          <a:latin typeface="Cambria"/>
                          <a:cs typeface="Cambria"/>
                        </a:rPr>
                        <a:t>*T</a:t>
                      </a:r>
                      <a:endParaRPr sz="2000">
                        <a:latin typeface="Cambria"/>
                        <a:cs typeface="Cambria"/>
                      </a:endParaRPr>
                    </a:p>
                  </a:txBody>
                  <a:tcPr marL="0" marR="0" marT="52069" marB="0"/>
                </a:tc>
                <a:extLst>
                  <a:ext uri="{0D108BD9-81ED-4DB2-BD59-A6C34878D82A}">
                    <a16:rowId xmlns:a16="http://schemas.microsoft.com/office/drawing/2014/main" val="10009"/>
                  </a:ext>
                </a:extLst>
              </a:tr>
              <a:tr h="426720">
                <a:tc>
                  <a:txBody>
                    <a:bodyPr/>
                    <a:lstStyle/>
                    <a:p>
                      <a:pPr marL="31750">
                        <a:lnSpc>
                          <a:spcPct val="100000"/>
                        </a:lnSpc>
                        <a:spcBef>
                          <a:spcPts val="409"/>
                        </a:spcBef>
                      </a:pPr>
                      <a:r>
                        <a:rPr sz="2000" spc="-10" dirty="0">
                          <a:solidFill>
                            <a:srgbClr val="FF0000"/>
                          </a:solidFill>
                          <a:latin typeface="Cambria"/>
                          <a:cs typeface="Cambria"/>
                        </a:rPr>
                        <a:t>&lt;id&gt;+&lt;id&gt;*</a:t>
                      </a:r>
                      <a:r>
                        <a:rPr sz="2000" spc="-10" dirty="0">
                          <a:latin typeface="Cambria"/>
                          <a:cs typeface="Cambria"/>
                        </a:rPr>
                        <a:t>TE’</a:t>
                      </a:r>
                      <a:endParaRPr sz="2000">
                        <a:latin typeface="Cambria"/>
                        <a:cs typeface="Cambria"/>
                      </a:endParaRPr>
                    </a:p>
                  </a:txBody>
                  <a:tcPr marL="0" marR="0" marT="52069" marB="0"/>
                </a:tc>
                <a:tc>
                  <a:txBody>
                    <a:bodyPr/>
                    <a:lstStyle/>
                    <a:p>
                      <a:pPr marL="304165">
                        <a:lnSpc>
                          <a:spcPct val="100000"/>
                        </a:lnSpc>
                        <a:spcBef>
                          <a:spcPts val="409"/>
                        </a:spcBef>
                      </a:pPr>
                      <a:r>
                        <a:rPr sz="2000" spc="-20" dirty="0">
                          <a:latin typeface="Cambria"/>
                          <a:cs typeface="Cambria"/>
                        </a:rPr>
                        <a:t>&lt;id&gt;</a:t>
                      </a:r>
                      <a:endParaRPr sz="2000">
                        <a:latin typeface="Cambria"/>
                        <a:cs typeface="Cambria"/>
                      </a:endParaRPr>
                    </a:p>
                  </a:txBody>
                  <a:tcPr marL="0" marR="0" marT="52069" marB="0"/>
                </a:tc>
                <a:tc>
                  <a:txBody>
                    <a:bodyPr/>
                    <a:lstStyle/>
                    <a:p>
                      <a:pPr marL="483234">
                        <a:lnSpc>
                          <a:spcPct val="100000"/>
                        </a:lnSpc>
                        <a:spcBef>
                          <a:spcPts val="409"/>
                        </a:spcBef>
                      </a:pPr>
                      <a:r>
                        <a:rPr sz="2000" spc="-10" dirty="0">
                          <a:latin typeface="Cambria"/>
                          <a:cs typeface="Cambria"/>
                        </a:rPr>
                        <a:t>T</a:t>
                      </a:r>
                      <a:r>
                        <a:rPr sz="2000" spc="-10" dirty="0">
                          <a:latin typeface="Wingdings"/>
                          <a:cs typeface="Wingdings"/>
                        </a:rPr>
                        <a:t></a:t>
                      </a:r>
                      <a:r>
                        <a:rPr sz="2000" spc="-10" dirty="0">
                          <a:latin typeface="Cambria"/>
                          <a:cs typeface="Cambria"/>
                        </a:rPr>
                        <a:t>VT’</a:t>
                      </a:r>
                      <a:endParaRPr sz="2000">
                        <a:latin typeface="Cambria"/>
                        <a:cs typeface="Cambria"/>
                      </a:endParaRPr>
                    </a:p>
                  </a:txBody>
                  <a:tcPr marL="0" marR="0" marT="52069" marB="0"/>
                </a:tc>
                <a:extLst>
                  <a:ext uri="{0D108BD9-81ED-4DB2-BD59-A6C34878D82A}">
                    <a16:rowId xmlns:a16="http://schemas.microsoft.com/office/drawing/2014/main" val="10010"/>
                  </a:ext>
                </a:extLst>
              </a:tr>
              <a:tr h="419734">
                <a:tc>
                  <a:txBody>
                    <a:bodyPr/>
                    <a:lstStyle/>
                    <a:p>
                      <a:pPr marL="31750">
                        <a:lnSpc>
                          <a:spcPct val="100000"/>
                        </a:lnSpc>
                        <a:spcBef>
                          <a:spcPts val="409"/>
                        </a:spcBef>
                      </a:pPr>
                      <a:r>
                        <a:rPr sz="2000" spc="-10" dirty="0">
                          <a:solidFill>
                            <a:srgbClr val="FF0000"/>
                          </a:solidFill>
                          <a:latin typeface="Cambria"/>
                          <a:cs typeface="Cambria"/>
                        </a:rPr>
                        <a:t>&lt;id&gt;+&lt;id&gt;*</a:t>
                      </a:r>
                      <a:r>
                        <a:rPr sz="2000" spc="-10" dirty="0">
                          <a:latin typeface="Cambria"/>
                          <a:cs typeface="Cambria"/>
                        </a:rPr>
                        <a:t>VT’E’</a:t>
                      </a:r>
                      <a:endParaRPr sz="2000">
                        <a:latin typeface="Cambria"/>
                        <a:cs typeface="Cambria"/>
                      </a:endParaRPr>
                    </a:p>
                  </a:txBody>
                  <a:tcPr marL="0" marR="0" marT="52069" marB="0"/>
                </a:tc>
                <a:tc>
                  <a:txBody>
                    <a:bodyPr/>
                    <a:lstStyle/>
                    <a:p>
                      <a:pPr marL="304165">
                        <a:lnSpc>
                          <a:spcPct val="100000"/>
                        </a:lnSpc>
                        <a:spcBef>
                          <a:spcPts val="409"/>
                        </a:spcBef>
                      </a:pPr>
                      <a:r>
                        <a:rPr sz="2000" spc="-20" dirty="0">
                          <a:latin typeface="Cambria"/>
                          <a:cs typeface="Cambria"/>
                        </a:rPr>
                        <a:t>&lt;id&gt;</a:t>
                      </a:r>
                      <a:endParaRPr sz="2000">
                        <a:latin typeface="Cambria"/>
                        <a:cs typeface="Cambria"/>
                      </a:endParaRPr>
                    </a:p>
                  </a:txBody>
                  <a:tcPr marL="0" marR="0" marT="52069" marB="0"/>
                </a:tc>
                <a:tc>
                  <a:txBody>
                    <a:bodyPr/>
                    <a:lstStyle/>
                    <a:p>
                      <a:pPr marL="483234">
                        <a:lnSpc>
                          <a:spcPct val="100000"/>
                        </a:lnSpc>
                        <a:spcBef>
                          <a:spcPts val="409"/>
                        </a:spcBef>
                      </a:pPr>
                      <a:r>
                        <a:rPr sz="2000" spc="-10" dirty="0">
                          <a:latin typeface="Cambria"/>
                          <a:cs typeface="Cambria"/>
                        </a:rPr>
                        <a:t>V</a:t>
                      </a:r>
                      <a:r>
                        <a:rPr sz="2000" spc="-10" dirty="0">
                          <a:latin typeface="Wingdings"/>
                          <a:cs typeface="Wingdings"/>
                        </a:rPr>
                        <a:t></a:t>
                      </a:r>
                      <a:r>
                        <a:rPr sz="2000" spc="-10" dirty="0">
                          <a:latin typeface="Cambria"/>
                          <a:cs typeface="Cambria"/>
                        </a:rPr>
                        <a:t>&lt;id&gt;</a:t>
                      </a:r>
                      <a:endParaRPr sz="2000">
                        <a:latin typeface="Cambria"/>
                        <a:cs typeface="Cambria"/>
                      </a:endParaRPr>
                    </a:p>
                  </a:txBody>
                  <a:tcPr marL="0" marR="0" marT="52069" marB="0"/>
                </a:tc>
                <a:extLst>
                  <a:ext uri="{0D108BD9-81ED-4DB2-BD59-A6C34878D82A}">
                    <a16:rowId xmlns:a16="http://schemas.microsoft.com/office/drawing/2014/main" val="10011"/>
                  </a:ext>
                </a:extLst>
              </a:tr>
              <a:tr h="426720">
                <a:tc>
                  <a:txBody>
                    <a:bodyPr/>
                    <a:lstStyle/>
                    <a:p>
                      <a:pPr marL="31750">
                        <a:lnSpc>
                          <a:spcPct val="100000"/>
                        </a:lnSpc>
                        <a:spcBef>
                          <a:spcPts val="464"/>
                        </a:spcBef>
                      </a:pPr>
                      <a:r>
                        <a:rPr sz="2000" spc="-10" dirty="0">
                          <a:solidFill>
                            <a:srgbClr val="FF0000"/>
                          </a:solidFill>
                          <a:latin typeface="Cambria"/>
                          <a:cs typeface="Cambria"/>
                        </a:rPr>
                        <a:t>&lt;id&gt;+&lt;id&gt;*&lt;id&gt;</a:t>
                      </a:r>
                      <a:r>
                        <a:rPr sz="2000" spc="-10" dirty="0">
                          <a:latin typeface="Cambria"/>
                          <a:cs typeface="Cambria"/>
                        </a:rPr>
                        <a:t>T’E’</a:t>
                      </a:r>
                      <a:endParaRPr sz="2000">
                        <a:latin typeface="Cambria"/>
                        <a:cs typeface="Cambria"/>
                      </a:endParaRPr>
                    </a:p>
                  </a:txBody>
                  <a:tcPr marL="0" marR="0" marT="59054" marB="0"/>
                </a:tc>
                <a:tc>
                  <a:txBody>
                    <a:bodyPr/>
                    <a:lstStyle/>
                    <a:p>
                      <a:pPr marL="304165">
                        <a:lnSpc>
                          <a:spcPct val="100000"/>
                        </a:lnSpc>
                        <a:spcBef>
                          <a:spcPts val="464"/>
                        </a:spcBef>
                      </a:pPr>
                      <a:r>
                        <a:rPr sz="2000" spc="-10" dirty="0">
                          <a:latin typeface="Cambria"/>
                          <a:cs typeface="Cambria"/>
                        </a:rPr>
                        <a:t>-</a:t>
                      </a:r>
                      <a:r>
                        <a:rPr sz="2000" spc="-50" dirty="0">
                          <a:latin typeface="Cambria"/>
                          <a:cs typeface="Cambria"/>
                        </a:rPr>
                        <a:t>-</a:t>
                      </a:r>
                      <a:endParaRPr sz="2000">
                        <a:latin typeface="Cambria"/>
                        <a:cs typeface="Cambria"/>
                      </a:endParaRPr>
                    </a:p>
                  </a:txBody>
                  <a:tcPr marL="0" marR="0" marT="59054" marB="0"/>
                </a:tc>
                <a:tc>
                  <a:txBody>
                    <a:bodyPr/>
                    <a:lstStyle/>
                    <a:p>
                      <a:pPr marL="483234">
                        <a:lnSpc>
                          <a:spcPct val="100000"/>
                        </a:lnSpc>
                        <a:spcBef>
                          <a:spcPts val="464"/>
                        </a:spcBef>
                      </a:pPr>
                      <a:r>
                        <a:rPr sz="2000" spc="-20" dirty="0">
                          <a:latin typeface="Cambria"/>
                          <a:cs typeface="Cambria"/>
                        </a:rPr>
                        <a:t>T’</a:t>
                      </a:r>
                      <a:r>
                        <a:rPr sz="2000" spc="-20" dirty="0">
                          <a:latin typeface="Wingdings"/>
                          <a:cs typeface="Wingdings"/>
                        </a:rPr>
                        <a:t></a:t>
                      </a:r>
                      <a:r>
                        <a:rPr sz="2000" spc="-20" dirty="0">
                          <a:latin typeface="Symbol"/>
                          <a:cs typeface="Symbol"/>
                        </a:rPr>
                        <a:t></a:t>
                      </a:r>
                      <a:endParaRPr sz="2000">
                        <a:latin typeface="Symbol"/>
                        <a:cs typeface="Symbol"/>
                      </a:endParaRPr>
                    </a:p>
                  </a:txBody>
                  <a:tcPr marL="0" marR="0" marT="59054" marB="0"/>
                </a:tc>
                <a:extLst>
                  <a:ext uri="{0D108BD9-81ED-4DB2-BD59-A6C34878D82A}">
                    <a16:rowId xmlns:a16="http://schemas.microsoft.com/office/drawing/2014/main" val="10012"/>
                  </a:ext>
                </a:extLst>
              </a:tr>
              <a:tr h="433705">
                <a:tc>
                  <a:txBody>
                    <a:bodyPr/>
                    <a:lstStyle/>
                    <a:p>
                      <a:pPr marL="31750">
                        <a:lnSpc>
                          <a:spcPct val="100000"/>
                        </a:lnSpc>
                        <a:spcBef>
                          <a:spcPts val="464"/>
                        </a:spcBef>
                      </a:pPr>
                      <a:r>
                        <a:rPr sz="2000" spc="-10" dirty="0">
                          <a:solidFill>
                            <a:srgbClr val="FF0000"/>
                          </a:solidFill>
                          <a:latin typeface="Cambria"/>
                          <a:cs typeface="Cambria"/>
                        </a:rPr>
                        <a:t>&lt;id&gt;+&lt;id&gt;*&lt;id&gt;</a:t>
                      </a:r>
                      <a:r>
                        <a:rPr sz="2000" spc="-10" dirty="0">
                          <a:latin typeface="Cambria"/>
                          <a:cs typeface="Cambria"/>
                        </a:rPr>
                        <a:t>E’</a:t>
                      </a:r>
                      <a:endParaRPr sz="2000">
                        <a:latin typeface="Cambria"/>
                        <a:cs typeface="Cambria"/>
                      </a:endParaRPr>
                    </a:p>
                  </a:txBody>
                  <a:tcPr marL="0" marR="0" marT="59054" marB="0"/>
                </a:tc>
                <a:tc>
                  <a:txBody>
                    <a:bodyPr/>
                    <a:lstStyle/>
                    <a:p>
                      <a:pPr marL="304165">
                        <a:lnSpc>
                          <a:spcPct val="100000"/>
                        </a:lnSpc>
                        <a:spcBef>
                          <a:spcPts val="464"/>
                        </a:spcBef>
                      </a:pPr>
                      <a:r>
                        <a:rPr sz="2000" spc="-10" dirty="0">
                          <a:latin typeface="Cambria"/>
                          <a:cs typeface="Cambria"/>
                        </a:rPr>
                        <a:t>-</a:t>
                      </a:r>
                      <a:r>
                        <a:rPr sz="2000" spc="-50" dirty="0">
                          <a:latin typeface="Cambria"/>
                          <a:cs typeface="Cambria"/>
                        </a:rPr>
                        <a:t>-</a:t>
                      </a:r>
                      <a:endParaRPr sz="2000">
                        <a:latin typeface="Cambria"/>
                        <a:cs typeface="Cambria"/>
                      </a:endParaRPr>
                    </a:p>
                  </a:txBody>
                  <a:tcPr marL="0" marR="0" marT="59054" marB="0"/>
                </a:tc>
                <a:tc>
                  <a:txBody>
                    <a:bodyPr/>
                    <a:lstStyle/>
                    <a:p>
                      <a:pPr marL="483234">
                        <a:lnSpc>
                          <a:spcPct val="100000"/>
                        </a:lnSpc>
                        <a:spcBef>
                          <a:spcPts val="464"/>
                        </a:spcBef>
                      </a:pPr>
                      <a:r>
                        <a:rPr sz="2000" spc="-20" dirty="0">
                          <a:latin typeface="Cambria"/>
                          <a:cs typeface="Cambria"/>
                        </a:rPr>
                        <a:t>E’</a:t>
                      </a:r>
                      <a:r>
                        <a:rPr sz="2000" spc="-20" dirty="0">
                          <a:latin typeface="Wingdings"/>
                          <a:cs typeface="Wingdings"/>
                        </a:rPr>
                        <a:t></a:t>
                      </a:r>
                      <a:r>
                        <a:rPr sz="2000" spc="-20" dirty="0">
                          <a:latin typeface="Symbol"/>
                          <a:cs typeface="Symbol"/>
                        </a:rPr>
                        <a:t></a:t>
                      </a:r>
                      <a:endParaRPr sz="2000">
                        <a:latin typeface="Symbol"/>
                        <a:cs typeface="Symbol"/>
                      </a:endParaRPr>
                    </a:p>
                  </a:txBody>
                  <a:tcPr marL="0" marR="0" marT="59054" marB="0"/>
                </a:tc>
                <a:extLst>
                  <a:ext uri="{0D108BD9-81ED-4DB2-BD59-A6C34878D82A}">
                    <a16:rowId xmlns:a16="http://schemas.microsoft.com/office/drawing/2014/main" val="10013"/>
                  </a:ext>
                </a:extLst>
              </a:tr>
              <a:tr h="362585">
                <a:tc>
                  <a:txBody>
                    <a:bodyPr/>
                    <a:lstStyle/>
                    <a:p>
                      <a:pPr marL="31750">
                        <a:lnSpc>
                          <a:spcPts val="2345"/>
                        </a:lnSpc>
                        <a:spcBef>
                          <a:spcPts val="409"/>
                        </a:spcBef>
                      </a:pPr>
                      <a:r>
                        <a:rPr sz="2000" spc="-10" dirty="0">
                          <a:solidFill>
                            <a:srgbClr val="FF0000"/>
                          </a:solidFill>
                          <a:latin typeface="Cambria"/>
                          <a:cs typeface="Cambria"/>
                        </a:rPr>
                        <a:t>&lt;id&gt;+&lt;id&gt;*&lt;id&gt;</a:t>
                      </a:r>
                      <a:endParaRPr sz="2000">
                        <a:latin typeface="Cambria"/>
                        <a:cs typeface="Cambria"/>
                      </a:endParaRPr>
                    </a:p>
                  </a:txBody>
                  <a:tcPr marL="0" marR="0" marT="52069" marB="0"/>
                </a:tc>
                <a:tc>
                  <a:txBody>
                    <a:bodyPr/>
                    <a:lstStyle/>
                    <a:p>
                      <a:pPr marL="304165">
                        <a:lnSpc>
                          <a:spcPts val="2345"/>
                        </a:lnSpc>
                        <a:spcBef>
                          <a:spcPts val="409"/>
                        </a:spcBef>
                      </a:pPr>
                      <a:r>
                        <a:rPr sz="2000" spc="-10" dirty="0">
                          <a:latin typeface="Cambria"/>
                          <a:cs typeface="Cambria"/>
                        </a:rPr>
                        <a:t>-</a:t>
                      </a:r>
                      <a:r>
                        <a:rPr sz="2000" spc="-50" dirty="0">
                          <a:latin typeface="Cambria"/>
                          <a:cs typeface="Cambria"/>
                        </a:rPr>
                        <a:t>-</a:t>
                      </a:r>
                      <a:endParaRPr sz="2000">
                        <a:latin typeface="Cambria"/>
                        <a:cs typeface="Cambria"/>
                      </a:endParaRPr>
                    </a:p>
                  </a:txBody>
                  <a:tcPr marL="0" marR="0" marT="52069" marB="0"/>
                </a:tc>
                <a:tc>
                  <a:txBody>
                    <a:bodyPr/>
                    <a:lstStyle/>
                    <a:p>
                      <a:pPr marL="483234">
                        <a:lnSpc>
                          <a:spcPts val="2345"/>
                        </a:lnSpc>
                        <a:spcBef>
                          <a:spcPts val="409"/>
                        </a:spcBef>
                      </a:pPr>
                      <a:r>
                        <a:rPr sz="2000" spc="-10" dirty="0">
                          <a:latin typeface="Cambria"/>
                          <a:cs typeface="Cambria"/>
                        </a:rPr>
                        <a:t>-</a:t>
                      </a:r>
                      <a:r>
                        <a:rPr sz="2000" spc="-50" dirty="0">
                          <a:latin typeface="Cambria"/>
                          <a:cs typeface="Cambria"/>
                        </a:rPr>
                        <a:t>-</a:t>
                      </a:r>
                      <a:endParaRPr sz="2000">
                        <a:latin typeface="Cambria"/>
                        <a:cs typeface="Cambria"/>
                      </a:endParaRPr>
                    </a:p>
                  </a:txBody>
                  <a:tcPr marL="0" marR="0" marT="52069" marB="0"/>
                </a:tc>
                <a:extLst>
                  <a:ext uri="{0D108BD9-81ED-4DB2-BD59-A6C34878D82A}">
                    <a16:rowId xmlns:a16="http://schemas.microsoft.com/office/drawing/2014/main" val="10014"/>
                  </a:ext>
                </a:extLst>
              </a:tr>
            </a:tbl>
          </a:graphicData>
        </a:graphic>
      </p:graphicFrame>
      <p:sp>
        <p:nvSpPr>
          <p:cNvPr id="6" name="object 6"/>
          <p:cNvSpPr txBox="1"/>
          <p:nvPr/>
        </p:nvSpPr>
        <p:spPr>
          <a:xfrm>
            <a:off x="0" y="2514600"/>
            <a:ext cx="1856739" cy="949960"/>
          </a:xfrm>
          <a:prstGeom prst="rect">
            <a:avLst/>
          </a:prstGeom>
          <a:solidFill>
            <a:srgbClr val="FFFF00">
              <a:alpha val="34117"/>
            </a:srgbClr>
          </a:solidFill>
        </p:spPr>
        <p:txBody>
          <a:bodyPr vert="horz" wrap="square" lIns="0" tIns="0" rIns="0" bIns="0" rtlCol="0">
            <a:spAutoFit/>
          </a:bodyPr>
          <a:lstStyle/>
          <a:p>
            <a:pPr marL="144780">
              <a:lnSpc>
                <a:spcPts val="2360"/>
              </a:lnSpc>
            </a:pPr>
            <a:r>
              <a:rPr sz="2200" b="1" dirty="0">
                <a:latin typeface="Cambria"/>
                <a:cs typeface="Cambria"/>
              </a:rPr>
              <a:t>E</a:t>
            </a:r>
            <a:r>
              <a:rPr sz="2200" dirty="0">
                <a:latin typeface="Wingdings"/>
                <a:cs typeface="Wingdings"/>
              </a:rPr>
              <a:t></a:t>
            </a:r>
            <a:r>
              <a:rPr sz="2200" spc="-75" dirty="0">
                <a:latin typeface="Times New Roman"/>
                <a:cs typeface="Times New Roman"/>
              </a:rPr>
              <a:t> </a:t>
            </a:r>
            <a:r>
              <a:rPr sz="2200" b="1" dirty="0">
                <a:latin typeface="Cambria"/>
                <a:cs typeface="Cambria"/>
              </a:rPr>
              <a:t>T</a:t>
            </a:r>
            <a:r>
              <a:rPr sz="2200" b="1" spc="-10" dirty="0">
                <a:latin typeface="Cambria"/>
                <a:cs typeface="Cambria"/>
              </a:rPr>
              <a:t> </a:t>
            </a:r>
            <a:r>
              <a:rPr sz="2200" b="1" dirty="0">
                <a:latin typeface="Cambria"/>
                <a:cs typeface="Cambria"/>
              </a:rPr>
              <a:t>+</a:t>
            </a:r>
            <a:r>
              <a:rPr sz="2200" b="1" spc="-10" dirty="0">
                <a:latin typeface="Cambria"/>
                <a:cs typeface="Cambria"/>
              </a:rPr>
              <a:t> </a:t>
            </a:r>
            <a:r>
              <a:rPr sz="2200" b="1" dirty="0">
                <a:latin typeface="Cambria"/>
                <a:cs typeface="Cambria"/>
              </a:rPr>
              <a:t>E |</a:t>
            </a:r>
            <a:r>
              <a:rPr sz="2200" b="1" spc="-10" dirty="0">
                <a:latin typeface="Cambria"/>
                <a:cs typeface="Cambria"/>
              </a:rPr>
              <a:t> </a:t>
            </a:r>
            <a:r>
              <a:rPr sz="2200" b="1" spc="-50" dirty="0">
                <a:latin typeface="Cambria"/>
                <a:cs typeface="Cambria"/>
              </a:rPr>
              <a:t>T</a:t>
            </a:r>
            <a:endParaRPr sz="2200">
              <a:latin typeface="Cambria"/>
              <a:cs typeface="Cambria"/>
            </a:endParaRPr>
          </a:p>
          <a:p>
            <a:pPr marL="144780" marR="195580">
              <a:lnSpc>
                <a:spcPct val="100000"/>
              </a:lnSpc>
            </a:pPr>
            <a:r>
              <a:rPr sz="2200" b="1" dirty="0">
                <a:latin typeface="Cambria"/>
                <a:cs typeface="Cambria"/>
              </a:rPr>
              <a:t>T</a:t>
            </a:r>
            <a:r>
              <a:rPr sz="2200" dirty="0">
                <a:latin typeface="Wingdings"/>
                <a:cs typeface="Wingdings"/>
              </a:rPr>
              <a:t></a:t>
            </a:r>
            <a:r>
              <a:rPr sz="2200" spc="-80" dirty="0">
                <a:latin typeface="Times New Roman"/>
                <a:cs typeface="Times New Roman"/>
              </a:rPr>
              <a:t> </a:t>
            </a:r>
            <a:r>
              <a:rPr sz="2200" b="1" dirty="0">
                <a:latin typeface="Cambria"/>
                <a:cs typeface="Cambria"/>
              </a:rPr>
              <a:t>V</a:t>
            </a:r>
            <a:r>
              <a:rPr sz="2200" b="1" spc="-5" dirty="0">
                <a:latin typeface="Cambria"/>
                <a:cs typeface="Cambria"/>
              </a:rPr>
              <a:t> </a:t>
            </a:r>
            <a:r>
              <a:rPr sz="2200" b="1" dirty="0">
                <a:latin typeface="Cambria"/>
                <a:cs typeface="Cambria"/>
              </a:rPr>
              <a:t>* T</a:t>
            </a:r>
            <a:r>
              <a:rPr sz="2200" b="1" spc="-5" dirty="0">
                <a:latin typeface="Cambria"/>
                <a:cs typeface="Cambria"/>
              </a:rPr>
              <a:t> </a:t>
            </a:r>
            <a:r>
              <a:rPr sz="2200" b="1" dirty="0">
                <a:latin typeface="Cambria"/>
                <a:cs typeface="Cambria"/>
              </a:rPr>
              <a:t>|</a:t>
            </a:r>
            <a:r>
              <a:rPr sz="2200" b="1" spc="-10" dirty="0">
                <a:latin typeface="Cambria"/>
                <a:cs typeface="Cambria"/>
              </a:rPr>
              <a:t> </a:t>
            </a:r>
            <a:r>
              <a:rPr sz="2200" b="1" spc="-50" dirty="0">
                <a:latin typeface="Cambria"/>
                <a:cs typeface="Cambria"/>
              </a:rPr>
              <a:t>V </a:t>
            </a:r>
            <a:r>
              <a:rPr sz="2200" b="1" dirty="0">
                <a:latin typeface="Cambria"/>
                <a:cs typeface="Cambria"/>
              </a:rPr>
              <a:t>V</a:t>
            </a:r>
            <a:r>
              <a:rPr sz="2200" dirty="0">
                <a:latin typeface="Wingdings"/>
                <a:cs typeface="Wingdings"/>
              </a:rPr>
              <a:t></a:t>
            </a:r>
            <a:r>
              <a:rPr sz="2200" spc="-85" dirty="0">
                <a:latin typeface="Times New Roman"/>
                <a:cs typeface="Times New Roman"/>
              </a:rPr>
              <a:t> </a:t>
            </a:r>
            <a:r>
              <a:rPr sz="2200" b="1" spc="-20" dirty="0">
                <a:latin typeface="Cambria"/>
                <a:cs typeface="Cambria"/>
              </a:rPr>
              <a:t>&lt;id&gt;</a:t>
            </a:r>
            <a:endParaRPr sz="2200">
              <a:latin typeface="Cambria"/>
              <a:cs typeface="Cambria"/>
            </a:endParaRPr>
          </a:p>
        </p:txBody>
      </p:sp>
      <p:sp>
        <p:nvSpPr>
          <p:cNvPr id="7" name="object 7"/>
          <p:cNvSpPr txBox="1"/>
          <p:nvPr/>
        </p:nvSpPr>
        <p:spPr>
          <a:xfrm>
            <a:off x="0" y="3593591"/>
            <a:ext cx="1856739" cy="1778635"/>
          </a:xfrm>
          <a:prstGeom prst="rect">
            <a:avLst/>
          </a:prstGeom>
          <a:solidFill>
            <a:srgbClr val="FFFF00">
              <a:alpha val="34117"/>
            </a:srgbClr>
          </a:solidFill>
        </p:spPr>
        <p:txBody>
          <a:bodyPr vert="horz" wrap="square" lIns="0" tIns="13970" rIns="0" bIns="0" rtlCol="0">
            <a:spAutoFit/>
          </a:bodyPr>
          <a:lstStyle/>
          <a:p>
            <a:pPr marL="135255">
              <a:lnSpc>
                <a:spcPct val="100000"/>
              </a:lnSpc>
              <a:spcBef>
                <a:spcPts val="110"/>
              </a:spcBef>
            </a:pPr>
            <a:r>
              <a:rPr sz="2200" b="1" dirty="0">
                <a:latin typeface="Cambria"/>
                <a:cs typeface="Cambria"/>
              </a:rPr>
              <a:t>E</a:t>
            </a:r>
            <a:r>
              <a:rPr sz="2200" dirty="0">
                <a:latin typeface="Wingdings"/>
                <a:cs typeface="Wingdings"/>
              </a:rPr>
              <a:t></a:t>
            </a:r>
            <a:r>
              <a:rPr sz="2200" spc="-80" dirty="0">
                <a:latin typeface="Times New Roman"/>
                <a:cs typeface="Times New Roman"/>
              </a:rPr>
              <a:t> </a:t>
            </a:r>
            <a:r>
              <a:rPr sz="2200" b="1" spc="-25" dirty="0">
                <a:latin typeface="Cambria"/>
                <a:cs typeface="Cambria"/>
              </a:rPr>
              <a:t>TE’</a:t>
            </a:r>
            <a:endParaRPr sz="2200">
              <a:latin typeface="Cambria"/>
              <a:cs typeface="Cambria"/>
            </a:endParaRPr>
          </a:p>
          <a:p>
            <a:pPr marL="73025">
              <a:lnSpc>
                <a:spcPts val="2880"/>
              </a:lnSpc>
              <a:spcBef>
                <a:spcPts val="5"/>
              </a:spcBef>
            </a:pPr>
            <a:r>
              <a:rPr sz="2200" b="1" dirty="0">
                <a:latin typeface="Cambria"/>
                <a:cs typeface="Cambria"/>
              </a:rPr>
              <a:t>E’</a:t>
            </a:r>
            <a:r>
              <a:rPr sz="2200" dirty="0">
                <a:latin typeface="Wingdings"/>
                <a:cs typeface="Wingdings"/>
              </a:rPr>
              <a:t></a:t>
            </a:r>
            <a:r>
              <a:rPr sz="2200" spc="-80" dirty="0">
                <a:latin typeface="Times New Roman"/>
                <a:cs typeface="Times New Roman"/>
              </a:rPr>
              <a:t> </a:t>
            </a:r>
            <a:r>
              <a:rPr sz="2200" b="1" dirty="0">
                <a:latin typeface="Cambria"/>
                <a:cs typeface="Cambria"/>
              </a:rPr>
              <a:t>+E</a:t>
            </a:r>
            <a:r>
              <a:rPr sz="2200" b="1" spc="-15" dirty="0">
                <a:latin typeface="Cambria"/>
                <a:cs typeface="Cambria"/>
              </a:rPr>
              <a:t> </a:t>
            </a:r>
            <a:r>
              <a:rPr sz="2200" b="1" dirty="0">
                <a:latin typeface="Cambria"/>
                <a:cs typeface="Cambria"/>
              </a:rPr>
              <a:t>|</a:t>
            </a:r>
            <a:r>
              <a:rPr sz="2200" b="1" spc="-15" dirty="0">
                <a:latin typeface="Cambria"/>
                <a:cs typeface="Cambria"/>
              </a:rPr>
              <a:t> </a:t>
            </a:r>
            <a:r>
              <a:rPr sz="2400" spc="-50" dirty="0">
                <a:latin typeface="Symbol"/>
                <a:cs typeface="Symbol"/>
              </a:rPr>
              <a:t></a:t>
            </a:r>
            <a:endParaRPr sz="2400">
              <a:latin typeface="Symbol"/>
              <a:cs typeface="Symbol"/>
            </a:endParaRPr>
          </a:p>
          <a:p>
            <a:pPr marL="135255">
              <a:lnSpc>
                <a:spcPts val="2640"/>
              </a:lnSpc>
            </a:pPr>
            <a:r>
              <a:rPr sz="2200" b="1" dirty="0">
                <a:latin typeface="Cambria"/>
                <a:cs typeface="Cambria"/>
              </a:rPr>
              <a:t>T</a:t>
            </a:r>
            <a:r>
              <a:rPr sz="2200" b="1" spc="-5" dirty="0">
                <a:latin typeface="Cambria"/>
                <a:cs typeface="Cambria"/>
              </a:rPr>
              <a:t> </a:t>
            </a:r>
            <a:r>
              <a:rPr sz="2200" dirty="0">
                <a:latin typeface="Wingdings"/>
                <a:cs typeface="Wingdings"/>
              </a:rPr>
              <a:t></a:t>
            </a:r>
            <a:r>
              <a:rPr sz="2200" spc="-65" dirty="0">
                <a:latin typeface="Times New Roman"/>
                <a:cs typeface="Times New Roman"/>
              </a:rPr>
              <a:t> </a:t>
            </a:r>
            <a:r>
              <a:rPr sz="2200" b="1" spc="-25" dirty="0">
                <a:latin typeface="Cambria"/>
                <a:cs typeface="Cambria"/>
              </a:rPr>
              <a:t>VT’</a:t>
            </a:r>
            <a:endParaRPr sz="2200">
              <a:latin typeface="Cambria"/>
              <a:cs typeface="Cambria"/>
            </a:endParaRPr>
          </a:p>
          <a:p>
            <a:pPr marL="73025">
              <a:lnSpc>
                <a:spcPts val="2880"/>
              </a:lnSpc>
            </a:pPr>
            <a:r>
              <a:rPr sz="2200" b="1" dirty="0">
                <a:latin typeface="Cambria"/>
                <a:cs typeface="Cambria"/>
              </a:rPr>
              <a:t>T’</a:t>
            </a:r>
            <a:r>
              <a:rPr sz="2200" dirty="0">
                <a:latin typeface="Wingdings"/>
                <a:cs typeface="Wingdings"/>
              </a:rPr>
              <a:t></a:t>
            </a:r>
            <a:r>
              <a:rPr sz="2200" spc="-90" dirty="0">
                <a:latin typeface="Times New Roman"/>
                <a:cs typeface="Times New Roman"/>
              </a:rPr>
              <a:t> </a:t>
            </a:r>
            <a:r>
              <a:rPr sz="2200" b="1" dirty="0">
                <a:latin typeface="Cambria"/>
                <a:cs typeface="Cambria"/>
              </a:rPr>
              <a:t>*T</a:t>
            </a:r>
            <a:r>
              <a:rPr sz="2200" b="1" spc="-5" dirty="0">
                <a:latin typeface="Cambria"/>
                <a:cs typeface="Cambria"/>
              </a:rPr>
              <a:t> </a:t>
            </a:r>
            <a:r>
              <a:rPr sz="2200" b="1" dirty="0">
                <a:latin typeface="Cambria"/>
                <a:cs typeface="Cambria"/>
              </a:rPr>
              <a:t>|</a:t>
            </a:r>
            <a:r>
              <a:rPr sz="2200" b="1" spc="-5" dirty="0">
                <a:latin typeface="Cambria"/>
                <a:cs typeface="Cambria"/>
              </a:rPr>
              <a:t> </a:t>
            </a:r>
            <a:r>
              <a:rPr sz="2400" spc="-50" dirty="0">
                <a:latin typeface="Symbol"/>
                <a:cs typeface="Symbol"/>
              </a:rPr>
              <a:t></a:t>
            </a:r>
            <a:endParaRPr sz="2400">
              <a:latin typeface="Symbol"/>
              <a:cs typeface="Symbol"/>
            </a:endParaRPr>
          </a:p>
          <a:p>
            <a:pPr marL="135255">
              <a:lnSpc>
                <a:spcPts val="2640"/>
              </a:lnSpc>
            </a:pPr>
            <a:r>
              <a:rPr sz="2200" b="1" dirty="0">
                <a:latin typeface="Cambria"/>
                <a:cs typeface="Cambria"/>
              </a:rPr>
              <a:t>V</a:t>
            </a:r>
            <a:r>
              <a:rPr sz="2200" dirty="0">
                <a:latin typeface="Wingdings"/>
                <a:cs typeface="Wingdings"/>
              </a:rPr>
              <a:t></a:t>
            </a:r>
            <a:r>
              <a:rPr sz="2200" spc="-85" dirty="0">
                <a:latin typeface="Times New Roman"/>
                <a:cs typeface="Times New Roman"/>
              </a:rPr>
              <a:t> </a:t>
            </a:r>
            <a:r>
              <a:rPr sz="2200" b="1" spc="-20" dirty="0">
                <a:latin typeface="Cambria"/>
                <a:cs typeface="Cambria"/>
              </a:rPr>
              <a:t>&lt;id&gt;</a:t>
            </a:r>
            <a:endParaRPr sz="2200">
              <a:latin typeface="Cambria"/>
              <a:cs typeface="Cambria"/>
            </a:endParaRPr>
          </a:p>
        </p:txBody>
      </p:sp>
      <p:grpSp>
        <p:nvGrpSpPr>
          <p:cNvPr id="8" name="object 8"/>
          <p:cNvGrpSpPr/>
          <p:nvPr/>
        </p:nvGrpSpPr>
        <p:grpSpPr>
          <a:xfrm>
            <a:off x="1909572" y="2983992"/>
            <a:ext cx="608330" cy="1376045"/>
            <a:chOff x="1909572" y="2983992"/>
            <a:chExt cx="608330" cy="1376045"/>
          </a:xfrm>
        </p:grpSpPr>
        <p:sp>
          <p:nvSpPr>
            <p:cNvPr id="9" name="object 9"/>
            <p:cNvSpPr/>
            <p:nvPr/>
          </p:nvSpPr>
          <p:spPr>
            <a:xfrm>
              <a:off x="1914906" y="3643884"/>
              <a:ext cx="597535" cy="711200"/>
            </a:xfrm>
            <a:custGeom>
              <a:avLst/>
              <a:gdLst/>
              <a:ahLst/>
              <a:cxnLst/>
              <a:rect l="l" t="t" r="r" b="b"/>
              <a:pathLst>
                <a:path w="597535" h="711200">
                  <a:moveTo>
                    <a:pt x="592455" y="0"/>
                  </a:moveTo>
                  <a:lnTo>
                    <a:pt x="584261" y="46376"/>
                  </a:lnTo>
                  <a:lnTo>
                    <a:pt x="572379" y="91470"/>
                  </a:lnTo>
                  <a:lnTo>
                    <a:pt x="556954" y="135116"/>
                  </a:lnTo>
                  <a:lnTo>
                    <a:pt x="538136" y="177154"/>
                  </a:lnTo>
                  <a:lnTo>
                    <a:pt x="516071" y="217419"/>
                  </a:lnTo>
                  <a:lnTo>
                    <a:pt x="490907" y="255749"/>
                  </a:lnTo>
                  <a:lnTo>
                    <a:pt x="462792" y="291982"/>
                  </a:lnTo>
                  <a:lnTo>
                    <a:pt x="431874" y="325954"/>
                  </a:lnTo>
                  <a:lnTo>
                    <a:pt x="398300" y="357502"/>
                  </a:lnTo>
                  <a:lnTo>
                    <a:pt x="362218" y="386465"/>
                  </a:lnTo>
                  <a:lnTo>
                    <a:pt x="323775" y="412679"/>
                  </a:lnTo>
                  <a:lnTo>
                    <a:pt x="283119" y="435981"/>
                  </a:lnTo>
                  <a:lnTo>
                    <a:pt x="240398" y="456209"/>
                  </a:lnTo>
                  <a:lnTo>
                    <a:pt x="195760" y="473200"/>
                  </a:lnTo>
                  <a:lnTo>
                    <a:pt x="149351" y="486791"/>
                  </a:lnTo>
                  <a:lnTo>
                    <a:pt x="149351" y="412115"/>
                  </a:lnTo>
                  <a:lnTo>
                    <a:pt x="0" y="579882"/>
                  </a:lnTo>
                  <a:lnTo>
                    <a:pt x="149351" y="710819"/>
                  </a:lnTo>
                  <a:lnTo>
                    <a:pt x="149351" y="636143"/>
                  </a:lnTo>
                  <a:lnTo>
                    <a:pt x="197029" y="622133"/>
                  </a:lnTo>
                  <a:lnTo>
                    <a:pt x="242691" y="604614"/>
                  </a:lnTo>
                  <a:lnTo>
                    <a:pt x="286208" y="583773"/>
                  </a:lnTo>
                  <a:lnTo>
                    <a:pt x="327448" y="559798"/>
                  </a:lnTo>
                  <a:lnTo>
                    <a:pt x="366281" y="532875"/>
                  </a:lnTo>
                  <a:lnTo>
                    <a:pt x="402575" y="503192"/>
                  </a:lnTo>
                  <a:lnTo>
                    <a:pt x="436200" y="470938"/>
                  </a:lnTo>
                  <a:lnTo>
                    <a:pt x="467025" y="436299"/>
                  </a:lnTo>
                  <a:lnTo>
                    <a:pt x="494919" y="399462"/>
                  </a:lnTo>
                  <a:lnTo>
                    <a:pt x="519750" y="360616"/>
                  </a:lnTo>
                  <a:lnTo>
                    <a:pt x="541388" y="319948"/>
                  </a:lnTo>
                  <a:lnTo>
                    <a:pt x="559703" y="277645"/>
                  </a:lnTo>
                  <a:lnTo>
                    <a:pt x="574562" y="233895"/>
                  </a:lnTo>
                  <a:lnTo>
                    <a:pt x="585836" y="188885"/>
                  </a:lnTo>
                  <a:lnTo>
                    <a:pt x="593393" y="142803"/>
                  </a:lnTo>
                  <a:lnTo>
                    <a:pt x="597102" y="95837"/>
                  </a:lnTo>
                  <a:lnTo>
                    <a:pt x="596833" y="48173"/>
                  </a:lnTo>
                  <a:lnTo>
                    <a:pt x="592455" y="0"/>
                  </a:lnTo>
                  <a:close/>
                </a:path>
              </a:pathLst>
            </a:custGeom>
            <a:solidFill>
              <a:srgbClr val="FF0000"/>
            </a:solidFill>
          </p:spPr>
          <p:txBody>
            <a:bodyPr wrap="square" lIns="0" tIns="0" rIns="0" bIns="0" rtlCol="0"/>
            <a:lstStyle/>
            <a:p>
              <a:endParaRPr/>
            </a:p>
          </p:txBody>
        </p:sp>
        <p:sp>
          <p:nvSpPr>
            <p:cNvPr id="10" name="object 10"/>
            <p:cNvSpPr/>
            <p:nvPr/>
          </p:nvSpPr>
          <p:spPr>
            <a:xfrm>
              <a:off x="1914906" y="2989326"/>
              <a:ext cx="597535" cy="729615"/>
            </a:xfrm>
            <a:custGeom>
              <a:avLst/>
              <a:gdLst/>
              <a:ahLst/>
              <a:cxnLst/>
              <a:rect l="l" t="t" r="r" b="b"/>
              <a:pathLst>
                <a:path w="597535" h="729614">
                  <a:moveTo>
                    <a:pt x="0" y="0"/>
                  </a:moveTo>
                  <a:lnTo>
                    <a:pt x="0" y="149351"/>
                  </a:lnTo>
                  <a:lnTo>
                    <a:pt x="48997" y="151274"/>
                  </a:lnTo>
                  <a:lnTo>
                    <a:pt x="96904" y="156940"/>
                  </a:lnTo>
                  <a:lnTo>
                    <a:pt x="143566" y="166202"/>
                  </a:lnTo>
                  <a:lnTo>
                    <a:pt x="188829" y="178911"/>
                  </a:lnTo>
                  <a:lnTo>
                    <a:pt x="232540" y="194917"/>
                  </a:lnTo>
                  <a:lnTo>
                    <a:pt x="274546" y="214070"/>
                  </a:lnTo>
                  <a:lnTo>
                    <a:pt x="314691" y="236223"/>
                  </a:lnTo>
                  <a:lnTo>
                    <a:pt x="352824" y="261225"/>
                  </a:lnTo>
                  <a:lnTo>
                    <a:pt x="388789" y="288928"/>
                  </a:lnTo>
                  <a:lnTo>
                    <a:pt x="422433" y="319182"/>
                  </a:lnTo>
                  <a:lnTo>
                    <a:pt x="453603" y="351839"/>
                  </a:lnTo>
                  <a:lnTo>
                    <a:pt x="482144" y="386748"/>
                  </a:lnTo>
                  <a:lnTo>
                    <a:pt x="507904" y="423761"/>
                  </a:lnTo>
                  <a:lnTo>
                    <a:pt x="530727" y="462729"/>
                  </a:lnTo>
                  <a:lnTo>
                    <a:pt x="550461" y="503503"/>
                  </a:lnTo>
                  <a:lnTo>
                    <a:pt x="566952" y="545933"/>
                  </a:lnTo>
                  <a:lnTo>
                    <a:pt x="580046" y="589870"/>
                  </a:lnTo>
                  <a:lnTo>
                    <a:pt x="589589" y="635165"/>
                  </a:lnTo>
                  <a:lnTo>
                    <a:pt x="595427" y="681670"/>
                  </a:lnTo>
                  <a:lnTo>
                    <a:pt x="597407" y="729234"/>
                  </a:lnTo>
                  <a:lnTo>
                    <a:pt x="597407" y="579882"/>
                  </a:lnTo>
                  <a:lnTo>
                    <a:pt x="595427" y="532318"/>
                  </a:lnTo>
                  <a:lnTo>
                    <a:pt x="589589" y="485813"/>
                  </a:lnTo>
                  <a:lnTo>
                    <a:pt x="580046" y="440518"/>
                  </a:lnTo>
                  <a:lnTo>
                    <a:pt x="566952" y="396581"/>
                  </a:lnTo>
                  <a:lnTo>
                    <a:pt x="550461" y="354151"/>
                  </a:lnTo>
                  <a:lnTo>
                    <a:pt x="530727" y="313377"/>
                  </a:lnTo>
                  <a:lnTo>
                    <a:pt x="507904" y="274409"/>
                  </a:lnTo>
                  <a:lnTo>
                    <a:pt x="482144" y="237396"/>
                  </a:lnTo>
                  <a:lnTo>
                    <a:pt x="453603" y="202487"/>
                  </a:lnTo>
                  <a:lnTo>
                    <a:pt x="422433" y="169830"/>
                  </a:lnTo>
                  <a:lnTo>
                    <a:pt x="388789" y="139576"/>
                  </a:lnTo>
                  <a:lnTo>
                    <a:pt x="352824" y="111873"/>
                  </a:lnTo>
                  <a:lnTo>
                    <a:pt x="314691" y="86871"/>
                  </a:lnTo>
                  <a:lnTo>
                    <a:pt x="274546" y="64718"/>
                  </a:lnTo>
                  <a:lnTo>
                    <a:pt x="232540" y="45565"/>
                  </a:lnTo>
                  <a:lnTo>
                    <a:pt x="188829" y="29559"/>
                  </a:lnTo>
                  <a:lnTo>
                    <a:pt x="143566" y="16850"/>
                  </a:lnTo>
                  <a:lnTo>
                    <a:pt x="96904" y="7588"/>
                  </a:lnTo>
                  <a:lnTo>
                    <a:pt x="48997" y="1922"/>
                  </a:lnTo>
                  <a:lnTo>
                    <a:pt x="0" y="0"/>
                  </a:lnTo>
                  <a:close/>
                </a:path>
              </a:pathLst>
            </a:custGeom>
            <a:solidFill>
              <a:srgbClr val="CD0000"/>
            </a:solidFill>
          </p:spPr>
          <p:txBody>
            <a:bodyPr wrap="square" lIns="0" tIns="0" rIns="0" bIns="0" rtlCol="0"/>
            <a:lstStyle/>
            <a:p>
              <a:endParaRPr/>
            </a:p>
          </p:txBody>
        </p:sp>
        <p:sp>
          <p:nvSpPr>
            <p:cNvPr id="11" name="object 11"/>
            <p:cNvSpPr/>
            <p:nvPr/>
          </p:nvSpPr>
          <p:spPr>
            <a:xfrm>
              <a:off x="1914906" y="2989326"/>
              <a:ext cx="597535" cy="1365885"/>
            </a:xfrm>
            <a:custGeom>
              <a:avLst/>
              <a:gdLst/>
              <a:ahLst/>
              <a:cxnLst/>
              <a:rect l="l" t="t" r="r" b="b"/>
              <a:pathLst>
                <a:path w="597535" h="1365885">
                  <a:moveTo>
                    <a:pt x="597407" y="729234"/>
                  </a:moveTo>
                  <a:lnTo>
                    <a:pt x="595427" y="681670"/>
                  </a:lnTo>
                  <a:lnTo>
                    <a:pt x="589589" y="635165"/>
                  </a:lnTo>
                  <a:lnTo>
                    <a:pt x="580046" y="589870"/>
                  </a:lnTo>
                  <a:lnTo>
                    <a:pt x="566952" y="545933"/>
                  </a:lnTo>
                  <a:lnTo>
                    <a:pt x="550461" y="503503"/>
                  </a:lnTo>
                  <a:lnTo>
                    <a:pt x="530727" y="462729"/>
                  </a:lnTo>
                  <a:lnTo>
                    <a:pt x="507904" y="423761"/>
                  </a:lnTo>
                  <a:lnTo>
                    <a:pt x="482144" y="386748"/>
                  </a:lnTo>
                  <a:lnTo>
                    <a:pt x="453603" y="351839"/>
                  </a:lnTo>
                  <a:lnTo>
                    <a:pt x="422433" y="319182"/>
                  </a:lnTo>
                  <a:lnTo>
                    <a:pt x="388789" y="288928"/>
                  </a:lnTo>
                  <a:lnTo>
                    <a:pt x="352824" y="261225"/>
                  </a:lnTo>
                  <a:lnTo>
                    <a:pt x="314691" y="236223"/>
                  </a:lnTo>
                  <a:lnTo>
                    <a:pt x="274546" y="214070"/>
                  </a:lnTo>
                  <a:lnTo>
                    <a:pt x="232540" y="194917"/>
                  </a:lnTo>
                  <a:lnTo>
                    <a:pt x="188829" y="178911"/>
                  </a:lnTo>
                  <a:lnTo>
                    <a:pt x="143566" y="166202"/>
                  </a:lnTo>
                  <a:lnTo>
                    <a:pt x="96904" y="156940"/>
                  </a:lnTo>
                  <a:lnTo>
                    <a:pt x="48997" y="151274"/>
                  </a:lnTo>
                  <a:lnTo>
                    <a:pt x="0" y="149351"/>
                  </a:lnTo>
                  <a:lnTo>
                    <a:pt x="0" y="0"/>
                  </a:lnTo>
                  <a:lnTo>
                    <a:pt x="48997" y="1922"/>
                  </a:lnTo>
                  <a:lnTo>
                    <a:pt x="96904" y="7588"/>
                  </a:lnTo>
                  <a:lnTo>
                    <a:pt x="143566" y="16850"/>
                  </a:lnTo>
                  <a:lnTo>
                    <a:pt x="188829" y="29559"/>
                  </a:lnTo>
                  <a:lnTo>
                    <a:pt x="232540" y="45565"/>
                  </a:lnTo>
                  <a:lnTo>
                    <a:pt x="274546" y="64718"/>
                  </a:lnTo>
                  <a:lnTo>
                    <a:pt x="314691" y="86871"/>
                  </a:lnTo>
                  <a:lnTo>
                    <a:pt x="352824" y="111873"/>
                  </a:lnTo>
                  <a:lnTo>
                    <a:pt x="388789" y="139576"/>
                  </a:lnTo>
                  <a:lnTo>
                    <a:pt x="422433" y="169830"/>
                  </a:lnTo>
                  <a:lnTo>
                    <a:pt x="453603" y="202487"/>
                  </a:lnTo>
                  <a:lnTo>
                    <a:pt x="482144" y="237396"/>
                  </a:lnTo>
                  <a:lnTo>
                    <a:pt x="507904" y="274409"/>
                  </a:lnTo>
                  <a:lnTo>
                    <a:pt x="530727" y="313377"/>
                  </a:lnTo>
                  <a:lnTo>
                    <a:pt x="550461" y="354151"/>
                  </a:lnTo>
                  <a:lnTo>
                    <a:pt x="566952" y="396581"/>
                  </a:lnTo>
                  <a:lnTo>
                    <a:pt x="580046" y="440518"/>
                  </a:lnTo>
                  <a:lnTo>
                    <a:pt x="589589" y="485813"/>
                  </a:lnTo>
                  <a:lnTo>
                    <a:pt x="595427" y="532318"/>
                  </a:lnTo>
                  <a:lnTo>
                    <a:pt x="597407" y="579882"/>
                  </a:lnTo>
                  <a:lnTo>
                    <a:pt x="597407" y="729234"/>
                  </a:lnTo>
                  <a:lnTo>
                    <a:pt x="595274" y="778386"/>
                  </a:lnTo>
                  <a:lnTo>
                    <a:pt x="588974" y="826561"/>
                  </a:lnTo>
                  <a:lnTo>
                    <a:pt x="578663" y="873565"/>
                  </a:lnTo>
                  <a:lnTo>
                    <a:pt x="564493" y="919208"/>
                  </a:lnTo>
                  <a:lnTo>
                    <a:pt x="546618" y="963295"/>
                  </a:lnTo>
                  <a:lnTo>
                    <a:pt x="525191" y="1005636"/>
                  </a:lnTo>
                  <a:lnTo>
                    <a:pt x="500366" y="1046039"/>
                  </a:lnTo>
                  <a:lnTo>
                    <a:pt x="472297" y="1084310"/>
                  </a:lnTo>
                  <a:lnTo>
                    <a:pt x="441136" y="1120258"/>
                  </a:lnTo>
                  <a:lnTo>
                    <a:pt x="407038" y="1153690"/>
                  </a:lnTo>
                  <a:lnTo>
                    <a:pt x="370155" y="1184415"/>
                  </a:lnTo>
                  <a:lnTo>
                    <a:pt x="330642" y="1212240"/>
                  </a:lnTo>
                  <a:lnTo>
                    <a:pt x="288652" y="1236974"/>
                  </a:lnTo>
                  <a:lnTo>
                    <a:pt x="244337" y="1258423"/>
                  </a:lnTo>
                  <a:lnTo>
                    <a:pt x="197853" y="1276396"/>
                  </a:lnTo>
                  <a:lnTo>
                    <a:pt x="149351" y="1290701"/>
                  </a:lnTo>
                  <a:lnTo>
                    <a:pt x="149351" y="1365377"/>
                  </a:lnTo>
                  <a:lnTo>
                    <a:pt x="0" y="1234440"/>
                  </a:lnTo>
                  <a:lnTo>
                    <a:pt x="149351" y="1066673"/>
                  </a:lnTo>
                  <a:lnTo>
                    <a:pt x="149351" y="1141349"/>
                  </a:lnTo>
                  <a:lnTo>
                    <a:pt x="195760" y="1127758"/>
                  </a:lnTo>
                  <a:lnTo>
                    <a:pt x="240398" y="1110767"/>
                  </a:lnTo>
                  <a:lnTo>
                    <a:pt x="283119" y="1090539"/>
                  </a:lnTo>
                  <a:lnTo>
                    <a:pt x="323775" y="1067237"/>
                  </a:lnTo>
                  <a:lnTo>
                    <a:pt x="362218" y="1041023"/>
                  </a:lnTo>
                  <a:lnTo>
                    <a:pt x="398300" y="1012060"/>
                  </a:lnTo>
                  <a:lnTo>
                    <a:pt x="431874" y="980512"/>
                  </a:lnTo>
                  <a:lnTo>
                    <a:pt x="462792" y="946540"/>
                  </a:lnTo>
                  <a:lnTo>
                    <a:pt x="490907" y="910307"/>
                  </a:lnTo>
                  <a:lnTo>
                    <a:pt x="516071" y="871977"/>
                  </a:lnTo>
                  <a:lnTo>
                    <a:pt x="538136" y="831712"/>
                  </a:lnTo>
                  <a:lnTo>
                    <a:pt x="556954" y="789674"/>
                  </a:lnTo>
                  <a:lnTo>
                    <a:pt x="572379" y="746028"/>
                  </a:lnTo>
                  <a:lnTo>
                    <a:pt x="584261" y="700934"/>
                  </a:lnTo>
                  <a:lnTo>
                    <a:pt x="592455" y="654557"/>
                  </a:lnTo>
                </a:path>
              </a:pathLst>
            </a:custGeom>
            <a:ln w="10668">
              <a:solidFill>
                <a:srgbClr val="2C879A"/>
              </a:solidFill>
            </a:ln>
          </p:spPr>
          <p:txBody>
            <a:bodyPr wrap="square" lIns="0" tIns="0" rIns="0" bIns="0" rtlCol="0"/>
            <a:lstStyle/>
            <a:p>
              <a:endParaRPr/>
            </a:p>
          </p:txBody>
        </p:sp>
      </p:grpSp>
      <p:sp>
        <p:nvSpPr>
          <p:cNvPr id="12" name="object 12"/>
          <p:cNvSpPr txBox="1"/>
          <p:nvPr/>
        </p:nvSpPr>
        <p:spPr>
          <a:xfrm>
            <a:off x="169163" y="5372100"/>
            <a:ext cx="2590800" cy="718185"/>
          </a:xfrm>
          <a:prstGeom prst="rect">
            <a:avLst/>
          </a:prstGeom>
          <a:solidFill>
            <a:srgbClr val="00AFEF">
              <a:alpha val="18823"/>
            </a:srgbClr>
          </a:solidFill>
        </p:spPr>
        <p:txBody>
          <a:bodyPr vert="horz" wrap="square" lIns="0" tIns="1270" rIns="0" bIns="0" rtlCol="0">
            <a:spAutoFit/>
          </a:bodyPr>
          <a:lstStyle/>
          <a:p>
            <a:pPr marL="91440">
              <a:lnSpc>
                <a:spcPct val="100000"/>
              </a:lnSpc>
              <a:spcBef>
                <a:spcPts val="10"/>
              </a:spcBef>
            </a:pPr>
            <a:r>
              <a:rPr sz="2200" b="1" dirty="0">
                <a:solidFill>
                  <a:srgbClr val="FFFFFF"/>
                </a:solidFill>
                <a:latin typeface="Cambria"/>
                <a:cs typeface="Cambria"/>
              </a:rPr>
              <a:t>I/p</a:t>
            </a:r>
            <a:r>
              <a:rPr sz="2200" b="1" spc="-50" dirty="0">
                <a:solidFill>
                  <a:srgbClr val="FFFFFF"/>
                </a:solidFill>
                <a:latin typeface="Cambria"/>
                <a:cs typeface="Cambria"/>
              </a:rPr>
              <a:t> </a:t>
            </a:r>
            <a:r>
              <a:rPr sz="2200" b="1" dirty="0">
                <a:solidFill>
                  <a:srgbClr val="FFFFFF"/>
                </a:solidFill>
                <a:latin typeface="Cambria"/>
                <a:cs typeface="Cambria"/>
              </a:rPr>
              <a:t>string</a:t>
            </a:r>
            <a:r>
              <a:rPr sz="2200" b="1" spc="-40" dirty="0">
                <a:solidFill>
                  <a:srgbClr val="FFFFFF"/>
                </a:solidFill>
                <a:latin typeface="Cambria"/>
                <a:cs typeface="Cambria"/>
              </a:rPr>
              <a:t> </a:t>
            </a:r>
            <a:r>
              <a:rPr sz="2200" b="1" spc="-25" dirty="0">
                <a:solidFill>
                  <a:srgbClr val="FFFFFF"/>
                </a:solidFill>
                <a:latin typeface="Cambria"/>
                <a:cs typeface="Cambria"/>
              </a:rPr>
              <a:t>is:</a:t>
            </a:r>
            <a:endParaRPr sz="2200">
              <a:latin typeface="Cambria"/>
              <a:cs typeface="Cambria"/>
            </a:endParaRPr>
          </a:p>
          <a:p>
            <a:pPr marL="91440">
              <a:lnSpc>
                <a:spcPct val="100000"/>
              </a:lnSpc>
            </a:pPr>
            <a:r>
              <a:rPr sz="2200" b="1" dirty="0">
                <a:solidFill>
                  <a:srgbClr val="FFFFFF"/>
                </a:solidFill>
                <a:latin typeface="Cambria"/>
                <a:cs typeface="Cambria"/>
              </a:rPr>
              <a:t>&lt;id&gt;</a:t>
            </a:r>
            <a:r>
              <a:rPr sz="2200" b="1" spc="-25" dirty="0">
                <a:solidFill>
                  <a:srgbClr val="FFFFFF"/>
                </a:solidFill>
                <a:latin typeface="Cambria"/>
                <a:cs typeface="Cambria"/>
              </a:rPr>
              <a:t> </a:t>
            </a:r>
            <a:r>
              <a:rPr sz="2200" b="1" dirty="0">
                <a:solidFill>
                  <a:srgbClr val="FFFFFF"/>
                </a:solidFill>
                <a:latin typeface="Cambria"/>
                <a:cs typeface="Cambria"/>
              </a:rPr>
              <a:t>+</a:t>
            </a:r>
            <a:r>
              <a:rPr sz="2200" b="1" spc="-10" dirty="0">
                <a:solidFill>
                  <a:srgbClr val="FFFFFF"/>
                </a:solidFill>
                <a:latin typeface="Cambria"/>
                <a:cs typeface="Cambria"/>
              </a:rPr>
              <a:t> </a:t>
            </a:r>
            <a:r>
              <a:rPr sz="2200" b="1" dirty="0">
                <a:solidFill>
                  <a:srgbClr val="FFFFFF"/>
                </a:solidFill>
                <a:latin typeface="Cambria"/>
                <a:cs typeface="Cambria"/>
              </a:rPr>
              <a:t>&lt;id&gt;</a:t>
            </a:r>
            <a:r>
              <a:rPr sz="2200" b="1" spc="-15" dirty="0">
                <a:solidFill>
                  <a:srgbClr val="FFFFFF"/>
                </a:solidFill>
                <a:latin typeface="Cambria"/>
                <a:cs typeface="Cambria"/>
              </a:rPr>
              <a:t> </a:t>
            </a:r>
            <a:r>
              <a:rPr sz="2200" b="1" dirty="0">
                <a:solidFill>
                  <a:srgbClr val="FFFFFF"/>
                </a:solidFill>
                <a:latin typeface="Cambria"/>
                <a:cs typeface="Cambria"/>
              </a:rPr>
              <a:t>* </a:t>
            </a:r>
            <a:r>
              <a:rPr sz="2200" b="1" spc="-20" dirty="0">
                <a:solidFill>
                  <a:srgbClr val="FFFFFF"/>
                </a:solidFill>
                <a:latin typeface="Cambria"/>
                <a:cs typeface="Cambria"/>
              </a:rPr>
              <a:t>&lt;id&gt;</a:t>
            </a:r>
            <a:endParaRPr sz="2200">
              <a:latin typeface="Cambria"/>
              <a:cs typeface="Cambri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1104265">
              <a:lnSpc>
                <a:spcPts val="3890"/>
              </a:lnSpc>
            </a:pPr>
            <a:r>
              <a:rPr sz="3600" b="1" spc="-95" dirty="0">
                <a:solidFill>
                  <a:srgbClr val="FFFFFF"/>
                </a:solidFill>
                <a:latin typeface="Cambria"/>
                <a:cs typeface="Cambria"/>
              </a:rPr>
              <a:t>Recursive </a:t>
            </a:r>
            <a:r>
              <a:rPr sz="3600" b="1" spc="-10" dirty="0">
                <a:solidFill>
                  <a:srgbClr val="FFFFFF"/>
                </a:solidFill>
                <a:latin typeface="Cambria"/>
                <a:cs typeface="Cambria"/>
              </a:rPr>
              <a:t>Descent Parser</a:t>
            </a:r>
            <a:endParaRPr sz="3600">
              <a:latin typeface="Cambria"/>
              <a:cs typeface="Cambria"/>
            </a:endParaRPr>
          </a:p>
        </p:txBody>
      </p:sp>
      <p:sp>
        <p:nvSpPr>
          <p:cNvPr id="3" name="object 3"/>
          <p:cNvSpPr txBox="1"/>
          <p:nvPr/>
        </p:nvSpPr>
        <p:spPr>
          <a:xfrm>
            <a:off x="3948429" y="853185"/>
            <a:ext cx="7158355" cy="1202690"/>
          </a:xfrm>
          <a:prstGeom prst="rect">
            <a:avLst/>
          </a:prstGeom>
        </p:spPr>
        <p:txBody>
          <a:bodyPr vert="horz" wrap="square" lIns="0" tIns="53975" rIns="0" bIns="0" rtlCol="0">
            <a:spAutoFit/>
          </a:bodyPr>
          <a:lstStyle/>
          <a:p>
            <a:pPr marL="195580" marR="5080" indent="-182880">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A</a:t>
            </a:r>
            <a:r>
              <a:rPr sz="2400" spc="135" dirty="0">
                <a:latin typeface="Cambria"/>
                <a:cs typeface="Cambria"/>
              </a:rPr>
              <a:t> </a:t>
            </a:r>
            <a:r>
              <a:rPr sz="2400" dirty="0">
                <a:latin typeface="Cambria"/>
                <a:cs typeface="Cambria"/>
              </a:rPr>
              <a:t>Recursive</a:t>
            </a:r>
            <a:r>
              <a:rPr sz="2400" spc="190" dirty="0">
                <a:latin typeface="Cambria"/>
                <a:cs typeface="Cambria"/>
              </a:rPr>
              <a:t> </a:t>
            </a:r>
            <a:r>
              <a:rPr sz="2400" dirty="0">
                <a:latin typeface="Cambria"/>
                <a:cs typeface="Cambria"/>
              </a:rPr>
              <a:t>Descent</a:t>
            </a:r>
            <a:r>
              <a:rPr sz="2400" spc="190" dirty="0">
                <a:latin typeface="Cambria"/>
                <a:cs typeface="Cambria"/>
              </a:rPr>
              <a:t> </a:t>
            </a:r>
            <a:r>
              <a:rPr sz="2400" dirty="0">
                <a:latin typeface="Cambria"/>
                <a:cs typeface="Cambria"/>
              </a:rPr>
              <a:t>Parser</a:t>
            </a:r>
            <a:r>
              <a:rPr sz="2400" spc="175" dirty="0">
                <a:latin typeface="Cambria"/>
                <a:cs typeface="Cambria"/>
              </a:rPr>
              <a:t> </a:t>
            </a:r>
            <a:r>
              <a:rPr sz="2400" dirty="0">
                <a:latin typeface="Cambria"/>
                <a:cs typeface="Cambria"/>
              </a:rPr>
              <a:t>is</a:t>
            </a:r>
            <a:r>
              <a:rPr sz="2400" spc="180" dirty="0">
                <a:latin typeface="Cambria"/>
                <a:cs typeface="Cambria"/>
              </a:rPr>
              <a:t> </a:t>
            </a:r>
            <a:r>
              <a:rPr sz="2400" dirty="0">
                <a:latin typeface="Cambria"/>
                <a:cs typeface="Cambria"/>
              </a:rPr>
              <a:t>a</a:t>
            </a:r>
            <a:r>
              <a:rPr sz="2400" spc="175" dirty="0">
                <a:latin typeface="Cambria"/>
                <a:cs typeface="Cambria"/>
              </a:rPr>
              <a:t> </a:t>
            </a:r>
            <a:r>
              <a:rPr sz="2400" dirty="0">
                <a:latin typeface="Cambria"/>
                <a:cs typeface="Cambria"/>
              </a:rPr>
              <a:t>variant</a:t>
            </a:r>
            <a:r>
              <a:rPr sz="2400" spc="185" dirty="0">
                <a:latin typeface="Cambria"/>
                <a:cs typeface="Cambria"/>
              </a:rPr>
              <a:t> </a:t>
            </a:r>
            <a:r>
              <a:rPr sz="2400" dirty="0">
                <a:latin typeface="Cambria"/>
                <a:cs typeface="Cambria"/>
              </a:rPr>
              <a:t>of</a:t>
            </a:r>
            <a:r>
              <a:rPr sz="2400" spc="175" dirty="0">
                <a:latin typeface="Cambria"/>
                <a:cs typeface="Cambria"/>
              </a:rPr>
              <a:t> </a:t>
            </a:r>
            <a:r>
              <a:rPr sz="2400" dirty="0">
                <a:latin typeface="Cambria"/>
                <a:cs typeface="Cambria"/>
              </a:rPr>
              <a:t>top</a:t>
            </a:r>
            <a:r>
              <a:rPr sz="2400" spc="180" dirty="0">
                <a:latin typeface="Cambria"/>
                <a:cs typeface="Cambria"/>
              </a:rPr>
              <a:t> </a:t>
            </a:r>
            <a:r>
              <a:rPr sz="2400" spc="-20" dirty="0">
                <a:latin typeface="Cambria"/>
                <a:cs typeface="Cambria"/>
              </a:rPr>
              <a:t>down </a:t>
            </a:r>
            <a:r>
              <a:rPr sz="2400" spc="-10" dirty="0">
                <a:latin typeface="Cambria"/>
                <a:cs typeface="Cambria"/>
              </a:rPr>
              <a:t>parsing.</a:t>
            </a:r>
            <a:endParaRPr sz="2400">
              <a:latin typeface="Cambria"/>
              <a:cs typeface="Cambria"/>
            </a:endParaRPr>
          </a:p>
          <a:p>
            <a:pPr marL="12700">
              <a:lnSpc>
                <a:spcPct val="100000"/>
              </a:lnSpc>
              <a:spcBef>
                <a:spcPts val="88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It</a:t>
            </a:r>
            <a:r>
              <a:rPr sz="2400" spc="-95" dirty="0">
                <a:latin typeface="Cambria"/>
                <a:cs typeface="Cambria"/>
              </a:rPr>
              <a:t> </a:t>
            </a:r>
            <a:r>
              <a:rPr sz="2400" dirty="0">
                <a:latin typeface="Cambria"/>
                <a:cs typeface="Cambria"/>
              </a:rPr>
              <a:t>may</a:t>
            </a:r>
            <a:r>
              <a:rPr sz="2400" spc="-35" dirty="0">
                <a:latin typeface="Cambria"/>
                <a:cs typeface="Cambria"/>
              </a:rPr>
              <a:t> </a:t>
            </a:r>
            <a:r>
              <a:rPr sz="2400" spc="-25" dirty="0">
                <a:latin typeface="Cambria"/>
                <a:cs typeface="Cambria"/>
              </a:rPr>
              <a:t>involve</a:t>
            </a:r>
            <a:r>
              <a:rPr sz="2400" spc="-35" dirty="0">
                <a:latin typeface="Cambria"/>
                <a:cs typeface="Cambria"/>
              </a:rPr>
              <a:t> </a:t>
            </a:r>
            <a:r>
              <a:rPr sz="2400" spc="-10" dirty="0">
                <a:latin typeface="Cambria"/>
                <a:cs typeface="Cambria"/>
              </a:rPr>
              <a:t>backtracking.</a:t>
            </a:r>
            <a:endParaRPr sz="2400">
              <a:latin typeface="Cambria"/>
              <a:cs typeface="Cambria"/>
            </a:endParaRPr>
          </a:p>
        </p:txBody>
      </p:sp>
      <p:sp>
        <p:nvSpPr>
          <p:cNvPr id="4" name="object 4"/>
          <p:cNvSpPr txBox="1"/>
          <p:nvPr/>
        </p:nvSpPr>
        <p:spPr>
          <a:xfrm>
            <a:off x="3948429" y="2145919"/>
            <a:ext cx="7153909" cy="720725"/>
          </a:xfrm>
          <a:prstGeom prst="rect">
            <a:avLst/>
          </a:prstGeom>
        </p:spPr>
        <p:txBody>
          <a:bodyPr vert="horz" wrap="square" lIns="0" tIns="53975" rIns="0" bIns="0" rtlCol="0">
            <a:spAutoFit/>
          </a:bodyPr>
          <a:lstStyle/>
          <a:p>
            <a:pPr marL="195580" marR="5080" indent="-182880">
              <a:lnSpc>
                <a:spcPts val="2590"/>
              </a:lnSpc>
              <a:spcBef>
                <a:spcPts val="425"/>
              </a:spcBef>
              <a:tabLst>
                <a:tab pos="844550" algn="l"/>
                <a:tab pos="5304155"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Top</a:t>
            </a:r>
            <a:r>
              <a:rPr sz="2400" spc="225" dirty="0">
                <a:latin typeface="Cambria"/>
                <a:cs typeface="Cambria"/>
              </a:rPr>
              <a:t> </a:t>
            </a:r>
            <a:r>
              <a:rPr sz="2400" dirty="0">
                <a:latin typeface="Cambria"/>
                <a:cs typeface="Cambria"/>
              </a:rPr>
              <a:t>down</a:t>
            </a:r>
            <a:r>
              <a:rPr sz="2400" spc="290" dirty="0">
                <a:latin typeface="Cambria"/>
                <a:cs typeface="Cambria"/>
              </a:rPr>
              <a:t> </a:t>
            </a:r>
            <a:r>
              <a:rPr sz="2400" dirty="0">
                <a:latin typeface="Cambria"/>
                <a:cs typeface="Cambria"/>
              </a:rPr>
              <a:t>parsing</a:t>
            </a:r>
            <a:r>
              <a:rPr sz="2400" spc="295" dirty="0">
                <a:latin typeface="Cambria"/>
                <a:cs typeface="Cambria"/>
              </a:rPr>
              <a:t> </a:t>
            </a:r>
            <a:r>
              <a:rPr sz="2400" dirty="0">
                <a:latin typeface="Cambria"/>
                <a:cs typeface="Cambria"/>
              </a:rPr>
              <a:t>can</a:t>
            </a:r>
            <a:r>
              <a:rPr sz="2400" spc="280" dirty="0">
                <a:latin typeface="Cambria"/>
                <a:cs typeface="Cambria"/>
              </a:rPr>
              <a:t> </a:t>
            </a:r>
            <a:r>
              <a:rPr sz="2400" dirty="0">
                <a:latin typeface="Cambria"/>
                <a:cs typeface="Cambria"/>
              </a:rPr>
              <a:t>be</a:t>
            </a:r>
            <a:r>
              <a:rPr sz="2400" spc="290" dirty="0">
                <a:latin typeface="Cambria"/>
                <a:cs typeface="Cambria"/>
              </a:rPr>
              <a:t> </a:t>
            </a:r>
            <a:r>
              <a:rPr sz="2400" dirty="0">
                <a:latin typeface="Cambria"/>
                <a:cs typeface="Cambria"/>
              </a:rPr>
              <a:t>viewed</a:t>
            </a:r>
            <a:r>
              <a:rPr sz="2400" spc="295" dirty="0">
                <a:latin typeface="Cambria"/>
                <a:cs typeface="Cambria"/>
              </a:rPr>
              <a:t> </a:t>
            </a:r>
            <a:r>
              <a:rPr sz="2400" spc="-25" dirty="0">
                <a:latin typeface="Cambria"/>
                <a:cs typeface="Cambria"/>
              </a:rPr>
              <a:t>as</a:t>
            </a:r>
            <a:r>
              <a:rPr sz="2400" dirty="0">
                <a:latin typeface="Cambria"/>
                <a:cs typeface="Cambria"/>
              </a:rPr>
              <a:t>	an</a:t>
            </a:r>
            <a:r>
              <a:rPr sz="2400" spc="295" dirty="0">
                <a:latin typeface="Cambria"/>
                <a:cs typeface="Cambria"/>
              </a:rPr>
              <a:t> </a:t>
            </a:r>
            <a:r>
              <a:rPr sz="2400" dirty="0">
                <a:latin typeface="Cambria"/>
                <a:cs typeface="Cambria"/>
              </a:rPr>
              <a:t>attempt</a:t>
            </a:r>
            <a:r>
              <a:rPr sz="2400" spc="290" dirty="0">
                <a:latin typeface="Cambria"/>
                <a:cs typeface="Cambria"/>
              </a:rPr>
              <a:t> </a:t>
            </a:r>
            <a:r>
              <a:rPr sz="2400" spc="-25" dirty="0">
                <a:latin typeface="Cambria"/>
                <a:cs typeface="Cambria"/>
              </a:rPr>
              <a:t>to </a:t>
            </a:r>
            <a:r>
              <a:rPr sz="2400" spc="-20" dirty="0">
                <a:latin typeface="Cambria"/>
                <a:cs typeface="Cambria"/>
              </a:rPr>
              <a:t>find</a:t>
            </a:r>
            <a:r>
              <a:rPr sz="2400" dirty="0">
                <a:latin typeface="Cambria"/>
                <a:cs typeface="Cambria"/>
              </a:rPr>
              <a:t>	a</a:t>
            </a:r>
            <a:r>
              <a:rPr sz="2400" spc="-40" dirty="0">
                <a:latin typeface="Cambria"/>
                <a:cs typeface="Cambria"/>
              </a:rPr>
              <a:t> </a:t>
            </a:r>
            <a:r>
              <a:rPr sz="2400" dirty="0">
                <a:latin typeface="Cambria"/>
                <a:cs typeface="Cambria"/>
              </a:rPr>
              <a:t>left</a:t>
            </a:r>
            <a:r>
              <a:rPr sz="2400" spc="-45" dirty="0">
                <a:latin typeface="Cambria"/>
                <a:cs typeface="Cambria"/>
              </a:rPr>
              <a:t> </a:t>
            </a:r>
            <a:r>
              <a:rPr sz="2400" dirty="0">
                <a:latin typeface="Cambria"/>
                <a:cs typeface="Cambria"/>
              </a:rPr>
              <a:t>most</a:t>
            </a:r>
            <a:r>
              <a:rPr sz="2400" spc="-30" dirty="0">
                <a:latin typeface="Cambria"/>
                <a:cs typeface="Cambria"/>
              </a:rPr>
              <a:t> </a:t>
            </a:r>
            <a:r>
              <a:rPr sz="2400" spc="-10" dirty="0">
                <a:latin typeface="Cambria"/>
                <a:cs typeface="Cambria"/>
              </a:rPr>
              <a:t>derivation</a:t>
            </a:r>
            <a:r>
              <a:rPr sz="2400" spc="-70" dirty="0">
                <a:latin typeface="Cambria"/>
                <a:cs typeface="Cambria"/>
              </a:rPr>
              <a:t> </a:t>
            </a:r>
            <a:r>
              <a:rPr sz="2400" dirty="0">
                <a:latin typeface="Cambria"/>
                <a:cs typeface="Cambria"/>
              </a:rPr>
              <a:t>for</a:t>
            </a:r>
            <a:r>
              <a:rPr sz="2400" spc="-55" dirty="0">
                <a:latin typeface="Cambria"/>
                <a:cs typeface="Cambria"/>
              </a:rPr>
              <a:t> </a:t>
            </a:r>
            <a:r>
              <a:rPr sz="2400" dirty="0">
                <a:latin typeface="Cambria"/>
                <a:cs typeface="Cambria"/>
              </a:rPr>
              <a:t>an</a:t>
            </a:r>
            <a:r>
              <a:rPr sz="2400" spc="-50" dirty="0">
                <a:latin typeface="Cambria"/>
                <a:cs typeface="Cambria"/>
              </a:rPr>
              <a:t> </a:t>
            </a:r>
            <a:r>
              <a:rPr sz="2400" dirty="0">
                <a:latin typeface="Cambria"/>
                <a:cs typeface="Cambria"/>
              </a:rPr>
              <a:t>input</a:t>
            </a:r>
            <a:r>
              <a:rPr sz="2400" spc="-50" dirty="0">
                <a:latin typeface="Cambria"/>
                <a:cs typeface="Cambria"/>
              </a:rPr>
              <a:t> </a:t>
            </a:r>
            <a:r>
              <a:rPr sz="2400" spc="-10" dirty="0">
                <a:latin typeface="Cambria"/>
                <a:cs typeface="Cambria"/>
              </a:rPr>
              <a:t>string.</a:t>
            </a:r>
            <a:endParaRPr sz="2400">
              <a:latin typeface="Cambria"/>
              <a:cs typeface="Cambria"/>
            </a:endParaRPr>
          </a:p>
        </p:txBody>
      </p:sp>
      <p:sp>
        <p:nvSpPr>
          <p:cNvPr id="5" name="object 5"/>
          <p:cNvSpPr txBox="1"/>
          <p:nvPr/>
        </p:nvSpPr>
        <p:spPr>
          <a:xfrm>
            <a:off x="3948429" y="2956940"/>
            <a:ext cx="7160259" cy="2190115"/>
          </a:xfrm>
          <a:prstGeom prst="rect">
            <a:avLst/>
          </a:prstGeom>
        </p:spPr>
        <p:txBody>
          <a:bodyPr vert="horz" wrap="square" lIns="0" tIns="53975" rIns="0" bIns="0" rtlCol="0">
            <a:spAutoFit/>
          </a:bodyPr>
          <a:lstStyle/>
          <a:p>
            <a:pPr marL="195580" marR="5715" indent="-182880" algn="just">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35" dirty="0">
                <a:latin typeface="Cambria"/>
                <a:cs typeface="Cambria"/>
              </a:rPr>
              <a:t>Equivalently,</a:t>
            </a:r>
            <a:r>
              <a:rPr sz="2400" spc="955" dirty="0">
                <a:latin typeface="Cambria"/>
                <a:cs typeface="Cambria"/>
              </a:rPr>
              <a:t> </a:t>
            </a:r>
            <a:r>
              <a:rPr sz="2400" spc="-10" dirty="0">
                <a:latin typeface="Cambria"/>
                <a:cs typeface="Cambria"/>
              </a:rPr>
              <a:t>i</a:t>
            </a:r>
            <a:r>
              <a:rPr sz="2400" dirty="0">
                <a:latin typeface="Cambria"/>
                <a:cs typeface="Cambria"/>
              </a:rPr>
              <a:t>t</a:t>
            </a:r>
            <a:r>
              <a:rPr sz="2400" spc="955" dirty="0">
                <a:latin typeface="Cambria"/>
                <a:cs typeface="Cambria"/>
              </a:rPr>
              <a:t> </a:t>
            </a:r>
            <a:r>
              <a:rPr sz="2400" spc="-20" dirty="0">
                <a:latin typeface="Cambria"/>
                <a:cs typeface="Cambria"/>
              </a:rPr>
              <a:t>can</a:t>
            </a:r>
            <a:r>
              <a:rPr sz="2400" spc="935" dirty="0">
                <a:latin typeface="Cambria"/>
                <a:cs typeface="Cambria"/>
              </a:rPr>
              <a:t> </a:t>
            </a:r>
            <a:r>
              <a:rPr sz="2400" spc="-15" dirty="0">
                <a:latin typeface="Cambria"/>
                <a:cs typeface="Cambria"/>
              </a:rPr>
              <a:t>be</a:t>
            </a:r>
            <a:r>
              <a:rPr sz="2400" spc="955" dirty="0">
                <a:latin typeface="Cambria"/>
                <a:cs typeface="Cambria"/>
              </a:rPr>
              <a:t> </a:t>
            </a:r>
            <a:r>
              <a:rPr sz="2400" spc="-20" dirty="0">
                <a:latin typeface="Cambria"/>
                <a:cs typeface="Cambria"/>
              </a:rPr>
              <a:t>viewed</a:t>
            </a:r>
            <a:r>
              <a:rPr sz="2400" spc="955" dirty="0">
                <a:latin typeface="Cambria"/>
                <a:cs typeface="Cambria"/>
              </a:rPr>
              <a:t> </a:t>
            </a:r>
            <a:r>
              <a:rPr sz="2400" spc="-10" dirty="0">
                <a:latin typeface="Cambria"/>
                <a:cs typeface="Cambria"/>
              </a:rPr>
              <a:t>as</a:t>
            </a:r>
            <a:r>
              <a:rPr sz="2400" spc="950" dirty="0">
                <a:latin typeface="Cambria"/>
                <a:cs typeface="Cambria"/>
              </a:rPr>
              <a:t> </a:t>
            </a:r>
            <a:r>
              <a:rPr sz="2400" spc="-15" dirty="0">
                <a:latin typeface="Cambria"/>
                <a:cs typeface="Cambria"/>
              </a:rPr>
              <a:t>an</a:t>
            </a:r>
            <a:r>
              <a:rPr sz="2400" spc="940" dirty="0">
                <a:latin typeface="Cambria"/>
                <a:cs typeface="Cambria"/>
              </a:rPr>
              <a:t> </a:t>
            </a:r>
            <a:r>
              <a:rPr sz="2400" spc="-20" dirty="0">
                <a:latin typeface="Cambria"/>
                <a:cs typeface="Cambria"/>
              </a:rPr>
              <a:t>attempt</a:t>
            </a:r>
            <a:r>
              <a:rPr sz="2400" spc="944" dirty="0">
                <a:latin typeface="Cambria"/>
                <a:cs typeface="Cambria"/>
              </a:rPr>
              <a:t> </a:t>
            </a:r>
            <a:r>
              <a:rPr sz="2400" spc="-95" dirty="0">
                <a:latin typeface="Cambria"/>
                <a:cs typeface="Cambria"/>
              </a:rPr>
              <a:t>to</a:t>
            </a:r>
            <a:r>
              <a:rPr sz="2400" spc="-30" dirty="0">
                <a:latin typeface="Cambria"/>
                <a:cs typeface="Cambria"/>
              </a:rPr>
              <a:t> </a:t>
            </a:r>
            <a:r>
              <a:rPr sz="2400" spc="-20" dirty="0">
                <a:latin typeface="Cambria"/>
                <a:cs typeface="Cambria"/>
              </a:rPr>
              <a:t>construct</a:t>
            </a:r>
            <a:r>
              <a:rPr sz="2400" spc="155" dirty="0">
                <a:latin typeface="Cambria"/>
                <a:cs typeface="Cambria"/>
              </a:rPr>
              <a:t> </a:t>
            </a:r>
            <a:r>
              <a:rPr sz="2400" spc="-15" dirty="0">
                <a:latin typeface="Cambria"/>
                <a:cs typeface="Cambria"/>
              </a:rPr>
              <a:t>a</a:t>
            </a:r>
            <a:r>
              <a:rPr sz="2400" spc="135" dirty="0">
                <a:latin typeface="Cambria"/>
                <a:cs typeface="Cambria"/>
              </a:rPr>
              <a:t> </a:t>
            </a:r>
            <a:r>
              <a:rPr sz="2400" spc="-15" dirty="0">
                <a:latin typeface="Cambria"/>
                <a:cs typeface="Cambria"/>
              </a:rPr>
              <a:t>parse</a:t>
            </a:r>
            <a:r>
              <a:rPr sz="2400" spc="150" dirty="0">
                <a:latin typeface="Cambria"/>
                <a:cs typeface="Cambria"/>
              </a:rPr>
              <a:t> </a:t>
            </a:r>
            <a:r>
              <a:rPr sz="2400" spc="-20" dirty="0">
                <a:latin typeface="Cambria"/>
                <a:cs typeface="Cambria"/>
              </a:rPr>
              <a:t>tree</a:t>
            </a:r>
            <a:r>
              <a:rPr sz="2400" spc="135" dirty="0">
                <a:latin typeface="Cambria"/>
                <a:cs typeface="Cambria"/>
              </a:rPr>
              <a:t> </a:t>
            </a:r>
            <a:r>
              <a:rPr sz="2400" spc="-45" dirty="0">
                <a:latin typeface="Cambria"/>
                <a:cs typeface="Cambria"/>
              </a:rPr>
              <a:t>f</a:t>
            </a:r>
            <a:r>
              <a:rPr sz="2400" dirty="0">
                <a:latin typeface="Cambria"/>
                <a:cs typeface="Cambria"/>
              </a:rPr>
              <a:t>or</a:t>
            </a:r>
            <a:r>
              <a:rPr sz="2400" spc="140" dirty="0">
                <a:latin typeface="Cambria"/>
                <a:cs typeface="Cambria"/>
              </a:rPr>
              <a:t> </a:t>
            </a:r>
            <a:r>
              <a:rPr sz="2400" spc="-15" dirty="0">
                <a:latin typeface="Cambria"/>
                <a:cs typeface="Cambria"/>
              </a:rPr>
              <a:t>the</a:t>
            </a:r>
            <a:r>
              <a:rPr sz="2400" spc="120" dirty="0">
                <a:latin typeface="Cambria"/>
                <a:cs typeface="Cambria"/>
              </a:rPr>
              <a:t> </a:t>
            </a:r>
            <a:r>
              <a:rPr sz="2400" spc="-10" dirty="0">
                <a:latin typeface="Cambria"/>
                <a:cs typeface="Cambria"/>
              </a:rPr>
              <a:t>input</a:t>
            </a:r>
            <a:r>
              <a:rPr sz="2400" spc="150" dirty="0">
                <a:latin typeface="Cambria"/>
                <a:cs typeface="Cambria"/>
              </a:rPr>
              <a:t> </a:t>
            </a:r>
            <a:r>
              <a:rPr sz="2400" spc="-15" dirty="0">
                <a:latin typeface="Cambria"/>
                <a:cs typeface="Cambria"/>
              </a:rPr>
              <a:t>starting</a:t>
            </a:r>
            <a:r>
              <a:rPr sz="2400" spc="130" dirty="0">
                <a:latin typeface="Cambria"/>
                <a:cs typeface="Cambria"/>
              </a:rPr>
              <a:t> </a:t>
            </a:r>
            <a:r>
              <a:rPr sz="2400" spc="-20" dirty="0">
                <a:latin typeface="Cambria"/>
                <a:cs typeface="Cambria"/>
              </a:rPr>
              <a:t>from</a:t>
            </a:r>
            <a:r>
              <a:rPr sz="2400" spc="135" dirty="0">
                <a:latin typeface="Cambria"/>
                <a:cs typeface="Cambria"/>
              </a:rPr>
              <a:t> </a:t>
            </a:r>
            <a:r>
              <a:rPr sz="2400" spc="-15" dirty="0">
                <a:latin typeface="Cambria"/>
                <a:cs typeface="Cambria"/>
              </a:rPr>
              <a:t>the</a:t>
            </a:r>
            <a:r>
              <a:rPr sz="2400" spc="-10" dirty="0">
                <a:latin typeface="Cambria"/>
                <a:cs typeface="Cambria"/>
              </a:rPr>
              <a:t> </a:t>
            </a:r>
            <a:r>
              <a:rPr sz="2400" spc="-20" dirty="0">
                <a:latin typeface="Cambria"/>
                <a:cs typeface="Cambria"/>
              </a:rPr>
              <a:t>root</a:t>
            </a:r>
            <a:r>
              <a:rPr sz="2400" spc="755" dirty="0">
                <a:latin typeface="Cambria"/>
                <a:cs typeface="Cambria"/>
              </a:rPr>
              <a:t> </a:t>
            </a:r>
            <a:r>
              <a:rPr sz="2400" spc="-10" dirty="0">
                <a:latin typeface="Cambria"/>
                <a:cs typeface="Cambria"/>
              </a:rPr>
              <a:t>and</a:t>
            </a:r>
            <a:r>
              <a:rPr sz="2400" spc="750" dirty="0">
                <a:latin typeface="Cambria"/>
                <a:cs typeface="Cambria"/>
              </a:rPr>
              <a:t> </a:t>
            </a:r>
            <a:r>
              <a:rPr sz="2400" spc="-10" dirty="0">
                <a:latin typeface="Cambria"/>
                <a:cs typeface="Cambria"/>
              </a:rPr>
              <a:t>creating</a:t>
            </a:r>
            <a:r>
              <a:rPr sz="2400" spc="745" dirty="0">
                <a:latin typeface="Cambria"/>
                <a:cs typeface="Cambria"/>
              </a:rPr>
              <a:t> </a:t>
            </a:r>
            <a:r>
              <a:rPr sz="2400" spc="-15" dirty="0">
                <a:latin typeface="Cambria"/>
                <a:cs typeface="Cambria"/>
              </a:rPr>
              <a:t>the</a:t>
            </a:r>
            <a:r>
              <a:rPr sz="2400" spc="755" dirty="0">
                <a:latin typeface="Cambria"/>
                <a:cs typeface="Cambria"/>
              </a:rPr>
              <a:t> </a:t>
            </a:r>
            <a:r>
              <a:rPr sz="2400" spc="-15" dirty="0">
                <a:latin typeface="Cambria"/>
                <a:cs typeface="Cambria"/>
              </a:rPr>
              <a:t>nodes</a:t>
            </a:r>
            <a:r>
              <a:rPr sz="2400" spc="750" dirty="0">
                <a:latin typeface="Cambria"/>
                <a:cs typeface="Cambria"/>
              </a:rPr>
              <a:t> </a:t>
            </a:r>
            <a:r>
              <a:rPr sz="2400" spc="-5" dirty="0">
                <a:latin typeface="Cambria"/>
                <a:cs typeface="Cambria"/>
              </a:rPr>
              <a:t>o</a:t>
            </a:r>
            <a:r>
              <a:rPr sz="2400" dirty="0">
                <a:latin typeface="Cambria"/>
                <a:cs typeface="Cambria"/>
              </a:rPr>
              <a:t>f</a:t>
            </a:r>
            <a:r>
              <a:rPr sz="2400" spc="755" dirty="0">
                <a:latin typeface="Cambria"/>
                <a:cs typeface="Cambria"/>
              </a:rPr>
              <a:t> </a:t>
            </a:r>
            <a:r>
              <a:rPr sz="2400" spc="-15" dirty="0">
                <a:latin typeface="Cambria"/>
                <a:cs typeface="Cambria"/>
              </a:rPr>
              <a:t>the</a:t>
            </a:r>
            <a:r>
              <a:rPr sz="2400" spc="755" dirty="0">
                <a:latin typeface="Cambria"/>
                <a:cs typeface="Cambria"/>
              </a:rPr>
              <a:t> </a:t>
            </a:r>
            <a:r>
              <a:rPr sz="2400" spc="-15" dirty="0">
                <a:latin typeface="Cambria"/>
                <a:cs typeface="Cambria"/>
              </a:rPr>
              <a:t>parse</a:t>
            </a:r>
            <a:r>
              <a:rPr sz="2400" spc="760" dirty="0">
                <a:latin typeface="Cambria"/>
                <a:cs typeface="Cambria"/>
              </a:rPr>
              <a:t> </a:t>
            </a:r>
            <a:r>
              <a:rPr sz="2400" spc="-15" dirty="0">
                <a:latin typeface="Cambria"/>
                <a:cs typeface="Cambria"/>
              </a:rPr>
              <a:t>tree</a:t>
            </a:r>
            <a:r>
              <a:rPr sz="2400" spc="745" dirty="0">
                <a:latin typeface="Cambria"/>
                <a:cs typeface="Cambria"/>
              </a:rPr>
              <a:t> </a:t>
            </a:r>
            <a:r>
              <a:rPr sz="2400" dirty="0">
                <a:latin typeface="Cambria"/>
                <a:cs typeface="Cambria"/>
              </a:rPr>
              <a:t>in </a:t>
            </a:r>
            <a:r>
              <a:rPr sz="2400" spc="-40" dirty="0">
                <a:latin typeface="Cambria"/>
                <a:cs typeface="Cambria"/>
              </a:rPr>
              <a:t>preorder.</a:t>
            </a:r>
            <a:endParaRPr sz="2400">
              <a:latin typeface="Cambria"/>
              <a:cs typeface="Cambria"/>
            </a:endParaRPr>
          </a:p>
          <a:p>
            <a:pPr marL="195580" marR="5080" indent="-182880" algn="just">
              <a:lnSpc>
                <a:spcPts val="2590"/>
              </a:lnSpc>
              <a:spcBef>
                <a:spcPts val="121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5" dirty="0">
                <a:latin typeface="Cambria"/>
                <a:cs typeface="Cambria"/>
              </a:rPr>
              <a:t>Silen</a:t>
            </a:r>
            <a:r>
              <a:rPr sz="2400" dirty="0">
                <a:latin typeface="Cambria"/>
                <a:cs typeface="Cambria"/>
              </a:rPr>
              <a:t>t</a:t>
            </a:r>
            <a:r>
              <a:rPr sz="2400" spc="1065" dirty="0">
                <a:latin typeface="Cambria"/>
                <a:cs typeface="Cambria"/>
              </a:rPr>
              <a:t> </a:t>
            </a:r>
            <a:r>
              <a:rPr sz="2400" spc="-25" dirty="0">
                <a:latin typeface="Cambria"/>
                <a:cs typeface="Cambria"/>
              </a:rPr>
              <a:t>advantages</a:t>
            </a:r>
            <a:r>
              <a:rPr sz="2400" spc="1065" dirty="0">
                <a:latin typeface="Cambria"/>
                <a:cs typeface="Cambria"/>
              </a:rPr>
              <a:t> </a:t>
            </a:r>
            <a:r>
              <a:rPr sz="2400" spc="-5" dirty="0">
                <a:latin typeface="Cambria"/>
                <a:cs typeface="Cambria"/>
              </a:rPr>
              <a:t>o</a:t>
            </a:r>
            <a:r>
              <a:rPr sz="2400" dirty="0">
                <a:latin typeface="Cambria"/>
                <a:cs typeface="Cambria"/>
              </a:rPr>
              <a:t>f   RDP</a:t>
            </a:r>
            <a:r>
              <a:rPr sz="2400" spc="1060" dirty="0">
                <a:latin typeface="Cambria"/>
                <a:cs typeface="Cambria"/>
              </a:rPr>
              <a:t> </a:t>
            </a:r>
            <a:r>
              <a:rPr sz="2400" spc="-15" dirty="0">
                <a:latin typeface="Cambria"/>
                <a:cs typeface="Cambria"/>
              </a:rPr>
              <a:t>are</a:t>
            </a:r>
            <a:r>
              <a:rPr sz="2400" dirty="0">
                <a:latin typeface="Cambria"/>
                <a:cs typeface="Cambria"/>
              </a:rPr>
              <a:t>   </a:t>
            </a:r>
            <a:r>
              <a:rPr sz="2400" spc="-10" dirty="0">
                <a:latin typeface="Cambria"/>
                <a:cs typeface="Cambria"/>
              </a:rPr>
              <a:t>its</a:t>
            </a:r>
            <a:r>
              <a:rPr sz="2400" spc="1055" dirty="0">
                <a:latin typeface="Cambria"/>
                <a:cs typeface="Cambria"/>
              </a:rPr>
              <a:t> </a:t>
            </a:r>
            <a:r>
              <a:rPr sz="2400" spc="-15" dirty="0">
                <a:latin typeface="Cambria"/>
                <a:cs typeface="Cambria"/>
              </a:rPr>
              <a:t>simplicity</a:t>
            </a:r>
            <a:r>
              <a:rPr sz="2400" spc="1075" dirty="0">
                <a:latin typeface="Cambria"/>
                <a:cs typeface="Cambria"/>
              </a:rPr>
              <a:t> </a:t>
            </a:r>
            <a:r>
              <a:rPr sz="2400" spc="-60" dirty="0">
                <a:latin typeface="Cambria"/>
                <a:cs typeface="Cambria"/>
              </a:rPr>
              <a:t>and</a:t>
            </a:r>
            <a:r>
              <a:rPr sz="2400" spc="-5" dirty="0">
                <a:latin typeface="Cambria"/>
                <a:cs typeface="Cambria"/>
              </a:rPr>
              <a:t> </a:t>
            </a:r>
            <a:r>
              <a:rPr sz="2400" spc="-30" dirty="0">
                <a:latin typeface="Cambria"/>
                <a:cs typeface="Cambria"/>
              </a:rPr>
              <a:t>generality.</a:t>
            </a:r>
            <a:endParaRPr sz="2400">
              <a:latin typeface="Cambria"/>
              <a:cs typeface="Cambri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1104265">
              <a:lnSpc>
                <a:spcPts val="3890"/>
              </a:lnSpc>
            </a:pPr>
            <a:r>
              <a:rPr sz="3600" b="1" spc="-95" dirty="0">
                <a:solidFill>
                  <a:srgbClr val="FFFFFF"/>
                </a:solidFill>
                <a:latin typeface="Cambria"/>
                <a:cs typeface="Cambria"/>
              </a:rPr>
              <a:t>Recursive </a:t>
            </a:r>
            <a:r>
              <a:rPr sz="3600" b="1" spc="-10" dirty="0">
                <a:solidFill>
                  <a:srgbClr val="FFFFFF"/>
                </a:solidFill>
                <a:latin typeface="Cambria"/>
                <a:cs typeface="Cambria"/>
              </a:rPr>
              <a:t>Descent Parser</a:t>
            </a:r>
            <a:endParaRPr sz="3600">
              <a:latin typeface="Cambria"/>
              <a:cs typeface="Cambria"/>
            </a:endParaRPr>
          </a:p>
        </p:txBody>
      </p:sp>
      <p:sp>
        <p:nvSpPr>
          <p:cNvPr id="3" name="object 3"/>
          <p:cNvSpPr txBox="1"/>
          <p:nvPr/>
        </p:nvSpPr>
        <p:spPr>
          <a:xfrm>
            <a:off x="3928109" y="198881"/>
            <a:ext cx="1476375" cy="1472565"/>
          </a:xfrm>
          <a:prstGeom prst="rect">
            <a:avLst/>
          </a:prstGeom>
        </p:spPr>
        <p:txBody>
          <a:bodyPr vert="horz" wrap="square" lIns="0" tIns="12700" rIns="0" bIns="0" rtlCol="0">
            <a:spAutoFit/>
          </a:bodyPr>
          <a:lstStyle/>
          <a:p>
            <a:pPr marL="12700" marR="137795">
              <a:lnSpc>
                <a:spcPct val="131700"/>
              </a:lnSpc>
              <a:spcBef>
                <a:spcPts val="100"/>
              </a:spcBef>
            </a:pPr>
            <a:r>
              <a:rPr sz="2400" dirty="0">
                <a:latin typeface="Cambria"/>
                <a:cs typeface="Cambria"/>
              </a:rPr>
              <a:t>S</a:t>
            </a:r>
            <a:r>
              <a:rPr sz="2400" spc="-5" dirty="0">
                <a:latin typeface="Cambria"/>
                <a:cs typeface="Cambria"/>
              </a:rPr>
              <a:t> </a:t>
            </a:r>
            <a:r>
              <a:rPr sz="2400" dirty="0">
                <a:latin typeface="Wingdings"/>
                <a:cs typeface="Wingdings"/>
              </a:rPr>
              <a:t></a:t>
            </a:r>
            <a:r>
              <a:rPr sz="2400" spc="-85" dirty="0">
                <a:latin typeface="Times New Roman"/>
                <a:cs typeface="Times New Roman"/>
              </a:rPr>
              <a:t> </a:t>
            </a:r>
            <a:r>
              <a:rPr sz="2400" spc="-25" dirty="0">
                <a:latin typeface="Cambria"/>
                <a:cs typeface="Cambria"/>
              </a:rPr>
              <a:t>cAd</a:t>
            </a:r>
            <a:r>
              <a:rPr sz="2400" spc="600" dirty="0">
                <a:latin typeface="Cambria"/>
                <a:cs typeface="Cambria"/>
              </a:rPr>
              <a:t> </a:t>
            </a:r>
            <a:r>
              <a:rPr sz="2400" dirty="0">
                <a:latin typeface="Cambria"/>
                <a:cs typeface="Cambria"/>
              </a:rPr>
              <a:t>A</a:t>
            </a:r>
            <a:r>
              <a:rPr sz="2400" spc="-15" dirty="0">
                <a:latin typeface="Cambria"/>
                <a:cs typeface="Cambria"/>
              </a:rPr>
              <a:t> </a:t>
            </a:r>
            <a:r>
              <a:rPr sz="2400" dirty="0">
                <a:latin typeface="Wingdings"/>
                <a:cs typeface="Wingdings"/>
              </a:rPr>
              <a:t></a:t>
            </a:r>
            <a:r>
              <a:rPr sz="2400" spc="-95" dirty="0">
                <a:latin typeface="Times New Roman"/>
                <a:cs typeface="Times New Roman"/>
              </a:rPr>
              <a:t> </a:t>
            </a:r>
            <a:r>
              <a:rPr sz="2400" dirty="0">
                <a:latin typeface="Cambria"/>
                <a:cs typeface="Cambria"/>
              </a:rPr>
              <a:t>ab</a:t>
            </a:r>
            <a:r>
              <a:rPr sz="2400" spc="-25" dirty="0">
                <a:latin typeface="Cambria"/>
                <a:cs typeface="Cambria"/>
              </a:rPr>
              <a:t> </a:t>
            </a:r>
            <a:r>
              <a:rPr sz="2400" dirty="0">
                <a:latin typeface="Cambria"/>
                <a:cs typeface="Cambria"/>
              </a:rPr>
              <a:t>|</a:t>
            </a:r>
            <a:r>
              <a:rPr sz="2400" spc="-5" dirty="0">
                <a:latin typeface="Cambria"/>
                <a:cs typeface="Cambria"/>
              </a:rPr>
              <a:t> </a:t>
            </a:r>
            <a:r>
              <a:rPr sz="2400" spc="-50" dirty="0">
                <a:latin typeface="Cambria"/>
                <a:cs typeface="Cambria"/>
              </a:rPr>
              <a:t>a</a:t>
            </a:r>
            <a:endParaRPr sz="2400">
              <a:latin typeface="Cambria"/>
              <a:cs typeface="Cambria"/>
            </a:endParaRPr>
          </a:p>
          <a:p>
            <a:pPr marL="12700">
              <a:lnSpc>
                <a:spcPct val="100000"/>
              </a:lnSpc>
              <a:spcBef>
                <a:spcPts val="925"/>
              </a:spcBef>
            </a:pPr>
            <a:r>
              <a:rPr sz="2400" dirty="0">
                <a:latin typeface="Cambria"/>
                <a:cs typeface="Cambria"/>
              </a:rPr>
              <a:t>String</a:t>
            </a:r>
            <a:r>
              <a:rPr sz="2400" spc="-35" dirty="0">
                <a:latin typeface="Cambria"/>
                <a:cs typeface="Cambria"/>
              </a:rPr>
              <a:t> </a:t>
            </a:r>
            <a:r>
              <a:rPr sz="2400" dirty="0">
                <a:latin typeface="Cambria"/>
                <a:cs typeface="Cambria"/>
              </a:rPr>
              <a:t>:</a:t>
            </a:r>
            <a:r>
              <a:rPr sz="2400" spc="-5" dirty="0">
                <a:latin typeface="Cambria"/>
                <a:cs typeface="Cambria"/>
              </a:rPr>
              <a:t> </a:t>
            </a:r>
            <a:r>
              <a:rPr sz="2400" spc="-25" dirty="0">
                <a:latin typeface="Cambria"/>
                <a:cs typeface="Cambria"/>
              </a:rPr>
              <a:t>cad</a:t>
            </a:r>
            <a:endParaRPr sz="2400">
              <a:latin typeface="Cambria"/>
              <a:cs typeface="Cambria"/>
            </a:endParaRPr>
          </a:p>
        </p:txBody>
      </p:sp>
      <p:sp>
        <p:nvSpPr>
          <p:cNvPr id="4" name="object 4"/>
          <p:cNvSpPr txBox="1"/>
          <p:nvPr/>
        </p:nvSpPr>
        <p:spPr>
          <a:xfrm>
            <a:off x="4261865" y="2243454"/>
            <a:ext cx="17716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mbria"/>
                <a:cs typeface="Cambria"/>
              </a:rPr>
              <a:t>S</a:t>
            </a:r>
            <a:endParaRPr sz="2400">
              <a:latin typeface="Cambria"/>
              <a:cs typeface="Cambria"/>
            </a:endParaRPr>
          </a:p>
        </p:txBody>
      </p:sp>
      <p:sp>
        <p:nvSpPr>
          <p:cNvPr id="5" name="object 5"/>
          <p:cNvSpPr txBox="1"/>
          <p:nvPr/>
        </p:nvSpPr>
        <p:spPr>
          <a:xfrm>
            <a:off x="6679183" y="2243454"/>
            <a:ext cx="17716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mbria"/>
                <a:cs typeface="Cambria"/>
              </a:rPr>
              <a:t>S</a:t>
            </a:r>
            <a:endParaRPr sz="2400">
              <a:latin typeface="Cambria"/>
              <a:cs typeface="Cambria"/>
            </a:endParaRPr>
          </a:p>
        </p:txBody>
      </p:sp>
      <p:sp>
        <p:nvSpPr>
          <p:cNvPr id="6" name="object 6"/>
          <p:cNvSpPr txBox="1"/>
          <p:nvPr/>
        </p:nvSpPr>
        <p:spPr>
          <a:xfrm>
            <a:off x="8896857" y="2243454"/>
            <a:ext cx="17716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mbria"/>
                <a:cs typeface="Cambria"/>
              </a:rPr>
              <a:t>S</a:t>
            </a:r>
            <a:endParaRPr sz="2400">
              <a:latin typeface="Cambria"/>
              <a:cs typeface="Cambria"/>
            </a:endParaRPr>
          </a:p>
        </p:txBody>
      </p:sp>
      <p:sp>
        <p:nvSpPr>
          <p:cNvPr id="7" name="object 7"/>
          <p:cNvSpPr txBox="1"/>
          <p:nvPr/>
        </p:nvSpPr>
        <p:spPr>
          <a:xfrm>
            <a:off x="3928109" y="3206318"/>
            <a:ext cx="1186815" cy="391795"/>
          </a:xfrm>
          <a:prstGeom prst="rect">
            <a:avLst/>
          </a:prstGeom>
        </p:spPr>
        <p:txBody>
          <a:bodyPr vert="horz" wrap="square" lIns="0" tIns="12700" rIns="0" bIns="0" rtlCol="0">
            <a:spAutoFit/>
          </a:bodyPr>
          <a:lstStyle/>
          <a:p>
            <a:pPr marL="12700">
              <a:lnSpc>
                <a:spcPct val="100000"/>
              </a:lnSpc>
              <a:spcBef>
                <a:spcPts val="100"/>
              </a:spcBef>
              <a:tabLst>
                <a:tab pos="480059" algn="l"/>
                <a:tab pos="1004569" algn="l"/>
              </a:tabLst>
            </a:pPr>
            <a:r>
              <a:rPr sz="2400" spc="-50" dirty="0">
                <a:latin typeface="Cambria"/>
                <a:cs typeface="Cambria"/>
              </a:rPr>
              <a:t>c</a:t>
            </a:r>
            <a:r>
              <a:rPr sz="2400" dirty="0">
                <a:latin typeface="Cambria"/>
                <a:cs typeface="Cambria"/>
              </a:rPr>
              <a:t>	</a:t>
            </a:r>
            <a:r>
              <a:rPr sz="2400" spc="-50" dirty="0">
                <a:latin typeface="Cambria"/>
                <a:cs typeface="Cambria"/>
              </a:rPr>
              <a:t>A</a:t>
            </a:r>
            <a:r>
              <a:rPr sz="2400" dirty="0">
                <a:latin typeface="Cambria"/>
                <a:cs typeface="Cambria"/>
              </a:rPr>
              <a:t>	</a:t>
            </a:r>
            <a:r>
              <a:rPr sz="2400" spc="-50" dirty="0">
                <a:latin typeface="Cambria"/>
                <a:cs typeface="Cambria"/>
              </a:rPr>
              <a:t>d</a:t>
            </a:r>
            <a:endParaRPr sz="2400">
              <a:latin typeface="Cambria"/>
              <a:cs typeface="Cambria"/>
            </a:endParaRPr>
          </a:p>
        </p:txBody>
      </p:sp>
      <p:sp>
        <p:nvSpPr>
          <p:cNvPr id="8" name="object 8"/>
          <p:cNvSpPr txBox="1"/>
          <p:nvPr/>
        </p:nvSpPr>
        <p:spPr>
          <a:xfrm>
            <a:off x="6223253" y="3206318"/>
            <a:ext cx="1122045" cy="391795"/>
          </a:xfrm>
          <a:prstGeom prst="rect">
            <a:avLst/>
          </a:prstGeom>
        </p:spPr>
        <p:txBody>
          <a:bodyPr vert="horz" wrap="square" lIns="0" tIns="12700" rIns="0" bIns="0" rtlCol="0">
            <a:spAutoFit/>
          </a:bodyPr>
          <a:lstStyle/>
          <a:p>
            <a:pPr marL="12700">
              <a:lnSpc>
                <a:spcPct val="100000"/>
              </a:lnSpc>
              <a:spcBef>
                <a:spcPts val="100"/>
              </a:spcBef>
              <a:tabLst>
                <a:tab pos="481965" algn="l"/>
                <a:tab pos="939165" algn="l"/>
              </a:tabLst>
            </a:pPr>
            <a:r>
              <a:rPr sz="2400" spc="-50" dirty="0">
                <a:latin typeface="Cambria"/>
                <a:cs typeface="Cambria"/>
              </a:rPr>
              <a:t>c</a:t>
            </a:r>
            <a:r>
              <a:rPr sz="2400" dirty="0">
                <a:latin typeface="Cambria"/>
                <a:cs typeface="Cambria"/>
              </a:rPr>
              <a:t>	</a:t>
            </a:r>
            <a:r>
              <a:rPr sz="2400" spc="-50" dirty="0">
                <a:latin typeface="Cambria"/>
                <a:cs typeface="Cambria"/>
              </a:rPr>
              <a:t>A</a:t>
            </a:r>
            <a:r>
              <a:rPr sz="2400" dirty="0">
                <a:latin typeface="Cambria"/>
                <a:cs typeface="Cambria"/>
              </a:rPr>
              <a:t>	</a:t>
            </a:r>
            <a:r>
              <a:rPr sz="2400" spc="-50" dirty="0">
                <a:latin typeface="Cambria"/>
                <a:cs typeface="Cambria"/>
              </a:rPr>
              <a:t>d</a:t>
            </a:r>
            <a:endParaRPr sz="2400">
              <a:latin typeface="Cambria"/>
              <a:cs typeface="Cambria"/>
            </a:endParaRPr>
          </a:p>
        </p:txBody>
      </p:sp>
      <p:sp>
        <p:nvSpPr>
          <p:cNvPr id="9" name="object 9"/>
          <p:cNvSpPr txBox="1"/>
          <p:nvPr/>
        </p:nvSpPr>
        <p:spPr>
          <a:xfrm>
            <a:off x="8386064" y="3206318"/>
            <a:ext cx="1187450" cy="391795"/>
          </a:xfrm>
          <a:prstGeom prst="rect">
            <a:avLst/>
          </a:prstGeom>
        </p:spPr>
        <p:txBody>
          <a:bodyPr vert="horz" wrap="square" lIns="0" tIns="12700" rIns="0" bIns="0" rtlCol="0">
            <a:spAutoFit/>
          </a:bodyPr>
          <a:lstStyle/>
          <a:p>
            <a:pPr marL="12700">
              <a:lnSpc>
                <a:spcPct val="100000"/>
              </a:lnSpc>
              <a:spcBef>
                <a:spcPts val="100"/>
              </a:spcBef>
              <a:tabLst>
                <a:tab pos="547370" algn="l"/>
                <a:tab pos="1004569" algn="l"/>
              </a:tabLst>
            </a:pPr>
            <a:r>
              <a:rPr sz="2400" spc="-50" dirty="0">
                <a:latin typeface="Cambria"/>
                <a:cs typeface="Cambria"/>
              </a:rPr>
              <a:t>c</a:t>
            </a:r>
            <a:r>
              <a:rPr sz="2400" dirty="0">
                <a:latin typeface="Cambria"/>
                <a:cs typeface="Cambria"/>
              </a:rPr>
              <a:t>	</a:t>
            </a:r>
            <a:r>
              <a:rPr sz="2400" spc="-50" dirty="0">
                <a:latin typeface="Cambria"/>
                <a:cs typeface="Cambria"/>
              </a:rPr>
              <a:t>A</a:t>
            </a:r>
            <a:r>
              <a:rPr sz="2400" dirty="0">
                <a:latin typeface="Cambria"/>
                <a:cs typeface="Cambria"/>
              </a:rPr>
              <a:t>	</a:t>
            </a:r>
            <a:r>
              <a:rPr sz="2400" spc="-50" dirty="0">
                <a:latin typeface="Cambria"/>
                <a:cs typeface="Cambria"/>
              </a:rPr>
              <a:t>d</a:t>
            </a:r>
            <a:endParaRPr sz="2400">
              <a:latin typeface="Cambria"/>
              <a:cs typeface="Cambria"/>
            </a:endParaRPr>
          </a:p>
        </p:txBody>
      </p:sp>
      <p:sp>
        <p:nvSpPr>
          <p:cNvPr id="10" name="object 10"/>
          <p:cNvSpPr txBox="1"/>
          <p:nvPr/>
        </p:nvSpPr>
        <p:spPr>
          <a:xfrm>
            <a:off x="6328664" y="4170045"/>
            <a:ext cx="17462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mbria"/>
                <a:cs typeface="Cambria"/>
              </a:rPr>
              <a:t>a</a:t>
            </a:r>
            <a:endParaRPr sz="2400">
              <a:latin typeface="Cambria"/>
              <a:cs typeface="Cambria"/>
            </a:endParaRPr>
          </a:p>
        </p:txBody>
      </p:sp>
      <p:sp>
        <p:nvSpPr>
          <p:cNvPr id="11" name="object 11"/>
          <p:cNvSpPr txBox="1"/>
          <p:nvPr/>
        </p:nvSpPr>
        <p:spPr>
          <a:xfrm>
            <a:off x="7144004" y="4170045"/>
            <a:ext cx="19240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mbria"/>
                <a:cs typeface="Cambria"/>
              </a:rPr>
              <a:t>b</a:t>
            </a:r>
            <a:endParaRPr sz="2400">
              <a:latin typeface="Cambria"/>
              <a:cs typeface="Cambria"/>
            </a:endParaRPr>
          </a:p>
        </p:txBody>
      </p:sp>
      <p:sp>
        <p:nvSpPr>
          <p:cNvPr id="12" name="object 12"/>
          <p:cNvSpPr txBox="1"/>
          <p:nvPr/>
        </p:nvSpPr>
        <p:spPr>
          <a:xfrm>
            <a:off x="8912097" y="4170045"/>
            <a:ext cx="17462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mbria"/>
                <a:cs typeface="Cambria"/>
              </a:rPr>
              <a:t>a</a:t>
            </a:r>
            <a:endParaRPr sz="2400">
              <a:latin typeface="Cambria"/>
              <a:cs typeface="Cambria"/>
            </a:endParaRPr>
          </a:p>
        </p:txBody>
      </p:sp>
      <p:sp>
        <p:nvSpPr>
          <p:cNvPr id="13" name="object 13"/>
          <p:cNvSpPr/>
          <p:nvPr/>
        </p:nvSpPr>
        <p:spPr>
          <a:xfrm>
            <a:off x="4064508" y="2705100"/>
            <a:ext cx="218440" cy="505459"/>
          </a:xfrm>
          <a:custGeom>
            <a:avLst/>
            <a:gdLst/>
            <a:ahLst/>
            <a:cxnLst/>
            <a:rect l="l" t="t" r="r" b="b"/>
            <a:pathLst>
              <a:path w="218439" h="505460">
                <a:moveTo>
                  <a:pt x="218312" y="0"/>
                </a:moveTo>
                <a:lnTo>
                  <a:pt x="0" y="504951"/>
                </a:lnTo>
              </a:path>
            </a:pathLst>
          </a:custGeom>
          <a:ln w="9144">
            <a:solidFill>
              <a:srgbClr val="40B9D2"/>
            </a:solidFill>
          </a:ln>
        </p:spPr>
        <p:txBody>
          <a:bodyPr wrap="square" lIns="0" tIns="0" rIns="0" bIns="0" rtlCol="0"/>
          <a:lstStyle/>
          <a:p>
            <a:endParaRPr/>
          </a:p>
        </p:txBody>
      </p:sp>
      <p:sp>
        <p:nvSpPr>
          <p:cNvPr id="14" name="object 14"/>
          <p:cNvSpPr/>
          <p:nvPr/>
        </p:nvSpPr>
        <p:spPr>
          <a:xfrm>
            <a:off x="4422647" y="2705100"/>
            <a:ext cx="529590" cy="504825"/>
          </a:xfrm>
          <a:custGeom>
            <a:avLst/>
            <a:gdLst/>
            <a:ahLst/>
            <a:cxnLst/>
            <a:rect l="l" t="t" r="r" b="b"/>
            <a:pathLst>
              <a:path w="529589" h="504825">
                <a:moveTo>
                  <a:pt x="0" y="15239"/>
                </a:moveTo>
                <a:lnTo>
                  <a:pt x="113664" y="504316"/>
                </a:lnTo>
              </a:path>
              <a:path w="529589" h="504825">
                <a:moveTo>
                  <a:pt x="112775" y="0"/>
                </a:moveTo>
                <a:lnTo>
                  <a:pt x="529336" y="393573"/>
                </a:lnTo>
              </a:path>
            </a:pathLst>
          </a:custGeom>
          <a:ln w="9144">
            <a:solidFill>
              <a:srgbClr val="40B9D2"/>
            </a:solidFill>
          </a:ln>
        </p:spPr>
        <p:txBody>
          <a:bodyPr wrap="square" lIns="0" tIns="0" rIns="0" bIns="0" rtlCol="0"/>
          <a:lstStyle/>
          <a:p>
            <a:endParaRPr/>
          </a:p>
        </p:txBody>
      </p:sp>
      <p:sp>
        <p:nvSpPr>
          <p:cNvPr id="15" name="object 15"/>
          <p:cNvSpPr/>
          <p:nvPr/>
        </p:nvSpPr>
        <p:spPr>
          <a:xfrm>
            <a:off x="6345935" y="2705100"/>
            <a:ext cx="287020" cy="505459"/>
          </a:xfrm>
          <a:custGeom>
            <a:avLst/>
            <a:gdLst/>
            <a:ahLst/>
            <a:cxnLst/>
            <a:rect l="l" t="t" r="r" b="b"/>
            <a:pathLst>
              <a:path w="287020" h="505460">
                <a:moveTo>
                  <a:pt x="286638" y="0"/>
                </a:moveTo>
                <a:lnTo>
                  <a:pt x="0" y="504951"/>
                </a:lnTo>
              </a:path>
            </a:pathLst>
          </a:custGeom>
          <a:ln w="9144">
            <a:solidFill>
              <a:srgbClr val="40B9D2"/>
            </a:solidFill>
          </a:ln>
        </p:spPr>
        <p:txBody>
          <a:bodyPr wrap="square" lIns="0" tIns="0" rIns="0" bIns="0" rtlCol="0"/>
          <a:lstStyle/>
          <a:p>
            <a:endParaRPr/>
          </a:p>
        </p:txBody>
      </p:sp>
      <p:sp>
        <p:nvSpPr>
          <p:cNvPr id="16" name="object 16"/>
          <p:cNvSpPr/>
          <p:nvPr/>
        </p:nvSpPr>
        <p:spPr>
          <a:xfrm>
            <a:off x="6777228" y="2720339"/>
            <a:ext cx="22860" cy="567690"/>
          </a:xfrm>
          <a:custGeom>
            <a:avLst/>
            <a:gdLst/>
            <a:ahLst/>
            <a:cxnLst/>
            <a:rect l="l" t="t" r="r" b="b"/>
            <a:pathLst>
              <a:path w="22859" h="567689">
                <a:moveTo>
                  <a:pt x="22478" y="0"/>
                </a:moveTo>
                <a:lnTo>
                  <a:pt x="0" y="567436"/>
                </a:lnTo>
              </a:path>
            </a:pathLst>
          </a:custGeom>
          <a:ln w="9144">
            <a:solidFill>
              <a:srgbClr val="40B9D2"/>
            </a:solidFill>
          </a:ln>
        </p:spPr>
        <p:txBody>
          <a:bodyPr wrap="square" lIns="0" tIns="0" rIns="0" bIns="0" rtlCol="0"/>
          <a:lstStyle/>
          <a:p>
            <a:endParaRPr/>
          </a:p>
        </p:txBody>
      </p:sp>
      <p:sp>
        <p:nvSpPr>
          <p:cNvPr id="17" name="object 17"/>
          <p:cNvSpPr/>
          <p:nvPr/>
        </p:nvSpPr>
        <p:spPr>
          <a:xfrm>
            <a:off x="6944868" y="2720339"/>
            <a:ext cx="271780" cy="489584"/>
          </a:xfrm>
          <a:custGeom>
            <a:avLst/>
            <a:gdLst/>
            <a:ahLst/>
            <a:cxnLst/>
            <a:rect l="l" t="t" r="r" b="b"/>
            <a:pathLst>
              <a:path w="271779" h="489585">
                <a:moveTo>
                  <a:pt x="0" y="0"/>
                </a:moveTo>
                <a:lnTo>
                  <a:pt x="271652" y="489076"/>
                </a:lnTo>
              </a:path>
            </a:pathLst>
          </a:custGeom>
          <a:ln w="9144">
            <a:solidFill>
              <a:srgbClr val="40B9D2"/>
            </a:solidFill>
          </a:ln>
        </p:spPr>
        <p:txBody>
          <a:bodyPr wrap="square" lIns="0" tIns="0" rIns="0" bIns="0" rtlCol="0"/>
          <a:lstStyle/>
          <a:p>
            <a:endParaRPr/>
          </a:p>
        </p:txBody>
      </p:sp>
      <p:sp>
        <p:nvSpPr>
          <p:cNvPr id="18" name="object 18"/>
          <p:cNvSpPr/>
          <p:nvPr/>
        </p:nvSpPr>
        <p:spPr>
          <a:xfrm>
            <a:off x="6489191" y="3712464"/>
            <a:ext cx="288290" cy="450850"/>
          </a:xfrm>
          <a:custGeom>
            <a:avLst/>
            <a:gdLst/>
            <a:ahLst/>
            <a:cxnLst/>
            <a:rect l="l" t="t" r="r" b="b"/>
            <a:pathLst>
              <a:path w="288290" h="450850">
                <a:moveTo>
                  <a:pt x="288163" y="0"/>
                </a:moveTo>
                <a:lnTo>
                  <a:pt x="0" y="450342"/>
                </a:lnTo>
              </a:path>
            </a:pathLst>
          </a:custGeom>
          <a:ln w="9144">
            <a:solidFill>
              <a:srgbClr val="40B9D2"/>
            </a:solidFill>
          </a:ln>
        </p:spPr>
        <p:txBody>
          <a:bodyPr wrap="square" lIns="0" tIns="0" rIns="0" bIns="0" rtlCol="0"/>
          <a:lstStyle/>
          <a:p>
            <a:endParaRPr/>
          </a:p>
        </p:txBody>
      </p:sp>
      <p:sp>
        <p:nvSpPr>
          <p:cNvPr id="19" name="object 19"/>
          <p:cNvSpPr/>
          <p:nvPr/>
        </p:nvSpPr>
        <p:spPr>
          <a:xfrm>
            <a:off x="6944868" y="3739896"/>
            <a:ext cx="271780" cy="436880"/>
          </a:xfrm>
          <a:custGeom>
            <a:avLst/>
            <a:gdLst/>
            <a:ahLst/>
            <a:cxnLst/>
            <a:rect l="l" t="t" r="r" b="b"/>
            <a:pathLst>
              <a:path w="271779" h="436879">
                <a:moveTo>
                  <a:pt x="0" y="0"/>
                </a:moveTo>
                <a:lnTo>
                  <a:pt x="271652" y="436752"/>
                </a:lnTo>
              </a:path>
            </a:pathLst>
          </a:custGeom>
          <a:ln w="9144">
            <a:solidFill>
              <a:srgbClr val="40B9D2"/>
            </a:solidFill>
          </a:ln>
        </p:spPr>
        <p:txBody>
          <a:bodyPr wrap="square" lIns="0" tIns="0" rIns="0" bIns="0" rtlCol="0"/>
          <a:lstStyle/>
          <a:p>
            <a:endParaRPr/>
          </a:p>
        </p:txBody>
      </p:sp>
      <p:sp>
        <p:nvSpPr>
          <p:cNvPr id="20" name="object 20"/>
          <p:cNvSpPr/>
          <p:nvPr/>
        </p:nvSpPr>
        <p:spPr>
          <a:xfrm>
            <a:off x="8574023" y="2720339"/>
            <a:ext cx="287020" cy="505459"/>
          </a:xfrm>
          <a:custGeom>
            <a:avLst/>
            <a:gdLst/>
            <a:ahLst/>
            <a:cxnLst/>
            <a:rect l="l" t="t" r="r" b="b"/>
            <a:pathLst>
              <a:path w="287020" h="505460">
                <a:moveTo>
                  <a:pt x="286639" y="0"/>
                </a:moveTo>
                <a:lnTo>
                  <a:pt x="0" y="504951"/>
                </a:lnTo>
              </a:path>
            </a:pathLst>
          </a:custGeom>
          <a:ln w="9144">
            <a:solidFill>
              <a:srgbClr val="40B9D2"/>
            </a:solidFill>
          </a:ln>
        </p:spPr>
        <p:txBody>
          <a:bodyPr wrap="square" lIns="0" tIns="0" rIns="0" bIns="0" rtlCol="0"/>
          <a:lstStyle/>
          <a:p>
            <a:endParaRPr/>
          </a:p>
        </p:txBody>
      </p:sp>
      <p:sp>
        <p:nvSpPr>
          <p:cNvPr id="21" name="object 21"/>
          <p:cNvSpPr/>
          <p:nvPr/>
        </p:nvSpPr>
        <p:spPr>
          <a:xfrm>
            <a:off x="8991600" y="2705100"/>
            <a:ext cx="22860" cy="567690"/>
          </a:xfrm>
          <a:custGeom>
            <a:avLst/>
            <a:gdLst/>
            <a:ahLst/>
            <a:cxnLst/>
            <a:rect l="l" t="t" r="r" b="b"/>
            <a:pathLst>
              <a:path w="22859" h="567689">
                <a:moveTo>
                  <a:pt x="22478" y="0"/>
                </a:moveTo>
                <a:lnTo>
                  <a:pt x="0" y="567436"/>
                </a:lnTo>
              </a:path>
            </a:pathLst>
          </a:custGeom>
          <a:ln w="9144">
            <a:solidFill>
              <a:srgbClr val="40B9D2"/>
            </a:solidFill>
          </a:ln>
        </p:spPr>
        <p:txBody>
          <a:bodyPr wrap="square" lIns="0" tIns="0" rIns="0" bIns="0" rtlCol="0"/>
          <a:lstStyle/>
          <a:p>
            <a:endParaRPr/>
          </a:p>
        </p:txBody>
      </p:sp>
      <p:sp>
        <p:nvSpPr>
          <p:cNvPr id="22" name="object 22"/>
          <p:cNvSpPr/>
          <p:nvPr/>
        </p:nvSpPr>
        <p:spPr>
          <a:xfrm>
            <a:off x="9130283" y="2720339"/>
            <a:ext cx="271780" cy="489584"/>
          </a:xfrm>
          <a:custGeom>
            <a:avLst/>
            <a:gdLst/>
            <a:ahLst/>
            <a:cxnLst/>
            <a:rect l="l" t="t" r="r" b="b"/>
            <a:pathLst>
              <a:path w="271779" h="489585">
                <a:moveTo>
                  <a:pt x="0" y="0"/>
                </a:moveTo>
                <a:lnTo>
                  <a:pt x="271652" y="489076"/>
                </a:lnTo>
              </a:path>
            </a:pathLst>
          </a:custGeom>
          <a:ln w="9144">
            <a:solidFill>
              <a:srgbClr val="40B9D2"/>
            </a:solidFill>
          </a:ln>
        </p:spPr>
        <p:txBody>
          <a:bodyPr wrap="square" lIns="0" tIns="0" rIns="0" bIns="0" rtlCol="0"/>
          <a:lstStyle/>
          <a:p>
            <a:endParaRPr/>
          </a:p>
        </p:txBody>
      </p:sp>
      <p:sp>
        <p:nvSpPr>
          <p:cNvPr id="23" name="object 23"/>
          <p:cNvSpPr/>
          <p:nvPr/>
        </p:nvSpPr>
        <p:spPr>
          <a:xfrm>
            <a:off x="8991600" y="3712464"/>
            <a:ext cx="22860" cy="567690"/>
          </a:xfrm>
          <a:custGeom>
            <a:avLst/>
            <a:gdLst/>
            <a:ahLst/>
            <a:cxnLst/>
            <a:rect l="l" t="t" r="r" b="b"/>
            <a:pathLst>
              <a:path w="22859" h="567689">
                <a:moveTo>
                  <a:pt x="22478" y="0"/>
                </a:moveTo>
                <a:lnTo>
                  <a:pt x="0" y="567436"/>
                </a:lnTo>
              </a:path>
            </a:pathLst>
          </a:custGeom>
          <a:ln w="9144">
            <a:solidFill>
              <a:srgbClr val="40B9D2"/>
            </a:solidFill>
          </a:ln>
        </p:spPr>
        <p:txBody>
          <a:bodyPr wrap="square" lIns="0" tIns="0" rIns="0" bIns="0" rtlCol="0"/>
          <a:lstStyle/>
          <a:p>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1104265">
              <a:lnSpc>
                <a:spcPts val="3890"/>
              </a:lnSpc>
            </a:pPr>
            <a:r>
              <a:rPr sz="3600" b="1" spc="-95" dirty="0">
                <a:solidFill>
                  <a:srgbClr val="FFFFFF"/>
                </a:solidFill>
                <a:latin typeface="Cambria"/>
                <a:cs typeface="Cambria"/>
              </a:rPr>
              <a:t>Recursive </a:t>
            </a:r>
            <a:r>
              <a:rPr sz="3600" b="1" spc="-10" dirty="0">
                <a:solidFill>
                  <a:srgbClr val="FFFFFF"/>
                </a:solidFill>
                <a:latin typeface="Cambria"/>
                <a:cs typeface="Cambria"/>
              </a:rPr>
              <a:t>Descent Parser</a:t>
            </a:r>
            <a:endParaRPr sz="3600">
              <a:latin typeface="Cambria"/>
              <a:cs typeface="Cambria"/>
            </a:endParaRPr>
          </a:p>
        </p:txBody>
      </p:sp>
      <p:sp>
        <p:nvSpPr>
          <p:cNvPr id="3" name="object 3"/>
          <p:cNvSpPr txBox="1"/>
          <p:nvPr/>
        </p:nvSpPr>
        <p:spPr>
          <a:xfrm>
            <a:off x="3948429" y="803998"/>
            <a:ext cx="7158355" cy="1884680"/>
          </a:xfrm>
          <a:prstGeom prst="rect">
            <a:avLst/>
          </a:prstGeom>
        </p:spPr>
        <p:txBody>
          <a:bodyPr vert="horz" wrap="square" lIns="0" tIns="172085" rIns="0" bIns="0" rtlCol="0">
            <a:spAutoFit/>
          </a:bodyPr>
          <a:lstStyle/>
          <a:p>
            <a:pPr marL="12700">
              <a:lnSpc>
                <a:spcPct val="100000"/>
              </a:lnSpc>
              <a:spcBef>
                <a:spcPts val="1355"/>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b="1" spc="-10" dirty="0">
                <a:latin typeface="Cambria"/>
                <a:cs typeface="Cambria"/>
              </a:rPr>
              <a:t>Advantages:</a:t>
            </a:r>
            <a:endParaRPr sz="2000">
              <a:latin typeface="Cambria"/>
              <a:cs typeface="Cambria"/>
            </a:endParaRPr>
          </a:p>
          <a:p>
            <a:pPr marL="751840" indent="-236220">
              <a:lnSpc>
                <a:spcPct val="100000"/>
              </a:lnSpc>
              <a:spcBef>
                <a:spcPts val="1260"/>
              </a:spcBef>
              <a:buClr>
                <a:srgbClr val="40B9D2"/>
              </a:buClr>
              <a:buChar char="•"/>
              <a:tabLst>
                <a:tab pos="751840" algn="l"/>
              </a:tabLst>
            </a:pPr>
            <a:r>
              <a:rPr sz="2000" dirty="0">
                <a:latin typeface="Cambria"/>
                <a:cs typeface="Cambria"/>
              </a:rPr>
              <a:t>They</a:t>
            </a:r>
            <a:r>
              <a:rPr sz="2000" spc="-45" dirty="0">
                <a:latin typeface="Cambria"/>
                <a:cs typeface="Cambria"/>
              </a:rPr>
              <a:t> </a:t>
            </a:r>
            <a:r>
              <a:rPr sz="2000" dirty="0">
                <a:latin typeface="Cambria"/>
                <a:cs typeface="Cambria"/>
              </a:rPr>
              <a:t>are</a:t>
            </a:r>
            <a:r>
              <a:rPr sz="2000" spc="-70" dirty="0">
                <a:latin typeface="Cambria"/>
                <a:cs typeface="Cambria"/>
              </a:rPr>
              <a:t> </a:t>
            </a:r>
            <a:r>
              <a:rPr sz="2000" spc="-10" dirty="0">
                <a:latin typeface="Cambria"/>
                <a:cs typeface="Cambria"/>
              </a:rPr>
              <a:t>exceptionally</a:t>
            </a:r>
            <a:r>
              <a:rPr sz="2000" spc="-75" dirty="0">
                <a:latin typeface="Cambria"/>
                <a:cs typeface="Cambria"/>
              </a:rPr>
              <a:t> </a:t>
            </a:r>
            <a:r>
              <a:rPr sz="2000" spc="-10" dirty="0">
                <a:latin typeface="Cambria"/>
                <a:cs typeface="Cambria"/>
              </a:rPr>
              <a:t>simple</a:t>
            </a:r>
            <a:endParaRPr sz="2000">
              <a:latin typeface="Cambria"/>
              <a:cs typeface="Cambria"/>
            </a:endParaRPr>
          </a:p>
          <a:p>
            <a:pPr marL="698500" marR="5080" indent="-182880">
              <a:lnSpc>
                <a:spcPct val="140000"/>
              </a:lnSpc>
              <a:spcBef>
                <a:spcPts val="600"/>
              </a:spcBef>
              <a:buChar char="•"/>
              <a:tabLst>
                <a:tab pos="698500" algn="l"/>
                <a:tab pos="753110" algn="l"/>
              </a:tabLst>
            </a:pPr>
            <a:r>
              <a:rPr sz="2000" dirty="0">
                <a:solidFill>
                  <a:srgbClr val="40B9D2"/>
                </a:solidFill>
                <a:latin typeface="Cambria"/>
                <a:cs typeface="Cambria"/>
              </a:rPr>
              <a:t>	</a:t>
            </a:r>
            <a:r>
              <a:rPr sz="2000" dirty="0">
                <a:latin typeface="Cambria"/>
                <a:cs typeface="Cambria"/>
              </a:rPr>
              <a:t>They</a:t>
            </a:r>
            <a:r>
              <a:rPr sz="2000" spc="25" dirty="0">
                <a:latin typeface="Cambria"/>
                <a:cs typeface="Cambria"/>
              </a:rPr>
              <a:t> </a:t>
            </a:r>
            <a:r>
              <a:rPr sz="2000" dirty="0">
                <a:latin typeface="Cambria"/>
                <a:cs typeface="Cambria"/>
              </a:rPr>
              <a:t>can</a:t>
            </a:r>
            <a:r>
              <a:rPr sz="2000" spc="25" dirty="0">
                <a:latin typeface="Cambria"/>
                <a:cs typeface="Cambria"/>
              </a:rPr>
              <a:t> </a:t>
            </a:r>
            <a:r>
              <a:rPr sz="2000" dirty="0">
                <a:latin typeface="Cambria"/>
                <a:cs typeface="Cambria"/>
              </a:rPr>
              <a:t>be</a:t>
            </a:r>
            <a:r>
              <a:rPr sz="2000" spc="25" dirty="0">
                <a:latin typeface="Cambria"/>
                <a:cs typeface="Cambria"/>
              </a:rPr>
              <a:t> </a:t>
            </a:r>
            <a:r>
              <a:rPr sz="2000" dirty="0">
                <a:latin typeface="Cambria"/>
                <a:cs typeface="Cambria"/>
              </a:rPr>
              <a:t>constructed</a:t>
            </a:r>
            <a:r>
              <a:rPr sz="2000" spc="30" dirty="0">
                <a:latin typeface="Cambria"/>
                <a:cs typeface="Cambria"/>
              </a:rPr>
              <a:t> </a:t>
            </a:r>
            <a:r>
              <a:rPr sz="2000" dirty="0">
                <a:latin typeface="Cambria"/>
                <a:cs typeface="Cambria"/>
              </a:rPr>
              <a:t>from</a:t>
            </a:r>
            <a:r>
              <a:rPr sz="2000" spc="20" dirty="0">
                <a:latin typeface="Cambria"/>
                <a:cs typeface="Cambria"/>
              </a:rPr>
              <a:t> </a:t>
            </a:r>
            <a:r>
              <a:rPr sz="2000" dirty="0">
                <a:latin typeface="Cambria"/>
                <a:cs typeface="Cambria"/>
              </a:rPr>
              <a:t>recognizers</a:t>
            </a:r>
            <a:r>
              <a:rPr sz="2000" spc="25" dirty="0">
                <a:latin typeface="Cambria"/>
                <a:cs typeface="Cambria"/>
              </a:rPr>
              <a:t> </a:t>
            </a:r>
            <a:r>
              <a:rPr sz="2000" dirty="0">
                <a:latin typeface="Cambria"/>
                <a:cs typeface="Cambria"/>
              </a:rPr>
              <a:t>simply</a:t>
            </a:r>
            <a:r>
              <a:rPr sz="2000" spc="35" dirty="0">
                <a:latin typeface="Cambria"/>
                <a:cs typeface="Cambria"/>
              </a:rPr>
              <a:t> </a:t>
            </a:r>
            <a:r>
              <a:rPr sz="2000" dirty="0">
                <a:latin typeface="Cambria"/>
                <a:cs typeface="Cambria"/>
              </a:rPr>
              <a:t>by</a:t>
            </a:r>
            <a:r>
              <a:rPr sz="2000" spc="30" dirty="0">
                <a:latin typeface="Cambria"/>
                <a:cs typeface="Cambria"/>
              </a:rPr>
              <a:t> </a:t>
            </a:r>
            <a:r>
              <a:rPr sz="2000" spc="-10" dirty="0">
                <a:latin typeface="Cambria"/>
                <a:cs typeface="Cambria"/>
              </a:rPr>
              <a:t>doing </a:t>
            </a:r>
            <a:r>
              <a:rPr sz="2000" dirty="0">
                <a:latin typeface="Cambria"/>
                <a:cs typeface="Cambria"/>
              </a:rPr>
              <a:t>some</a:t>
            </a:r>
            <a:r>
              <a:rPr sz="2000" spc="-40" dirty="0">
                <a:latin typeface="Cambria"/>
                <a:cs typeface="Cambria"/>
              </a:rPr>
              <a:t> </a:t>
            </a:r>
            <a:r>
              <a:rPr sz="2000" dirty="0">
                <a:latin typeface="Cambria"/>
                <a:cs typeface="Cambria"/>
              </a:rPr>
              <a:t>extra</a:t>
            </a:r>
            <a:r>
              <a:rPr sz="2000" spc="-50" dirty="0">
                <a:latin typeface="Cambria"/>
                <a:cs typeface="Cambria"/>
              </a:rPr>
              <a:t> </a:t>
            </a:r>
            <a:r>
              <a:rPr sz="2000" dirty="0">
                <a:latin typeface="Cambria"/>
                <a:cs typeface="Cambria"/>
              </a:rPr>
              <a:t>work</a:t>
            </a:r>
            <a:r>
              <a:rPr sz="2000" spc="-30" dirty="0">
                <a:latin typeface="Cambria"/>
                <a:cs typeface="Cambria"/>
              </a:rPr>
              <a:t> </a:t>
            </a:r>
            <a:r>
              <a:rPr sz="2000" spc="-20" dirty="0">
                <a:latin typeface="Cambria"/>
                <a:cs typeface="Cambria"/>
              </a:rPr>
              <a:t>specifically,</a:t>
            </a:r>
            <a:r>
              <a:rPr sz="2000" spc="-40" dirty="0">
                <a:latin typeface="Cambria"/>
                <a:cs typeface="Cambria"/>
              </a:rPr>
              <a:t> </a:t>
            </a:r>
            <a:r>
              <a:rPr sz="2000" dirty="0">
                <a:latin typeface="Cambria"/>
                <a:cs typeface="Cambria"/>
              </a:rPr>
              <a:t>building</a:t>
            </a:r>
            <a:r>
              <a:rPr sz="2000" spc="-45" dirty="0">
                <a:latin typeface="Cambria"/>
                <a:cs typeface="Cambria"/>
              </a:rPr>
              <a:t> </a:t>
            </a:r>
            <a:r>
              <a:rPr sz="2000" dirty="0">
                <a:latin typeface="Cambria"/>
                <a:cs typeface="Cambria"/>
              </a:rPr>
              <a:t>a</a:t>
            </a:r>
            <a:r>
              <a:rPr sz="2000" spc="-45" dirty="0">
                <a:latin typeface="Cambria"/>
                <a:cs typeface="Cambria"/>
              </a:rPr>
              <a:t> </a:t>
            </a:r>
            <a:r>
              <a:rPr sz="2000" dirty="0">
                <a:latin typeface="Cambria"/>
                <a:cs typeface="Cambria"/>
              </a:rPr>
              <a:t>parse</a:t>
            </a:r>
            <a:r>
              <a:rPr sz="2000" spc="-40" dirty="0">
                <a:latin typeface="Cambria"/>
                <a:cs typeface="Cambria"/>
              </a:rPr>
              <a:t> </a:t>
            </a:r>
            <a:r>
              <a:rPr sz="2000" spc="-20" dirty="0">
                <a:latin typeface="Cambria"/>
                <a:cs typeface="Cambria"/>
              </a:rPr>
              <a:t>tree</a:t>
            </a:r>
            <a:endParaRPr sz="2000">
              <a:latin typeface="Cambria"/>
              <a:cs typeface="Cambria"/>
            </a:endParaRPr>
          </a:p>
        </p:txBody>
      </p:sp>
      <p:sp>
        <p:nvSpPr>
          <p:cNvPr id="4" name="object 4"/>
          <p:cNvSpPr txBox="1"/>
          <p:nvPr/>
        </p:nvSpPr>
        <p:spPr>
          <a:xfrm>
            <a:off x="3948429" y="3395433"/>
            <a:ext cx="6501130" cy="2388235"/>
          </a:xfrm>
          <a:prstGeom prst="rect">
            <a:avLst/>
          </a:prstGeom>
        </p:spPr>
        <p:txBody>
          <a:bodyPr vert="horz" wrap="square" lIns="0" tIns="172085" rIns="0" bIns="0" rtlCol="0">
            <a:spAutoFit/>
          </a:bodyPr>
          <a:lstStyle/>
          <a:p>
            <a:pPr marL="12700">
              <a:lnSpc>
                <a:spcPct val="100000"/>
              </a:lnSpc>
              <a:spcBef>
                <a:spcPts val="1355"/>
              </a:spcBef>
            </a:pPr>
            <a:r>
              <a:rPr sz="2000" spc="-1040" dirty="0">
                <a:solidFill>
                  <a:srgbClr val="40B9D2"/>
                </a:solidFill>
                <a:latin typeface="Arial MT"/>
                <a:cs typeface="Arial MT"/>
              </a:rPr>
              <a:t>🞄</a:t>
            </a:r>
            <a:r>
              <a:rPr sz="2000" spc="160" dirty="0">
                <a:solidFill>
                  <a:srgbClr val="40B9D2"/>
                </a:solidFill>
                <a:latin typeface="Arial MT"/>
                <a:cs typeface="Arial MT"/>
              </a:rPr>
              <a:t> </a:t>
            </a:r>
            <a:r>
              <a:rPr sz="2000" b="1" spc="-10" dirty="0">
                <a:latin typeface="Cambria"/>
                <a:cs typeface="Cambria"/>
              </a:rPr>
              <a:t>Disadvantages:</a:t>
            </a:r>
            <a:endParaRPr sz="2000">
              <a:latin typeface="Cambria"/>
              <a:cs typeface="Cambria"/>
            </a:endParaRPr>
          </a:p>
          <a:p>
            <a:pPr marL="751840" indent="-236220">
              <a:lnSpc>
                <a:spcPct val="100000"/>
              </a:lnSpc>
              <a:spcBef>
                <a:spcPts val="1260"/>
              </a:spcBef>
              <a:buClr>
                <a:srgbClr val="40B9D2"/>
              </a:buClr>
              <a:buChar char="•"/>
              <a:tabLst>
                <a:tab pos="751840" algn="l"/>
              </a:tabLst>
            </a:pPr>
            <a:r>
              <a:rPr sz="2000" dirty="0">
                <a:latin typeface="Cambria"/>
                <a:cs typeface="Cambria"/>
              </a:rPr>
              <a:t>Not</a:t>
            </a:r>
            <a:r>
              <a:rPr sz="2000" spc="-45" dirty="0">
                <a:latin typeface="Cambria"/>
                <a:cs typeface="Cambria"/>
              </a:rPr>
              <a:t> </a:t>
            </a:r>
            <a:r>
              <a:rPr sz="2000" dirty="0">
                <a:latin typeface="Cambria"/>
                <a:cs typeface="Cambria"/>
              </a:rPr>
              <a:t>very</a:t>
            </a:r>
            <a:r>
              <a:rPr sz="2000" spc="-35" dirty="0">
                <a:latin typeface="Cambria"/>
                <a:cs typeface="Cambria"/>
              </a:rPr>
              <a:t> </a:t>
            </a:r>
            <a:r>
              <a:rPr sz="2000" spc="-20" dirty="0">
                <a:latin typeface="Cambria"/>
                <a:cs typeface="Cambria"/>
              </a:rPr>
              <a:t>fast.</a:t>
            </a:r>
            <a:endParaRPr sz="2000">
              <a:latin typeface="Cambria"/>
              <a:cs typeface="Cambria"/>
            </a:endParaRPr>
          </a:p>
          <a:p>
            <a:pPr marL="751840" indent="-236220">
              <a:lnSpc>
                <a:spcPct val="100000"/>
              </a:lnSpc>
              <a:spcBef>
                <a:spcPts val="1560"/>
              </a:spcBef>
              <a:buClr>
                <a:srgbClr val="40B9D2"/>
              </a:buClr>
              <a:buChar char="•"/>
              <a:tabLst>
                <a:tab pos="751840" algn="l"/>
              </a:tabLst>
            </a:pPr>
            <a:r>
              <a:rPr sz="2000" dirty="0">
                <a:latin typeface="Cambria"/>
                <a:cs typeface="Cambria"/>
              </a:rPr>
              <a:t>It</a:t>
            </a:r>
            <a:r>
              <a:rPr sz="2000" spc="-30" dirty="0">
                <a:latin typeface="Cambria"/>
                <a:cs typeface="Cambria"/>
              </a:rPr>
              <a:t> </a:t>
            </a:r>
            <a:r>
              <a:rPr sz="2000" dirty="0">
                <a:latin typeface="Cambria"/>
                <a:cs typeface="Cambria"/>
              </a:rPr>
              <a:t>is</a:t>
            </a:r>
            <a:r>
              <a:rPr sz="2000" spc="-30" dirty="0">
                <a:latin typeface="Cambria"/>
                <a:cs typeface="Cambria"/>
              </a:rPr>
              <a:t> </a:t>
            </a:r>
            <a:r>
              <a:rPr sz="2000" dirty="0">
                <a:latin typeface="Cambria"/>
                <a:cs typeface="Cambria"/>
              </a:rPr>
              <a:t>difficult</a:t>
            </a:r>
            <a:r>
              <a:rPr sz="2000" spc="-55" dirty="0">
                <a:latin typeface="Cambria"/>
                <a:cs typeface="Cambria"/>
              </a:rPr>
              <a:t> </a:t>
            </a:r>
            <a:r>
              <a:rPr sz="2000" dirty="0">
                <a:latin typeface="Cambria"/>
                <a:cs typeface="Cambria"/>
              </a:rPr>
              <a:t>to</a:t>
            </a:r>
            <a:r>
              <a:rPr sz="2000" spc="-40" dirty="0">
                <a:latin typeface="Cambria"/>
                <a:cs typeface="Cambria"/>
              </a:rPr>
              <a:t> </a:t>
            </a:r>
            <a:r>
              <a:rPr sz="2000" dirty="0">
                <a:latin typeface="Cambria"/>
                <a:cs typeface="Cambria"/>
              </a:rPr>
              <a:t>provide</a:t>
            </a:r>
            <a:r>
              <a:rPr sz="2000" spc="-45" dirty="0">
                <a:latin typeface="Cambria"/>
                <a:cs typeface="Cambria"/>
              </a:rPr>
              <a:t> </a:t>
            </a:r>
            <a:r>
              <a:rPr sz="2000" spc="-10" dirty="0">
                <a:latin typeface="Cambria"/>
                <a:cs typeface="Cambria"/>
              </a:rPr>
              <a:t>really</a:t>
            </a:r>
            <a:r>
              <a:rPr sz="2000" spc="-60" dirty="0">
                <a:latin typeface="Cambria"/>
                <a:cs typeface="Cambria"/>
              </a:rPr>
              <a:t> </a:t>
            </a:r>
            <a:r>
              <a:rPr sz="2000" dirty="0">
                <a:latin typeface="Cambria"/>
                <a:cs typeface="Cambria"/>
              </a:rPr>
              <a:t>good</a:t>
            </a:r>
            <a:r>
              <a:rPr sz="2000" spc="-35" dirty="0">
                <a:latin typeface="Cambria"/>
                <a:cs typeface="Cambria"/>
              </a:rPr>
              <a:t> </a:t>
            </a:r>
            <a:r>
              <a:rPr sz="2000" dirty="0">
                <a:latin typeface="Cambria"/>
                <a:cs typeface="Cambria"/>
              </a:rPr>
              <a:t>error</a:t>
            </a:r>
            <a:r>
              <a:rPr sz="2000" spc="-40" dirty="0">
                <a:latin typeface="Cambria"/>
                <a:cs typeface="Cambria"/>
              </a:rPr>
              <a:t> </a:t>
            </a:r>
            <a:r>
              <a:rPr sz="2000" spc="-10" dirty="0">
                <a:latin typeface="Cambria"/>
                <a:cs typeface="Cambria"/>
              </a:rPr>
              <a:t>messages</a:t>
            </a:r>
            <a:endParaRPr sz="2000">
              <a:latin typeface="Cambria"/>
              <a:cs typeface="Cambria"/>
            </a:endParaRPr>
          </a:p>
          <a:p>
            <a:pPr marL="698500" marR="5080" indent="-182880">
              <a:lnSpc>
                <a:spcPct val="140100"/>
              </a:lnSpc>
              <a:spcBef>
                <a:spcPts val="600"/>
              </a:spcBef>
              <a:buChar char="•"/>
              <a:tabLst>
                <a:tab pos="698500" algn="l"/>
                <a:tab pos="753110" algn="l"/>
                <a:tab pos="1482090" algn="l"/>
                <a:tab pos="2408555" algn="l"/>
                <a:tab pos="2870200" algn="l"/>
                <a:tab pos="3768090" algn="l"/>
                <a:tab pos="4389755" algn="l"/>
                <a:tab pos="5374640" algn="l"/>
              </a:tabLst>
            </a:pPr>
            <a:r>
              <a:rPr sz="2000" dirty="0">
                <a:solidFill>
                  <a:srgbClr val="40B9D2"/>
                </a:solidFill>
                <a:latin typeface="Cambria"/>
                <a:cs typeface="Cambria"/>
              </a:rPr>
              <a:t>	</a:t>
            </a:r>
            <a:r>
              <a:rPr sz="2000" spc="-20" dirty="0">
                <a:latin typeface="Cambria"/>
                <a:cs typeface="Cambria"/>
              </a:rPr>
              <a:t>They</a:t>
            </a:r>
            <a:r>
              <a:rPr sz="2000" dirty="0">
                <a:latin typeface="Cambria"/>
                <a:cs typeface="Cambria"/>
              </a:rPr>
              <a:t>	</a:t>
            </a:r>
            <a:r>
              <a:rPr sz="2000" spc="-10" dirty="0">
                <a:latin typeface="Cambria"/>
                <a:cs typeface="Cambria"/>
              </a:rPr>
              <a:t>cannot</a:t>
            </a:r>
            <a:r>
              <a:rPr sz="2000" dirty="0">
                <a:latin typeface="Cambria"/>
                <a:cs typeface="Cambria"/>
              </a:rPr>
              <a:t>	</a:t>
            </a:r>
            <a:r>
              <a:rPr sz="2000" spc="-35" dirty="0">
                <a:latin typeface="Cambria"/>
                <a:cs typeface="Cambria"/>
              </a:rPr>
              <a:t>do</a:t>
            </a:r>
            <a:r>
              <a:rPr sz="2000" dirty="0">
                <a:latin typeface="Cambria"/>
                <a:cs typeface="Cambria"/>
              </a:rPr>
              <a:t>	</a:t>
            </a:r>
            <a:r>
              <a:rPr sz="2000" spc="-10" dirty="0">
                <a:latin typeface="Cambria"/>
                <a:cs typeface="Cambria"/>
              </a:rPr>
              <a:t>parses</a:t>
            </a:r>
            <a:r>
              <a:rPr sz="2000" dirty="0">
                <a:latin typeface="Cambria"/>
                <a:cs typeface="Cambria"/>
              </a:rPr>
              <a:t>	</a:t>
            </a:r>
            <a:r>
              <a:rPr sz="2000" spc="-20" dirty="0">
                <a:latin typeface="Cambria"/>
                <a:cs typeface="Cambria"/>
              </a:rPr>
              <a:t>that</a:t>
            </a:r>
            <a:r>
              <a:rPr sz="2000" dirty="0">
                <a:latin typeface="Cambria"/>
                <a:cs typeface="Cambria"/>
              </a:rPr>
              <a:t>	</a:t>
            </a:r>
            <a:r>
              <a:rPr sz="2000" spc="-10" dirty="0">
                <a:latin typeface="Cambria"/>
                <a:cs typeface="Cambria"/>
              </a:rPr>
              <a:t>require</a:t>
            </a:r>
            <a:r>
              <a:rPr sz="2000" dirty="0">
                <a:latin typeface="Cambria"/>
                <a:cs typeface="Cambria"/>
              </a:rPr>
              <a:t>	</a:t>
            </a:r>
            <a:r>
              <a:rPr sz="2000" spc="-20" dirty="0">
                <a:latin typeface="Cambria"/>
                <a:cs typeface="Cambria"/>
              </a:rPr>
              <a:t>arbitrarily </a:t>
            </a:r>
            <a:r>
              <a:rPr sz="2000" spc="-10" dirty="0">
                <a:latin typeface="Cambria"/>
                <a:cs typeface="Cambria"/>
              </a:rPr>
              <a:t>lookaheads</a:t>
            </a:r>
            <a:endParaRPr sz="2000">
              <a:latin typeface="Cambria"/>
              <a:cs typeface="Cambria"/>
            </a:endParaRPr>
          </a:p>
        </p:txBody>
      </p:sp>
      <p:sp>
        <p:nvSpPr>
          <p:cNvPr id="5" name="object 5"/>
          <p:cNvSpPr txBox="1"/>
          <p:nvPr/>
        </p:nvSpPr>
        <p:spPr>
          <a:xfrm>
            <a:off x="10612373" y="5025390"/>
            <a:ext cx="494030" cy="330835"/>
          </a:xfrm>
          <a:prstGeom prst="rect">
            <a:avLst/>
          </a:prstGeom>
        </p:spPr>
        <p:txBody>
          <a:bodyPr vert="horz" wrap="square" lIns="0" tIns="12700" rIns="0" bIns="0" rtlCol="0">
            <a:spAutoFit/>
          </a:bodyPr>
          <a:lstStyle/>
          <a:p>
            <a:pPr marL="12700">
              <a:lnSpc>
                <a:spcPct val="100000"/>
              </a:lnSpc>
              <a:spcBef>
                <a:spcPts val="100"/>
              </a:spcBef>
            </a:pPr>
            <a:r>
              <a:rPr sz="2000" spc="-20" dirty="0">
                <a:latin typeface="Cambria"/>
                <a:cs typeface="Cambria"/>
              </a:rPr>
              <a:t>long</a:t>
            </a:r>
            <a:endParaRPr sz="2000">
              <a:latin typeface="Cambria"/>
              <a:cs typeface="Cambri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1031240">
              <a:lnSpc>
                <a:spcPts val="3890"/>
              </a:lnSpc>
            </a:pPr>
            <a:r>
              <a:rPr sz="3600" b="1" spc="-90" dirty="0">
                <a:solidFill>
                  <a:srgbClr val="FFFFFF"/>
                </a:solidFill>
                <a:latin typeface="Cambria"/>
                <a:cs typeface="Cambria"/>
              </a:rPr>
              <a:t>Predictive </a:t>
            </a:r>
            <a:r>
              <a:rPr sz="3600" b="1" spc="-10" dirty="0">
                <a:solidFill>
                  <a:srgbClr val="FFFFFF"/>
                </a:solidFill>
                <a:latin typeface="Cambria"/>
                <a:cs typeface="Cambria"/>
              </a:rPr>
              <a:t>Parser</a:t>
            </a:r>
            <a:endParaRPr sz="3600">
              <a:latin typeface="Cambria"/>
              <a:cs typeface="Cambria"/>
            </a:endParaRPr>
          </a:p>
        </p:txBody>
      </p:sp>
      <p:sp>
        <p:nvSpPr>
          <p:cNvPr id="3" name="object 3"/>
          <p:cNvSpPr txBox="1">
            <a:spLocks noGrp="1"/>
          </p:cNvSpPr>
          <p:nvPr>
            <p:ph type="title"/>
          </p:nvPr>
        </p:nvSpPr>
        <p:spPr>
          <a:xfrm>
            <a:off x="3948429" y="889761"/>
            <a:ext cx="7156450" cy="757555"/>
          </a:xfrm>
          <a:prstGeom prst="rect">
            <a:avLst/>
          </a:prstGeom>
        </p:spPr>
        <p:txBody>
          <a:bodyPr vert="horz" wrap="square" lIns="0" tIns="12700" rIns="0" bIns="0" rtlCol="0">
            <a:spAutoFit/>
          </a:bodyPr>
          <a:lstStyle/>
          <a:p>
            <a:pPr marL="195580" marR="5080" indent="-182880">
              <a:lnSpc>
                <a:spcPct val="100000"/>
              </a:lnSpc>
              <a:spcBef>
                <a:spcPts val="100"/>
              </a:spcBef>
              <a:tabLst>
                <a:tab pos="1273175" algn="l"/>
                <a:tab pos="1995170" algn="l"/>
                <a:tab pos="2406650" algn="l"/>
                <a:tab pos="3832225" algn="l"/>
                <a:tab pos="4998085" algn="l"/>
                <a:tab pos="6003925" algn="l"/>
                <a:tab pos="6376035" algn="l"/>
              </a:tabLst>
            </a:pPr>
            <a:r>
              <a:rPr spc="-1250" dirty="0">
                <a:solidFill>
                  <a:srgbClr val="40B9D2"/>
                </a:solidFill>
                <a:latin typeface="Arial MT"/>
                <a:cs typeface="Arial MT"/>
              </a:rPr>
              <a:t>🞄</a:t>
            </a:r>
            <a:r>
              <a:rPr spc="-95" dirty="0">
                <a:solidFill>
                  <a:srgbClr val="40B9D2"/>
                </a:solidFill>
                <a:latin typeface="Arial MT"/>
                <a:cs typeface="Arial MT"/>
              </a:rPr>
              <a:t> </a:t>
            </a:r>
            <a:r>
              <a:rPr spc="-10" dirty="0"/>
              <a:t>Special</a:t>
            </a:r>
            <a:r>
              <a:rPr dirty="0"/>
              <a:t>	</a:t>
            </a:r>
            <a:r>
              <a:rPr spc="-20" dirty="0"/>
              <a:t>case</a:t>
            </a:r>
            <a:r>
              <a:rPr dirty="0"/>
              <a:t>	</a:t>
            </a:r>
            <a:r>
              <a:rPr spc="-25" dirty="0"/>
              <a:t>of</a:t>
            </a:r>
            <a:r>
              <a:rPr dirty="0"/>
              <a:t>	</a:t>
            </a:r>
            <a:r>
              <a:rPr spc="-10" dirty="0"/>
              <a:t>Recursive</a:t>
            </a:r>
            <a:r>
              <a:rPr dirty="0"/>
              <a:t>	</a:t>
            </a:r>
            <a:r>
              <a:rPr spc="-10" dirty="0"/>
              <a:t>descent</a:t>
            </a:r>
            <a:r>
              <a:rPr dirty="0"/>
              <a:t>	</a:t>
            </a:r>
            <a:r>
              <a:rPr spc="-10" dirty="0"/>
              <a:t>parser</a:t>
            </a:r>
            <a:r>
              <a:rPr dirty="0"/>
              <a:t>	</a:t>
            </a:r>
            <a:r>
              <a:rPr spc="-25" dirty="0"/>
              <a:t>is</a:t>
            </a:r>
            <a:r>
              <a:rPr dirty="0"/>
              <a:t>	</a:t>
            </a:r>
            <a:r>
              <a:rPr spc="-10" dirty="0"/>
              <a:t>called </a:t>
            </a:r>
            <a:r>
              <a:rPr spc="-20" dirty="0"/>
              <a:t>Predictive</a:t>
            </a:r>
            <a:r>
              <a:rPr spc="-35" dirty="0"/>
              <a:t> </a:t>
            </a:r>
            <a:r>
              <a:rPr spc="-10" dirty="0"/>
              <a:t>parser.</a:t>
            </a:r>
          </a:p>
        </p:txBody>
      </p:sp>
      <p:sp>
        <p:nvSpPr>
          <p:cNvPr id="4" name="object 4"/>
          <p:cNvSpPr txBox="1"/>
          <p:nvPr/>
        </p:nvSpPr>
        <p:spPr>
          <a:xfrm>
            <a:off x="3948429" y="1774063"/>
            <a:ext cx="7158990" cy="4659630"/>
          </a:xfrm>
          <a:prstGeom prst="rect">
            <a:avLst/>
          </a:prstGeom>
        </p:spPr>
        <p:txBody>
          <a:bodyPr vert="horz" wrap="square" lIns="0" tIns="12700" rIns="0" bIns="0" rtlCol="0">
            <a:spAutoFit/>
          </a:bodyPr>
          <a:lstStyle/>
          <a:p>
            <a:pPr marL="195580" marR="5080" indent="-182880" algn="just">
              <a:lnSpc>
                <a:spcPct val="100000"/>
              </a:lnSpc>
              <a:spcBef>
                <a:spcPts val="1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In</a:t>
            </a:r>
            <a:r>
              <a:rPr sz="2400" spc="1060" dirty="0">
                <a:latin typeface="Cambria"/>
                <a:cs typeface="Cambria"/>
              </a:rPr>
              <a:t> </a:t>
            </a:r>
            <a:r>
              <a:rPr sz="2400" spc="-25" dirty="0">
                <a:latin typeface="Cambria"/>
                <a:cs typeface="Cambria"/>
              </a:rPr>
              <a:t>Many</a:t>
            </a:r>
            <a:r>
              <a:rPr sz="2400" spc="1075" dirty="0">
                <a:latin typeface="Cambria"/>
                <a:cs typeface="Cambria"/>
              </a:rPr>
              <a:t> </a:t>
            </a:r>
            <a:r>
              <a:rPr sz="2400" spc="-15" dirty="0">
                <a:latin typeface="Cambria"/>
                <a:cs typeface="Cambria"/>
              </a:rPr>
              <a:t>cases,</a:t>
            </a:r>
            <a:r>
              <a:rPr sz="2400" spc="1070" dirty="0">
                <a:latin typeface="Cambria"/>
                <a:cs typeface="Cambria"/>
              </a:rPr>
              <a:t> </a:t>
            </a:r>
            <a:r>
              <a:rPr sz="2400" spc="-40" dirty="0">
                <a:latin typeface="Cambria"/>
                <a:cs typeface="Cambria"/>
              </a:rPr>
              <a:t>by</a:t>
            </a:r>
            <a:r>
              <a:rPr sz="2400" spc="1070" dirty="0">
                <a:latin typeface="Cambria"/>
                <a:cs typeface="Cambria"/>
              </a:rPr>
              <a:t> </a:t>
            </a:r>
            <a:r>
              <a:rPr sz="2400" spc="-20" dirty="0">
                <a:latin typeface="Cambria"/>
                <a:cs typeface="Cambria"/>
              </a:rPr>
              <a:t>carefully</a:t>
            </a:r>
            <a:r>
              <a:rPr sz="2400" spc="1075" dirty="0">
                <a:latin typeface="Cambria"/>
                <a:cs typeface="Cambria"/>
              </a:rPr>
              <a:t> </a:t>
            </a:r>
            <a:r>
              <a:rPr sz="2400" spc="-10" dirty="0">
                <a:latin typeface="Cambria"/>
                <a:cs typeface="Cambria"/>
              </a:rPr>
              <a:t>writing</a:t>
            </a:r>
            <a:r>
              <a:rPr sz="2400" spc="1070" dirty="0">
                <a:latin typeface="Cambria"/>
                <a:cs typeface="Cambria"/>
              </a:rPr>
              <a:t> </a:t>
            </a:r>
            <a:r>
              <a:rPr sz="2400" spc="-15" dirty="0">
                <a:latin typeface="Cambria"/>
                <a:cs typeface="Cambria"/>
              </a:rPr>
              <a:t>a</a:t>
            </a:r>
            <a:r>
              <a:rPr sz="2400" spc="1065" dirty="0">
                <a:latin typeface="Cambria"/>
                <a:cs typeface="Cambria"/>
              </a:rPr>
              <a:t> </a:t>
            </a:r>
            <a:r>
              <a:rPr sz="2400" spc="-70" dirty="0">
                <a:latin typeface="Cambria"/>
                <a:cs typeface="Cambria"/>
              </a:rPr>
              <a:t>grammar,</a:t>
            </a:r>
            <a:r>
              <a:rPr sz="2400" dirty="0">
                <a:latin typeface="Cambria"/>
                <a:cs typeface="Cambria"/>
              </a:rPr>
              <a:t> </a:t>
            </a:r>
            <a:r>
              <a:rPr sz="2400" spc="-10" dirty="0">
                <a:latin typeface="Cambria"/>
                <a:cs typeface="Cambria"/>
              </a:rPr>
              <a:t>eliminating</a:t>
            </a:r>
            <a:r>
              <a:rPr sz="2400" spc="400" dirty="0">
                <a:latin typeface="Cambria"/>
                <a:cs typeface="Cambria"/>
              </a:rPr>
              <a:t> </a:t>
            </a:r>
            <a:r>
              <a:rPr sz="2400" spc="-10" dirty="0">
                <a:latin typeface="Cambria"/>
                <a:cs typeface="Cambria"/>
              </a:rPr>
              <a:t>left</a:t>
            </a:r>
            <a:r>
              <a:rPr sz="2400" spc="395" dirty="0">
                <a:latin typeface="Cambria"/>
                <a:cs typeface="Cambria"/>
              </a:rPr>
              <a:t> </a:t>
            </a:r>
            <a:r>
              <a:rPr sz="2400" spc="-20" dirty="0">
                <a:latin typeface="Cambria"/>
                <a:cs typeface="Cambria"/>
              </a:rPr>
              <a:t>recursion</a:t>
            </a:r>
            <a:r>
              <a:rPr sz="2400" spc="405" dirty="0">
                <a:latin typeface="Cambria"/>
                <a:cs typeface="Cambria"/>
              </a:rPr>
              <a:t> </a:t>
            </a:r>
            <a:r>
              <a:rPr sz="2400" spc="-20" dirty="0">
                <a:latin typeface="Cambria"/>
                <a:cs typeface="Cambria"/>
              </a:rPr>
              <a:t>from</a:t>
            </a:r>
            <a:r>
              <a:rPr sz="2400" spc="395" dirty="0">
                <a:latin typeface="Cambria"/>
                <a:cs typeface="Cambria"/>
              </a:rPr>
              <a:t> </a:t>
            </a:r>
            <a:r>
              <a:rPr sz="2400" spc="-5" dirty="0">
                <a:latin typeface="Cambria"/>
                <a:cs typeface="Cambria"/>
              </a:rPr>
              <a:t>i</a:t>
            </a:r>
            <a:r>
              <a:rPr sz="2400" spc="40" dirty="0">
                <a:latin typeface="Cambria"/>
                <a:cs typeface="Cambria"/>
              </a:rPr>
              <a:t>t</a:t>
            </a:r>
            <a:r>
              <a:rPr sz="2400" dirty="0">
                <a:latin typeface="Cambria"/>
                <a:cs typeface="Cambria"/>
              </a:rPr>
              <a:t>,</a:t>
            </a:r>
            <a:r>
              <a:rPr sz="2400" spc="395" dirty="0">
                <a:latin typeface="Cambria"/>
                <a:cs typeface="Cambria"/>
              </a:rPr>
              <a:t> </a:t>
            </a:r>
            <a:r>
              <a:rPr sz="2400" spc="-10" dirty="0">
                <a:latin typeface="Cambria"/>
                <a:cs typeface="Cambria"/>
              </a:rPr>
              <a:t>and</a:t>
            </a:r>
            <a:r>
              <a:rPr sz="2400" spc="400" dirty="0">
                <a:latin typeface="Cambria"/>
                <a:cs typeface="Cambria"/>
              </a:rPr>
              <a:t> </a:t>
            </a:r>
            <a:r>
              <a:rPr sz="2400" spc="-10" dirty="0">
                <a:latin typeface="Cambria"/>
                <a:cs typeface="Cambria"/>
              </a:rPr>
              <a:t>left</a:t>
            </a:r>
            <a:r>
              <a:rPr sz="2400" spc="385" dirty="0">
                <a:latin typeface="Cambria"/>
                <a:cs typeface="Cambria"/>
              </a:rPr>
              <a:t> </a:t>
            </a:r>
            <a:r>
              <a:rPr sz="2400" spc="-15" dirty="0">
                <a:latin typeface="Cambria"/>
                <a:cs typeface="Cambria"/>
              </a:rPr>
              <a:t>factoring</a:t>
            </a:r>
            <a:r>
              <a:rPr sz="2400" spc="-5" dirty="0">
                <a:latin typeface="Cambria"/>
                <a:cs typeface="Cambria"/>
              </a:rPr>
              <a:t> </a:t>
            </a:r>
            <a:r>
              <a:rPr sz="2400" spc="-15" dirty="0">
                <a:latin typeface="Cambria"/>
                <a:cs typeface="Cambria"/>
              </a:rPr>
              <a:t>the</a:t>
            </a:r>
            <a:r>
              <a:rPr sz="2400" spc="50" dirty="0">
                <a:latin typeface="Cambria"/>
                <a:cs typeface="Cambria"/>
              </a:rPr>
              <a:t> </a:t>
            </a:r>
            <a:r>
              <a:rPr sz="2400" spc="-15" dirty="0">
                <a:latin typeface="Cambria"/>
                <a:cs typeface="Cambria"/>
              </a:rPr>
              <a:t>resulting</a:t>
            </a:r>
            <a:r>
              <a:rPr sz="2400" spc="50" dirty="0">
                <a:latin typeface="Cambria"/>
                <a:cs typeface="Cambria"/>
              </a:rPr>
              <a:t> </a:t>
            </a:r>
            <a:r>
              <a:rPr sz="2400" spc="-45" dirty="0">
                <a:latin typeface="Cambria"/>
                <a:cs typeface="Cambria"/>
              </a:rPr>
              <a:t>grammar,</a:t>
            </a:r>
            <a:r>
              <a:rPr sz="2400" spc="25" dirty="0">
                <a:latin typeface="Cambria"/>
                <a:cs typeface="Cambria"/>
              </a:rPr>
              <a:t> </a:t>
            </a:r>
            <a:r>
              <a:rPr sz="2400" spc="-35" dirty="0">
                <a:latin typeface="Cambria"/>
                <a:cs typeface="Cambria"/>
              </a:rPr>
              <a:t>we</a:t>
            </a:r>
            <a:r>
              <a:rPr sz="2400" spc="50" dirty="0">
                <a:latin typeface="Cambria"/>
                <a:cs typeface="Cambria"/>
              </a:rPr>
              <a:t> </a:t>
            </a:r>
            <a:r>
              <a:rPr sz="2400" spc="-20" dirty="0">
                <a:latin typeface="Cambria"/>
                <a:cs typeface="Cambria"/>
              </a:rPr>
              <a:t>can</a:t>
            </a:r>
            <a:r>
              <a:rPr sz="2400" spc="50" dirty="0">
                <a:latin typeface="Cambria"/>
                <a:cs typeface="Cambria"/>
              </a:rPr>
              <a:t> </a:t>
            </a:r>
            <a:r>
              <a:rPr sz="2400" spc="-5" dirty="0">
                <a:latin typeface="Cambria"/>
                <a:cs typeface="Cambria"/>
              </a:rPr>
              <a:t>obtain</a:t>
            </a:r>
            <a:r>
              <a:rPr sz="2400" spc="45" dirty="0">
                <a:latin typeface="Cambria"/>
                <a:cs typeface="Cambria"/>
              </a:rPr>
              <a:t> </a:t>
            </a:r>
            <a:r>
              <a:rPr sz="2400" spc="-15" dirty="0">
                <a:latin typeface="Cambria"/>
                <a:cs typeface="Cambria"/>
              </a:rPr>
              <a:t>a</a:t>
            </a:r>
            <a:r>
              <a:rPr sz="2400" spc="50" dirty="0">
                <a:latin typeface="Cambria"/>
                <a:cs typeface="Cambria"/>
              </a:rPr>
              <a:t> </a:t>
            </a:r>
            <a:r>
              <a:rPr sz="2400" spc="-20" dirty="0">
                <a:latin typeface="Cambria"/>
                <a:cs typeface="Cambria"/>
              </a:rPr>
              <a:t>grammar</a:t>
            </a:r>
            <a:r>
              <a:rPr sz="2400" spc="45" dirty="0">
                <a:latin typeface="Cambria"/>
                <a:cs typeface="Cambria"/>
              </a:rPr>
              <a:t> </a:t>
            </a:r>
            <a:r>
              <a:rPr sz="2400" spc="-20" dirty="0">
                <a:latin typeface="Cambria"/>
                <a:cs typeface="Cambria"/>
              </a:rPr>
              <a:t>that</a:t>
            </a:r>
            <a:r>
              <a:rPr sz="2400" spc="-15" dirty="0">
                <a:latin typeface="Cambria"/>
                <a:cs typeface="Cambria"/>
              </a:rPr>
              <a:t> </a:t>
            </a:r>
            <a:r>
              <a:rPr sz="2400" spc="-20" dirty="0">
                <a:latin typeface="Cambria"/>
                <a:cs typeface="Cambria"/>
              </a:rPr>
              <a:t>can</a:t>
            </a:r>
            <a:r>
              <a:rPr sz="2400" spc="685" dirty="0">
                <a:latin typeface="Cambria"/>
                <a:cs typeface="Cambria"/>
              </a:rPr>
              <a:t> </a:t>
            </a:r>
            <a:r>
              <a:rPr sz="2400" spc="-15" dirty="0">
                <a:latin typeface="Cambria"/>
                <a:cs typeface="Cambria"/>
              </a:rPr>
              <a:t>be</a:t>
            </a:r>
            <a:r>
              <a:rPr sz="2400" spc="680" dirty="0">
                <a:latin typeface="Cambria"/>
                <a:cs typeface="Cambria"/>
              </a:rPr>
              <a:t> </a:t>
            </a:r>
            <a:r>
              <a:rPr sz="2400" spc="-15" dirty="0">
                <a:latin typeface="Cambria"/>
                <a:cs typeface="Cambria"/>
              </a:rPr>
              <a:t>parsed</a:t>
            </a:r>
            <a:r>
              <a:rPr sz="2400" spc="680" dirty="0">
                <a:latin typeface="Cambria"/>
                <a:cs typeface="Cambria"/>
              </a:rPr>
              <a:t> </a:t>
            </a:r>
            <a:r>
              <a:rPr sz="2400" spc="-40" dirty="0">
                <a:latin typeface="Cambria"/>
                <a:cs typeface="Cambria"/>
              </a:rPr>
              <a:t>by</a:t>
            </a:r>
            <a:r>
              <a:rPr sz="2400" spc="680" dirty="0">
                <a:latin typeface="Cambria"/>
                <a:cs typeface="Cambria"/>
              </a:rPr>
              <a:t> </a:t>
            </a:r>
            <a:r>
              <a:rPr sz="2400" spc="-15" dirty="0">
                <a:latin typeface="Cambria"/>
                <a:cs typeface="Cambria"/>
              </a:rPr>
              <a:t>a</a:t>
            </a:r>
            <a:r>
              <a:rPr sz="2400" spc="680" dirty="0">
                <a:latin typeface="Cambria"/>
                <a:cs typeface="Cambria"/>
              </a:rPr>
              <a:t> </a:t>
            </a:r>
            <a:r>
              <a:rPr sz="2400" spc="-25" dirty="0">
                <a:latin typeface="Cambria"/>
                <a:cs typeface="Cambria"/>
              </a:rPr>
              <a:t>recursive</a:t>
            </a:r>
            <a:r>
              <a:rPr sz="2400" spc="685" dirty="0">
                <a:latin typeface="Cambria"/>
                <a:cs typeface="Cambria"/>
              </a:rPr>
              <a:t> </a:t>
            </a:r>
            <a:r>
              <a:rPr sz="2400" spc="-15" dirty="0">
                <a:latin typeface="Cambria"/>
                <a:cs typeface="Cambria"/>
              </a:rPr>
              <a:t>descent</a:t>
            </a:r>
            <a:r>
              <a:rPr sz="2400" spc="690" dirty="0">
                <a:latin typeface="Cambria"/>
                <a:cs typeface="Cambria"/>
              </a:rPr>
              <a:t> </a:t>
            </a:r>
            <a:r>
              <a:rPr sz="2400" spc="-10" dirty="0">
                <a:latin typeface="Cambria"/>
                <a:cs typeface="Cambria"/>
              </a:rPr>
              <a:t>parser</a:t>
            </a:r>
            <a:r>
              <a:rPr sz="2400" spc="680" dirty="0">
                <a:latin typeface="Cambria"/>
                <a:cs typeface="Cambria"/>
              </a:rPr>
              <a:t> </a:t>
            </a:r>
            <a:r>
              <a:rPr sz="2400" spc="-20" dirty="0">
                <a:latin typeface="Cambria"/>
                <a:cs typeface="Cambria"/>
              </a:rPr>
              <a:t>that</a:t>
            </a:r>
            <a:r>
              <a:rPr sz="2400" spc="-15" dirty="0">
                <a:latin typeface="Cambria"/>
                <a:cs typeface="Cambria"/>
              </a:rPr>
              <a:t> needs</a:t>
            </a:r>
            <a:r>
              <a:rPr sz="2400" spc="5" dirty="0">
                <a:latin typeface="Cambria"/>
                <a:cs typeface="Cambria"/>
              </a:rPr>
              <a:t> n</a:t>
            </a:r>
            <a:r>
              <a:rPr sz="2400" dirty="0">
                <a:latin typeface="Cambria"/>
                <a:cs typeface="Cambria"/>
              </a:rPr>
              <a:t>o</a:t>
            </a:r>
            <a:r>
              <a:rPr sz="2400" spc="-20" dirty="0">
                <a:latin typeface="Cambria"/>
                <a:cs typeface="Cambria"/>
              </a:rPr>
              <a:t> </a:t>
            </a:r>
            <a:r>
              <a:rPr sz="2400" spc="-15" dirty="0">
                <a:latin typeface="Cambria"/>
                <a:cs typeface="Cambria"/>
              </a:rPr>
              <a:t>backtracking </a:t>
            </a:r>
            <a:r>
              <a:rPr sz="2400" spc="-5" dirty="0">
                <a:latin typeface="Cambria"/>
                <a:cs typeface="Cambria"/>
              </a:rPr>
              <a:t>i.e.</a:t>
            </a:r>
            <a:r>
              <a:rPr sz="2400" spc="-25" dirty="0">
                <a:latin typeface="Cambria"/>
                <a:cs typeface="Cambria"/>
              </a:rPr>
              <a:t> Predictive</a:t>
            </a:r>
            <a:r>
              <a:rPr sz="2400" spc="-20" dirty="0">
                <a:latin typeface="Cambria"/>
                <a:cs typeface="Cambria"/>
              </a:rPr>
              <a:t> </a:t>
            </a:r>
            <a:r>
              <a:rPr sz="2400" spc="-45" dirty="0">
                <a:latin typeface="Cambria"/>
                <a:cs typeface="Cambria"/>
              </a:rPr>
              <a:t>parser.</a:t>
            </a:r>
            <a:endParaRPr sz="2400">
              <a:latin typeface="Cambria"/>
              <a:cs typeface="Cambria"/>
            </a:endParaRPr>
          </a:p>
          <a:p>
            <a:pPr marL="12700" algn="just">
              <a:lnSpc>
                <a:spcPct val="100000"/>
              </a:lnSpc>
              <a:spcBef>
                <a:spcPts val="1190"/>
              </a:spcBef>
            </a:pPr>
            <a:r>
              <a:rPr sz="2400" dirty="0">
                <a:latin typeface="Cambria"/>
                <a:cs typeface="Cambria"/>
              </a:rPr>
              <a:t>stmt</a:t>
            </a:r>
            <a:r>
              <a:rPr sz="2400" spc="-30" dirty="0">
                <a:latin typeface="Cambria"/>
                <a:cs typeface="Cambria"/>
              </a:rPr>
              <a:t> </a:t>
            </a:r>
            <a:r>
              <a:rPr sz="2400" dirty="0">
                <a:latin typeface="Wingdings"/>
                <a:cs typeface="Wingdings"/>
              </a:rPr>
              <a:t></a:t>
            </a:r>
            <a:r>
              <a:rPr sz="2400" spc="-100" dirty="0">
                <a:latin typeface="Times New Roman"/>
                <a:cs typeface="Times New Roman"/>
              </a:rPr>
              <a:t> </a:t>
            </a:r>
            <a:r>
              <a:rPr sz="2400" b="1" dirty="0">
                <a:latin typeface="Cambria"/>
                <a:cs typeface="Cambria"/>
              </a:rPr>
              <a:t>if</a:t>
            </a:r>
            <a:r>
              <a:rPr sz="2400" b="1" spc="-35" dirty="0">
                <a:latin typeface="Cambria"/>
                <a:cs typeface="Cambria"/>
              </a:rPr>
              <a:t> </a:t>
            </a:r>
            <a:r>
              <a:rPr sz="2400" dirty="0">
                <a:latin typeface="Cambria"/>
                <a:cs typeface="Cambria"/>
              </a:rPr>
              <a:t>expr</a:t>
            </a:r>
            <a:r>
              <a:rPr sz="2400" spc="-45" dirty="0">
                <a:latin typeface="Cambria"/>
                <a:cs typeface="Cambria"/>
              </a:rPr>
              <a:t> </a:t>
            </a:r>
            <a:r>
              <a:rPr sz="2400" b="1" dirty="0">
                <a:latin typeface="Cambria"/>
                <a:cs typeface="Cambria"/>
              </a:rPr>
              <a:t>then</a:t>
            </a:r>
            <a:r>
              <a:rPr sz="2400" b="1" spc="-30" dirty="0">
                <a:latin typeface="Cambria"/>
                <a:cs typeface="Cambria"/>
              </a:rPr>
              <a:t> </a:t>
            </a:r>
            <a:r>
              <a:rPr sz="2400" dirty="0">
                <a:latin typeface="Cambria"/>
                <a:cs typeface="Cambria"/>
              </a:rPr>
              <a:t>stmt</a:t>
            </a:r>
            <a:r>
              <a:rPr sz="2400" spc="-20" dirty="0">
                <a:latin typeface="Cambria"/>
                <a:cs typeface="Cambria"/>
              </a:rPr>
              <a:t> </a:t>
            </a:r>
            <a:r>
              <a:rPr sz="2400" b="1" dirty="0">
                <a:latin typeface="Cambria"/>
                <a:cs typeface="Cambria"/>
              </a:rPr>
              <a:t>else</a:t>
            </a:r>
            <a:r>
              <a:rPr sz="2400" b="1" spc="-45" dirty="0">
                <a:latin typeface="Cambria"/>
                <a:cs typeface="Cambria"/>
              </a:rPr>
              <a:t> </a:t>
            </a:r>
            <a:r>
              <a:rPr sz="2400" spc="-20" dirty="0">
                <a:latin typeface="Cambria"/>
                <a:cs typeface="Cambria"/>
              </a:rPr>
              <a:t>stmt</a:t>
            </a:r>
            <a:endParaRPr sz="2400">
              <a:latin typeface="Cambria"/>
              <a:cs typeface="Cambria"/>
            </a:endParaRPr>
          </a:p>
          <a:p>
            <a:pPr marL="879475" algn="just">
              <a:lnSpc>
                <a:spcPct val="100000"/>
              </a:lnSpc>
              <a:spcBef>
                <a:spcPts val="1215"/>
              </a:spcBef>
            </a:pPr>
            <a:r>
              <a:rPr sz="2400" dirty="0">
                <a:latin typeface="Cambria"/>
                <a:cs typeface="Cambria"/>
              </a:rPr>
              <a:t>|</a:t>
            </a:r>
            <a:r>
              <a:rPr sz="2400" spc="235" dirty="0">
                <a:latin typeface="Cambria"/>
                <a:cs typeface="Cambria"/>
              </a:rPr>
              <a:t>  </a:t>
            </a:r>
            <a:r>
              <a:rPr sz="2400" b="1" dirty="0">
                <a:latin typeface="Cambria"/>
                <a:cs typeface="Cambria"/>
              </a:rPr>
              <a:t>while</a:t>
            </a:r>
            <a:r>
              <a:rPr sz="2400" b="1" spc="-30" dirty="0">
                <a:latin typeface="Cambria"/>
                <a:cs typeface="Cambria"/>
              </a:rPr>
              <a:t> </a:t>
            </a:r>
            <a:r>
              <a:rPr sz="2400" dirty="0">
                <a:latin typeface="Cambria"/>
                <a:cs typeface="Cambria"/>
              </a:rPr>
              <a:t>expr</a:t>
            </a:r>
            <a:r>
              <a:rPr sz="2400" spc="-35" dirty="0">
                <a:latin typeface="Cambria"/>
                <a:cs typeface="Cambria"/>
              </a:rPr>
              <a:t> </a:t>
            </a:r>
            <a:r>
              <a:rPr sz="2400" b="1" dirty="0">
                <a:latin typeface="Cambria"/>
                <a:cs typeface="Cambria"/>
              </a:rPr>
              <a:t>do</a:t>
            </a:r>
            <a:r>
              <a:rPr sz="2400" b="1" spc="-15" dirty="0">
                <a:latin typeface="Cambria"/>
                <a:cs typeface="Cambria"/>
              </a:rPr>
              <a:t> </a:t>
            </a:r>
            <a:r>
              <a:rPr sz="2400" spc="-20" dirty="0">
                <a:latin typeface="Cambria"/>
                <a:cs typeface="Cambria"/>
              </a:rPr>
              <a:t>stmt</a:t>
            </a:r>
            <a:endParaRPr sz="2400">
              <a:latin typeface="Cambria"/>
              <a:cs typeface="Cambria"/>
            </a:endParaRPr>
          </a:p>
          <a:p>
            <a:pPr marL="879475" algn="just">
              <a:lnSpc>
                <a:spcPct val="100000"/>
              </a:lnSpc>
              <a:spcBef>
                <a:spcPts val="1200"/>
              </a:spcBef>
            </a:pPr>
            <a:r>
              <a:rPr sz="2400" dirty="0">
                <a:latin typeface="Cambria"/>
                <a:cs typeface="Cambria"/>
              </a:rPr>
              <a:t>|</a:t>
            </a:r>
            <a:r>
              <a:rPr sz="2400" spc="450" dirty="0">
                <a:latin typeface="Cambria"/>
                <a:cs typeface="Cambria"/>
              </a:rPr>
              <a:t>  </a:t>
            </a:r>
            <a:r>
              <a:rPr sz="2400" b="1" dirty="0">
                <a:latin typeface="Cambria"/>
                <a:cs typeface="Cambria"/>
              </a:rPr>
              <a:t>begin</a:t>
            </a:r>
            <a:r>
              <a:rPr sz="2400" b="1" spc="-25" dirty="0">
                <a:latin typeface="Cambria"/>
                <a:cs typeface="Cambria"/>
              </a:rPr>
              <a:t> </a:t>
            </a:r>
            <a:r>
              <a:rPr sz="2400" dirty="0">
                <a:latin typeface="Cambria"/>
                <a:cs typeface="Cambria"/>
              </a:rPr>
              <a:t>stmt_list</a:t>
            </a:r>
            <a:r>
              <a:rPr sz="2400" spc="-35" dirty="0">
                <a:latin typeface="Cambria"/>
                <a:cs typeface="Cambria"/>
              </a:rPr>
              <a:t> </a:t>
            </a:r>
            <a:r>
              <a:rPr sz="2400" b="1" spc="-25" dirty="0">
                <a:latin typeface="Cambria"/>
                <a:cs typeface="Cambria"/>
              </a:rPr>
              <a:t>end</a:t>
            </a:r>
            <a:endParaRPr sz="2400">
              <a:latin typeface="Cambria"/>
              <a:cs typeface="Cambria"/>
            </a:endParaRPr>
          </a:p>
          <a:p>
            <a:pPr marL="195580" marR="5080" indent="-182880" algn="just">
              <a:lnSpc>
                <a:spcPct val="100000"/>
              </a:lnSpc>
              <a:spcBef>
                <a:spcPts val="12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5" dirty="0">
                <a:latin typeface="Cambria"/>
                <a:cs typeface="Cambria"/>
              </a:rPr>
              <a:t>The</a:t>
            </a:r>
            <a:r>
              <a:rPr sz="2400" spc="810" dirty="0">
                <a:latin typeface="Cambria"/>
                <a:cs typeface="Cambria"/>
              </a:rPr>
              <a:t> </a:t>
            </a:r>
            <a:r>
              <a:rPr sz="2400" spc="-25" dirty="0">
                <a:latin typeface="Cambria"/>
                <a:cs typeface="Cambria"/>
              </a:rPr>
              <a:t>keywords</a:t>
            </a:r>
            <a:r>
              <a:rPr sz="2400" spc="795" dirty="0">
                <a:latin typeface="Cambria"/>
                <a:cs typeface="Cambria"/>
              </a:rPr>
              <a:t> </a:t>
            </a:r>
            <a:r>
              <a:rPr sz="2400" b="1" spc="-10" dirty="0">
                <a:latin typeface="Cambria"/>
                <a:cs typeface="Cambria"/>
              </a:rPr>
              <a:t>if,</a:t>
            </a:r>
            <a:r>
              <a:rPr sz="2400" b="1" spc="795" dirty="0">
                <a:latin typeface="Cambria"/>
                <a:cs typeface="Cambria"/>
              </a:rPr>
              <a:t> </a:t>
            </a:r>
            <a:r>
              <a:rPr sz="2400" b="1" spc="-25" dirty="0">
                <a:latin typeface="Cambria"/>
                <a:cs typeface="Cambria"/>
              </a:rPr>
              <a:t>w</a:t>
            </a:r>
            <a:r>
              <a:rPr sz="2400" b="1" spc="-5" dirty="0">
                <a:latin typeface="Cambria"/>
                <a:cs typeface="Cambria"/>
              </a:rPr>
              <a:t>h</a:t>
            </a:r>
            <a:r>
              <a:rPr sz="2400" b="1" dirty="0">
                <a:latin typeface="Cambria"/>
                <a:cs typeface="Cambria"/>
              </a:rPr>
              <a:t>ile</a:t>
            </a:r>
            <a:r>
              <a:rPr sz="2400" b="1" spc="815" dirty="0">
                <a:latin typeface="Cambria"/>
                <a:cs typeface="Cambria"/>
              </a:rPr>
              <a:t> </a:t>
            </a:r>
            <a:r>
              <a:rPr sz="2400" spc="-15" dirty="0">
                <a:latin typeface="Cambria"/>
                <a:cs typeface="Cambria"/>
              </a:rPr>
              <a:t>and</a:t>
            </a:r>
            <a:r>
              <a:rPr sz="2400" spc="805" dirty="0">
                <a:latin typeface="Cambria"/>
                <a:cs typeface="Cambria"/>
              </a:rPr>
              <a:t> </a:t>
            </a:r>
            <a:r>
              <a:rPr sz="2400" b="1" spc="-10" dirty="0">
                <a:latin typeface="Cambria"/>
                <a:cs typeface="Cambria"/>
              </a:rPr>
              <a:t>begin</a:t>
            </a:r>
            <a:r>
              <a:rPr sz="2400" b="1" spc="805" dirty="0">
                <a:latin typeface="Cambria"/>
                <a:cs typeface="Cambria"/>
              </a:rPr>
              <a:t> </a:t>
            </a:r>
            <a:r>
              <a:rPr sz="2400" spc="-25" dirty="0">
                <a:latin typeface="Cambria"/>
                <a:cs typeface="Cambria"/>
              </a:rPr>
              <a:t>t</a:t>
            </a:r>
            <a:r>
              <a:rPr sz="2400" spc="-5" dirty="0">
                <a:latin typeface="Cambria"/>
                <a:cs typeface="Cambria"/>
              </a:rPr>
              <a:t>el</a:t>
            </a:r>
            <a:r>
              <a:rPr sz="2400" dirty="0">
                <a:latin typeface="Cambria"/>
                <a:cs typeface="Cambria"/>
              </a:rPr>
              <a:t>l</a:t>
            </a:r>
            <a:r>
              <a:rPr sz="2400" spc="805" dirty="0">
                <a:latin typeface="Cambria"/>
                <a:cs typeface="Cambria"/>
              </a:rPr>
              <a:t> </a:t>
            </a:r>
            <a:r>
              <a:rPr sz="2400" spc="-20" dirty="0">
                <a:latin typeface="Cambria"/>
                <a:cs typeface="Cambria"/>
              </a:rPr>
              <a:t>us</a:t>
            </a:r>
            <a:r>
              <a:rPr sz="2400" spc="805" dirty="0">
                <a:latin typeface="Cambria"/>
                <a:cs typeface="Cambria"/>
              </a:rPr>
              <a:t> </a:t>
            </a:r>
            <a:r>
              <a:rPr sz="2400" spc="-45" dirty="0">
                <a:latin typeface="Cambria"/>
                <a:cs typeface="Cambria"/>
              </a:rPr>
              <a:t>which</a:t>
            </a:r>
            <a:r>
              <a:rPr sz="2400" dirty="0">
                <a:latin typeface="Cambria"/>
                <a:cs typeface="Cambria"/>
              </a:rPr>
              <a:t> </a:t>
            </a:r>
            <a:r>
              <a:rPr sz="2400" spc="-20" dirty="0">
                <a:latin typeface="Cambria"/>
                <a:cs typeface="Cambria"/>
              </a:rPr>
              <a:t>alternative</a:t>
            </a:r>
            <a:r>
              <a:rPr sz="2400" spc="1200" dirty="0">
                <a:latin typeface="Cambria"/>
                <a:cs typeface="Cambria"/>
              </a:rPr>
              <a:t> </a:t>
            </a:r>
            <a:r>
              <a:rPr sz="2400" spc="-10" dirty="0">
                <a:latin typeface="Cambria"/>
                <a:cs typeface="Cambria"/>
              </a:rPr>
              <a:t>is</a:t>
            </a:r>
            <a:r>
              <a:rPr sz="2400" spc="1200" dirty="0">
                <a:latin typeface="Cambria"/>
                <a:cs typeface="Cambria"/>
              </a:rPr>
              <a:t> </a:t>
            </a:r>
            <a:r>
              <a:rPr sz="2400" spc="-15" dirty="0">
                <a:latin typeface="Cambria"/>
                <a:cs typeface="Cambria"/>
              </a:rPr>
              <a:t>the</a:t>
            </a:r>
            <a:r>
              <a:rPr sz="2400" spc="1205" dirty="0">
                <a:latin typeface="Cambria"/>
                <a:cs typeface="Cambria"/>
              </a:rPr>
              <a:t> </a:t>
            </a:r>
            <a:r>
              <a:rPr sz="2400" spc="-20" dirty="0">
                <a:latin typeface="Cambria"/>
                <a:cs typeface="Cambria"/>
              </a:rPr>
              <a:t>only</a:t>
            </a:r>
            <a:r>
              <a:rPr sz="2400" spc="1210" dirty="0">
                <a:latin typeface="Cambria"/>
                <a:cs typeface="Cambria"/>
              </a:rPr>
              <a:t> </a:t>
            </a:r>
            <a:r>
              <a:rPr sz="2400" spc="-15" dirty="0">
                <a:latin typeface="Cambria"/>
                <a:cs typeface="Cambria"/>
              </a:rPr>
              <a:t>one</a:t>
            </a:r>
            <a:r>
              <a:rPr sz="2400" spc="1210" dirty="0">
                <a:latin typeface="Cambria"/>
                <a:cs typeface="Cambria"/>
              </a:rPr>
              <a:t> </a:t>
            </a:r>
            <a:r>
              <a:rPr sz="2400" spc="-20" dirty="0">
                <a:latin typeface="Cambria"/>
                <a:cs typeface="Cambria"/>
              </a:rPr>
              <a:t>that</a:t>
            </a:r>
            <a:r>
              <a:rPr sz="2400" spc="1210" dirty="0">
                <a:latin typeface="Cambria"/>
                <a:cs typeface="Cambria"/>
              </a:rPr>
              <a:t> </a:t>
            </a:r>
            <a:r>
              <a:rPr sz="2400" spc="-15" dirty="0">
                <a:latin typeface="Cambria"/>
                <a:cs typeface="Cambria"/>
              </a:rPr>
              <a:t>could</a:t>
            </a:r>
            <a:r>
              <a:rPr sz="2400" spc="1220" dirty="0">
                <a:latin typeface="Cambria"/>
                <a:cs typeface="Cambria"/>
              </a:rPr>
              <a:t> </a:t>
            </a:r>
            <a:r>
              <a:rPr sz="2400" spc="-25" dirty="0">
                <a:latin typeface="Cambria"/>
                <a:cs typeface="Cambria"/>
              </a:rPr>
              <a:t>possibly</a:t>
            </a:r>
            <a:r>
              <a:rPr sz="2400" spc="-10" dirty="0">
                <a:latin typeface="Cambria"/>
                <a:cs typeface="Cambria"/>
              </a:rPr>
              <a:t> </a:t>
            </a:r>
            <a:r>
              <a:rPr sz="2400" spc="-15" dirty="0">
                <a:latin typeface="Cambria"/>
                <a:cs typeface="Cambria"/>
              </a:rPr>
              <a:t>succeed</a:t>
            </a:r>
            <a:r>
              <a:rPr sz="2400" spc="30" dirty="0">
                <a:latin typeface="Cambria"/>
                <a:cs typeface="Cambria"/>
              </a:rPr>
              <a:t> </a:t>
            </a:r>
            <a:r>
              <a:rPr sz="2400" spc="5" dirty="0">
                <a:latin typeface="Cambria"/>
                <a:cs typeface="Cambria"/>
              </a:rPr>
              <a:t>i</a:t>
            </a:r>
            <a:r>
              <a:rPr sz="2400" dirty="0">
                <a:latin typeface="Cambria"/>
                <a:cs typeface="Cambria"/>
              </a:rPr>
              <a:t>f</a:t>
            </a:r>
            <a:r>
              <a:rPr sz="2400" spc="-20" dirty="0">
                <a:latin typeface="Cambria"/>
                <a:cs typeface="Cambria"/>
              </a:rPr>
              <a:t> </a:t>
            </a:r>
            <a:r>
              <a:rPr sz="2400" spc="-35" dirty="0">
                <a:latin typeface="Cambria"/>
                <a:cs typeface="Cambria"/>
              </a:rPr>
              <a:t>we</a:t>
            </a:r>
            <a:r>
              <a:rPr sz="2400" spc="15" dirty="0">
                <a:latin typeface="Cambria"/>
                <a:cs typeface="Cambria"/>
              </a:rPr>
              <a:t> </a:t>
            </a:r>
            <a:r>
              <a:rPr sz="2400" spc="-15" dirty="0">
                <a:latin typeface="Cambria"/>
                <a:cs typeface="Cambria"/>
              </a:rPr>
              <a:t>are</a:t>
            </a:r>
            <a:r>
              <a:rPr sz="2400" spc="-10" dirty="0">
                <a:latin typeface="Cambria"/>
                <a:cs typeface="Cambria"/>
              </a:rPr>
              <a:t> </a:t>
            </a:r>
            <a:r>
              <a:rPr sz="2400" spc="-25" dirty="0">
                <a:latin typeface="Cambria"/>
                <a:cs typeface="Cambria"/>
              </a:rPr>
              <a:t>to</a:t>
            </a:r>
            <a:r>
              <a:rPr sz="2400" spc="-5" dirty="0">
                <a:latin typeface="Cambria"/>
                <a:cs typeface="Cambria"/>
              </a:rPr>
              <a:t> </a:t>
            </a:r>
            <a:r>
              <a:rPr sz="2400" spc="5" dirty="0">
                <a:latin typeface="Cambria"/>
                <a:cs typeface="Cambria"/>
              </a:rPr>
              <a:t>fin</a:t>
            </a:r>
            <a:r>
              <a:rPr sz="2400" dirty="0">
                <a:latin typeface="Cambria"/>
                <a:cs typeface="Cambria"/>
              </a:rPr>
              <a:t>d</a:t>
            </a:r>
            <a:r>
              <a:rPr sz="2400" spc="-25" dirty="0">
                <a:latin typeface="Cambria"/>
                <a:cs typeface="Cambria"/>
              </a:rPr>
              <a:t> </a:t>
            </a:r>
            <a:r>
              <a:rPr sz="2400" spc="-15" dirty="0">
                <a:latin typeface="Cambria"/>
                <a:cs typeface="Cambria"/>
              </a:rPr>
              <a:t>a</a:t>
            </a:r>
            <a:r>
              <a:rPr sz="2400" dirty="0">
                <a:latin typeface="Cambria"/>
                <a:cs typeface="Cambria"/>
              </a:rPr>
              <a:t> </a:t>
            </a:r>
            <a:r>
              <a:rPr sz="2400" spc="-10" dirty="0">
                <a:latin typeface="Cambria"/>
                <a:cs typeface="Cambria"/>
              </a:rPr>
              <a:t>statement.</a:t>
            </a:r>
            <a:endParaRPr sz="2400">
              <a:latin typeface="Cambria"/>
              <a:cs typeface="Cambri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700"/>
              </a:spcBef>
            </a:pPr>
            <a:endParaRPr sz="3600">
              <a:latin typeface="Times New Roman"/>
              <a:cs typeface="Times New Roman"/>
            </a:endParaRPr>
          </a:p>
          <a:p>
            <a:pPr marL="344170" marR="1031240">
              <a:lnSpc>
                <a:spcPct val="90000"/>
              </a:lnSpc>
            </a:pPr>
            <a:r>
              <a:rPr sz="3600" b="1" spc="-25" dirty="0">
                <a:solidFill>
                  <a:srgbClr val="FFFFFF"/>
                </a:solidFill>
                <a:latin typeface="Cambria"/>
                <a:cs typeface="Cambria"/>
              </a:rPr>
              <a:t>Non </a:t>
            </a:r>
            <a:r>
              <a:rPr sz="3600" b="1" spc="-30" dirty="0">
                <a:solidFill>
                  <a:srgbClr val="FFFFFF"/>
                </a:solidFill>
                <a:latin typeface="Cambria"/>
                <a:cs typeface="Cambria"/>
              </a:rPr>
              <a:t>Recursive </a:t>
            </a:r>
            <a:r>
              <a:rPr sz="3600" b="1" spc="-90" dirty="0">
                <a:solidFill>
                  <a:srgbClr val="FFFFFF"/>
                </a:solidFill>
                <a:latin typeface="Cambria"/>
                <a:cs typeface="Cambria"/>
              </a:rPr>
              <a:t>Predictive </a:t>
            </a:r>
            <a:r>
              <a:rPr sz="3600" b="1" spc="-10" dirty="0">
                <a:solidFill>
                  <a:srgbClr val="FFFFFF"/>
                </a:solidFill>
                <a:latin typeface="Cambria"/>
                <a:cs typeface="Cambria"/>
              </a:rPr>
              <a:t>parsing</a:t>
            </a:r>
            <a:endParaRPr sz="3600">
              <a:latin typeface="Cambria"/>
              <a:cs typeface="Cambria"/>
            </a:endParaRPr>
          </a:p>
        </p:txBody>
      </p:sp>
      <p:graphicFrame>
        <p:nvGraphicFramePr>
          <p:cNvPr id="3" name="object 3"/>
          <p:cNvGraphicFramePr>
            <a:graphicFrameLocks noGrp="1"/>
          </p:cNvGraphicFramePr>
          <p:nvPr/>
        </p:nvGraphicFramePr>
        <p:xfrm>
          <a:off x="5033390" y="2507488"/>
          <a:ext cx="546100" cy="1482090"/>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tblGrid>
              <a:tr h="370205">
                <a:tc>
                  <a:txBody>
                    <a:bodyPr/>
                    <a:lstStyle/>
                    <a:p>
                      <a:pPr marL="92075">
                        <a:lnSpc>
                          <a:spcPct val="100000"/>
                        </a:lnSpc>
                        <a:spcBef>
                          <a:spcPts val="245"/>
                        </a:spcBef>
                      </a:pPr>
                      <a:r>
                        <a:rPr sz="1800" spc="-50" dirty="0">
                          <a:latin typeface="Corbel"/>
                          <a:cs typeface="Corbel"/>
                        </a:rPr>
                        <a:t>X</a:t>
                      </a:r>
                      <a:endParaRPr sz="1800">
                        <a:latin typeface="Corbel"/>
                        <a:cs typeface="Corbel"/>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marL="92075">
                        <a:lnSpc>
                          <a:spcPct val="100000"/>
                        </a:lnSpc>
                        <a:spcBef>
                          <a:spcPts val="245"/>
                        </a:spcBef>
                      </a:pPr>
                      <a:r>
                        <a:rPr sz="1800" spc="-50" dirty="0">
                          <a:latin typeface="Corbel"/>
                          <a:cs typeface="Corbel"/>
                        </a:rPr>
                        <a:t>Y</a:t>
                      </a:r>
                      <a:endParaRPr sz="1800">
                        <a:latin typeface="Corbel"/>
                        <a:cs typeface="Corbel"/>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marL="92075">
                        <a:lnSpc>
                          <a:spcPct val="100000"/>
                        </a:lnSpc>
                        <a:spcBef>
                          <a:spcPts val="245"/>
                        </a:spcBef>
                      </a:pPr>
                      <a:r>
                        <a:rPr sz="1800" spc="-50" dirty="0">
                          <a:latin typeface="Corbel"/>
                          <a:cs typeface="Corbel"/>
                        </a:rPr>
                        <a:t>Z</a:t>
                      </a:r>
                      <a:endParaRPr sz="1800">
                        <a:latin typeface="Corbel"/>
                        <a:cs typeface="Corbel"/>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840">
                <a:tc>
                  <a:txBody>
                    <a:bodyPr/>
                    <a:lstStyle/>
                    <a:p>
                      <a:pPr marL="92075">
                        <a:lnSpc>
                          <a:spcPct val="100000"/>
                        </a:lnSpc>
                        <a:spcBef>
                          <a:spcPts val="245"/>
                        </a:spcBef>
                      </a:pPr>
                      <a:r>
                        <a:rPr sz="1800" spc="-50" dirty="0">
                          <a:latin typeface="Corbel"/>
                          <a:cs typeface="Corbel"/>
                        </a:rPr>
                        <a:t>$</a:t>
                      </a:r>
                      <a:endParaRPr sz="1800">
                        <a:latin typeface="Corbel"/>
                        <a:cs typeface="Corbel"/>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graphicFrame>
        <p:nvGraphicFramePr>
          <p:cNvPr id="4" name="object 4"/>
          <p:cNvGraphicFramePr>
            <a:graphicFrameLocks noGrp="1"/>
          </p:cNvGraphicFramePr>
          <p:nvPr/>
        </p:nvGraphicFramePr>
        <p:xfrm>
          <a:off x="6862191" y="1602613"/>
          <a:ext cx="1841500" cy="370205"/>
        </p:xfrm>
        <a:graphic>
          <a:graphicData uri="http://schemas.openxmlformats.org/drawingml/2006/table">
            <a:tbl>
              <a:tblPr firstRow="1" bandRow="1">
                <a:tableStyleId>{2D5ABB26-0587-4C30-8999-92F81FD0307C}</a:tableStyleId>
              </a:tblPr>
              <a:tblGrid>
                <a:gridCol w="350520">
                  <a:extLst>
                    <a:ext uri="{9D8B030D-6E8A-4147-A177-3AD203B41FA5}">
                      <a16:colId xmlns:a16="http://schemas.microsoft.com/office/drawing/2014/main" val="20000"/>
                    </a:ext>
                  </a:extLst>
                </a:gridCol>
                <a:gridCol w="350520">
                  <a:extLst>
                    <a:ext uri="{9D8B030D-6E8A-4147-A177-3AD203B41FA5}">
                      <a16:colId xmlns:a16="http://schemas.microsoft.com/office/drawing/2014/main" val="20001"/>
                    </a:ext>
                  </a:extLst>
                </a:gridCol>
                <a:gridCol w="350520">
                  <a:extLst>
                    <a:ext uri="{9D8B030D-6E8A-4147-A177-3AD203B41FA5}">
                      <a16:colId xmlns:a16="http://schemas.microsoft.com/office/drawing/2014/main" val="20002"/>
                    </a:ext>
                  </a:extLst>
                </a:gridCol>
                <a:gridCol w="350519">
                  <a:extLst>
                    <a:ext uri="{9D8B030D-6E8A-4147-A177-3AD203B41FA5}">
                      <a16:colId xmlns:a16="http://schemas.microsoft.com/office/drawing/2014/main" val="20003"/>
                    </a:ext>
                  </a:extLst>
                </a:gridCol>
                <a:gridCol w="350519">
                  <a:extLst>
                    <a:ext uri="{9D8B030D-6E8A-4147-A177-3AD203B41FA5}">
                      <a16:colId xmlns:a16="http://schemas.microsoft.com/office/drawing/2014/main" val="20004"/>
                    </a:ext>
                  </a:extLst>
                </a:gridCol>
              </a:tblGrid>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50" dirty="0">
                          <a:latin typeface="Corbel"/>
                          <a:cs typeface="Corbel"/>
                        </a:rPr>
                        <a:t>a</a:t>
                      </a:r>
                      <a:endParaRPr sz="1800">
                        <a:latin typeface="Corbel"/>
                        <a:cs typeface="Corbel"/>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50" dirty="0">
                          <a:latin typeface="Corbel"/>
                          <a:cs typeface="Corbel"/>
                        </a:rPr>
                        <a:t>+</a:t>
                      </a:r>
                      <a:endParaRPr sz="1800">
                        <a:latin typeface="Corbel"/>
                        <a:cs typeface="Corbel"/>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50" dirty="0">
                          <a:latin typeface="Corbel"/>
                          <a:cs typeface="Corbel"/>
                        </a:rPr>
                        <a:t>b</a:t>
                      </a:r>
                      <a:endParaRPr sz="1800">
                        <a:latin typeface="Corbel"/>
                        <a:cs typeface="Corbel"/>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50" dirty="0">
                          <a:latin typeface="Corbel"/>
                          <a:cs typeface="Corbel"/>
                        </a:rPr>
                        <a:t>$</a:t>
                      </a:r>
                      <a:endParaRPr sz="1800">
                        <a:latin typeface="Corbel"/>
                        <a:cs typeface="Corbel"/>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5" name="object 5"/>
          <p:cNvSpPr txBox="1"/>
          <p:nvPr/>
        </p:nvSpPr>
        <p:spPr>
          <a:xfrm>
            <a:off x="6335267" y="2438400"/>
            <a:ext cx="2590800" cy="829310"/>
          </a:xfrm>
          <a:prstGeom prst="rect">
            <a:avLst/>
          </a:prstGeom>
          <a:ln w="9144">
            <a:solidFill>
              <a:srgbClr val="000000"/>
            </a:solidFill>
          </a:ln>
        </p:spPr>
        <p:txBody>
          <a:bodyPr vert="horz" wrap="square" lIns="0" tIns="30480" rIns="0" bIns="0" rtlCol="0">
            <a:spAutoFit/>
          </a:bodyPr>
          <a:lstStyle/>
          <a:p>
            <a:pPr marL="882015" marR="437515" indent="-437515">
              <a:lnSpc>
                <a:spcPct val="100000"/>
              </a:lnSpc>
              <a:spcBef>
                <a:spcPts val="240"/>
              </a:spcBef>
            </a:pPr>
            <a:r>
              <a:rPr sz="1800" dirty="0">
                <a:latin typeface="Corbel"/>
                <a:cs typeface="Corbel"/>
              </a:rPr>
              <a:t>Predictive</a:t>
            </a:r>
            <a:r>
              <a:rPr sz="1800" spc="-10" dirty="0">
                <a:latin typeface="Corbel"/>
                <a:cs typeface="Corbel"/>
              </a:rPr>
              <a:t> Parsing Program</a:t>
            </a:r>
            <a:endParaRPr sz="1800">
              <a:latin typeface="Corbel"/>
              <a:cs typeface="Corbel"/>
            </a:endParaRPr>
          </a:p>
        </p:txBody>
      </p:sp>
      <p:sp>
        <p:nvSpPr>
          <p:cNvPr id="6" name="object 6"/>
          <p:cNvSpPr txBox="1"/>
          <p:nvPr/>
        </p:nvSpPr>
        <p:spPr>
          <a:xfrm>
            <a:off x="6335267" y="4267200"/>
            <a:ext cx="2590800" cy="368935"/>
          </a:xfrm>
          <a:prstGeom prst="rect">
            <a:avLst/>
          </a:prstGeom>
          <a:ln w="9144">
            <a:solidFill>
              <a:srgbClr val="000000"/>
            </a:solidFill>
          </a:ln>
        </p:spPr>
        <p:txBody>
          <a:bodyPr vert="horz" wrap="square" lIns="0" tIns="30480" rIns="0" bIns="0" rtlCol="0">
            <a:spAutoFit/>
          </a:bodyPr>
          <a:lstStyle/>
          <a:p>
            <a:pPr marL="330200">
              <a:lnSpc>
                <a:spcPct val="100000"/>
              </a:lnSpc>
              <a:spcBef>
                <a:spcPts val="240"/>
              </a:spcBef>
            </a:pPr>
            <a:r>
              <a:rPr sz="1800" spc="-10" dirty="0">
                <a:latin typeface="Corbel"/>
                <a:cs typeface="Corbel"/>
              </a:rPr>
              <a:t>Parsing</a:t>
            </a:r>
            <a:r>
              <a:rPr sz="1800" spc="-140" dirty="0">
                <a:latin typeface="Corbel"/>
                <a:cs typeface="Corbel"/>
              </a:rPr>
              <a:t> </a:t>
            </a:r>
            <a:r>
              <a:rPr sz="1800" spc="-20" dirty="0">
                <a:latin typeface="Corbel"/>
                <a:cs typeface="Corbel"/>
              </a:rPr>
              <a:t>Table</a:t>
            </a:r>
            <a:r>
              <a:rPr sz="1800" spc="15" dirty="0">
                <a:latin typeface="Corbel"/>
                <a:cs typeface="Corbel"/>
              </a:rPr>
              <a:t> </a:t>
            </a:r>
            <a:r>
              <a:rPr sz="1800" spc="-10" dirty="0">
                <a:latin typeface="Corbel"/>
                <a:cs typeface="Corbel"/>
              </a:rPr>
              <a:t>M[X,a]</a:t>
            </a:r>
            <a:endParaRPr sz="1800">
              <a:latin typeface="Corbel"/>
              <a:cs typeface="Corbel"/>
            </a:endParaRPr>
          </a:p>
        </p:txBody>
      </p:sp>
      <p:sp>
        <p:nvSpPr>
          <p:cNvPr id="7" name="object 7"/>
          <p:cNvSpPr/>
          <p:nvPr/>
        </p:nvSpPr>
        <p:spPr>
          <a:xfrm>
            <a:off x="7350506" y="3267455"/>
            <a:ext cx="103505" cy="998855"/>
          </a:xfrm>
          <a:custGeom>
            <a:avLst/>
            <a:gdLst/>
            <a:ahLst/>
            <a:cxnLst/>
            <a:rect l="l" t="t" r="r" b="b"/>
            <a:pathLst>
              <a:path w="103504" h="998854">
                <a:moveTo>
                  <a:pt x="7588" y="902589"/>
                </a:moveTo>
                <a:lnTo>
                  <a:pt x="6894" y="902589"/>
                </a:lnTo>
                <a:lnTo>
                  <a:pt x="798" y="906145"/>
                </a:lnTo>
                <a:lnTo>
                  <a:pt x="982" y="906145"/>
                </a:lnTo>
                <a:lnTo>
                  <a:pt x="0" y="909828"/>
                </a:lnTo>
                <a:lnTo>
                  <a:pt x="51562" y="998601"/>
                </a:lnTo>
                <a:lnTo>
                  <a:pt x="58911" y="986028"/>
                </a:lnTo>
                <a:lnTo>
                  <a:pt x="45211" y="986028"/>
                </a:lnTo>
                <a:lnTo>
                  <a:pt x="45251" y="962499"/>
                </a:lnTo>
                <a:lnTo>
                  <a:pt x="10995" y="903605"/>
                </a:lnTo>
                <a:lnTo>
                  <a:pt x="10922" y="903478"/>
                </a:lnTo>
                <a:lnTo>
                  <a:pt x="7588" y="902589"/>
                </a:lnTo>
                <a:close/>
              </a:path>
              <a:path w="103504" h="998854">
                <a:moveTo>
                  <a:pt x="45256" y="962499"/>
                </a:moveTo>
                <a:lnTo>
                  <a:pt x="45211" y="986028"/>
                </a:lnTo>
                <a:lnTo>
                  <a:pt x="57912" y="986028"/>
                </a:lnTo>
                <a:lnTo>
                  <a:pt x="57917" y="982726"/>
                </a:lnTo>
                <a:lnTo>
                  <a:pt x="46100" y="982726"/>
                </a:lnTo>
                <a:lnTo>
                  <a:pt x="51581" y="973371"/>
                </a:lnTo>
                <a:lnTo>
                  <a:pt x="45256" y="962499"/>
                </a:lnTo>
                <a:close/>
              </a:path>
              <a:path w="103504" h="998854">
                <a:moveTo>
                  <a:pt x="96393" y="902589"/>
                </a:moveTo>
                <a:lnTo>
                  <a:pt x="92455" y="903605"/>
                </a:lnTo>
                <a:lnTo>
                  <a:pt x="57951" y="962499"/>
                </a:lnTo>
                <a:lnTo>
                  <a:pt x="57912" y="986028"/>
                </a:lnTo>
                <a:lnTo>
                  <a:pt x="58911" y="986028"/>
                </a:lnTo>
                <a:lnTo>
                  <a:pt x="103377" y="909955"/>
                </a:lnTo>
                <a:lnTo>
                  <a:pt x="102362" y="906145"/>
                </a:lnTo>
                <a:lnTo>
                  <a:pt x="99314" y="904367"/>
                </a:lnTo>
                <a:lnTo>
                  <a:pt x="96393" y="902589"/>
                </a:lnTo>
                <a:close/>
              </a:path>
              <a:path w="103504" h="998854">
                <a:moveTo>
                  <a:pt x="51581" y="973371"/>
                </a:moveTo>
                <a:lnTo>
                  <a:pt x="46100" y="982726"/>
                </a:lnTo>
                <a:lnTo>
                  <a:pt x="57023" y="982726"/>
                </a:lnTo>
                <a:lnTo>
                  <a:pt x="51581" y="973371"/>
                </a:lnTo>
                <a:close/>
              </a:path>
              <a:path w="103504" h="998854">
                <a:moveTo>
                  <a:pt x="57951" y="962499"/>
                </a:moveTo>
                <a:lnTo>
                  <a:pt x="51581" y="973371"/>
                </a:lnTo>
                <a:lnTo>
                  <a:pt x="57023" y="982726"/>
                </a:lnTo>
                <a:lnTo>
                  <a:pt x="57917" y="982726"/>
                </a:lnTo>
                <a:lnTo>
                  <a:pt x="57951" y="962499"/>
                </a:lnTo>
                <a:close/>
              </a:path>
              <a:path w="103504" h="998854">
                <a:moveTo>
                  <a:pt x="59563" y="0"/>
                </a:moveTo>
                <a:lnTo>
                  <a:pt x="46863" y="0"/>
                </a:lnTo>
                <a:lnTo>
                  <a:pt x="45351" y="902589"/>
                </a:lnTo>
                <a:lnTo>
                  <a:pt x="45256" y="962499"/>
                </a:lnTo>
                <a:lnTo>
                  <a:pt x="51581" y="973371"/>
                </a:lnTo>
                <a:lnTo>
                  <a:pt x="57951" y="962499"/>
                </a:lnTo>
                <a:lnTo>
                  <a:pt x="59563" y="0"/>
                </a:lnTo>
                <a:close/>
              </a:path>
            </a:pathLst>
          </a:custGeom>
          <a:solidFill>
            <a:srgbClr val="000000"/>
          </a:solidFill>
        </p:spPr>
        <p:txBody>
          <a:bodyPr wrap="square" lIns="0" tIns="0" rIns="0" bIns="0" rtlCol="0"/>
          <a:lstStyle/>
          <a:p>
            <a:endParaRPr/>
          </a:p>
        </p:txBody>
      </p:sp>
      <p:sp>
        <p:nvSpPr>
          <p:cNvPr id="8" name="object 8"/>
          <p:cNvSpPr/>
          <p:nvPr/>
        </p:nvSpPr>
        <p:spPr>
          <a:xfrm>
            <a:off x="8927592" y="2767710"/>
            <a:ext cx="913130" cy="103505"/>
          </a:xfrm>
          <a:custGeom>
            <a:avLst/>
            <a:gdLst/>
            <a:ahLst/>
            <a:cxnLst/>
            <a:rect l="l" t="t" r="r" b="b"/>
            <a:pathLst>
              <a:path w="913129" h="103505">
                <a:moveTo>
                  <a:pt x="887639" y="51688"/>
                </a:moveTo>
                <a:lnTo>
                  <a:pt x="817752" y="92455"/>
                </a:lnTo>
                <a:lnTo>
                  <a:pt x="816736" y="96265"/>
                </a:lnTo>
                <a:lnTo>
                  <a:pt x="820292" y="102362"/>
                </a:lnTo>
                <a:lnTo>
                  <a:pt x="824229" y="103377"/>
                </a:lnTo>
                <a:lnTo>
                  <a:pt x="901985" y="58038"/>
                </a:lnTo>
                <a:lnTo>
                  <a:pt x="900302" y="58038"/>
                </a:lnTo>
                <a:lnTo>
                  <a:pt x="900302" y="57150"/>
                </a:lnTo>
                <a:lnTo>
                  <a:pt x="897001" y="57150"/>
                </a:lnTo>
                <a:lnTo>
                  <a:pt x="887639" y="51688"/>
                </a:lnTo>
                <a:close/>
              </a:path>
              <a:path w="913129" h="103505">
                <a:moveTo>
                  <a:pt x="876753" y="45338"/>
                </a:moveTo>
                <a:lnTo>
                  <a:pt x="0" y="45338"/>
                </a:lnTo>
                <a:lnTo>
                  <a:pt x="0" y="58038"/>
                </a:lnTo>
                <a:lnTo>
                  <a:pt x="876753" y="58038"/>
                </a:lnTo>
                <a:lnTo>
                  <a:pt x="887639" y="51688"/>
                </a:lnTo>
                <a:lnTo>
                  <a:pt x="876753" y="45338"/>
                </a:lnTo>
                <a:close/>
              </a:path>
              <a:path w="913129" h="103505">
                <a:moveTo>
                  <a:pt x="901985" y="45338"/>
                </a:moveTo>
                <a:lnTo>
                  <a:pt x="900302" y="45338"/>
                </a:lnTo>
                <a:lnTo>
                  <a:pt x="900302" y="58038"/>
                </a:lnTo>
                <a:lnTo>
                  <a:pt x="901985" y="58038"/>
                </a:lnTo>
                <a:lnTo>
                  <a:pt x="912876" y="51688"/>
                </a:lnTo>
                <a:lnTo>
                  <a:pt x="901985" y="45338"/>
                </a:lnTo>
                <a:close/>
              </a:path>
              <a:path w="913129" h="103505">
                <a:moveTo>
                  <a:pt x="897001" y="46227"/>
                </a:moveTo>
                <a:lnTo>
                  <a:pt x="887639" y="51688"/>
                </a:lnTo>
                <a:lnTo>
                  <a:pt x="897001" y="57150"/>
                </a:lnTo>
                <a:lnTo>
                  <a:pt x="897001" y="46227"/>
                </a:lnTo>
                <a:close/>
              </a:path>
              <a:path w="913129" h="103505">
                <a:moveTo>
                  <a:pt x="900302" y="46227"/>
                </a:moveTo>
                <a:lnTo>
                  <a:pt x="897001" y="46227"/>
                </a:lnTo>
                <a:lnTo>
                  <a:pt x="897001" y="57150"/>
                </a:lnTo>
                <a:lnTo>
                  <a:pt x="900302" y="57150"/>
                </a:lnTo>
                <a:lnTo>
                  <a:pt x="900302" y="46227"/>
                </a:lnTo>
                <a:close/>
              </a:path>
              <a:path w="913129" h="103505">
                <a:moveTo>
                  <a:pt x="824229" y="0"/>
                </a:moveTo>
                <a:lnTo>
                  <a:pt x="820292" y="1015"/>
                </a:lnTo>
                <a:lnTo>
                  <a:pt x="816736" y="7112"/>
                </a:lnTo>
                <a:lnTo>
                  <a:pt x="817752" y="10922"/>
                </a:lnTo>
                <a:lnTo>
                  <a:pt x="887639" y="51688"/>
                </a:lnTo>
                <a:lnTo>
                  <a:pt x="897001" y="46227"/>
                </a:lnTo>
                <a:lnTo>
                  <a:pt x="900302" y="46227"/>
                </a:lnTo>
                <a:lnTo>
                  <a:pt x="900302" y="45338"/>
                </a:lnTo>
                <a:lnTo>
                  <a:pt x="901985" y="45338"/>
                </a:lnTo>
                <a:lnTo>
                  <a:pt x="824229" y="0"/>
                </a:lnTo>
                <a:close/>
              </a:path>
            </a:pathLst>
          </a:custGeom>
          <a:solidFill>
            <a:srgbClr val="000000"/>
          </a:solidFill>
        </p:spPr>
        <p:txBody>
          <a:bodyPr wrap="square" lIns="0" tIns="0" rIns="0" bIns="0" rtlCol="0"/>
          <a:lstStyle/>
          <a:p>
            <a:endParaRPr/>
          </a:p>
        </p:txBody>
      </p:sp>
      <p:sp>
        <p:nvSpPr>
          <p:cNvPr id="9" name="object 9"/>
          <p:cNvSpPr/>
          <p:nvPr/>
        </p:nvSpPr>
        <p:spPr>
          <a:xfrm>
            <a:off x="5497114" y="2615438"/>
            <a:ext cx="838200" cy="103505"/>
          </a:xfrm>
          <a:custGeom>
            <a:avLst/>
            <a:gdLst/>
            <a:ahLst/>
            <a:cxnLst/>
            <a:rect l="l" t="t" r="r" b="b"/>
            <a:pathLst>
              <a:path w="838200" h="103505">
                <a:moveTo>
                  <a:pt x="88599" y="0"/>
                </a:moveTo>
                <a:lnTo>
                  <a:pt x="85678" y="1777"/>
                </a:lnTo>
                <a:lnTo>
                  <a:pt x="0" y="51589"/>
                </a:lnTo>
                <a:lnTo>
                  <a:pt x="88472" y="103377"/>
                </a:lnTo>
                <a:lnTo>
                  <a:pt x="92409" y="102362"/>
                </a:lnTo>
                <a:lnTo>
                  <a:pt x="94060" y="99440"/>
                </a:lnTo>
                <a:lnTo>
                  <a:pt x="95838" y="96392"/>
                </a:lnTo>
                <a:lnTo>
                  <a:pt x="94822" y="92456"/>
                </a:lnTo>
                <a:lnTo>
                  <a:pt x="91901" y="90677"/>
                </a:lnTo>
                <a:lnTo>
                  <a:pt x="35965" y="57955"/>
                </a:lnTo>
                <a:lnTo>
                  <a:pt x="12526" y="57955"/>
                </a:lnTo>
                <a:lnTo>
                  <a:pt x="12526" y="45255"/>
                </a:lnTo>
                <a:lnTo>
                  <a:pt x="36018" y="45255"/>
                </a:lnTo>
                <a:lnTo>
                  <a:pt x="95076" y="11049"/>
                </a:lnTo>
                <a:lnTo>
                  <a:pt x="96092" y="7112"/>
                </a:lnTo>
                <a:lnTo>
                  <a:pt x="92536" y="1015"/>
                </a:lnTo>
                <a:lnTo>
                  <a:pt x="88599" y="0"/>
                </a:lnTo>
                <a:close/>
              </a:path>
              <a:path w="838200" h="103505">
                <a:moveTo>
                  <a:pt x="36018" y="45255"/>
                </a:moveTo>
                <a:lnTo>
                  <a:pt x="25083" y="51589"/>
                </a:lnTo>
                <a:lnTo>
                  <a:pt x="35965" y="57955"/>
                </a:lnTo>
                <a:lnTo>
                  <a:pt x="838153" y="59436"/>
                </a:lnTo>
                <a:lnTo>
                  <a:pt x="838153" y="46736"/>
                </a:lnTo>
                <a:lnTo>
                  <a:pt x="36018" y="45255"/>
                </a:lnTo>
                <a:close/>
              </a:path>
              <a:path w="838200" h="103505">
                <a:moveTo>
                  <a:pt x="36018" y="45255"/>
                </a:moveTo>
                <a:lnTo>
                  <a:pt x="12526" y="45255"/>
                </a:lnTo>
                <a:lnTo>
                  <a:pt x="12526" y="57955"/>
                </a:lnTo>
                <a:lnTo>
                  <a:pt x="35965" y="57955"/>
                </a:lnTo>
                <a:lnTo>
                  <a:pt x="34371" y="57023"/>
                </a:lnTo>
                <a:lnTo>
                  <a:pt x="15701" y="57023"/>
                </a:lnTo>
                <a:lnTo>
                  <a:pt x="15701" y="46100"/>
                </a:lnTo>
                <a:lnTo>
                  <a:pt x="34558" y="46100"/>
                </a:lnTo>
                <a:lnTo>
                  <a:pt x="36018" y="45255"/>
                </a:lnTo>
                <a:close/>
              </a:path>
              <a:path w="838200" h="103505">
                <a:moveTo>
                  <a:pt x="15701" y="46100"/>
                </a:moveTo>
                <a:lnTo>
                  <a:pt x="15701" y="57023"/>
                </a:lnTo>
                <a:lnTo>
                  <a:pt x="25083" y="51589"/>
                </a:lnTo>
                <a:lnTo>
                  <a:pt x="15701" y="46100"/>
                </a:lnTo>
                <a:close/>
              </a:path>
              <a:path w="838200" h="103505">
                <a:moveTo>
                  <a:pt x="25083" y="51589"/>
                </a:moveTo>
                <a:lnTo>
                  <a:pt x="15701" y="57023"/>
                </a:lnTo>
                <a:lnTo>
                  <a:pt x="34371" y="57023"/>
                </a:lnTo>
                <a:lnTo>
                  <a:pt x="25083" y="51589"/>
                </a:lnTo>
                <a:close/>
              </a:path>
              <a:path w="838200" h="103505">
                <a:moveTo>
                  <a:pt x="34558" y="46100"/>
                </a:moveTo>
                <a:lnTo>
                  <a:pt x="15701" y="46100"/>
                </a:lnTo>
                <a:lnTo>
                  <a:pt x="25083" y="51589"/>
                </a:lnTo>
                <a:lnTo>
                  <a:pt x="34558" y="46100"/>
                </a:lnTo>
                <a:close/>
              </a:path>
            </a:pathLst>
          </a:custGeom>
          <a:solidFill>
            <a:srgbClr val="000000"/>
          </a:solidFill>
        </p:spPr>
        <p:txBody>
          <a:bodyPr wrap="square" lIns="0" tIns="0" rIns="0" bIns="0" rtlCol="0"/>
          <a:lstStyle/>
          <a:p>
            <a:endParaRPr/>
          </a:p>
        </p:txBody>
      </p:sp>
      <p:sp>
        <p:nvSpPr>
          <p:cNvPr id="10" name="object 10"/>
          <p:cNvSpPr/>
          <p:nvPr/>
        </p:nvSpPr>
        <p:spPr>
          <a:xfrm>
            <a:off x="7350632" y="1981200"/>
            <a:ext cx="103505" cy="457200"/>
          </a:xfrm>
          <a:custGeom>
            <a:avLst/>
            <a:gdLst/>
            <a:ahLst/>
            <a:cxnLst/>
            <a:rect l="l" t="t" r="r" b="b"/>
            <a:pathLst>
              <a:path w="103504" h="457200">
                <a:moveTo>
                  <a:pt x="51537" y="25218"/>
                </a:moveTo>
                <a:lnTo>
                  <a:pt x="45166" y="36219"/>
                </a:lnTo>
                <a:lnTo>
                  <a:pt x="46609" y="457200"/>
                </a:lnTo>
                <a:lnTo>
                  <a:pt x="59309" y="457200"/>
                </a:lnTo>
                <a:lnTo>
                  <a:pt x="57866" y="36219"/>
                </a:lnTo>
                <a:lnTo>
                  <a:pt x="57865" y="35989"/>
                </a:lnTo>
                <a:lnTo>
                  <a:pt x="51537" y="25218"/>
                </a:lnTo>
                <a:close/>
              </a:path>
              <a:path w="103504" h="457200">
                <a:moveTo>
                  <a:pt x="51435" y="0"/>
                </a:moveTo>
                <a:lnTo>
                  <a:pt x="0" y="88773"/>
                </a:lnTo>
                <a:lnTo>
                  <a:pt x="917" y="92328"/>
                </a:lnTo>
                <a:lnTo>
                  <a:pt x="1016" y="92710"/>
                </a:lnTo>
                <a:lnTo>
                  <a:pt x="4064" y="94361"/>
                </a:lnTo>
                <a:lnTo>
                  <a:pt x="7112" y="96138"/>
                </a:lnTo>
                <a:lnTo>
                  <a:pt x="11049" y="95123"/>
                </a:lnTo>
                <a:lnTo>
                  <a:pt x="45166" y="36219"/>
                </a:lnTo>
                <a:lnTo>
                  <a:pt x="45085" y="12573"/>
                </a:lnTo>
                <a:lnTo>
                  <a:pt x="58844" y="12573"/>
                </a:lnTo>
                <a:lnTo>
                  <a:pt x="51435" y="0"/>
                </a:lnTo>
                <a:close/>
              </a:path>
              <a:path w="103504" h="457200">
                <a:moveTo>
                  <a:pt x="58844" y="12573"/>
                </a:moveTo>
                <a:lnTo>
                  <a:pt x="57785" y="12573"/>
                </a:lnTo>
                <a:lnTo>
                  <a:pt x="57865" y="35989"/>
                </a:lnTo>
                <a:lnTo>
                  <a:pt x="92456" y="94869"/>
                </a:lnTo>
                <a:lnTo>
                  <a:pt x="96393" y="95885"/>
                </a:lnTo>
                <a:lnTo>
                  <a:pt x="102489" y="92328"/>
                </a:lnTo>
                <a:lnTo>
                  <a:pt x="103406" y="88773"/>
                </a:lnTo>
                <a:lnTo>
                  <a:pt x="103505" y="88391"/>
                </a:lnTo>
                <a:lnTo>
                  <a:pt x="101726" y="85344"/>
                </a:lnTo>
                <a:lnTo>
                  <a:pt x="58844" y="12573"/>
                </a:lnTo>
                <a:close/>
              </a:path>
              <a:path w="103504" h="457200">
                <a:moveTo>
                  <a:pt x="57785" y="12573"/>
                </a:moveTo>
                <a:lnTo>
                  <a:pt x="45085" y="12573"/>
                </a:lnTo>
                <a:lnTo>
                  <a:pt x="45166" y="36219"/>
                </a:lnTo>
                <a:lnTo>
                  <a:pt x="51537" y="25218"/>
                </a:lnTo>
                <a:lnTo>
                  <a:pt x="45974" y="15748"/>
                </a:lnTo>
                <a:lnTo>
                  <a:pt x="57795" y="15748"/>
                </a:lnTo>
                <a:lnTo>
                  <a:pt x="57785" y="12573"/>
                </a:lnTo>
                <a:close/>
              </a:path>
              <a:path w="103504" h="457200">
                <a:moveTo>
                  <a:pt x="57795" y="15748"/>
                </a:moveTo>
                <a:lnTo>
                  <a:pt x="57023" y="15748"/>
                </a:lnTo>
                <a:lnTo>
                  <a:pt x="51537" y="25218"/>
                </a:lnTo>
                <a:lnTo>
                  <a:pt x="57865" y="35989"/>
                </a:lnTo>
                <a:lnTo>
                  <a:pt x="57795" y="15748"/>
                </a:lnTo>
                <a:close/>
              </a:path>
              <a:path w="103504" h="457200">
                <a:moveTo>
                  <a:pt x="57023" y="15748"/>
                </a:moveTo>
                <a:lnTo>
                  <a:pt x="45974" y="15748"/>
                </a:lnTo>
                <a:lnTo>
                  <a:pt x="51537" y="25218"/>
                </a:lnTo>
                <a:lnTo>
                  <a:pt x="57023" y="15748"/>
                </a:lnTo>
                <a:close/>
              </a:path>
            </a:pathLst>
          </a:custGeom>
          <a:solidFill>
            <a:srgbClr val="000000"/>
          </a:solidFill>
        </p:spPr>
        <p:txBody>
          <a:bodyPr wrap="square" lIns="0" tIns="0" rIns="0" bIns="0" rtlCol="0"/>
          <a:lstStyle/>
          <a:p>
            <a:endParaRPr/>
          </a:p>
        </p:txBody>
      </p:sp>
      <p:sp>
        <p:nvSpPr>
          <p:cNvPr id="11" name="object 11"/>
          <p:cNvSpPr txBox="1"/>
          <p:nvPr/>
        </p:nvSpPr>
        <p:spPr>
          <a:xfrm>
            <a:off x="9920478" y="2532379"/>
            <a:ext cx="88455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orbel"/>
                <a:cs typeface="Corbel"/>
              </a:rPr>
              <a:t>OUTPUT</a:t>
            </a:r>
            <a:endParaRPr sz="1800">
              <a:latin typeface="Corbel"/>
              <a:cs typeface="Corbel"/>
            </a:endParaRPr>
          </a:p>
        </p:txBody>
      </p:sp>
      <p:sp>
        <p:nvSpPr>
          <p:cNvPr id="12" name="object 12"/>
          <p:cNvSpPr txBox="1">
            <a:spLocks noGrp="1"/>
          </p:cNvSpPr>
          <p:nvPr>
            <p:ph type="title"/>
          </p:nvPr>
        </p:nvSpPr>
        <p:spPr>
          <a:xfrm>
            <a:off x="5271642" y="1563751"/>
            <a:ext cx="14484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INPUT</a:t>
            </a:r>
            <a:r>
              <a:rPr sz="1800" spc="-60" dirty="0">
                <a:latin typeface="Corbel"/>
                <a:cs typeface="Corbel"/>
              </a:rPr>
              <a:t> </a:t>
            </a:r>
            <a:r>
              <a:rPr sz="1800" spc="-10" dirty="0">
                <a:latin typeface="Corbel"/>
                <a:cs typeface="Corbel"/>
              </a:rPr>
              <a:t>STRING</a:t>
            </a:r>
            <a:endParaRPr sz="1800">
              <a:latin typeface="Corbel"/>
              <a:cs typeface="Corbel"/>
            </a:endParaRPr>
          </a:p>
        </p:txBody>
      </p:sp>
      <p:sp>
        <p:nvSpPr>
          <p:cNvPr id="13" name="object 13"/>
          <p:cNvSpPr txBox="1"/>
          <p:nvPr/>
        </p:nvSpPr>
        <p:spPr>
          <a:xfrm>
            <a:off x="3975861" y="2812160"/>
            <a:ext cx="68262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orbel"/>
                <a:cs typeface="Corbel"/>
              </a:rPr>
              <a:t>STACK</a:t>
            </a:r>
            <a:endParaRPr sz="1800">
              <a:latin typeface="Corbel"/>
              <a:cs typeface="Corbe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700"/>
              </a:spcBef>
            </a:pPr>
            <a:endParaRPr sz="3600">
              <a:latin typeface="Times New Roman"/>
              <a:cs typeface="Times New Roman"/>
            </a:endParaRPr>
          </a:p>
          <a:p>
            <a:pPr marL="344170" marR="1031240">
              <a:lnSpc>
                <a:spcPct val="90000"/>
              </a:lnSpc>
            </a:pPr>
            <a:r>
              <a:rPr sz="3600" b="1" spc="-25" dirty="0">
                <a:solidFill>
                  <a:srgbClr val="FFFFFF"/>
                </a:solidFill>
                <a:latin typeface="Cambria"/>
                <a:cs typeface="Cambria"/>
              </a:rPr>
              <a:t>Non </a:t>
            </a:r>
            <a:r>
              <a:rPr sz="3600" b="1" spc="-30" dirty="0">
                <a:solidFill>
                  <a:srgbClr val="FFFFFF"/>
                </a:solidFill>
                <a:latin typeface="Cambria"/>
                <a:cs typeface="Cambria"/>
              </a:rPr>
              <a:t>Recursive </a:t>
            </a:r>
            <a:r>
              <a:rPr sz="3600" b="1" spc="-90" dirty="0">
                <a:solidFill>
                  <a:srgbClr val="FFFFFF"/>
                </a:solidFill>
                <a:latin typeface="Cambria"/>
                <a:cs typeface="Cambria"/>
              </a:rPr>
              <a:t>Predictive </a:t>
            </a:r>
            <a:r>
              <a:rPr sz="3600" b="1" spc="-10" dirty="0">
                <a:solidFill>
                  <a:srgbClr val="FFFFFF"/>
                </a:solidFill>
                <a:latin typeface="Cambria"/>
                <a:cs typeface="Cambria"/>
              </a:rPr>
              <a:t>parsing</a:t>
            </a:r>
            <a:endParaRPr sz="3600">
              <a:latin typeface="Cambria"/>
              <a:cs typeface="Cambria"/>
            </a:endParaRPr>
          </a:p>
        </p:txBody>
      </p:sp>
      <p:sp>
        <p:nvSpPr>
          <p:cNvPr id="3" name="object 3"/>
          <p:cNvSpPr txBox="1"/>
          <p:nvPr/>
        </p:nvSpPr>
        <p:spPr>
          <a:xfrm>
            <a:off x="3948429" y="853185"/>
            <a:ext cx="3806825" cy="391160"/>
          </a:xfrm>
          <a:prstGeom prst="rect">
            <a:avLst/>
          </a:prstGeom>
        </p:spPr>
        <p:txBody>
          <a:bodyPr vert="horz" wrap="square" lIns="0" tIns="12700" rIns="0" bIns="0" rtlCol="0">
            <a:spAutoFit/>
          </a:bodyPr>
          <a:lstStyle/>
          <a:p>
            <a:pPr marL="12700">
              <a:lnSpc>
                <a:spcPct val="100000"/>
              </a:lnSpc>
              <a:spcBef>
                <a:spcPts val="1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The</a:t>
            </a:r>
            <a:r>
              <a:rPr sz="2400" spc="-90" dirty="0">
                <a:latin typeface="Cambria"/>
                <a:cs typeface="Cambria"/>
              </a:rPr>
              <a:t> </a:t>
            </a:r>
            <a:r>
              <a:rPr sz="2400" dirty="0">
                <a:latin typeface="Cambria"/>
                <a:cs typeface="Cambria"/>
              </a:rPr>
              <a:t>parser</a:t>
            </a:r>
            <a:r>
              <a:rPr sz="2400" spc="-55" dirty="0">
                <a:latin typeface="Cambria"/>
                <a:cs typeface="Cambria"/>
              </a:rPr>
              <a:t> </a:t>
            </a:r>
            <a:r>
              <a:rPr sz="2400" dirty="0">
                <a:latin typeface="Cambria"/>
                <a:cs typeface="Cambria"/>
              </a:rPr>
              <a:t>works</a:t>
            </a:r>
            <a:r>
              <a:rPr sz="2400" spc="-50" dirty="0">
                <a:latin typeface="Cambria"/>
                <a:cs typeface="Cambria"/>
              </a:rPr>
              <a:t> </a:t>
            </a:r>
            <a:r>
              <a:rPr sz="2400" dirty="0">
                <a:latin typeface="Cambria"/>
                <a:cs typeface="Cambria"/>
              </a:rPr>
              <a:t>as</a:t>
            </a:r>
            <a:r>
              <a:rPr sz="2400" spc="-45" dirty="0">
                <a:latin typeface="Cambria"/>
                <a:cs typeface="Cambria"/>
              </a:rPr>
              <a:t> </a:t>
            </a:r>
            <a:r>
              <a:rPr sz="2400" spc="-20" dirty="0">
                <a:latin typeface="Cambria"/>
                <a:cs typeface="Cambria"/>
              </a:rPr>
              <a:t>follow:</a:t>
            </a:r>
            <a:endParaRPr sz="2400">
              <a:latin typeface="Cambria"/>
              <a:cs typeface="Cambria"/>
            </a:endParaRPr>
          </a:p>
        </p:txBody>
      </p:sp>
      <p:sp>
        <p:nvSpPr>
          <p:cNvPr id="4" name="object 4"/>
          <p:cNvSpPr txBox="1">
            <a:spLocks noGrp="1"/>
          </p:cNvSpPr>
          <p:nvPr>
            <p:ph type="title"/>
          </p:nvPr>
        </p:nvSpPr>
        <p:spPr>
          <a:xfrm>
            <a:off x="3948429" y="1334465"/>
            <a:ext cx="7559675" cy="391795"/>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pc="-25" dirty="0">
                <a:solidFill>
                  <a:srgbClr val="40B9D2"/>
                </a:solidFill>
              </a:rPr>
              <a:t>1)</a:t>
            </a:r>
            <a:r>
              <a:rPr dirty="0">
                <a:solidFill>
                  <a:srgbClr val="40B9D2"/>
                </a:solidFill>
              </a:rPr>
              <a:t>	</a:t>
            </a:r>
            <a:r>
              <a:rPr dirty="0"/>
              <a:t>If</a:t>
            </a:r>
            <a:r>
              <a:rPr spc="85" dirty="0"/>
              <a:t> </a:t>
            </a:r>
            <a:r>
              <a:rPr dirty="0"/>
              <a:t>X</a:t>
            </a:r>
            <a:r>
              <a:rPr spc="75" dirty="0"/>
              <a:t> </a:t>
            </a:r>
            <a:r>
              <a:rPr dirty="0"/>
              <a:t>=</a:t>
            </a:r>
            <a:r>
              <a:rPr spc="85" dirty="0"/>
              <a:t> </a:t>
            </a:r>
            <a:r>
              <a:rPr dirty="0"/>
              <a:t>a</a:t>
            </a:r>
            <a:r>
              <a:rPr spc="75" dirty="0"/>
              <a:t> </a:t>
            </a:r>
            <a:r>
              <a:rPr dirty="0"/>
              <a:t>=</a:t>
            </a:r>
            <a:r>
              <a:rPr spc="85" dirty="0"/>
              <a:t> </a:t>
            </a:r>
            <a:r>
              <a:rPr dirty="0"/>
              <a:t>$,</a:t>
            </a:r>
            <a:r>
              <a:rPr spc="60" dirty="0"/>
              <a:t> </a:t>
            </a:r>
            <a:r>
              <a:rPr dirty="0"/>
              <a:t>the</a:t>
            </a:r>
            <a:r>
              <a:rPr spc="85" dirty="0"/>
              <a:t> </a:t>
            </a:r>
            <a:r>
              <a:rPr dirty="0"/>
              <a:t>parser</a:t>
            </a:r>
            <a:r>
              <a:rPr spc="75" dirty="0"/>
              <a:t> </a:t>
            </a:r>
            <a:r>
              <a:rPr dirty="0"/>
              <a:t>halts</a:t>
            </a:r>
            <a:r>
              <a:rPr spc="80" dirty="0"/>
              <a:t> </a:t>
            </a:r>
            <a:r>
              <a:rPr dirty="0"/>
              <a:t>and</a:t>
            </a:r>
            <a:r>
              <a:rPr spc="80" dirty="0"/>
              <a:t> </a:t>
            </a:r>
            <a:r>
              <a:rPr dirty="0"/>
              <a:t>announces</a:t>
            </a:r>
            <a:r>
              <a:rPr spc="95" dirty="0"/>
              <a:t> </a:t>
            </a:r>
            <a:r>
              <a:rPr spc="-10" dirty="0"/>
              <a:t>successful</a:t>
            </a:r>
          </a:p>
        </p:txBody>
      </p:sp>
      <p:sp>
        <p:nvSpPr>
          <p:cNvPr id="5" name="object 5"/>
          <p:cNvSpPr txBox="1"/>
          <p:nvPr/>
        </p:nvSpPr>
        <p:spPr>
          <a:xfrm>
            <a:off x="4405629" y="1664334"/>
            <a:ext cx="286702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completion</a:t>
            </a:r>
            <a:r>
              <a:rPr sz="2400" spc="-55" dirty="0">
                <a:latin typeface="Cambria"/>
                <a:cs typeface="Cambria"/>
              </a:rPr>
              <a:t> </a:t>
            </a:r>
            <a:r>
              <a:rPr sz="2400" dirty="0">
                <a:latin typeface="Cambria"/>
                <a:cs typeface="Cambria"/>
              </a:rPr>
              <a:t>of</a:t>
            </a:r>
            <a:r>
              <a:rPr sz="2400" spc="-55" dirty="0">
                <a:latin typeface="Cambria"/>
                <a:cs typeface="Cambria"/>
              </a:rPr>
              <a:t> </a:t>
            </a:r>
            <a:r>
              <a:rPr sz="2400" spc="-10" dirty="0">
                <a:latin typeface="Cambria"/>
                <a:cs typeface="Cambria"/>
              </a:rPr>
              <a:t>parsing</a:t>
            </a:r>
            <a:endParaRPr sz="2400">
              <a:latin typeface="Cambria"/>
              <a:cs typeface="Cambria"/>
            </a:endParaRPr>
          </a:p>
        </p:txBody>
      </p:sp>
      <p:sp>
        <p:nvSpPr>
          <p:cNvPr id="6" name="object 6"/>
          <p:cNvSpPr txBox="1"/>
          <p:nvPr/>
        </p:nvSpPr>
        <p:spPr>
          <a:xfrm>
            <a:off x="3948429" y="2145919"/>
            <a:ext cx="7562215" cy="720725"/>
          </a:xfrm>
          <a:prstGeom prst="rect">
            <a:avLst/>
          </a:prstGeom>
        </p:spPr>
        <p:txBody>
          <a:bodyPr vert="horz" wrap="square" lIns="0" tIns="53975" rIns="0" bIns="0" rtlCol="0">
            <a:spAutoFit/>
          </a:bodyPr>
          <a:lstStyle/>
          <a:p>
            <a:pPr marL="469900" marR="5080" indent="-457200">
              <a:lnSpc>
                <a:spcPts val="2590"/>
              </a:lnSpc>
              <a:spcBef>
                <a:spcPts val="425"/>
              </a:spcBef>
              <a:tabLst>
                <a:tab pos="469265" algn="l"/>
                <a:tab pos="861060" algn="l"/>
                <a:tab pos="1235075" algn="l"/>
                <a:tab pos="1604010" algn="l"/>
                <a:tab pos="1951355" algn="l"/>
                <a:tab pos="2420620" algn="l"/>
              </a:tabLst>
            </a:pPr>
            <a:r>
              <a:rPr sz="2400" spc="-25" dirty="0">
                <a:solidFill>
                  <a:srgbClr val="40B9D2"/>
                </a:solidFill>
                <a:latin typeface="Cambria"/>
                <a:cs typeface="Cambria"/>
              </a:rPr>
              <a:t>2)</a:t>
            </a:r>
            <a:r>
              <a:rPr sz="2400" dirty="0">
                <a:solidFill>
                  <a:srgbClr val="40B9D2"/>
                </a:solidFill>
                <a:latin typeface="Cambria"/>
                <a:cs typeface="Cambria"/>
              </a:rPr>
              <a:t>	</a:t>
            </a:r>
            <a:r>
              <a:rPr sz="2400" spc="-25" dirty="0">
                <a:latin typeface="Cambria"/>
                <a:cs typeface="Cambria"/>
              </a:rPr>
              <a:t>If</a:t>
            </a:r>
            <a:r>
              <a:rPr sz="2400" dirty="0">
                <a:latin typeface="Cambria"/>
                <a:cs typeface="Cambria"/>
              </a:rPr>
              <a:t>	</a:t>
            </a:r>
            <a:r>
              <a:rPr sz="2400" spc="-50" dirty="0">
                <a:latin typeface="Cambria"/>
                <a:cs typeface="Cambria"/>
              </a:rPr>
              <a:t>X</a:t>
            </a:r>
            <a:r>
              <a:rPr sz="2400" dirty="0">
                <a:latin typeface="Cambria"/>
                <a:cs typeface="Cambria"/>
              </a:rPr>
              <a:t>	</a:t>
            </a:r>
            <a:r>
              <a:rPr sz="2400" spc="-50" dirty="0">
                <a:latin typeface="Cambria"/>
                <a:cs typeface="Cambria"/>
              </a:rPr>
              <a:t>=</a:t>
            </a:r>
            <a:r>
              <a:rPr sz="2400" dirty="0">
                <a:latin typeface="Cambria"/>
                <a:cs typeface="Cambria"/>
              </a:rPr>
              <a:t>	</a:t>
            </a:r>
            <a:r>
              <a:rPr sz="2400" spc="-50" dirty="0">
                <a:latin typeface="Cambria"/>
                <a:cs typeface="Cambria"/>
              </a:rPr>
              <a:t>a</a:t>
            </a:r>
            <a:r>
              <a:rPr sz="2400" dirty="0">
                <a:latin typeface="Cambria"/>
                <a:cs typeface="Cambria"/>
              </a:rPr>
              <a:t>	</a:t>
            </a:r>
            <a:r>
              <a:rPr sz="2400" spc="-50" dirty="0">
                <a:latin typeface="Cambria"/>
                <a:cs typeface="Cambria"/>
              </a:rPr>
              <a:t>≠</a:t>
            </a:r>
            <a:r>
              <a:rPr sz="2400" dirty="0">
                <a:latin typeface="Cambria"/>
                <a:cs typeface="Cambria"/>
              </a:rPr>
              <a:t>	$</a:t>
            </a:r>
            <a:r>
              <a:rPr sz="2400" spc="215" dirty="0">
                <a:latin typeface="Cambria"/>
                <a:cs typeface="Cambria"/>
              </a:rPr>
              <a:t> </a:t>
            </a:r>
            <a:r>
              <a:rPr sz="2400" dirty="0">
                <a:latin typeface="Cambria"/>
                <a:cs typeface="Cambria"/>
              </a:rPr>
              <a:t>,</a:t>
            </a:r>
            <a:r>
              <a:rPr sz="2400" spc="220" dirty="0">
                <a:latin typeface="Cambria"/>
                <a:cs typeface="Cambria"/>
              </a:rPr>
              <a:t> </a:t>
            </a:r>
            <a:r>
              <a:rPr sz="2400" dirty="0">
                <a:latin typeface="Cambria"/>
                <a:cs typeface="Cambria"/>
              </a:rPr>
              <a:t>the</a:t>
            </a:r>
            <a:r>
              <a:rPr sz="2400" spc="225" dirty="0">
                <a:latin typeface="Cambria"/>
                <a:cs typeface="Cambria"/>
              </a:rPr>
              <a:t> </a:t>
            </a:r>
            <a:r>
              <a:rPr sz="2400" dirty="0">
                <a:latin typeface="Cambria"/>
                <a:cs typeface="Cambria"/>
              </a:rPr>
              <a:t>parser</a:t>
            </a:r>
            <a:r>
              <a:rPr sz="2400" spc="229" dirty="0">
                <a:latin typeface="Cambria"/>
                <a:cs typeface="Cambria"/>
              </a:rPr>
              <a:t> </a:t>
            </a:r>
            <a:r>
              <a:rPr sz="2400" dirty="0">
                <a:latin typeface="Cambria"/>
                <a:cs typeface="Cambria"/>
              </a:rPr>
              <a:t>pops</a:t>
            </a:r>
            <a:r>
              <a:rPr sz="2400" spc="235" dirty="0">
                <a:latin typeface="Cambria"/>
                <a:cs typeface="Cambria"/>
              </a:rPr>
              <a:t> </a:t>
            </a:r>
            <a:r>
              <a:rPr sz="2400" dirty="0">
                <a:latin typeface="Cambria"/>
                <a:cs typeface="Cambria"/>
              </a:rPr>
              <a:t>X</a:t>
            </a:r>
            <a:r>
              <a:rPr sz="2400" spc="229" dirty="0">
                <a:latin typeface="Cambria"/>
                <a:cs typeface="Cambria"/>
              </a:rPr>
              <a:t> </a:t>
            </a:r>
            <a:r>
              <a:rPr sz="2400" dirty="0">
                <a:latin typeface="Cambria"/>
                <a:cs typeface="Cambria"/>
              </a:rPr>
              <a:t>off</a:t>
            </a:r>
            <a:r>
              <a:rPr sz="2400" spc="229" dirty="0">
                <a:latin typeface="Cambria"/>
                <a:cs typeface="Cambria"/>
              </a:rPr>
              <a:t> </a:t>
            </a:r>
            <a:r>
              <a:rPr sz="2400" dirty="0">
                <a:latin typeface="Cambria"/>
                <a:cs typeface="Cambria"/>
              </a:rPr>
              <a:t>the</a:t>
            </a:r>
            <a:r>
              <a:rPr sz="2400" spc="225" dirty="0">
                <a:latin typeface="Cambria"/>
                <a:cs typeface="Cambria"/>
              </a:rPr>
              <a:t> </a:t>
            </a:r>
            <a:r>
              <a:rPr sz="2400" dirty="0">
                <a:latin typeface="Cambria"/>
                <a:cs typeface="Cambria"/>
              </a:rPr>
              <a:t>stack</a:t>
            </a:r>
            <a:r>
              <a:rPr sz="2400" spc="229" dirty="0">
                <a:latin typeface="Cambria"/>
                <a:cs typeface="Cambria"/>
              </a:rPr>
              <a:t> </a:t>
            </a:r>
            <a:r>
              <a:rPr sz="2400" spc="-25" dirty="0">
                <a:latin typeface="Cambria"/>
                <a:cs typeface="Cambria"/>
              </a:rPr>
              <a:t>and </a:t>
            </a:r>
            <a:r>
              <a:rPr sz="2400" spc="-10" dirty="0">
                <a:latin typeface="Cambria"/>
                <a:cs typeface="Cambria"/>
              </a:rPr>
              <a:t>advance</a:t>
            </a:r>
            <a:r>
              <a:rPr sz="2400" spc="-55" dirty="0">
                <a:latin typeface="Cambria"/>
                <a:cs typeface="Cambria"/>
              </a:rPr>
              <a:t> </a:t>
            </a:r>
            <a:r>
              <a:rPr sz="2400" dirty="0">
                <a:latin typeface="Cambria"/>
                <a:cs typeface="Cambria"/>
              </a:rPr>
              <a:t>input</a:t>
            </a:r>
            <a:r>
              <a:rPr sz="2400" spc="-65" dirty="0">
                <a:latin typeface="Cambria"/>
                <a:cs typeface="Cambria"/>
              </a:rPr>
              <a:t> </a:t>
            </a:r>
            <a:r>
              <a:rPr sz="2400" dirty="0">
                <a:latin typeface="Cambria"/>
                <a:cs typeface="Cambria"/>
              </a:rPr>
              <a:t>pointer</a:t>
            </a:r>
            <a:r>
              <a:rPr sz="2400" spc="-70" dirty="0">
                <a:latin typeface="Cambria"/>
                <a:cs typeface="Cambria"/>
              </a:rPr>
              <a:t> </a:t>
            </a:r>
            <a:r>
              <a:rPr sz="2400" dirty="0">
                <a:latin typeface="Cambria"/>
                <a:cs typeface="Cambria"/>
              </a:rPr>
              <a:t>to</a:t>
            </a:r>
            <a:r>
              <a:rPr sz="2400" spc="-60" dirty="0">
                <a:latin typeface="Cambria"/>
                <a:cs typeface="Cambria"/>
              </a:rPr>
              <a:t> </a:t>
            </a:r>
            <a:r>
              <a:rPr sz="2400" dirty="0">
                <a:latin typeface="Cambria"/>
                <a:cs typeface="Cambria"/>
              </a:rPr>
              <a:t>the</a:t>
            </a:r>
            <a:r>
              <a:rPr sz="2400" spc="-55" dirty="0">
                <a:latin typeface="Cambria"/>
                <a:cs typeface="Cambria"/>
              </a:rPr>
              <a:t> </a:t>
            </a:r>
            <a:r>
              <a:rPr sz="2400" dirty="0">
                <a:latin typeface="Cambria"/>
                <a:cs typeface="Cambria"/>
              </a:rPr>
              <a:t>next</a:t>
            </a:r>
            <a:r>
              <a:rPr sz="2400" spc="-75" dirty="0">
                <a:latin typeface="Cambria"/>
                <a:cs typeface="Cambria"/>
              </a:rPr>
              <a:t> </a:t>
            </a:r>
            <a:r>
              <a:rPr sz="2400" dirty="0">
                <a:latin typeface="Cambria"/>
                <a:cs typeface="Cambria"/>
              </a:rPr>
              <a:t>input</a:t>
            </a:r>
            <a:r>
              <a:rPr sz="2400" spc="-65" dirty="0">
                <a:latin typeface="Cambria"/>
                <a:cs typeface="Cambria"/>
              </a:rPr>
              <a:t> </a:t>
            </a:r>
            <a:r>
              <a:rPr sz="2400" spc="-10" dirty="0">
                <a:latin typeface="Cambria"/>
                <a:cs typeface="Cambria"/>
              </a:rPr>
              <a:t>symbol.</a:t>
            </a:r>
            <a:endParaRPr sz="2400">
              <a:latin typeface="Cambria"/>
              <a:cs typeface="Cambria"/>
            </a:endParaRPr>
          </a:p>
        </p:txBody>
      </p:sp>
      <p:sp>
        <p:nvSpPr>
          <p:cNvPr id="7" name="object 7"/>
          <p:cNvSpPr txBox="1"/>
          <p:nvPr/>
        </p:nvSpPr>
        <p:spPr>
          <a:xfrm>
            <a:off x="3948429" y="2956940"/>
            <a:ext cx="7561580" cy="3305810"/>
          </a:xfrm>
          <a:prstGeom prst="rect">
            <a:avLst/>
          </a:prstGeom>
        </p:spPr>
        <p:txBody>
          <a:bodyPr vert="horz" wrap="square" lIns="0" tIns="53975" rIns="0" bIns="0" rtlCol="0">
            <a:spAutoFit/>
          </a:bodyPr>
          <a:lstStyle/>
          <a:p>
            <a:pPr marL="469900" marR="5080" indent="-457200" algn="just">
              <a:lnSpc>
                <a:spcPts val="2590"/>
              </a:lnSpc>
              <a:spcBef>
                <a:spcPts val="425"/>
              </a:spcBef>
            </a:pPr>
            <a:r>
              <a:rPr sz="2400" dirty="0">
                <a:solidFill>
                  <a:srgbClr val="40B9D2"/>
                </a:solidFill>
                <a:latin typeface="Cambria"/>
                <a:cs typeface="Cambria"/>
              </a:rPr>
              <a:t>3)</a:t>
            </a:r>
            <a:r>
              <a:rPr sz="2400" spc="120" dirty="0">
                <a:solidFill>
                  <a:srgbClr val="40B9D2"/>
                </a:solidFill>
                <a:latin typeface="Cambria"/>
                <a:cs typeface="Cambria"/>
              </a:rPr>
              <a:t>  </a:t>
            </a:r>
            <a:r>
              <a:rPr sz="2400" dirty="0">
                <a:latin typeface="Cambria"/>
                <a:cs typeface="Cambria"/>
              </a:rPr>
              <a:t>If</a:t>
            </a:r>
            <a:r>
              <a:rPr sz="2400" spc="160" dirty="0">
                <a:latin typeface="Cambria"/>
                <a:cs typeface="Cambria"/>
              </a:rPr>
              <a:t>  </a:t>
            </a:r>
            <a:r>
              <a:rPr sz="2400" dirty="0">
                <a:latin typeface="Cambria"/>
                <a:cs typeface="Cambria"/>
              </a:rPr>
              <a:t>X</a:t>
            </a:r>
            <a:r>
              <a:rPr sz="2400" spc="150" dirty="0">
                <a:latin typeface="Cambria"/>
                <a:cs typeface="Cambria"/>
              </a:rPr>
              <a:t>  </a:t>
            </a:r>
            <a:r>
              <a:rPr sz="2400" dirty="0">
                <a:latin typeface="Cambria"/>
                <a:cs typeface="Cambria"/>
              </a:rPr>
              <a:t>is</a:t>
            </a:r>
            <a:r>
              <a:rPr sz="2400" spc="160" dirty="0">
                <a:latin typeface="Cambria"/>
                <a:cs typeface="Cambria"/>
              </a:rPr>
              <a:t>  </a:t>
            </a:r>
            <a:r>
              <a:rPr sz="2400" dirty="0">
                <a:latin typeface="Cambria"/>
                <a:cs typeface="Cambria"/>
              </a:rPr>
              <a:t>Non</a:t>
            </a:r>
            <a:r>
              <a:rPr sz="2400" spc="155" dirty="0">
                <a:latin typeface="Cambria"/>
                <a:cs typeface="Cambria"/>
              </a:rPr>
              <a:t>  </a:t>
            </a:r>
            <a:r>
              <a:rPr sz="2400" dirty="0">
                <a:latin typeface="Cambria"/>
                <a:cs typeface="Cambria"/>
              </a:rPr>
              <a:t>terminal,</a:t>
            </a:r>
            <a:r>
              <a:rPr sz="2400" spc="155" dirty="0">
                <a:latin typeface="Cambria"/>
                <a:cs typeface="Cambria"/>
              </a:rPr>
              <a:t>  </a:t>
            </a:r>
            <a:r>
              <a:rPr sz="2400" dirty="0">
                <a:latin typeface="Cambria"/>
                <a:cs typeface="Cambria"/>
              </a:rPr>
              <a:t>the</a:t>
            </a:r>
            <a:r>
              <a:rPr sz="2400" spc="160" dirty="0">
                <a:latin typeface="Cambria"/>
                <a:cs typeface="Cambria"/>
              </a:rPr>
              <a:t>  </a:t>
            </a:r>
            <a:r>
              <a:rPr sz="2400" dirty="0">
                <a:latin typeface="Cambria"/>
                <a:cs typeface="Cambria"/>
              </a:rPr>
              <a:t>program</a:t>
            </a:r>
            <a:r>
              <a:rPr sz="2400" spc="155" dirty="0">
                <a:latin typeface="Cambria"/>
                <a:cs typeface="Cambria"/>
              </a:rPr>
              <a:t>  </a:t>
            </a:r>
            <a:r>
              <a:rPr sz="2400" dirty="0">
                <a:latin typeface="Cambria"/>
                <a:cs typeface="Cambria"/>
              </a:rPr>
              <a:t>consults</a:t>
            </a:r>
            <a:r>
              <a:rPr sz="2400" spc="155" dirty="0">
                <a:latin typeface="Cambria"/>
                <a:cs typeface="Cambria"/>
              </a:rPr>
              <a:t>  </a:t>
            </a:r>
            <a:r>
              <a:rPr sz="2400" spc="-10" dirty="0">
                <a:latin typeface="Cambria"/>
                <a:cs typeface="Cambria"/>
              </a:rPr>
              <a:t>entry </a:t>
            </a:r>
            <a:r>
              <a:rPr sz="2400" dirty="0">
                <a:latin typeface="Cambria"/>
                <a:cs typeface="Cambria"/>
              </a:rPr>
              <a:t>M[X,a]</a:t>
            </a:r>
            <a:r>
              <a:rPr sz="2400" spc="590" dirty="0">
                <a:latin typeface="Cambria"/>
                <a:cs typeface="Cambria"/>
              </a:rPr>
              <a:t> </a:t>
            </a:r>
            <a:r>
              <a:rPr sz="2400" dirty="0">
                <a:latin typeface="Cambria"/>
                <a:cs typeface="Cambria"/>
              </a:rPr>
              <a:t>of</a:t>
            </a:r>
            <a:r>
              <a:rPr sz="2400" spc="35" dirty="0">
                <a:latin typeface="Cambria"/>
                <a:cs typeface="Cambria"/>
              </a:rPr>
              <a:t> </a:t>
            </a:r>
            <a:r>
              <a:rPr sz="2400" dirty="0">
                <a:latin typeface="Cambria"/>
                <a:cs typeface="Cambria"/>
              </a:rPr>
              <a:t>parsing</a:t>
            </a:r>
            <a:r>
              <a:rPr sz="2400" spc="40" dirty="0">
                <a:latin typeface="Cambria"/>
                <a:cs typeface="Cambria"/>
              </a:rPr>
              <a:t> </a:t>
            </a:r>
            <a:r>
              <a:rPr sz="2400" spc="-10" dirty="0">
                <a:latin typeface="Cambria"/>
                <a:cs typeface="Cambria"/>
              </a:rPr>
              <a:t>Table</a:t>
            </a:r>
            <a:r>
              <a:rPr sz="2400" spc="30" dirty="0">
                <a:latin typeface="Cambria"/>
                <a:cs typeface="Cambria"/>
              </a:rPr>
              <a:t> </a:t>
            </a:r>
            <a:r>
              <a:rPr sz="2400" dirty="0">
                <a:latin typeface="Cambria"/>
                <a:cs typeface="Cambria"/>
              </a:rPr>
              <a:t>M.</a:t>
            </a:r>
            <a:r>
              <a:rPr sz="2400" spc="30" dirty="0">
                <a:latin typeface="Cambria"/>
                <a:cs typeface="Cambria"/>
              </a:rPr>
              <a:t> </a:t>
            </a:r>
            <a:r>
              <a:rPr sz="2400" dirty="0">
                <a:latin typeface="Cambria"/>
                <a:cs typeface="Cambria"/>
              </a:rPr>
              <a:t>This</a:t>
            </a:r>
            <a:r>
              <a:rPr sz="2400" spc="35" dirty="0">
                <a:latin typeface="Cambria"/>
                <a:cs typeface="Cambria"/>
              </a:rPr>
              <a:t> </a:t>
            </a:r>
            <a:r>
              <a:rPr sz="2400" dirty="0">
                <a:latin typeface="Cambria"/>
                <a:cs typeface="Cambria"/>
              </a:rPr>
              <a:t>entry</a:t>
            </a:r>
            <a:r>
              <a:rPr sz="2400" spc="30" dirty="0">
                <a:latin typeface="Cambria"/>
                <a:cs typeface="Cambria"/>
              </a:rPr>
              <a:t> </a:t>
            </a:r>
            <a:r>
              <a:rPr sz="2400" dirty="0">
                <a:latin typeface="Cambria"/>
                <a:cs typeface="Cambria"/>
              </a:rPr>
              <a:t>will</a:t>
            </a:r>
            <a:r>
              <a:rPr sz="2400" spc="25" dirty="0">
                <a:latin typeface="Cambria"/>
                <a:cs typeface="Cambria"/>
              </a:rPr>
              <a:t> </a:t>
            </a:r>
            <a:r>
              <a:rPr sz="2400" dirty="0">
                <a:latin typeface="Cambria"/>
                <a:cs typeface="Cambria"/>
              </a:rPr>
              <a:t>be</a:t>
            </a:r>
            <a:r>
              <a:rPr sz="2400" spc="25" dirty="0">
                <a:latin typeface="Cambria"/>
                <a:cs typeface="Cambria"/>
              </a:rPr>
              <a:t> </a:t>
            </a:r>
            <a:r>
              <a:rPr sz="2400" dirty="0">
                <a:latin typeface="Cambria"/>
                <a:cs typeface="Cambria"/>
              </a:rPr>
              <a:t>either</a:t>
            </a:r>
            <a:r>
              <a:rPr sz="2400" spc="35" dirty="0">
                <a:latin typeface="Cambria"/>
                <a:cs typeface="Cambria"/>
              </a:rPr>
              <a:t> </a:t>
            </a:r>
            <a:r>
              <a:rPr sz="2400" spc="-25" dirty="0">
                <a:latin typeface="Cambria"/>
                <a:cs typeface="Cambria"/>
              </a:rPr>
              <a:t>X- </a:t>
            </a:r>
            <a:r>
              <a:rPr sz="2400" dirty="0">
                <a:latin typeface="Cambria"/>
                <a:cs typeface="Cambria"/>
              </a:rPr>
              <a:t>production</a:t>
            </a:r>
            <a:r>
              <a:rPr sz="2400" spc="-40" dirty="0">
                <a:latin typeface="Cambria"/>
                <a:cs typeface="Cambria"/>
              </a:rPr>
              <a:t> </a:t>
            </a:r>
            <a:r>
              <a:rPr sz="2400" dirty="0">
                <a:latin typeface="Cambria"/>
                <a:cs typeface="Cambria"/>
              </a:rPr>
              <a:t>of</a:t>
            </a:r>
            <a:r>
              <a:rPr sz="2400" spc="-60" dirty="0">
                <a:latin typeface="Cambria"/>
                <a:cs typeface="Cambria"/>
              </a:rPr>
              <a:t> </a:t>
            </a:r>
            <a:r>
              <a:rPr sz="2400" dirty="0">
                <a:latin typeface="Cambria"/>
                <a:cs typeface="Cambria"/>
              </a:rPr>
              <a:t>grammar</a:t>
            </a:r>
            <a:r>
              <a:rPr sz="2400" spc="-60" dirty="0">
                <a:latin typeface="Cambria"/>
                <a:cs typeface="Cambria"/>
              </a:rPr>
              <a:t> </a:t>
            </a:r>
            <a:r>
              <a:rPr sz="2400" dirty="0">
                <a:latin typeface="Cambria"/>
                <a:cs typeface="Cambria"/>
              </a:rPr>
              <a:t>or</a:t>
            </a:r>
            <a:r>
              <a:rPr sz="2400" spc="-50" dirty="0">
                <a:latin typeface="Cambria"/>
                <a:cs typeface="Cambria"/>
              </a:rPr>
              <a:t> </a:t>
            </a:r>
            <a:r>
              <a:rPr sz="2400" dirty="0">
                <a:latin typeface="Cambria"/>
                <a:cs typeface="Cambria"/>
              </a:rPr>
              <a:t>an</a:t>
            </a:r>
            <a:r>
              <a:rPr sz="2400" spc="-60" dirty="0">
                <a:latin typeface="Cambria"/>
                <a:cs typeface="Cambria"/>
              </a:rPr>
              <a:t> </a:t>
            </a:r>
            <a:r>
              <a:rPr sz="2400" dirty="0">
                <a:latin typeface="Cambria"/>
                <a:cs typeface="Cambria"/>
              </a:rPr>
              <a:t>error</a:t>
            </a:r>
            <a:r>
              <a:rPr sz="2400" spc="-70" dirty="0">
                <a:latin typeface="Cambria"/>
                <a:cs typeface="Cambria"/>
              </a:rPr>
              <a:t> </a:t>
            </a:r>
            <a:r>
              <a:rPr sz="2400" spc="-10" dirty="0">
                <a:latin typeface="Cambria"/>
                <a:cs typeface="Cambria"/>
              </a:rPr>
              <a:t>entry.</a:t>
            </a:r>
            <a:endParaRPr sz="2400">
              <a:latin typeface="Cambria"/>
              <a:cs typeface="Cambria"/>
            </a:endParaRPr>
          </a:p>
          <a:p>
            <a:pPr marL="927100">
              <a:lnSpc>
                <a:spcPct val="100000"/>
              </a:lnSpc>
              <a:spcBef>
                <a:spcPts val="870"/>
              </a:spcBef>
              <a:tabLst>
                <a:tab pos="2995295" algn="l"/>
              </a:tabLst>
            </a:pPr>
            <a:r>
              <a:rPr sz="2400" dirty="0">
                <a:latin typeface="Cambria"/>
                <a:cs typeface="Cambria"/>
              </a:rPr>
              <a:t>For</a:t>
            </a:r>
            <a:r>
              <a:rPr sz="2400" spc="-45" dirty="0">
                <a:latin typeface="Cambria"/>
                <a:cs typeface="Cambria"/>
              </a:rPr>
              <a:t> </a:t>
            </a:r>
            <a:r>
              <a:rPr sz="2400" dirty="0">
                <a:latin typeface="Cambria"/>
                <a:cs typeface="Cambria"/>
              </a:rPr>
              <a:t>eg</a:t>
            </a:r>
            <a:r>
              <a:rPr sz="2400" spc="-50" dirty="0">
                <a:latin typeface="Cambria"/>
                <a:cs typeface="Cambria"/>
              </a:rPr>
              <a:t> </a:t>
            </a:r>
            <a:r>
              <a:rPr sz="2400" dirty="0">
                <a:latin typeface="Cambria"/>
                <a:cs typeface="Cambria"/>
              </a:rPr>
              <a:t>:</a:t>
            </a:r>
            <a:r>
              <a:rPr sz="2400" spc="-40" dirty="0">
                <a:latin typeface="Cambria"/>
                <a:cs typeface="Cambria"/>
              </a:rPr>
              <a:t> </a:t>
            </a:r>
            <a:r>
              <a:rPr sz="2400" dirty="0">
                <a:latin typeface="Cambria"/>
                <a:cs typeface="Cambria"/>
              </a:rPr>
              <a:t>M</a:t>
            </a:r>
            <a:r>
              <a:rPr sz="2400" spc="-30" dirty="0">
                <a:latin typeface="Cambria"/>
                <a:cs typeface="Cambria"/>
              </a:rPr>
              <a:t> </a:t>
            </a:r>
            <a:r>
              <a:rPr sz="2400" spc="-20" dirty="0">
                <a:latin typeface="Cambria"/>
                <a:cs typeface="Cambria"/>
              </a:rPr>
              <a:t>[X,a]</a:t>
            </a:r>
            <a:r>
              <a:rPr sz="2400" dirty="0">
                <a:latin typeface="Cambria"/>
                <a:cs typeface="Cambria"/>
              </a:rPr>
              <a:t>	=</a:t>
            </a:r>
            <a:r>
              <a:rPr sz="2400" spc="-20" dirty="0">
                <a:latin typeface="Cambria"/>
                <a:cs typeface="Cambria"/>
              </a:rPr>
              <a:t> </a:t>
            </a:r>
            <a:r>
              <a:rPr sz="2400" dirty="0">
                <a:latin typeface="Cambria"/>
                <a:cs typeface="Cambria"/>
              </a:rPr>
              <a:t>{</a:t>
            </a:r>
            <a:r>
              <a:rPr sz="2400" spc="-5" dirty="0">
                <a:latin typeface="Cambria"/>
                <a:cs typeface="Cambria"/>
              </a:rPr>
              <a:t> </a:t>
            </a:r>
            <a:r>
              <a:rPr sz="2400" dirty="0">
                <a:latin typeface="Cambria"/>
                <a:cs typeface="Cambria"/>
              </a:rPr>
              <a:t>X</a:t>
            </a:r>
            <a:r>
              <a:rPr sz="2400" spc="-10" dirty="0">
                <a:latin typeface="Cambria"/>
                <a:cs typeface="Cambria"/>
              </a:rPr>
              <a:t> </a:t>
            </a:r>
            <a:r>
              <a:rPr sz="2400" dirty="0">
                <a:latin typeface="Wingdings"/>
                <a:cs typeface="Wingdings"/>
              </a:rPr>
              <a:t></a:t>
            </a:r>
            <a:r>
              <a:rPr sz="2400" spc="-75" dirty="0">
                <a:latin typeface="Times New Roman"/>
                <a:cs typeface="Times New Roman"/>
              </a:rPr>
              <a:t> </a:t>
            </a:r>
            <a:r>
              <a:rPr sz="2400" dirty="0">
                <a:latin typeface="Cambria"/>
                <a:cs typeface="Cambria"/>
              </a:rPr>
              <a:t>U</a:t>
            </a:r>
            <a:r>
              <a:rPr sz="2400" spc="-10" dirty="0">
                <a:latin typeface="Cambria"/>
                <a:cs typeface="Cambria"/>
              </a:rPr>
              <a:t> </a:t>
            </a:r>
            <a:r>
              <a:rPr sz="2400" dirty="0">
                <a:latin typeface="Cambria"/>
                <a:cs typeface="Cambria"/>
              </a:rPr>
              <a:t>V</a:t>
            </a:r>
            <a:r>
              <a:rPr sz="2400" spc="-20" dirty="0">
                <a:latin typeface="Cambria"/>
                <a:cs typeface="Cambria"/>
              </a:rPr>
              <a:t> </a:t>
            </a:r>
            <a:r>
              <a:rPr sz="2400" dirty="0">
                <a:latin typeface="Cambria"/>
                <a:cs typeface="Cambria"/>
              </a:rPr>
              <a:t>W</a:t>
            </a:r>
            <a:r>
              <a:rPr sz="2400" spc="-10" dirty="0">
                <a:latin typeface="Cambria"/>
                <a:cs typeface="Cambria"/>
              </a:rPr>
              <a:t> </a:t>
            </a:r>
            <a:r>
              <a:rPr sz="2400" spc="-25" dirty="0">
                <a:latin typeface="Cambria"/>
                <a:cs typeface="Cambria"/>
              </a:rPr>
              <a:t>},</a:t>
            </a:r>
            <a:endParaRPr sz="2400">
              <a:latin typeface="Cambria"/>
              <a:cs typeface="Cambria"/>
            </a:endParaRPr>
          </a:p>
          <a:p>
            <a:pPr marL="12700" marR="5080">
              <a:lnSpc>
                <a:spcPts val="2590"/>
              </a:lnSpc>
              <a:spcBef>
                <a:spcPts val="1255"/>
              </a:spcBef>
              <a:tabLst>
                <a:tab pos="5351780" algn="l"/>
              </a:tabLst>
            </a:pPr>
            <a:r>
              <a:rPr sz="2400" dirty="0">
                <a:latin typeface="Cambria"/>
                <a:cs typeface="Cambria"/>
              </a:rPr>
              <a:t>The</a:t>
            </a:r>
            <a:r>
              <a:rPr sz="2400" spc="100" dirty="0">
                <a:latin typeface="Cambria"/>
                <a:cs typeface="Cambria"/>
              </a:rPr>
              <a:t> </a:t>
            </a:r>
            <a:r>
              <a:rPr sz="2400" dirty="0">
                <a:latin typeface="Cambria"/>
                <a:cs typeface="Cambria"/>
              </a:rPr>
              <a:t>parser</a:t>
            </a:r>
            <a:r>
              <a:rPr sz="2400" spc="80" dirty="0">
                <a:latin typeface="Cambria"/>
                <a:cs typeface="Cambria"/>
              </a:rPr>
              <a:t> </a:t>
            </a:r>
            <a:r>
              <a:rPr sz="2400" dirty="0">
                <a:latin typeface="Cambria"/>
                <a:cs typeface="Cambria"/>
              </a:rPr>
              <a:t>replace</a:t>
            </a:r>
            <a:r>
              <a:rPr sz="2400" spc="100" dirty="0">
                <a:latin typeface="Cambria"/>
                <a:cs typeface="Cambria"/>
              </a:rPr>
              <a:t> </a:t>
            </a:r>
            <a:r>
              <a:rPr sz="2400" dirty="0">
                <a:latin typeface="Cambria"/>
                <a:cs typeface="Cambria"/>
              </a:rPr>
              <a:t>X</a:t>
            </a:r>
            <a:r>
              <a:rPr sz="2400" spc="100" dirty="0">
                <a:latin typeface="Cambria"/>
                <a:cs typeface="Cambria"/>
              </a:rPr>
              <a:t> </a:t>
            </a:r>
            <a:r>
              <a:rPr sz="2400" dirty="0">
                <a:latin typeface="Cambria"/>
                <a:cs typeface="Cambria"/>
              </a:rPr>
              <a:t>on</a:t>
            </a:r>
            <a:r>
              <a:rPr sz="2400" spc="100" dirty="0">
                <a:latin typeface="Cambria"/>
                <a:cs typeface="Cambria"/>
              </a:rPr>
              <a:t> </a:t>
            </a:r>
            <a:r>
              <a:rPr sz="2400" dirty="0">
                <a:latin typeface="Cambria"/>
                <a:cs typeface="Cambria"/>
              </a:rPr>
              <a:t>top</a:t>
            </a:r>
            <a:r>
              <a:rPr sz="2400" spc="90" dirty="0">
                <a:latin typeface="Cambria"/>
                <a:cs typeface="Cambria"/>
              </a:rPr>
              <a:t> </a:t>
            </a:r>
            <a:r>
              <a:rPr sz="2400" dirty="0">
                <a:latin typeface="Cambria"/>
                <a:cs typeface="Cambria"/>
              </a:rPr>
              <a:t>of</a:t>
            </a:r>
            <a:r>
              <a:rPr sz="2400" spc="95" dirty="0">
                <a:latin typeface="Cambria"/>
                <a:cs typeface="Cambria"/>
              </a:rPr>
              <a:t> </a:t>
            </a:r>
            <a:r>
              <a:rPr sz="2400" dirty="0">
                <a:latin typeface="Cambria"/>
                <a:cs typeface="Cambria"/>
              </a:rPr>
              <a:t>stack</a:t>
            </a:r>
            <a:r>
              <a:rPr sz="2400" spc="95" dirty="0">
                <a:latin typeface="Cambria"/>
                <a:cs typeface="Cambria"/>
              </a:rPr>
              <a:t> </a:t>
            </a:r>
            <a:r>
              <a:rPr sz="2400" spc="-25" dirty="0">
                <a:latin typeface="Cambria"/>
                <a:cs typeface="Cambria"/>
              </a:rPr>
              <a:t>by</a:t>
            </a:r>
            <a:r>
              <a:rPr sz="2400" dirty="0">
                <a:latin typeface="Cambria"/>
                <a:cs typeface="Cambria"/>
              </a:rPr>
              <a:t>	WVU</a:t>
            </a:r>
            <a:r>
              <a:rPr sz="2400" spc="125" dirty="0">
                <a:latin typeface="Cambria"/>
                <a:cs typeface="Cambria"/>
              </a:rPr>
              <a:t> </a:t>
            </a:r>
            <a:r>
              <a:rPr sz="2400" dirty="0">
                <a:latin typeface="Cambria"/>
                <a:cs typeface="Cambria"/>
              </a:rPr>
              <a:t>(With</a:t>
            </a:r>
            <a:r>
              <a:rPr sz="2400" spc="120" dirty="0">
                <a:latin typeface="Cambria"/>
                <a:cs typeface="Cambria"/>
              </a:rPr>
              <a:t> </a:t>
            </a:r>
            <a:r>
              <a:rPr sz="2400" dirty="0">
                <a:latin typeface="Cambria"/>
                <a:cs typeface="Cambria"/>
              </a:rPr>
              <a:t>U</a:t>
            </a:r>
            <a:r>
              <a:rPr sz="2400" spc="125" dirty="0">
                <a:latin typeface="Cambria"/>
                <a:cs typeface="Cambria"/>
              </a:rPr>
              <a:t> </a:t>
            </a:r>
            <a:r>
              <a:rPr sz="2400" spc="-25" dirty="0">
                <a:latin typeface="Cambria"/>
                <a:cs typeface="Cambria"/>
              </a:rPr>
              <a:t>on </a:t>
            </a:r>
            <a:r>
              <a:rPr sz="2400" spc="-10" dirty="0">
                <a:latin typeface="Cambria"/>
                <a:cs typeface="Cambria"/>
              </a:rPr>
              <a:t>top).</a:t>
            </a:r>
            <a:endParaRPr sz="2400">
              <a:latin typeface="Cambria"/>
              <a:cs typeface="Cambria"/>
            </a:endParaRPr>
          </a:p>
          <a:p>
            <a:pPr marL="612775">
              <a:lnSpc>
                <a:spcPct val="100000"/>
              </a:lnSpc>
              <a:spcBef>
                <a:spcPts val="875"/>
              </a:spcBef>
            </a:pPr>
            <a:r>
              <a:rPr sz="2400" dirty="0">
                <a:latin typeface="Cambria"/>
                <a:cs typeface="Cambria"/>
              </a:rPr>
              <a:t>If</a:t>
            </a:r>
            <a:r>
              <a:rPr sz="2400" spc="-35" dirty="0">
                <a:latin typeface="Cambria"/>
                <a:cs typeface="Cambria"/>
              </a:rPr>
              <a:t> </a:t>
            </a:r>
            <a:r>
              <a:rPr sz="2400" dirty="0">
                <a:latin typeface="Cambria"/>
                <a:cs typeface="Cambria"/>
              </a:rPr>
              <a:t>M[X,a]</a:t>
            </a:r>
            <a:r>
              <a:rPr sz="2400" spc="5" dirty="0">
                <a:latin typeface="Cambria"/>
                <a:cs typeface="Cambria"/>
              </a:rPr>
              <a:t> </a:t>
            </a:r>
            <a:r>
              <a:rPr sz="2400" dirty="0">
                <a:latin typeface="Cambria"/>
                <a:cs typeface="Cambria"/>
              </a:rPr>
              <a:t>=</a:t>
            </a:r>
            <a:r>
              <a:rPr sz="2400" spc="-20" dirty="0">
                <a:latin typeface="Cambria"/>
                <a:cs typeface="Cambria"/>
              </a:rPr>
              <a:t> </a:t>
            </a:r>
            <a:r>
              <a:rPr sz="2400" spc="-10" dirty="0">
                <a:latin typeface="Cambria"/>
                <a:cs typeface="Cambria"/>
              </a:rPr>
              <a:t>Error</a:t>
            </a:r>
            <a:endParaRPr sz="2400">
              <a:latin typeface="Cambria"/>
              <a:cs typeface="Cambria"/>
            </a:endParaRPr>
          </a:p>
          <a:p>
            <a:pPr marL="12700">
              <a:lnSpc>
                <a:spcPct val="100000"/>
              </a:lnSpc>
              <a:spcBef>
                <a:spcPts val="915"/>
              </a:spcBef>
            </a:pPr>
            <a:r>
              <a:rPr sz="2400" dirty="0">
                <a:latin typeface="Cambria"/>
                <a:cs typeface="Cambria"/>
              </a:rPr>
              <a:t>The</a:t>
            </a:r>
            <a:r>
              <a:rPr sz="2400" spc="-50" dirty="0">
                <a:latin typeface="Cambria"/>
                <a:cs typeface="Cambria"/>
              </a:rPr>
              <a:t> </a:t>
            </a:r>
            <a:r>
              <a:rPr sz="2400" dirty="0">
                <a:latin typeface="Cambria"/>
                <a:cs typeface="Cambria"/>
              </a:rPr>
              <a:t>Parser</a:t>
            </a:r>
            <a:r>
              <a:rPr sz="2400" spc="-60" dirty="0">
                <a:latin typeface="Cambria"/>
                <a:cs typeface="Cambria"/>
              </a:rPr>
              <a:t> </a:t>
            </a:r>
            <a:r>
              <a:rPr sz="2400" dirty="0">
                <a:latin typeface="Cambria"/>
                <a:cs typeface="Cambria"/>
              </a:rPr>
              <a:t>Calls</a:t>
            </a:r>
            <a:r>
              <a:rPr sz="2400" spc="-50" dirty="0">
                <a:latin typeface="Cambria"/>
                <a:cs typeface="Cambria"/>
              </a:rPr>
              <a:t> </a:t>
            </a:r>
            <a:r>
              <a:rPr sz="2400" dirty="0">
                <a:latin typeface="Cambria"/>
                <a:cs typeface="Cambria"/>
              </a:rPr>
              <a:t>an</a:t>
            </a:r>
            <a:r>
              <a:rPr sz="2400" spc="-55" dirty="0">
                <a:latin typeface="Cambria"/>
                <a:cs typeface="Cambria"/>
              </a:rPr>
              <a:t> </a:t>
            </a:r>
            <a:r>
              <a:rPr sz="2400" dirty="0">
                <a:latin typeface="Cambria"/>
                <a:cs typeface="Cambria"/>
              </a:rPr>
              <a:t>error</a:t>
            </a:r>
            <a:r>
              <a:rPr sz="2400" spc="-70" dirty="0">
                <a:latin typeface="Cambria"/>
                <a:cs typeface="Cambria"/>
              </a:rPr>
              <a:t> </a:t>
            </a:r>
            <a:r>
              <a:rPr sz="2400" spc="-20" dirty="0">
                <a:latin typeface="Cambria"/>
                <a:cs typeface="Cambria"/>
              </a:rPr>
              <a:t>recovery</a:t>
            </a:r>
            <a:r>
              <a:rPr sz="2400" spc="-50" dirty="0">
                <a:latin typeface="Cambria"/>
                <a:cs typeface="Cambria"/>
              </a:rPr>
              <a:t> </a:t>
            </a:r>
            <a:r>
              <a:rPr sz="2400" spc="-10" dirty="0">
                <a:latin typeface="Cambria"/>
                <a:cs typeface="Cambria"/>
              </a:rPr>
              <a:t>routine.</a:t>
            </a:r>
            <a:endParaRPr sz="2400">
              <a:latin typeface="Cambria"/>
              <a:cs typeface="Cambri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700"/>
              </a:spcBef>
            </a:pPr>
            <a:endParaRPr sz="3600">
              <a:latin typeface="Times New Roman"/>
              <a:cs typeface="Times New Roman"/>
            </a:endParaRPr>
          </a:p>
          <a:p>
            <a:pPr marL="344170" marR="533400">
              <a:lnSpc>
                <a:spcPct val="90000"/>
              </a:lnSpc>
            </a:pPr>
            <a:r>
              <a:rPr sz="3600" b="1" spc="-65" dirty="0">
                <a:solidFill>
                  <a:srgbClr val="FFFFFF"/>
                </a:solidFill>
                <a:latin typeface="Cambria"/>
                <a:cs typeface="Cambria"/>
              </a:rPr>
              <a:t>LL(1)</a:t>
            </a:r>
            <a:r>
              <a:rPr sz="3600" b="1" spc="-125" dirty="0">
                <a:solidFill>
                  <a:srgbClr val="FFFFFF"/>
                </a:solidFill>
                <a:latin typeface="Cambria"/>
                <a:cs typeface="Cambria"/>
              </a:rPr>
              <a:t> </a:t>
            </a:r>
            <a:r>
              <a:rPr sz="3600" b="1" spc="-60" dirty="0">
                <a:solidFill>
                  <a:srgbClr val="FFFFFF"/>
                </a:solidFill>
                <a:latin typeface="Cambria"/>
                <a:cs typeface="Cambria"/>
              </a:rPr>
              <a:t>Parser </a:t>
            </a:r>
            <a:r>
              <a:rPr sz="3600" b="1" spc="-25" dirty="0">
                <a:solidFill>
                  <a:srgbClr val="FFFFFF"/>
                </a:solidFill>
                <a:latin typeface="Cambria"/>
                <a:cs typeface="Cambria"/>
              </a:rPr>
              <a:t>or </a:t>
            </a:r>
            <a:r>
              <a:rPr sz="3600" b="1" spc="-10" dirty="0">
                <a:solidFill>
                  <a:srgbClr val="FFFFFF"/>
                </a:solidFill>
                <a:latin typeface="Cambria"/>
                <a:cs typeface="Cambria"/>
              </a:rPr>
              <a:t>Predictive parsing</a:t>
            </a:r>
            <a:endParaRPr sz="3600">
              <a:latin typeface="Cambria"/>
              <a:cs typeface="Cambria"/>
            </a:endParaRPr>
          </a:p>
        </p:txBody>
      </p:sp>
      <p:sp>
        <p:nvSpPr>
          <p:cNvPr id="3" name="object 3"/>
          <p:cNvSpPr txBox="1"/>
          <p:nvPr/>
        </p:nvSpPr>
        <p:spPr>
          <a:xfrm>
            <a:off x="3948429" y="853185"/>
            <a:ext cx="5354320" cy="391160"/>
          </a:xfrm>
          <a:prstGeom prst="rect">
            <a:avLst/>
          </a:prstGeom>
        </p:spPr>
        <p:txBody>
          <a:bodyPr vert="horz" wrap="square" lIns="0" tIns="12700" rIns="0" bIns="0" rtlCol="0">
            <a:spAutoFit/>
          </a:bodyPr>
          <a:lstStyle/>
          <a:p>
            <a:pPr marL="12700">
              <a:lnSpc>
                <a:spcPct val="100000"/>
              </a:lnSpc>
              <a:spcBef>
                <a:spcPts val="1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An</a:t>
            </a:r>
            <a:r>
              <a:rPr sz="2400" spc="-75" dirty="0">
                <a:latin typeface="Cambria"/>
                <a:cs typeface="Cambria"/>
              </a:rPr>
              <a:t> </a:t>
            </a:r>
            <a:r>
              <a:rPr sz="2400" dirty="0">
                <a:latin typeface="Cambria"/>
                <a:cs typeface="Cambria"/>
              </a:rPr>
              <a:t>LL(1)</a:t>
            </a:r>
            <a:r>
              <a:rPr sz="2400" spc="-35" dirty="0">
                <a:latin typeface="Cambria"/>
                <a:cs typeface="Cambria"/>
              </a:rPr>
              <a:t> </a:t>
            </a:r>
            <a:r>
              <a:rPr sz="2400" dirty="0">
                <a:latin typeface="Cambria"/>
                <a:cs typeface="Cambria"/>
              </a:rPr>
              <a:t>parser</a:t>
            </a:r>
            <a:r>
              <a:rPr sz="2400" spc="-40" dirty="0">
                <a:latin typeface="Cambria"/>
                <a:cs typeface="Cambria"/>
              </a:rPr>
              <a:t> </a:t>
            </a:r>
            <a:r>
              <a:rPr sz="2400" dirty="0">
                <a:latin typeface="Cambria"/>
                <a:cs typeface="Cambria"/>
              </a:rPr>
              <a:t>is</a:t>
            </a:r>
            <a:r>
              <a:rPr sz="2400" spc="-35" dirty="0">
                <a:latin typeface="Cambria"/>
                <a:cs typeface="Cambria"/>
              </a:rPr>
              <a:t> </a:t>
            </a:r>
            <a:r>
              <a:rPr sz="2400" dirty="0">
                <a:latin typeface="Cambria"/>
                <a:cs typeface="Cambria"/>
              </a:rPr>
              <a:t>a</a:t>
            </a:r>
            <a:r>
              <a:rPr sz="2400" spc="-45" dirty="0">
                <a:latin typeface="Cambria"/>
                <a:cs typeface="Cambria"/>
              </a:rPr>
              <a:t> </a:t>
            </a:r>
            <a:r>
              <a:rPr sz="2400" dirty="0">
                <a:latin typeface="Cambria"/>
                <a:cs typeface="Cambria"/>
              </a:rPr>
              <a:t>table</a:t>
            </a:r>
            <a:r>
              <a:rPr sz="2400" spc="-35" dirty="0">
                <a:latin typeface="Cambria"/>
                <a:cs typeface="Cambria"/>
              </a:rPr>
              <a:t> </a:t>
            </a:r>
            <a:r>
              <a:rPr sz="2400" spc="-10" dirty="0">
                <a:latin typeface="Cambria"/>
                <a:cs typeface="Cambria"/>
              </a:rPr>
              <a:t>driven</a:t>
            </a:r>
            <a:r>
              <a:rPr sz="2400" spc="-45" dirty="0">
                <a:latin typeface="Cambria"/>
                <a:cs typeface="Cambria"/>
              </a:rPr>
              <a:t> </a:t>
            </a:r>
            <a:r>
              <a:rPr sz="2400" spc="-35" dirty="0">
                <a:latin typeface="Cambria"/>
                <a:cs typeface="Cambria"/>
              </a:rPr>
              <a:t>parser.</a:t>
            </a:r>
            <a:endParaRPr sz="2400">
              <a:latin typeface="Cambria"/>
              <a:cs typeface="Cambria"/>
            </a:endParaRPr>
          </a:p>
        </p:txBody>
      </p:sp>
      <p:sp>
        <p:nvSpPr>
          <p:cNvPr id="4" name="object 4"/>
          <p:cNvSpPr txBox="1">
            <a:spLocks noGrp="1"/>
          </p:cNvSpPr>
          <p:nvPr>
            <p:ph type="title"/>
          </p:nvPr>
        </p:nvSpPr>
        <p:spPr>
          <a:xfrm>
            <a:off x="3948429" y="1334465"/>
            <a:ext cx="7156450" cy="1708785"/>
          </a:xfrm>
          <a:prstGeom prst="rect">
            <a:avLst/>
          </a:prstGeom>
        </p:spPr>
        <p:txBody>
          <a:bodyPr vert="horz" wrap="square" lIns="0" tIns="49530" rIns="0" bIns="0" rtlCol="0">
            <a:spAutoFit/>
          </a:bodyPr>
          <a:lstStyle/>
          <a:p>
            <a:pPr marL="195580" marR="5080" indent="-182880" algn="just">
              <a:lnSpc>
                <a:spcPct val="90000"/>
              </a:lnSpc>
              <a:spcBef>
                <a:spcPts val="390"/>
              </a:spcBef>
            </a:pPr>
            <a:r>
              <a:rPr spc="-1250" dirty="0">
                <a:solidFill>
                  <a:srgbClr val="40B9D2"/>
                </a:solidFill>
                <a:latin typeface="Arial MT"/>
                <a:cs typeface="Arial MT"/>
              </a:rPr>
              <a:t>🞄</a:t>
            </a:r>
            <a:r>
              <a:rPr spc="-95" dirty="0">
                <a:solidFill>
                  <a:srgbClr val="40B9D2"/>
                </a:solidFill>
                <a:latin typeface="Arial MT"/>
                <a:cs typeface="Arial MT"/>
              </a:rPr>
              <a:t> </a:t>
            </a:r>
            <a:r>
              <a:rPr dirty="0"/>
              <a:t>L</a:t>
            </a:r>
            <a:r>
              <a:rPr spc="350" dirty="0"/>
              <a:t> </a:t>
            </a:r>
            <a:r>
              <a:rPr spc="-15" dirty="0"/>
              <a:t>stands</a:t>
            </a:r>
            <a:r>
              <a:rPr spc="370" dirty="0"/>
              <a:t> </a:t>
            </a:r>
            <a:r>
              <a:rPr spc="-20" dirty="0"/>
              <a:t>fo</a:t>
            </a:r>
            <a:r>
              <a:rPr dirty="0"/>
              <a:t>r</a:t>
            </a:r>
            <a:r>
              <a:rPr spc="370" dirty="0"/>
              <a:t> </a:t>
            </a:r>
            <a:r>
              <a:rPr spc="-15" dirty="0"/>
              <a:t>left-to-</a:t>
            </a:r>
            <a:r>
              <a:rPr spc="-5" dirty="0"/>
              <a:t>ri</a:t>
            </a:r>
            <a:r>
              <a:rPr spc="-30" dirty="0"/>
              <a:t>g</a:t>
            </a:r>
            <a:r>
              <a:rPr spc="-5" dirty="0"/>
              <a:t>h</a:t>
            </a:r>
            <a:r>
              <a:rPr dirty="0"/>
              <a:t>t</a:t>
            </a:r>
            <a:r>
              <a:rPr spc="370" dirty="0"/>
              <a:t> </a:t>
            </a:r>
            <a:r>
              <a:rPr spc="-5" dirty="0"/>
              <a:t>scanning,</a:t>
            </a:r>
            <a:r>
              <a:rPr spc="370" dirty="0"/>
              <a:t> </a:t>
            </a:r>
            <a:r>
              <a:rPr dirty="0"/>
              <a:t>L</a:t>
            </a:r>
            <a:r>
              <a:rPr spc="350" dirty="0"/>
              <a:t> </a:t>
            </a:r>
            <a:r>
              <a:rPr spc="-15" dirty="0"/>
              <a:t>stands</a:t>
            </a:r>
            <a:r>
              <a:rPr spc="360" dirty="0"/>
              <a:t> </a:t>
            </a:r>
            <a:r>
              <a:rPr spc="-35" dirty="0"/>
              <a:t>f</a:t>
            </a:r>
            <a:r>
              <a:rPr dirty="0"/>
              <a:t>or</a:t>
            </a:r>
            <a:r>
              <a:rPr spc="365" dirty="0"/>
              <a:t> </a:t>
            </a:r>
            <a:r>
              <a:rPr spc="-55" dirty="0"/>
              <a:t>Left</a:t>
            </a:r>
            <a:r>
              <a:rPr spc="-5" dirty="0"/>
              <a:t> </a:t>
            </a:r>
            <a:r>
              <a:rPr spc="-20" dirty="0"/>
              <a:t>most</a:t>
            </a:r>
            <a:r>
              <a:rPr spc="325" dirty="0"/>
              <a:t> </a:t>
            </a:r>
            <a:r>
              <a:rPr spc="-20" dirty="0"/>
              <a:t>derivation</a:t>
            </a:r>
            <a:r>
              <a:rPr spc="320" dirty="0"/>
              <a:t> </a:t>
            </a:r>
            <a:r>
              <a:rPr spc="-20" dirty="0"/>
              <a:t>and</a:t>
            </a:r>
            <a:r>
              <a:rPr spc="310" dirty="0"/>
              <a:t> </a:t>
            </a:r>
            <a:r>
              <a:rPr spc="-5" dirty="0"/>
              <a:t>‘1’</a:t>
            </a:r>
            <a:r>
              <a:rPr spc="295" dirty="0"/>
              <a:t> </a:t>
            </a:r>
            <a:r>
              <a:rPr dirty="0"/>
              <a:t>in</a:t>
            </a:r>
            <a:r>
              <a:rPr spc="310" dirty="0"/>
              <a:t> </a:t>
            </a:r>
            <a:r>
              <a:rPr spc="-5" dirty="0"/>
              <a:t>LL(</a:t>
            </a:r>
            <a:r>
              <a:rPr dirty="0"/>
              <a:t>1)</a:t>
            </a:r>
            <a:r>
              <a:rPr spc="290" dirty="0"/>
              <a:t> </a:t>
            </a:r>
            <a:r>
              <a:rPr spc="-15" dirty="0"/>
              <a:t>indicates</a:t>
            </a:r>
            <a:r>
              <a:rPr spc="1155" dirty="0"/>
              <a:t> </a:t>
            </a:r>
            <a:r>
              <a:rPr spc="-15" dirty="0"/>
              <a:t>that</a:t>
            </a:r>
            <a:r>
              <a:rPr spc="1150" dirty="0"/>
              <a:t> </a:t>
            </a:r>
            <a:r>
              <a:rPr spc="-15" dirty="0"/>
              <a:t>the</a:t>
            </a:r>
            <a:r>
              <a:rPr spc="-10" dirty="0"/>
              <a:t> </a:t>
            </a:r>
            <a:r>
              <a:rPr spc="-20" dirty="0"/>
              <a:t>grammar</a:t>
            </a:r>
            <a:r>
              <a:rPr spc="315" dirty="0"/>
              <a:t> </a:t>
            </a:r>
            <a:r>
              <a:rPr spc="-15" dirty="0"/>
              <a:t>uses</a:t>
            </a:r>
            <a:r>
              <a:rPr spc="325" dirty="0"/>
              <a:t> </a:t>
            </a:r>
            <a:r>
              <a:rPr spc="-15" dirty="0"/>
              <a:t>a</a:t>
            </a:r>
            <a:r>
              <a:rPr spc="320" dirty="0"/>
              <a:t> </a:t>
            </a:r>
            <a:r>
              <a:rPr spc="-15" dirty="0"/>
              <a:t>look-ahead</a:t>
            </a:r>
            <a:r>
              <a:rPr spc="325" dirty="0"/>
              <a:t> </a:t>
            </a:r>
            <a:r>
              <a:rPr spc="-5" dirty="0"/>
              <a:t>o</a:t>
            </a:r>
            <a:r>
              <a:rPr dirty="0"/>
              <a:t>f</a:t>
            </a:r>
            <a:r>
              <a:rPr spc="325" dirty="0"/>
              <a:t> </a:t>
            </a:r>
            <a:r>
              <a:rPr spc="-20" dirty="0"/>
              <a:t>one</a:t>
            </a:r>
            <a:r>
              <a:rPr spc="325" dirty="0"/>
              <a:t> </a:t>
            </a:r>
            <a:r>
              <a:rPr spc="-20" dirty="0"/>
              <a:t>source</a:t>
            </a:r>
            <a:r>
              <a:rPr spc="325" dirty="0"/>
              <a:t> </a:t>
            </a:r>
            <a:r>
              <a:rPr spc="-20" dirty="0"/>
              <a:t>symbol</a:t>
            </a:r>
            <a:r>
              <a:rPr spc="310" dirty="0"/>
              <a:t> </a:t>
            </a:r>
            <a:r>
              <a:rPr dirty="0"/>
              <a:t>– </a:t>
            </a:r>
            <a:r>
              <a:rPr spc="-15" dirty="0"/>
              <a:t>that</a:t>
            </a:r>
            <a:r>
              <a:rPr spc="375" dirty="0"/>
              <a:t> </a:t>
            </a:r>
            <a:r>
              <a:rPr spc="-5" dirty="0"/>
              <a:t>is,</a:t>
            </a:r>
            <a:r>
              <a:rPr spc="355" dirty="0"/>
              <a:t> </a:t>
            </a:r>
            <a:r>
              <a:rPr spc="-15" dirty="0"/>
              <a:t>the</a:t>
            </a:r>
            <a:r>
              <a:rPr spc="355" dirty="0"/>
              <a:t> </a:t>
            </a:r>
            <a:r>
              <a:rPr spc="-15" dirty="0"/>
              <a:t>prediction</a:t>
            </a:r>
            <a:r>
              <a:rPr spc="365" dirty="0"/>
              <a:t> </a:t>
            </a:r>
            <a:r>
              <a:rPr spc="-25" dirty="0"/>
              <a:t>to</a:t>
            </a:r>
            <a:r>
              <a:rPr spc="360" dirty="0"/>
              <a:t> </a:t>
            </a:r>
            <a:r>
              <a:rPr spc="-15" dirty="0"/>
              <a:t>be</a:t>
            </a:r>
            <a:r>
              <a:rPr spc="370" dirty="0"/>
              <a:t> </a:t>
            </a:r>
            <a:r>
              <a:rPr spc="-15" dirty="0"/>
              <a:t>made</a:t>
            </a:r>
            <a:r>
              <a:rPr spc="370" dirty="0"/>
              <a:t> </a:t>
            </a:r>
            <a:r>
              <a:rPr spc="-10" dirty="0"/>
              <a:t>is</a:t>
            </a:r>
            <a:r>
              <a:rPr spc="365" dirty="0"/>
              <a:t> </a:t>
            </a:r>
            <a:r>
              <a:rPr spc="-15" dirty="0"/>
              <a:t>determined</a:t>
            </a:r>
            <a:r>
              <a:rPr spc="380" dirty="0"/>
              <a:t> </a:t>
            </a:r>
            <a:r>
              <a:rPr spc="-60" dirty="0"/>
              <a:t>by</a:t>
            </a:r>
            <a:r>
              <a:rPr spc="-55" dirty="0"/>
              <a:t> </a:t>
            </a:r>
            <a:r>
              <a:rPr spc="-15" dirty="0"/>
              <a:t>the</a:t>
            </a:r>
            <a:r>
              <a:rPr dirty="0"/>
              <a:t> </a:t>
            </a:r>
            <a:r>
              <a:rPr spc="-15" dirty="0"/>
              <a:t>next</a:t>
            </a:r>
            <a:r>
              <a:rPr spc="-20" dirty="0"/>
              <a:t> source</a:t>
            </a:r>
            <a:r>
              <a:rPr spc="10" dirty="0"/>
              <a:t> </a:t>
            </a:r>
            <a:r>
              <a:rPr spc="-15" dirty="0"/>
              <a:t>symbol.</a:t>
            </a:r>
          </a:p>
        </p:txBody>
      </p:sp>
      <p:sp>
        <p:nvSpPr>
          <p:cNvPr id="5" name="object 5"/>
          <p:cNvSpPr txBox="1"/>
          <p:nvPr/>
        </p:nvSpPr>
        <p:spPr>
          <a:xfrm>
            <a:off x="3948429" y="3133725"/>
            <a:ext cx="7158355" cy="1531620"/>
          </a:xfrm>
          <a:prstGeom prst="rect">
            <a:avLst/>
          </a:prstGeom>
        </p:spPr>
        <p:txBody>
          <a:bodyPr vert="horz" wrap="square" lIns="0" tIns="53975" rIns="0" bIns="0" rtlCol="0">
            <a:spAutoFit/>
          </a:bodyPr>
          <a:lstStyle/>
          <a:p>
            <a:pPr marL="195580" marR="5080" indent="-182880">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A</a:t>
            </a:r>
            <a:r>
              <a:rPr sz="2400" spc="-25" dirty="0">
                <a:latin typeface="Cambria"/>
                <a:cs typeface="Cambria"/>
              </a:rPr>
              <a:t> </a:t>
            </a:r>
            <a:r>
              <a:rPr sz="2400" dirty="0">
                <a:latin typeface="Cambria"/>
                <a:cs typeface="Cambria"/>
              </a:rPr>
              <a:t>major</a:t>
            </a:r>
            <a:r>
              <a:rPr sz="2400" spc="20" dirty="0">
                <a:latin typeface="Cambria"/>
                <a:cs typeface="Cambria"/>
              </a:rPr>
              <a:t> </a:t>
            </a:r>
            <a:r>
              <a:rPr sz="2400" dirty="0">
                <a:latin typeface="Cambria"/>
                <a:cs typeface="Cambria"/>
              </a:rPr>
              <a:t>advantage</a:t>
            </a:r>
            <a:r>
              <a:rPr sz="2400" spc="30" dirty="0">
                <a:latin typeface="Cambria"/>
                <a:cs typeface="Cambria"/>
              </a:rPr>
              <a:t> </a:t>
            </a:r>
            <a:r>
              <a:rPr sz="2400" dirty="0">
                <a:latin typeface="Cambria"/>
                <a:cs typeface="Cambria"/>
              </a:rPr>
              <a:t>of</a:t>
            </a:r>
            <a:r>
              <a:rPr sz="2400" spc="10" dirty="0">
                <a:latin typeface="Cambria"/>
                <a:cs typeface="Cambria"/>
              </a:rPr>
              <a:t> </a:t>
            </a:r>
            <a:r>
              <a:rPr sz="2400" dirty="0">
                <a:latin typeface="Cambria"/>
                <a:cs typeface="Cambria"/>
              </a:rPr>
              <a:t>LL(1)</a:t>
            </a:r>
            <a:r>
              <a:rPr sz="2400" spc="15" dirty="0">
                <a:latin typeface="Cambria"/>
                <a:cs typeface="Cambria"/>
              </a:rPr>
              <a:t> </a:t>
            </a:r>
            <a:r>
              <a:rPr sz="2400" dirty="0">
                <a:latin typeface="Cambria"/>
                <a:cs typeface="Cambria"/>
              </a:rPr>
              <a:t>parsing</a:t>
            </a:r>
            <a:r>
              <a:rPr sz="2400" spc="25" dirty="0">
                <a:latin typeface="Cambria"/>
                <a:cs typeface="Cambria"/>
              </a:rPr>
              <a:t> </a:t>
            </a:r>
            <a:r>
              <a:rPr sz="2400" dirty="0">
                <a:latin typeface="Cambria"/>
                <a:cs typeface="Cambria"/>
              </a:rPr>
              <a:t>is</a:t>
            </a:r>
            <a:r>
              <a:rPr sz="2400" spc="20" dirty="0">
                <a:latin typeface="Cambria"/>
                <a:cs typeface="Cambria"/>
              </a:rPr>
              <a:t> </a:t>
            </a:r>
            <a:r>
              <a:rPr sz="2400" dirty="0">
                <a:latin typeface="Cambria"/>
                <a:cs typeface="Cambria"/>
              </a:rPr>
              <a:t>its</a:t>
            </a:r>
            <a:r>
              <a:rPr sz="2400" spc="20" dirty="0">
                <a:latin typeface="Cambria"/>
                <a:cs typeface="Cambria"/>
              </a:rPr>
              <a:t> </a:t>
            </a:r>
            <a:r>
              <a:rPr sz="2400" spc="-10" dirty="0">
                <a:latin typeface="Cambria"/>
                <a:cs typeface="Cambria"/>
              </a:rPr>
              <a:t>amenability </a:t>
            </a:r>
            <a:r>
              <a:rPr sz="2400" dirty="0">
                <a:latin typeface="Cambria"/>
                <a:cs typeface="Cambria"/>
              </a:rPr>
              <a:t>to</a:t>
            </a:r>
            <a:r>
              <a:rPr sz="2400" spc="-75" dirty="0">
                <a:latin typeface="Cambria"/>
                <a:cs typeface="Cambria"/>
              </a:rPr>
              <a:t> </a:t>
            </a:r>
            <a:r>
              <a:rPr sz="2400" dirty="0">
                <a:latin typeface="Cambria"/>
                <a:cs typeface="Cambria"/>
              </a:rPr>
              <a:t>automatic</a:t>
            </a:r>
            <a:r>
              <a:rPr sz="2400" spc="-65" dirty="0">
                <a:latin typeface="Cambria"/>
                <a:cs typeface="Cambria"/>
              </a:rPr>
              <a:t> </a:t>
            </a:r>
            <a:r>
              <a:rPr sz="2400" dirty="0">
                <a:latin typeface="Cambria"/>
                <a:cs typeface="Cambria"/>
              </a:rPr>
              <a:t>construction</a:t>
            </a:r>
            <a:r>
              <a:rPr sz="2400" spc="-80" dirty="0">
                <a:latin typeface="Cambria"/>
                <a:cs typeface="Cambria"/>
              </a:rPr>
              <a:t> </a:t>
            </a:r>
            <a:r>
              <a:rPr sz="2400" dirty="0">
                <a:latin typeface="Cambria"/>
                <a:cs typeface="Cambria"/>
              </a:rPr>
              <a:t>by</a:t>
            </a:r>
            <a:r>
              <a:rPr sz="2400" spc="-60" dirty="0">
                <a:latin typeface="Cambria"/>
                <a:cs typeface="Cambria"/>
              </a:rPr>
              <a:t> </a:t>
            </a:r>
            <a:r>
              <a:rPr sz="2400" dirty="0">
                <a:latin typeface="Cambria"/>
                <a:cs typeface="Cambria"/>
              </a:rPr>
              <a:t>a</a:t>
            </a:r>
            <a:r>
              <a:rPr sz="2400" spc="-80" dirty="0">
                <a:latin typeface="Cambria"/>
                <a:cs typeface="Cambria"/>
              </a:rPr>
              <a:t> </a:t>
            </a:r>
            <a:r>
              <a:rPr sz="2400" dirty="0">
                <a:latin typeface="Cambria"/>
                <a:cs typeface="Cambria"/>
              </a:rPr>
              <a:t>parser</a:t>
            </a:r>
            <a:r>
              <a:rPr sz="2400" spc="-75" dirty="0">
                <a:latin typeface="Cambria"/>
                <a:cs typeface="Cambria"/>
              </a:rPr>
              <a:t> </a:t>
            </a:r>
            <a:r>
              <a:rPr sz="2400" spc="-10" dirty="0">
                <a:latin typeface="Cambria"/>
                <a:cs typeface="Cambria"/>
              </a:rPr>
              <a:t>generator.</a:t>
            </a:r>
            <a:endParaRPr sz="2400">
              <a:latin typeface="Cambria"/>
              <a:cs typeface="Cambria"/>
            </a:endParaRPr>
          </a:p>
          <a:p>
            <a:pPr marL="12700">
              <a:lnSpc>
                <a:spcPts val="2735"/>
              </a:lnSpc>
              <a:spcBef>
                <a:spcPts val="875"/>
              </a:spcBef>
              <a:tabLst>
                <a:tab pos="855344" algn="l"/>
                <a:tab pos="1588770" algn="l"/>
                <a:tab pos="2954020" algn="l"/>
                <a:tab pos="3733165" algn="l"/>
                <a:tab pos="4210050" algn="l"/>
                <a:tab pos="4857750" algn="l"/>
                <a:tab pos="5869940" algn="l"/>
                <a:tab pos="6447790" algn="l"/>
              </a:tabLst>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25" dirty="0">
                <a:latin typeface="Cambria"/>
                <a:cs typeface="Cambria"/>
              </a:rPr>
              <a:t>The</a:t>
            </a:r>
            <a:r>
              <a:rPr sz="2400" dirty="0">
                <a:latin typeface="Cambria"/>
                <a:cs typeface="Cambria"/>
              </a:rPr>
              <a:t>	</a:t>
            </a:r>
            <a:r>
              <a:rPr sz="2400" spc="-20" dirty="0">
                <a:latin typeface="Cambria"/>
                <a:cs typeface="Cambria"/>
              </a:rPr>
              <a:t>data</a:t>
            </a:r>
            <a:r>
              <a:rPr sz="2400" dirty="0">
                <a:latin typeface="Cambria"/>
                <a:cs typeface="Cambria"/>
              </a:rPr>
              <a:t>	</a:t>
            </a:r>
            <a:r>
              <a:rPr sz="2400" spc="-10" dirty="0">
                <a:latin typeface="Cambria"/>
                <a:cs typeface="Cambria"/>
              </a:rPr>
              <a:t>structure</a:t>
            </a:r>
            <a:r>
              <a:rPr sz="2400" dirty="0">
                <a:latin typeface="Cambria"/>
                <a:cs typeface="Cambria"/>
              </a:rPr>
              <a:t>	</a:t>
            </a:r>
            <a:r>
              <a:rPr sz="2400" spc="-20" dirty="0">
                <a:latin typeface="Cambria"/>
                <a:cs typeface="Cambria"/>
              </a:rPr>
              <a:t>used</a:t>
            </a:r>
            <a:r>
              <a:rPr sz="2400" dirty="0">
                <a:latin typeface="Cambria"/>
                <a:cs typeface="Cambria"/>
              </a:rPr>
              <a:t>	</a:t>
            </a:r>
            <a:r>
              <a:rPr sz="2400" spc="-25" dirty="0">
                <a:latin typeface="Cambria"/>
                <a:cs typeface="Cambria"/>
              </a:rPr>
              <a:t>by</a:t>
            </a:r>
            <a:r>
              <a:rPr sz="2400" dirty="0">
                <a:latin typeface="Cambria"/>
                <a:cs typeface="Cambria"/>
              </a:rPr>
              <a:t>	</a:t>
            </a:r>
            <a:r>
              <a:rPr sz="2400" spc="-20" dirty="0">
                <a:latin typeface="Cambria"/>
                <a:cs typeface="Cambria"/>
              </a:rPr>
              <a:t>this</a:t>
            </a:r>
            <a:r>
              <a:rPr sz="2400" dirty="0">
                <a:latin typeface="Cambria"/>
                <a:cs typeface="Cambria"/>
              </a:rPr>
              <a:t>	</a:t>
            </a:r>
            <a:r>
              <a:rPr sz="2400" spc="-10" dirty="0">
                <a:latin typeface="Cambria"/>
                <a:cs typeface="Cambria"/>
              </a:rPr>
              <a:t>parser</a:t>
            </a:r>
            <a:r>
              <a:rPr sz="2400" dirty="0">
                <a:latin typeface="Cambria"/>
                <a:cs typeface="Cambria"/>
              </a:rPr>
              <a:t>	</a:t>
            </a:r>
            <a:r>
              <a:rPr sz="2400" spc="-25" dirty="0">
                <a:latin typeface="Cambria"/>
                <a:cs typeface="Cambria"/>
              </a:rPr>
              <a:t>are</a:t>
            </a:r>
            <a:r>
              <a:rPr sz="2400" dirty="0">
                <a:latin typeface="Cambria"/>
                <a:cs typeface="Cambria"/>
              </a:rPr>
              <a:t>	</a:t>
            </a:r>
            <a:r>
              <a:rPr sz="2400" spc="-10" dirty="0">
                <a:latin typeface="Cambria"/>
                <a:cs typeface="Cambria"/>
              </a:rPr>
              <a:t>input</a:t>
            </a:r>
            <a:endParaRPr sz="2400">
              <a:latin typeface="Cambria"/>
              <a:cs typeface="Cambria"/>
            </a:endParaRPr>
          </a:p>
          <a:p>
            <a:pPr marL="195580">
              <a:lnSpc>
                <a:spcPts val="2735"/>
              </a:lnSpc>
            </a:pPr>
            <a:r>
              <a:rPr sz="2400" spc="-35" dirty="0">
                <a:latin typeface="Cambria"/>
                <a:cs typeface="Cambria"/>
              </a:rPr>
              <a:t>buffer,</a:t>
            </a:r>
            <a:r>
              <a:rPr sz="2400" spc="-70" dirty="0">
                <a:latin typeface="Cambria"/>
                <a:cs typeface="Cambria"/>
              </a:rPr>
              <a:t> </a:t>
            </a:r>
            <a:r>
              <a:rPr sz="2400" dirty="0">
                <a:latin typeface="Cambria"/>
                <a:cs typeface="Cambria"/>
              </a:rPr>
              <a:t>stack</a:t>
            </a:r>
            <a:r>
              <a:rPr sz="2400" spc="-35" dirty="0">
                <a:latin typeface="Cambria"/>
                <a:cs typeface="Cambria"/>
              </a:rPr>
              <a:t> </a:t>
            </a:r>
            <a:r>
              <a:rPr sz="2400" dirty="0">
                <a:latin typeface="Cambria"/>
                <a:cs typeface="Cambria"/>
              </a:rPr>
              <a:t>and</a:t>
            </a:r>
            <a:r>
              <a:rPr sz="2400" spc="-60" dirty="0">
                <a:latin typeface="Cambria"/>
                <a:cs typeface="Cambria"/>
              </a:rPr>
              <a:t> </a:t>
            </a:r>
            <a:r>
              <a:rPr sz="2400" dirty="0">
                <a:latin typeface="Cambria"/>
                <a:cs typeface="Cambria"/>
              </a:rPr>
              <a:t>parsing</a:t>
            </a:r>
            <a:r>
              <a:rPr sz="2400" spc="-50" dirty="0">
                <a:latin typeface="Cambria"/>
                <a:cs typeface="Cambria"/>
              </a:rPr>
              <a:t> </a:t>
            </a:r>
            <a:r>
              <a:rPr sz="2400" spc="-10" dirty="0">
                <a:latin typeface="Cambria"/>
                <a:cs typeface="Cambria"/>
              </a:rPr>
              <a:t>table.</a:t>
            </a:r>
            <a:endParaRPr sz="2400">
              <a:latin typeface="Cambria"/>
              <a:cs typeface="Cambri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700"/>
              </a:spcBef>
            </a:pPr>
            <a:endParaRPr sz="3600">
              <a:latin typeface="Times New Roman"/>
              <a:cs typeface="Times New Roman"/>
            </a:endParaRPr>
          </a:p>
          <a:p>
            <a:pPr marL="344170" marR="533400">
              <a:lnSpc>
                <a:spcPct val="90000"/>
              </a:lnSpc>
            </a:pPr>
            <a:r>
              <a:rPr sz="3600" b="1" spc="-65" dirty="0">
                <a:solidFill>
                  <a:srgbClr val="FFFFFF"/>
                </a:solidFill>
                <a:latin typeface="Cambria"/>
                <a:cs typeface="Cambria"/>
              </a:rPr>
              <a:t>LL(1)</a:t>
            </a:r>
            <a:r>
              <a:rPr sz="3600" b="1" spc="-125" dirty="0">
                <a:solidFill>
                  <a:srgbClr val="FFFFFF"/>
                </a:solidFill>
                <a:latin typeface="Cambria"/>
                <a:cs typeface="Cambria"/>
              </a:rPr>
              <a:t> </a:t>
            </a:r>
            <a:r>
              <a:rPr sz="3600" b="1" spc="-60" dirty="0">
                <a:solidFill>
                  <a:srgbClr val="FFFFFF"/>
                </a:solidFill>
                <a:latin typeface="Cambria"/>
                <a:cs typeface="Cambria"/>
              </a:rPr>
              <a:t>Parser </a:t>
            </a:r>
            <a:r>
              <a:rPr sz="3600" b="1" spc="-25" dirty="0">
                <a:solidFill>
                  <a:srgbClr val="FFFFFF"/>
                </a:solidFill>
                <a:latin typeface="Cambria"/>
                <a:cs typeface="Cambria"/>
              </a:rPr>
              <a:t>or </a:t>
            </a:r>
            <a:r>
              <a:rPr sz="3600" b="1" spc="-10" dirty="0">
                <a:solidFill>
                  <a:srgbClr val="FFFFFF"/>
                </a:solidFill>
                <a:latin typeface="Cambria"/>
                <a:cs typeface="Cambria"/>
              </a:rPr>
              <a:t>Predictive parsing</a:t>
            </a:r>
            <a:endParaRPr sz="3600">
              <a:latin typeface="Cambria"/>
              <a:cs typeface="Cambria"/>
            </a:endParaRPr>
          </a:p>
        </p:txBody>
      </p:sp>
      <p:sp>
        <p:nvSpPr>
          <p:cNvPr id="3" name="object 3"/>
          <p:cNvSpPr txBox="1"/>
          <p:nvPr/>
        </p:nvSpPr>
        <p:spPr>
          <a:xfrm>
            <a:off x="3948429" y="853185"/>
            <a:ext cx="3333750" cy="391160"/>
          </a:xfrm>
          <a:prstGeom prst="rect">
            <a:avLst/>
          </a:prstGeom>
        </p:spPr>
        <p:txBody>
          <a:bodyPr vert="horz" wrap="square" lIns="0" tIns="12700" rIns="0" bIns="0" rtlCol="0">
            <a:spAutoFit/>
          </a:bodyPr>
          <a:lstStyle/>
          <a:p>
            <a:pPr marL="12700">
              <a:lnSpc>
                <a:spcPct val="100000"/>
              </a:lnSpc>
              <a:spcBef>
                <a:spcPts val="1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Steps</a:t>
            </a:r>
            <a:r>
              <a:rPr sz="2400" spc="-100" dirty="0">
                <a:latin typeface="Cambria"/>
                <a:cs typeface="Cambria"/>
              </a:rPr>
              <a:t> </a:t>
            </a:r>
            <a:r>
              <a:rPr sz="2400" dirty="0">
                <a:latin typeface="Cambria"/>
                <a:cs typeface="Cambria"/>
              </a:rPr>
              <a:t>to</a:t>
            </a:r>
            <a:r>
              <a:rPr sz="2400" spc="-45" dirty="0">
                <a:latin typeface="Cambria"/>
                <a:cs typeface="Cambria"/>
              </a:rPr>
              <a:t> </a:t>
            </a:r>
            <a:r>
              <a:rPr sz="2400" dirty="0">
                <a:latin typeface="Cambria"/>
                <a:cs typeface="Cambria"/>
              </a:rPr>
              <a:t>construct</a:t>
            </a:r>
            <a:r>
              <a:rPr sz="2400" spc="-40" dirty="0">
                <a:latin typeface="Cambria"/>
                <a:cs typeface="Cambria"/>
              </a:rPr>
              <a:t> </a:t>
            </a:r>
            <a:r>
              <a:rPr sz="2400" spc="-25" dirty="0">
                <a:latin typeface="Cambria"/>
                <a:cs typeface="Cambria"/>
              </a:rPr>
              <a:t>LL(1)</a:t>
            </a:r>
            <a:endParaRPr sz="2400">
              <a:latin typeface="Cambria"/>
              <a:cs typeface="Cambria"/>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527685" algn="l"/>
              </a:tabLst>
            </a:pPr>
            <a:r>
              <a:rPr spc="-25" dirty="0">
                <a:solidFill>
                  <a:srgbClr val="40B9D2"/>
                </a:solidFill>
              </a:rPr>
              <a:t>I.</a:t>
            </a:r>
            <a:r>
              <a:rPr dirty="0">
                <a:solidFill>
                  <a:srgbClr val="40B9D2"/>
                </a:solidFill>
              </a:rPr>
              <a:t>	</a:t>
            </a:r>
            <a:r>
              <a:rPr spc="-20" dirty="0"/>
              <a:t>Remove</a:t>
            </a:r>
            <a:r>
              <a:rPr spc="-50" dirty="0"/>
              <a:t> </a:t>
            </a:r>
            <a:r>
              <a:rPr dirty="0"/>
              <a:t>left</a:t>
            </a:r>
            <a:r>
              <a:rPr spc="-65" dirty="0"/>
              <a:t> </a:t>
            </a:r>
            <a:r>
              <a:rPr spc="-10" dirty="0"/>
              <a:t>recursion.</a:t>
            </a:r>
          </a:p>
        </p:txBody>
      </p:sp>
      <p:sp>
        <p:nvSpPr>
          <p:cNvPr id="5" name="object 5"/>
          <p:cNvSpPr txBox="1"/>
          <p:nvPr/>
        </p:nvSpPr>
        <p:spPr>
          <a:xfrm>
            <a:off x="3948429" y="1816734"/>
            <a:ext cx="5885180" cy="391160"/>
          </a:xfrm>
          <a:prstGeom prst="rect">
            <a:avLst/>
          </a:prstGeom>
        </p:spPr>
        <p:txBody>
          <a:bodyPr vert="horz" wrap="square" lIns="0" tIns="12700" rIns="0" bIns="0" rtlCol="0">
            <a:spAutoFit/>
          </a:bodyPr>
          <a:lstStyle/>
          <a:p>
            <a:pPr marL="12700">
              <a:lnSpc>
                <a:spcPct val="100000"/>
              </a:lnSpc>
              <a:spcBef>
                <a:spcPts val="100"/>
              </a:spcBef>
              <a:tabLst>
                <a:tab pos="527685" algn="l"/>
              </a:tabLst>
            </a:pPr>
            <a:r>
              <a:rPr sz="2400" spc="-25" dirty="0">
                <a:solidFill>
                  <a:srgbClr val="40B9D2"/>
                </a:solidFill>
                <a:latin typeface="Cambria"/>
                <a:cs typeface="Cambria"/>
              </a:rPr>
              <a:t>II.</a:t>
            </a:r>
            <a:r>
              <a:rPr sz="2400" dirty="0">
                <a:solidFill>
                  <a:srgbClr val="40B9D2"/>
                </a:solidFill>
                <a:latin typeface="Cambria"/>
                <a:cs typeface="Cambria"/>
              </a:rPr>
              <a:t>	</a:t>
            </a:r>
            <a:r>
              <a:rPr sz="2400" spc="-10" dirty="0">
                <a:latin typeface="Cambria"/>
                <a:cs typeface="Cambria"/>
              </a:rPr>
              <a:t>Compute</a:t>
            </a:r>
            <a:r>
              <a:rPr sz="2400" spc="-35" dirty="0">
                <a:latin typeface="Cambria"/>
                <a:cs typeface="Cambria"/>
              </a:rPr>
              <a:t> </a:t>
            </a:r>
            <a:r>
              <a:rPr sz="2400" dirty="0">
                <a:latin typeface="Cambria"/>
                <a:cs typeface="Cambria"/>
              </a:rPr>
              <a:t>first</a:t>
            </a:r>
            <a:r>
              <a:rPr sz="2400" spc="-65" dirty="0">
                <a:latin typeface="Cambria"/>
                <a:cs typeface="Cambria"/>
              </a:rPr>
              <a:t> </a:t>
            </a:r>
            <a:r>
              <a:rPr sz="2400" dirty="0">
                <a:latin typeface="Cambria"/>
                <a:cs typeface="Cambria"/>
              </a:rPr>
              <a:t>and</a:t>
            </a:r>
            <a:r>
              <a:rPr sz="2400" spc="-55" dirty="0">
                <a:latin typeface="Cambria"/>
                <a:cs typeface="Cambria"/>
              </a:rPr>
              <a:t> </a:t>
            </a:r>
            <a:r>
              <a:rPr sz="2400" dirty="0">
                <a:latin typeface="Cambria"/>
                <a:cs typeface="Cambria"/>
              </a:rPr>
              <a:t>follow</a:t>
            </a:r>
            <a:r>
              <a:rPr sz="2400" spc="-45" dirty="0">
                <a:latin typeface="Cambria"/>
                <a:cs typeface="Cambria"/>
              </a:rPr>
              <a:t> </a:t>
            </a:r>
            <a:r>
              <a:rPr sz="2400" dirty="0">
                <a:latin typeface="Cambria"/>
                <a:cs typeface="Cambria"/>
              </a:rPr>
              <a:t>of</a:t>
            </a:r>
            <a:r>
              <a:rPr sz="2400" spc="-40" dirty="0">
                <a:latin typeface="Cambria"/>
                <a:cs typeface="Cambria"/>
              </a:rPr>
              <a:t> </a:t>
            </a:r>
            <a:r>
              <a:rPr sz="2400" dirty="0">
                <a:latin typeface="Cambria"/>
                <a:cs typeface="Cambria"/>
              </a:rPr>
              <a:t>non</a:t>
            </a:r>
            <a:r>
              <a:rPr sz="2400" spc="-65" dirty="0">
                <a:latin typeface="Cambria"/>
                <a:cs typeface="Cambria"/>
              </a:rPr>
              <a:t> </a:t>
            </a:r>
            <a:r>
              <a:rPr sz="2400" spc="-10" dirty="0">
                <a:latin typeface="Cambria"/>
                <a:cs typeface="Cambria"/>
              </a:rPr>
              <a:t>terminal.</a:t>
            </a:r>
            <a:endParaRPr sz="2400">
              <a:latin typeface="Cambria"/>
              <a:cs typeface="Cambria"/>
            </a:endParaRPr>
          </a:p>
        </p:txBody>
      </p:sp>
      <p:sp>
        <p:nvSpPr>
          <p:cNvPr id="6" name="object 6"/>
          <p:cNvSpPr txBox="1"/>
          <p:nvPr/>
        </p:nvSpPr>
        <p:spPr>
          <a:xfrm>
            <a:off x="3948429" y="2182915"/>
            <a:ext cx="6496050" cy="1317625"/>
          </a:xfrm>
          <a:prstGeom prst="rect">
            <a:avLst/>
          </a:prstGeom>
        </p:spPr>
        <p:txBody>
          <a:bodyPr vert="horz" wrap="square" lIns="0" tIns="127635" rIns="0" bIns="0" rtlCol="0">
            <a:spAutoFit/>
          </a:bodyPr>
          <a:lstStyle/>
          <a:p>
            <a:pPr marL="12700">
              <a:lnSpc>
                <a:spcPct val="100000"/>
              </a:lnSpc>
              <a:spcBef>
                <a:spcPts val="1005"/>
              </a:spcBef>
              <a:tabLst>
                <a:tab pos="527685" algn="l"/>
              </a:tabLst>
            </a:pPr>
            <a:r>
              <a:rPr sz="2400" spc="-20" dirty="0">
                <a:solidFill>
                  <a:srgbClr val="40B9D2"/>
                </a:solidFill>
                <a:latin typeface="Cambria"/>
                <a:cs typeface="Cambria"/>
              </a:rPr>
              <a:t>III.</a:t>
            </a:r>
            <a:r>
              <a:rPr sz="2400" dirty="0">
                <a:solidFill>
                  <a:srgbClr val="40B9D2"/>
                </a:solidFill>
                <a:latin typeface="Cambria"/>
                <a:cs typeface="Cambria"/>
              </a:rPr>
              <a:t>	</a:t>
            </a:r>
            <a:r>
              <a:rPr sz="2400" dirty="0">
                <a:latin typeface="Cambria"/>
                <a:cs typeface="Cambria"/>
              </a:rPr>
              <a:t>Construct</a:t>
            </a:r>
            <a:r>
              <a:rPr sz="2400" spc="-100" dirty="0">
                <a:latin typeface="Cambria"/>
                <a:cs typeface="Cambria"/>
              </a:rPr>
              <a:t> </a:t>
            </a:r>
            <a:r>
              <a:rPr sz="2400" spc="-10" dirty="0">
                <a:latin typeface="Cambria"/>
                <a:cs typeface="Cambria"/>
              </a:rPr>
              <a:t>predictive</a:t>
            </a:r>
            <a:r>
              <a:rPr sz="2400" spc="-95" dirty="0">
                <a:latin typeface="Cambria"/>
                <a:cs typeface="Cambria"/>
              </a:rPr>
              <a:t> </a:t>
            </a:r>
            <a:r>
              <a:rPr sz="2400" dirty="0">
                <a:latin typeface="Cambria"/>
                <a:cs typeface="Cambria"/>
              </a:rPr>
              <a:t>parsing</a:t>
            </a:r>
            <a:r>
              <a:rPr sz="2400" spc="-105" dirty="0">
                <a:latin typeface="Cambria"/>
                <a:cs typeface="Cambria"/>
              </a:rPr>
              <a:t> </a:t>
            </a:r>
            <a:r>
              <a:rPr sz="2400" spc="-10" dirty="0">
                <a:latin typeface="Cambria"/>
                <a:cs typeface="Cambria"/>
              </a:rPr>
              <a:t>table.</a:t>
            </a:r>
            <a:endParaRPr sz="2400">
              <a:latin typeface="Cambria"/>
              <a:cs typeface="Cambria"/>
            </a:endParaRPr>
          </a:p>
          <a:p>
            <a:pPr marL="12700">
              <a:lnSpc>
                <a:spcPts val="2735"/>
              </a:lnSpc>
              <a:spcBef>
                <a:spcPts val="915"/>
              </a:spcBef>
              <a:tabLst>
                <a:tab pos="527685" algn="l"/>
              </a:tabLst>
            </a:pPr>
            <a:r>
              <a:rPr sz="2400" spc="-25" dirty="0">
                <a:solidFill>
                  <a:srgbClr val="40B9D2"/>
                </a:solidFill>
                <a:latin typeface="Cambria"/>
                <a:cs typeface="Cambria"/>
              </a:rPr>
              <a:t>IV.</a:t>
            </a:r>
            <a:r>
              <a:rPr sz="2400" dirty="0">
                <a:solidFill>
                  <a:srgbClr val="40B9D2"/>
                </a:solidFill>
                <a:latin typeface="Cambria"/>
                <a:cs typeface="Cambria"/>
              </a:rPr>
              <a:t>	</a:t>
            </a:r>
            <a:r>
              <a:rPr sz="2400" dirty="0">
                <a:latin typeface="Cambria"/>
                <a:cs typeface="Cambria"/>
              </a:rPr>
              <a:t>Parse</a:t>
            </a:r>
            <a:r>
              <a:rPr sz="2400" spc="-45" dirty="0">
                <a:latin typeface="Cambria"/>
                <a:cs typeface="Cambria"/>
              </a:rPr>
              <a:t> </a:t>
            </a:r>
            <a:r>
              <a:rPr sz="2400" dirty="0">
                <a:latin typeface="Cambria"/>
                <a:cs typeface="Cambria"/>
              </a:rPr>
              <a:t>the</a:t>
            </a:r>
            <a:r>
              <a:rPr sz="2400" spc="-30" dirty="0">
                <a:latin typeface="Cambria"/>
                <a:cs typeface="Cambria"/>
              </a:rPr>
              <a:t> </a:t>
            </a:r>
            <a:r>
              <a:rPr sz="2400" dirty="0">
                <a:latin typeface="Cambria"/>
                <a:cs typeface="Cambria"/>
              </a:rPr>
              <a:t>input</a:t>
            </a:r>
            <a:r>
              <a:rPr sz="2400" spc="-45" dirty="0">
                <a:latin typeface="Cambria"/>
                <a:cs typeface="Cambria"/>
              </a:rPr>
              <a:t> </a:t>
            </a:r>
            <a:r>
              <a:rPr sz="2400" dirty="0">
                <a:latin typeface="Cambria"/>
                <a:cs typeface="Cambria"/>
              </a:rPr>
              <a:t>string</a:t>
            </a:r>
            <a:r>
              <a:rPr sz="2400" spc="-50" dirty="0">
                <a:latin typeface="Cambria"/>
                <a:cs typeface="Cambria"/>
              </a:rPr>
              <a:t> </a:t>
            </a:r>
            <a:r>
              <a:rPr sz="2400" dirty="0">
                <a:latin typeface="Cambria"/>
                <a:cs typeface="Cambria"/>
              </a:rPr>
              <a:t>with</a:t>
            </a:r>
            <a:r>
              <a:rPr sz="2400" spc="-50" dirty="0">
                <a:latin typeface="Cambria"/>
                <a:cs typeface="Cambria"/>
              </a:rPr>
              <a:t> </a:t>
            </a:r>
            <a:r>
              <a:rPr sz="2400" dirty="0">
                <a:latin typeface="Cambria"/>
                <a:cs typeface="Cambria"/>
              </a:rPr>
              <a:t>the</a:t>
            </a:r>
            <a:r>
              <a:rPr sz="2400" spc="-30" dirty="0">
                <a:latin typeface="Cambria"/>
                <a:cs typeface="Cambria"/>
              </a:rPr>
              <a:t> </a:t>
            </a:r>
            <a:r>
              <a:rPr sz="2400" dirty="0">
                <a:latin typeface="Cambria"/>
                <a:cs typeface="Cambria"/>
              </a:rPr>
              <a:t>help</a:t>
            </a:r>
            <a:r>
              <a:rPr sz="2400" spc="-40" dirty="0">
                <a:latin typeface="Cambria"/>
                <a:cs typeface="Cambria"/>
              </a:rPr>
              <a:t> </a:t>
            </a:r>
            <a:r>
              <a:rPr sz="2400" dirty="0">
                <a:latin typeface="Cambria"/>
                <a:cs typeface="Cambria"/>
              </a:rPr>
              <a:t>of</a:t>
            </a:r>
            <a:r>
              <a:rPr sz="2400" spc="-30" dirty="0">
                <a:latin typeface="Cambria"/>
                <a:cs typeface="Cambria"/>
              </a:rPr>
              <a:t> </a:t>
            </a:r>
            <a:r>
              <a:rPr sz="2400" spc="-10" dirty="0">
                <a:latin typeface="Cambria"/>
                <a:cs typeface="Cambria"/>
              </a:rPr>
              <a:t>parsing</a:t>
            </a:r>
            <a:endParaRPr sz="2400">
              <a:latin typeface="Cambria"/>
              <a:cs typeface="Cambria"/>
            </a:endParaRPr>
          </a:p>
          <a:p>
            <a:pPr marL="527685">
              <a:lnSpc>
                <a:spcPts val="2735"/>
              </a:lnSpc>
            </a:pPr>
            <a:r>
              <a:rPr sz="2400" spc="-10" dirty="0">
                <a:latin typeface="Cambria"/>
                <a:cs typeface="Cambria"/>
              </a:rPr>
              <a:t>table.</a:t>
            </a:r>
            <a:endParaRPr sz="2400">
              <a:latin typeface="Cambria"/>
              <a:cs typeface="Cambri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534035">
              <a:lnSpc>
                <a:spcPts val="3890"/>
              </a:lnSpc>
            </a:pPr>
            <a:r>
              <a:rPr sz="3600" b="1" spc="-65" dirty="0">
                <a:solidFill>
                  <a:srgbClr val="FFFFFF"/>
                </a:solidFill>
                <a:latin typeface="Cambria"/>
                <a:cs typeface="Cambria"/>
              </a:rPr>
              <a:t>LL(1)</a:t>
            </a:r>
            <a:r>
              <a:rPr sz="3600" b="1" spc="-114" dirty="0">
                <a:solidFill>
                  <a:srgbClr val="FFFFFF"/>
                </a:solidFill>
                <a:latin typeface="Cambria"/>
                <a:cs typeface="Cambria"/>
              </a:rPr>
              <a:t> </a:t>
            </a:r>
            <a:r>
              <a:rPr sz="3600" b="1" spc="-65" dirty="0">
                <a:solidFill>
                  <a:srgbClr val="FFFFFF"/>
                </a:solidFill>
                <a:latin typeface="Cambria"/>
                <a:cs typeface="Cambria"/>
              </a:rPr>
              <a:t>Parser </a:t>
            </a:r>
            <a:r>
              <a:rPr sz="3600" b="1" spc="-10" dirty="0">
                <a:solidFill>
                  <a:srgbClr val="FFFFFF"/>
                </a:solidFill>
                <a:latin typeface="Cambria"/>
                <a:cs typeface="Cambria"/>
              </a:rPr>
              <a:t>Example:</a:t>
            </a:r>
            <a:endParaRPr sz="3600">
              <a:latin typeface="Cambria"/>
              <a:cs typeface="Cambria"/>
            </a:endParaRPr>
          </a:p>
        </p:txBody>
      </p:sp>
      <p:sp>
        <p:nvSpPr>
          <p:cNvPr id="3" name="object 3"/>
          <p:cNvSpPr txBox="1"/>
          <p:nvPr/>
        </p:nvSpPr>
        <p:spPr>
          <a:xfrm>
            <a:off x="3948429" y="851661"/>
            <a:ext cx="4252595" cy="160655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E</a:t>
            </a:r>
            <a:r>
              <a:rPr sz="2400" dirty="0">
                <a:latin typeface="Wingdings"/>
                <a:cs typeface="Wingdings"/>
              </a:rPr>
              <a:t></a:t>
            </a:r>
            <a:r>
              <a:rPr sz="2400" spc="-95" dirty="0">
                <a:latin typeface="Times New Roman"/>
                <a:cs typeface="Times New Roman"/>
              </a:rPr>
              <a:t> </a:t>
            </a:r>
            <a:r>
              <a:rPr sz="2400" dirty="0">
                <a:latin typeface="Cambria"/>
                <a:cs typeface="Cambria"/>
              </a:rPr>
              <a:t>E</a:t>
            </a:r>
            <a:r>
              <a:rPr sz="2400" spc="-20" dirty="0">
                <a:latin typeface="Cambria"/>
                <a:cs typeface="Cambria"/>
              </a:rPr>
              <a:t> </a:t>
            </a:r>
            <a:r>
              <a:rPr sz="2400" dirty="0">
                <a:latin typeface="Cambria"/>
                <a:cs typeface="Cambria"/>
              </a:rPr>
              <a:t>+</a:t>
            </a:r>
            <a:r>
              <a:rPr sz="2400" spc="-5" dirty="0">
                <a:latin typeface="Cambria"/>
                <a:cs typeface="Cambria"/>
              </a:rPr>
              <a:t> </a:t>
            </a:r>
            <a:r>
              <a:rPr sz="2400" dirty="0">
                <a:latin typeface="Cambria"/>
                <a:cs typeface="Cambria"/>
              </a:rPr>
              <a:t>T</a:t>
            </a:r>
            <a:r>
              <a:rPr sz="2400" spc="-5" dirty="0">
                <a:latin typeface="Cambria"/>
                <a:cs typeface="Cambria"/>
              </a:rPr>
              <a:t> </a:t>
            </a:r>
            <a:r>
              <a:rPr sz="2400" dirty="0">
                <a:latin typeface="Cambria"/>
                <a:cs typeface="Cambria"/>
              </a:rPr>
              <a:t>|</a:t>
            </a:r>
            <a:r>
              <a:rPr sz="2400" spc="-15" dirty="0">
                <a:latin typeface="Cambria"/>
                <a:cs typeface="Cambria"/>
              </a:rPr>
              <a:t> </a:t>
            </a:r>
            <a:r>
              <a:rPr sz="2400" spc="-50" dirty="0">
                <a:latin typeface="Cambria"/>
                <a:cs typeface="Cambria"/>
              </a:rPr>
              <a:t>T</a:t>
            </a:r>
            <a:endParaRPr sz="2400">
              <a:latin typeface="Cambria"/>
              <a:cs typeface="Cambria"/>
            </a:endParaRPr>
          </a:p>
          <a:p>
            <a:pPr marL="12700" marR="2684145">
              <a:lnSpc>
                <a:spcPct val="100000"/>
              </a:lnSpc>
            </a:pPr>
            <a:r>
              <a:rPr sz="2400" dirty="0">
                <a:latin typeface="Cambria"/>
                <a:cs typeface="Cambria"/>
              </a:rPr>
              <a:t>T</a:t>
            </a:r>
            <a:r>
              <a:rPr sz="2400" dirty="0">
                <a:latin typeface="Wingdings"/>
                <a:cs typeface="Wingdings"/>
              </a:rPr>
              <a:t></a:t>
            </a:r>
            <a:r>
              <a:rPr sz="2400" spc="-95" dirty="0">
                <a:latin typeface="Times New Roman"/>
                <a:cs typeface="Times New Roman"/>
              </a:rPr>
              <a:t> </a:t>
            </a:r>
            <a:r>
              <a:rPr sz="2400" dirty="0">
                <a:latin typeface="Cambria"/>
                <a:cs typeface="Cambria"/>
              </a:rPr>
              <a:t>T</a:t>
            </a:r>
            <a:r>
              <a:rPr sz="2400" spc="-5" dirty="0">
                <a:latin typeface="Cambria"/>
                <a:cs typeface="Cambria"/>
              </a:rPr>
              <a:t> </a:t>
            </a:r>
            <a:r>
              <a:rPr sz="2400" dirty="0">
                <a:latin typeface="Cambria"/>
                <a:cs typeface="Cambria"/>
              </a:rPr>
              <a:t>*</a:t>
            </a:r>
            <a:r>
              <a:rPr sz="2400" spc="-10" dirty="0">
                <a:latin typeface="Cambria"/>
                <a:cs typeface="Cambria"/>
              </a:rPr>
              <a:t> </a:t>
            </a:r>
            <a:r>
              <a:rPr sz="2400" dirty="0">
                <a:latin typeface="Cambria"/>
                <a:cs typeface="Cambria"/>
              </a:rPr>
              <a:t>F</a:t>
            </a:r>
            <a:r>
              <a:rPr sz="2400" spc="-5" dirty="0">
                <a:latin typeface="Cambria"/>
                <a:cs typeface="Cambria"/>
              </a:rPr>
              <a:t> </a:t>
            </a:r>
            <a:r>
              <a:rPr sz="2400" dirty="0">
                <a:latin typeface="Cambria"/>
                <a:cs typeface="Cambria"/>
              </a:rPr>
              <a:t>|</a:t>
            </a:r>
            <a:r>
              <a:rPr sz="2400" spc="-20" dirty="0">
                <a:latin typeface="Cambria"/>
                <a:cs typeface="Cambria"/>
              </a:rPr>
              <a:t> </a:t>
            </a:r>
            <a:r>
              <a:rPr sz="2400" spc="-50" dirty="0">
                <a:latin typeface="Cambria"/>
                <a:cs typeface="Cambria"/>
              </a:rPr>
              <a:t>F </a:t>
            </a:r>
            <a:r>
              <a:rPr sz="2400" dirty="0">
                <a:latin typeface="Cambria"/>
                <a:cs typeface="Cambria"/>
              </a:rPr>
              <a:t>F</a:t>
            </a:r>
            <a:r>
              <a:rPr sz="2400" dirty="0">
                <a:latin typeface="Wingdings"/>
                <a:cs typeface="Wingdings"/>
              </a:rPr>
              <a:t></a:t>
            </a:r>
            <a:r>
              <a:rPr sz="2400" spc="-90" dirty="0">
                <a:latin typeface="Times New Roman"/>
                <a:cs typeface="Times New Roman"/>
              </a:rPr>
              <a:t> </a:t>
            </a:r>
            <a:r>
              <a:rPr sz="2400" dirty="0">
                <a:latin typeface="Cambria"/>
                <a:cs typeface="Cambria"/>
              </a:rPr>
              <a:t>id</a:t>
            </a:r>
            <a:r>
              <a:rPr sz="2400" spc="-10" dirty="0">
                <a:latin typeface="Cambria"/>
                <a:cs typeface="Cambria"/>
              </a:rPr>
              <a:t> </a:t>
            </a:r>
            <a:r>
              <a:rPr sz="2400" dirty="0">
                <a:latin typeface="Cambria"/>
                <a:cs typeface="Cambria"/>
              </a:rPr>
              <a:t>|</a:t>
            </a:r>
            <a:r>
              <a:rPr sz="2400" spc="-15" dirty="0">
                <a:latin typeface="Cambria"/>
                <a:cs typeface="Cambria"/>
              </a:rPr>
              <a:t> </a:t>
            </a:r>
            <a:r>
              <a:rPr sz="2400" spc="-25" dirty="0">
                <a:latin typeface="Cambria"/>
                <a:cs typeface="Cambria"/>
              </a:rPr>
              <a:t>(E)</a:t>
            </a:r>
            <a:endParaRPr sz="2400">
              <a:latin typeface="Cambria"/>
              <a:cs typeface="Cambria"/>
            </a:endParaRPr>
          </a:p>
          <a:p>
            <a:pPr marL="12700">
              <a:lnSpc>
                <a:spcPct val="100000"/>
              </a:lnSpc>
              <a:spcBef>
                <a:spcPts val="9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Step</a:t>
            </a:r>
            <a:r>
              <a:rPr sz="2400" spc="-100" dirty="0">
                <a:latin typeface="Cambria"/>
                <a:cs typeface="Cambria"/>
              </a:rPr>
              <a:t> </a:t>
            </a:r>
            <a:r>
              <a:rPr sz="2400" dirty="0">
                <a:latin typeface="Cambria"/>
                <a:cs typeface="Cambria"/>
              </a:rPr>
              <a:t>1:-</a:t>
            </a:r>
            <a:r>
              <a:rPr sz="2400" spc="-55" dirty="0">
                <a:latin typeface="Cambria"/>
                <a:cs typeface="Cambria"/>
              </a:rPr>
              <a:t> </a:t>
            </a:r>
            <a:r>
              <a:rPr sz="2400" spc="-20" dirty="0">
                <a:latin typeface="Cambria"/>
                <a:cs typeface="Cambria"/>
              </a:rPr>
              <a:t>Remove</a:t>
            </a:r>
            <a:r>
              <a:rPr sz="2400" spc="-35" dirty="0">
                <a:latin typeface="Cambria"/>
                <a:cs typeface="Cambria"/>
              </a:rPr>
              <a:t> </a:t>
            </a:r>
            <a:r>
              <a:rPr sz="2400" dirty="0">
                <a:latin typeface="Cambria"/>
                <a:cs typeface="Cambria"/>
              </a:rPr>
              <a:t>Left</a:t>
            </a:r>
            <a:r>
              <a:rPr sz="2400" spc="-50" dirty="0">
                <a:latin typeface="Cambria"/>
                <a:cs typeface="Cambria"/>
              </a:rPr>
              <a:t> </a:t>
            </a:r>
            <a:r>
              <a:rPr sz="2400" spc="-10" dirty="0">
                <a:latin typeface="Cambria"/>
                <a:cs typeface="Cambria"/>
              </a:rPr>
              <a:t>Recursion</a:t>
            </a:r>
            <a:endParaRPr sz="2400">
              <a:latin typeface="Cambria"/>
              <a:cs typeface="Cambria"/>
            </a:endParaRPr>
          </a:p>
        </p:txBody>
      </p:sp>
      <p:sp>
        <p:nvSpPr>
          <p:cNvPr id="4" name="object 4"/>
          <p:cNvSpPr txBox="1"/>
          <p:nvPr/>
        </p:nvSpPr>
        <p:spPr>
          <a:xfrm>
            <a:off x="3948429" y="2914268"/>
            <a:ext cx="1470660" cy="1762760"/>
          </a:xfrm>
          <a:prstGeom prst="rect">
            <a:avLst/>
          </a:prstGeom>
        </p:spPr>
        <p:txBody>
          <a:bodyPr vert="horz" wrap="square" lIns="0" tIns="12065" rIns="0" bIns="0" rtlCol="0">
            <a:spAutoFit/>
          </a:bodyPr>
          <a:lstStyle/>
          <a:p>
            <a:pPr marL="12700">
              <a:lnSpc>
                <a:spcPct val="100000"/>
              </a:lnSpc>
              <a:spcBef>
                <a:spcPts val="95"/>
              </a:spcBef>
            </a:pPr>
            <a:r>
              <a:rPr sz="2200" dirty="0">
                <a:latin typeface="Cambria"/>
                <a:cs typeface="Cambria"/>
              </a:rPr>
              <a:t>E</a:t>
            </a:r>
            <a:r>
              <a:rPr sz="2200" dirty="0">
                <a:latin typeface="Wingdings"/>
                <a:cs typeface="Wingdings"/>
              </a:rPr>
              <a:t></a:t>
            </a:r>
            <a:r>
              <a:rPr sz="2200" spc="-70" dirty="0">
                <a:latin typeface="Times New Roman"/>
                <a:cs typeface="Times New Roman"/>
              </a:rPr>
              <a:t> </a:t>
            </a:r>
            <a:r>
              <a:rPr sz="2200" spc="-25" dirty="0">
                <a:latin typeface="Cambria"/>
                <a:cs typeface="Cambria"/>
              </a:rPr>
              <a:t>TE’</a:t>
            </a:r>
            <a:endParaRPr sz="2200">
              <a:latin typeface="Cambria"/>
              <a:cs typeface="Cambria"/>
            </a:endParaRPr>
          </a:p>
          <a:p>
            <a:pPr marL="12700">
              <a:lnSpc>
                <a:spcPts val="2880"/>
              </a:lnSpc>
              <a:spcBef>
                <a:spcPts val="5"/>
              </a:spcBef>
            </a:pPr>
            <a:r>
              <a:rPr sz="2200" dirty="0">
                <a:latin typeface="Cambria"/>
                <a:cs typeface="Cambria"/>
              </a:rPr>
              <a:t>E’</a:t>
            </a:r>
            <a:r>
              <a:rPr sz="2200" dirty="0">
                <a:latin typeface="Wingdings"/>
                <a:cs typeface="Wingdings"/>
              </a:rPr>
              <a:t></a:t>
            </a:r>
            <a:r>
              <a:rPr sz="2200" spc="-80" dirty="0">
                <a:latin typeface="Times New Roman"/>
                <a:cs typeface="Times New Roman"/>
              </a:rPr>
              <a:t> </a:t>
            </a:r>
            <a:r>
              <a:rPr sz="2200" dirty="0">
                <a:latin typeface="Cambria"/>
                <a:cs typeface="Cambria"/>
              </a:rPr>
              <a:t>+TE’</a:t>
            </a:r>
            <a:r>
              <a:rPr sz="2200" spc="-25" dirty="0">
                <a:latin typeface="Cambria"/>
                <a:cs typeface="Cambria"/>
              </a:rPr>
              <a:t> </a:t>
            </a:r>
            <a:r>
              <a:rPr sz="2200" dirty="0">
                <a:latin typeface="Cambria"/>
                <a:cs typeface="Cambria"/>
              </a:rPr>
              <a:t>|</a:t>
            </a:r>
            <a:r>
              <a:rPr sz="2200" spc="-20" dirty="0">
                <a:latin typeface="Cambria"/>
                <a:cs typeface="Cambria"/>
              </a:rPr>
              <a:t> </a:t>
            </a:r>
            <a:r>
              <a:rPr sz="2400" spc="-50" dirty="0">
                <a:latin typeface="Symbol"/>
                <a:cs typeface="Symbol"/>
              </a:rPr>
              <a:t></a:t>
            </a:r>
            <a:endParaRPr sz="2400">
              <a:latin typeface="Symbol"/>
              <a:cs typeface="Symbol"/>
            </a:endParaRPr>
          </a:p>
          <a:p>
            <a:pPr marL="12700">
              <a:lnSpc>
                <a:spcPts val="2640"/>
              </a:lnSpc>
            </a:pPr>
            <a:r>
              <a:rPr sz="2200" dirty="0">
                <a:latin typeface="Cambria"/>
                <a:cs typeface="Cambria"/>
              </a:rPr>
              <a:t>T </a:t>
            </a:r>
            <a:r>
              <a:rPr sz="2200" dirty="0">
                <a:latin typeface="Wingdings"/>
                <a:cs typeface="Wingdings"/>
              </a:rPr>
              <a:t></a:t>
            </a:r>
            <a:r>
              <a:rPr sz="2200" spc="-65" dirty="0">
                <a:latin typeface="Times New Roman"/>
                <a:cs typeface="Times New Roman"/>
              </a:rPr>
              <a:t> </a:t>
            </a:r>
            <a:r>
              <a:rPr sz="2200" spc="-25" dirty="0">
                <a:latin typeface="Cambria"/>
                <a:cs typeface="Cambria"/>
              </a:rPr>
              <a:t>FT’</a:t>
            </a:r>
            <a:endParaRPr sz="2200">
              <a:latin typeface="Cambria"/>
              <a:cs typeface="Cambria"/>
            </a:endParaRPr>
          </a:p>
          <a:p>
            <a:pPr marL="12700">
              <a:lnSpc>
                <a:spcPts val="2880"/>
              </a:lnSpc>
              <a:spcBef>
                <a:spcPts val="5"/>
              </a:spcBef>
            </a:pPr>
            <a:r>
              <a:rPr sz="2200" dirty="0">
                <a:latin typeface="Cambria"/>
                <a:cs typeface="Cambria"/>
              </a:rPr>
              <a:t>T’</a:t>
            </a:r>
            <a:r>
              <a:rPr sz="2200" dirty="0">
                <a:latin typeface="Wingdings"/>
                <a:cs typeface="Wingdings"/>
              </a:rPr>
              <a:t></a:t>
            </a:r>
            <a:r>
              <a:rPr sz="2200" spc="-75" dirty="0">
                <a:latin typeface="Times New Roman"/>
                <a:cs typeface="Times New Roman"/>
              </a:rPr>
              <a:t> </a:t>
            </a:r>
            <a:r>
              <a:rPr sz="2200" dirty="0">
                <a:latin typeface="Cambria"/>
                <a:cs typeface="Cambria"/>
              </a:rPr>
              <a:t>*FT’</a:t>
            </a:r>
            <a:r>
              <a:rPr sz="2200" spc="-15" dirty="0">
                <a:latin typeface="Cambria"/>
                <a:cs typeface="Cambria"/>
              </a:rPr>
              <a:t> </a:t>
            </a:r>
            <a:r>
              <a:rPr sz="2200" dirty="0">
                <a:latin typeface="Cambria"/>
                <a:cs typeface="Cambria"/>
              </a:rPr>
              <a:t>|</a:t>
            </a:r>
            <a:r>
              <a:rPr sz="2200" spc="-15" dirty="0">
                <a:latin typeface="Cambria"/>
                <a:cs typeface="Cambria"/>
              </a:rPr>
              <a:t> </a:t>
            </a:r>
            <a:r>
              <a:rPr sz="2400" spc="-50" dirty="0">
                <a:latin typeface="Symbol"/>
                <a:cs typeface="Symbol"/>
              </a:rPr>
              <a:t></a:t>
            </a:r>
            <a:endParaRPr sz="2400">
              <a:latin typeface="Symbol"/>
              <a:cs typeface="Symbol"/>
            </a:endParaRPr>
          </a:p>
          <a:p>
            <a:pPr marL="12700">
              <a:lnSpc>
                <a:spcPct val="100000"/>
              </a:lnSpc>
            </a:pPr>
            <a:r>
              <a:rPr sz="2200" dirty="0">
                <a:latin typeface="Cambria"/>
                <a:cs typeface="Cambria"/>
              </a:rPr>
              <a:t>F</a:t>
            </a:r>
            <a:r>
              <a:rPr sz="2200" dirty="0">
                <a:latin typeface="Wingdings"/>
                <a:cs typeface="Wingdings"/>
              </a:rPr>
              <a:t></a:t>
            </a:r>
            <a:r>
              <a:rPr sz="2200" spc="-80" dirty="0">
                <a:latin typeface="Times New Roman"/>
                <a:cs typeface="Times New Roman"/>
              </a:rPr>
              <a:t> </a:t>
            </a:r>
            <a:r>
              <a:rPr sz="2200" dirty="0">
                <a:latin typeface="Cambria"/>
                <a:cs typeface="Cambria"/>
              </a:rPr>
              <a:t>id</a:t>
            </a:r>
            <a:r>
              <a:rPr sz="2200" spc="-10" dirty="0">
                <a:latin typeface="Cambria"/>
                <a:cs typeface="Cambria"/>
              </a:rPr>
              <a:t> </a:t>
            </a:r>
            <a:r>
              <a:rPr sz="2200" dirty="0">
                <a:latin typeface="Cambria"/>
                <a:cs typeface="Cambria"/>
              </a:rPr>
              <a:t>|</a:t>
            </a:r>
            <a:r>
              <a:rPr sz="2200" spc="-10" dirty="0">
                <a:latin typeface="Cambria"/>
                <a:cs typeface="Cambria"/>
              </a:rPr>
              <a:t> </a:t>
            </a:r>
            <a:r>
              <a:rPr sz="2200" spc="-25" dirty="0">
                <a:latin typeface="Cambria"/>
                <a:cs typeface="Cambria"/>
              </a:rPr>
              <a:t>(E)</a:t>
            </a:r>
            <a:endParaRPr sz="2200">
              <a:latin typeface="Cambria"/>
              <a:cs typeface="Cambri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spcBef>
                <a:spcPts val="2950"/>
              </a:spcBef>
            </a:pPr>
            <a:endParaRPr sz="3600">
              <a:latin typeface="Times New Roman"/>
              <a:cs typeface="Times New Roman"/>
            </a:endParaRPr>
          </a:p>
          <a:p>
            <a:pPr marL="344170" marR="534035">
              <a:lnSpc>
                <a:spcPts val="3890"/>
              </a:lnSpc>
            </a:pPr>
            <a:r>
              <a:rPr sz="3600" b="1" spc="-65" dirty="0">
                <a:solidFill>
                  <a:srgbClr val="FFFFFF"/>
                </a:solidFill>
                <a:latin typeface="Cambria"/>
                <a:cs typeface="Cambria"/>
              </a:rPr>
              <a:t>LL(1)</a:t>
            </a:r>
            <a:r>
              <a:rPr sz="3600" b="1" spc="-114" dirty="0">
                <a:solidFill>
                  <a:srgbClr val="FFFFFF"/>
                </a:solidFill>
                <a:latin typeface="Cambria"/>
                <a:cs typeface="Cambria"/>
              </a:rPr>
              <a:t> </a:t>
            </a:r>
            <a:r>
              <a:rPr sz="3600" b="1" spc="-65" dirty="0">
                <a:solidFill>
                  <a:srgbClr val="FFFFFF"/>
                </a:solidFill>
                <a:latin typeface="Cambria"/>
                <a:cs typeface="Cambria"/>
              </a:rPr>
              <a:t>Parser </a:t>
            </a:r>
            <a:r>
              <a:rPr sz="3600" b="1" spc="-10" dirty="0">
                <a:solidFill>
                  <a:srgbClr val="FFFFFF"/>
                </a:solidFill>
                <a:latin typeface="Cambria"/>
                <a:cs typeface="Cambria"/>
              </a:rPr>
              <a:t>Example:</a:t>
            </a:r>
            <a:endParaRPr sz="3600">
              <a:latin typeface="Cambria"/>
              <a:cs typeface="Cambria"/>
            </a:endParaRPr>
          </a:p>
          <a:p>
            <a:pPr marL="344170">
              <a:lnSpc>
                <a:spcPts val="2415"/>
              </a:lnSpc>
            </a:pPr>
            <a:r>
              <a:rPr sz="2400" spc="-40" dirty="0">
                <a:solidFill>
                  <a:srgbClr val="FFFFFF"/>
                </a:solidFill>
                <a:latin typeface="Cambria"/>
                <a:cs typeface="Cambria"/>
              </a:rPr>
              <a:t>E</a:t>
            </a:r>
            <a:r>
              <a:rPr sz="2400" spc="-40" dirty="0">
                <a:solidFill>
                  <a:srgbClr val="FFFFFF"/>
                </a:solidFill>
                <a:latin typeface="Wingdings"/>
                <a:cs typeface="Wingdings"/>
              </a:rPr>
              <a:t></a:t>
            </a:r>
            <a:r>
              <a:rPr sz="2400" spc="-204" dirty="0">
                <a:solidFill>
                  <a:srgbClr val="FFFFFF"/>
                </a:solidFill>
                <a:latin typeface="Times New Roman"/>
                <a:cs typeface="Times New Roman"/>
              </a:rPr>
              <a:t> </a:t>
            </a:r>
            <a:r>
              <a:rPr sz="2400" dirty="0">
                <a:solidFill>
                  <a:srgbClr val="FFFFFF"/>
                </a:solidFill>
                <a:latin typeface="Cambria"/>
                <a:cs typeface="Cambria"/>
              </a:rPr>
              <a:t>E</a:t>
            </a:r>
            <a:r>
              <a:rPr sz="2400" spc="-130" dirty="0">
                <a:solidFill>
                  <a:srgbClr val="FFFFFF"/>
                </a:solidFill>
                <a:latin typeface="Cambria"/>
                <a:cs typeface="Cambria"/>
              </a:rPr>
              <a:t> </a:t>
            </a:r>
            <a:r>
              <a:rPr sz="2400" dirty="0">
                <a:solidFill>
                  <a:srgbClr val="FFFFFF"/>
                </a:solidFill>
                <a:latin typeface="Cambria"/>
                <a:cs typeface="Cambria"/>
              </a:rPr>
              <a:t>+</a:t>
            </a:r>
            <a:r>
              <a:rPr sz="2400" spc="-114" dirty="0">
                <a:solidFill>
                  <a:srgbClr val="FFFFFF"/>
                </a:solidFill>
                <a:latin typeface="Cambria"/>
                <a:cs typeface="Cambria"/>
              </a:rPr>
              <a:t> </a:t>
            </a:r>
            <a:r>
              <a:rPr sz="2400" spc="-20" dirty="0">
                <a:solidFill>
                  <a:srgbClr val="FFFFFF"/>
                </a:solidFill>
                <a:latin typeface="Cambria"/>
                <a:cs typeface="Cambria"/>
              </a:rPr>
              <a:t>T</a:t>
            </a:r>
            <a:r>
              <a:rPr sz="2400" spc="-125" dirty="0">
                <a:solidFill>
                  <a:srgbClr val="FFFFFF"/>
                </a:solidFill>
                <a:latin typeface="Cambria"/>
                <a:cs typeface="Cambria"/>
              </a:rPr>
              <a:t> </a:t>
            </a:r>
            <a:r>
              <a:rPr sz="2400" spc="-10" dirty="0">
                <a:solidFill>
                  <a:srgbClr val="FFFFFF"/>
                </a:solidFill>
                <a:latin typeface="Cambria"/>
                <a:cs typeface="Cambria"/>
              </a:rPr>
              <a:t>|</a:t>
            </a:r>
            <a:r>
              <a:rPr sz="2400" spc="-120" dirty="0">
                <a:solidFill>
                  <a:srgbClr val="FFFFFF"/>
                </a:solidFill>
                <a:latin typeface="Cambria"/>
                <a:cs typeface="Cambria"/>
              </a:rPr>
              <a:t> </a:t>
            </a:r>
            <a:r>
              <a:rPr sz="2400" spc="-50" dirty="0">
                <a:solidFill>
                  <a:srgbClr val="FFFFFF"/>
                </a:solidFill>
                <a:latin typeface="Cambria"/>
                <a:cs typeface="Cambria"/>
              </a:rPr>
              <a:t>T</a:t>
            </a:r>
            <a:endParaRPr sz="2400">
              <a:latin typeface="Cambria"/>
              <a:cs typeface="Cambria"/>
            </a:endParaRPr>
          </a:p>
          <a:p>
            <a:pPr marL="344170" marR="1628139">
              <a:lnSpc>
                <a:spcPts val="2590"/>
              </a:lnSpc>
              <a:spcBef>
                <a:spcPts val="185"/>
              </a:spcBef>
            </a:pPr>
            <a:r>
              <a:rPr sz="2400" spc="-40" dirty="0">
                <a:solidFill>
                  <a:srgbClr val="FFFFFF"/>
                </a:solidFill>
                <a:latin typeface="Cambria"/>
                <a:cs typeface="Cambria"/>
              </a:rPr>
              <a:t>T</a:t>
            </a:r>
            <a:r>
              <a:rPr sz="2400" spc="-40" dirty="0">
                <a:solidFill>
                  <a:srgbClr val="FFFFFF"/>
                </a:solidFill>
                <a:latin typeface="Wingdings"/>
                <a:cs typeface="Wingdings"/>
              </a:rPr>
              <a:t></a:t>
            </a:r>
            <a:r>
              <a:rPr sz="2400" spc="-204" dirty="0">
                <a:solidFill>
                  <a:srgbClr val="FFFFFF"/>
                </a:solidFill>
                <a:latin typeface="Times New Roman"/>
                <a:cs typeface="Times New Roman"/>
              </a:rPr>
              <a:t> </a:t>
            </a:r>
            <a:r>
              <a:rPr sz="2400" spc="-20" dirty="0">
                <a:solidFill>
                  <a:srgbClr val="FFFFFF"/>
                </a:solidFill>
                <a:latin typeface="Cambria"/>
                <a:cs typeface="Cambria"/>
              </a:rPr>
              <a:t>T</a:t>
            </a:r>
            <a:r>
              <a:rPr sz="2400" spc="-114" dirty="0">
                <a:solidFill>
                  <a:srgbClr val="FFFFFF"/>
                </a:solidFill>
                <a:latin typeface="Cambria"/>
                <a:cs typeface="Cambria"/>
              </a:rPr>
              <a:t> </a:t>
            </a:r>
            <a:r>
              <a:rPr sz="2400" dirty="0">
                <a:solidFill>
                  <a:srgbClr val="FFFFFF"/>
                </a:solidFill>
                <a:latin typeface="Cambria"/>
                <a:cs typeface="Cambria"/>
              </a:rPr>
              <a:t>*</a:t>
            </a:r>
            <a:r>
              <a:rPr sz="2400" spc="-125" dirty="0">
                <a:solidFill>
                  <a:srgbClr val="FFFFFF"/>
                </a:solidFill>
                <a:latin typeface="Cambria"/>
                <a:cs typeface="Cambria"/>
              </a:rPr>
              <a:t> </a:t>
            </a:r>
            <a:r>
              <a:rPr sz="2400" dirty="0">
                <a:solidFill>
                  <a:srgbClr val="FFFFFF"/>
                </a:solidFill>
                <a:latin typeface="Cambria"/>
                <a:cs typeface="Cambria"/>
              </a:rPr>
              <a:t>F</a:t>
            </a:r>
            <a:r>
              <a:rPr sz="2400" spc="-120" dirty="0">
                <a:solidFill>
                  <a:srgbClr val="FFFFFF"/>
                </a:solidFill>
                <a:latin typeface="Cambria"/>
                <a:cs typeface="Cambria"/>
              </a:rPr>
              <a:t> </a:t>
            </a:r>
            <a:r>
              <a:rPr sz="2400" spc="-10" dirty="0">
                <a:solidFill>
                  <a:srgbClr val="FFFFFF"/>
                </a:solidFill>
                <a:latin typeface="Cambria"/>
                <a:cs typeface="Cambria"/>
              </a:rPr>
              <a:t>|</a:t>
            </a:r>
            <a:r>
              <a:rPr sz="2400" spc="-125" dirty="0">
                <a:solidFill>
                  <a:srgbClr val="FFFFFF"/>
                </a:solidFill>
                <a:latin typeface="Cambria"/>
                <a:cs typeface="Cambria"/>
              </a:rPr>
              <a:t> </a:t>
            </a:r>
            <a:r>
              <a:rPr sz="2400" spc="-50" dirty="0">
                <a:solidFill>
                  <a:srgbClr val="FFFFFF"/>
                </a:solidFill>
                <a:latin typeface="Cambria"/>
                <a:cs typeface="Cambria"/>
              </a:rPr>
              <a:t>F </a:t>
            </a:r>
            <a:r>
              <a:rPr sz="2400" spc="-40" dirty="0">
                <a:solidFill>
                  <a:srgbClr val="FFFFFF"/>
                </a:solidFill>
                <a:latin typeface="Cambria"/>
                <a:cs typeface="Cambria"/>
              </a:rPr>
              <a:t>F</a:t>
            </a:r>
            <a:r>
              <a:rPr sz="2400" spc="-40" dirty="0">
                <a:solidFill>
                  <a:srgbClr val="FFFFFF"/>
                </a:solidFill>
                <a:latin typeface="Wingdings"/>
                <a:cs typeface="Wingdings"/>
              </a:rPr>
              <a:t></a:t>
            </a:r>
            <a:r>
              <a:rPr sz="2400" spc="-190" dirty="0">
                <a:solidFill>
                  <a:srgbClr val="FFFFFF"/>
                </a:solidFill>
                <a:latin typeface="Times New Roman"/>
                <a:cs typeface="Times New Roman"/>
              </a:rPr>
              <a:t> </a:t>
            </a:r>
            <a:r>
              <a:rPr sz="2400" spc="-50" dirty="0">
                <a:solidFill>
                  <a:srgbClr val="FFFFFF"/>
                </a:solidFill>
                <a:latin typeface="Cambria"/>
                <a:cs typeface="Cambria"/>
              </a:rPr>
              <a:t>(E)</a:t>
            </a:r>
            <a:r>
              <a:rPr sz="2400" spc="-130" dirty="0">
                <a:solidFill>
                  <a:srgbClr val="FFFFFF"/>
                </a:solidFill>
                <a:latin typeface="Cambria"/>
                <a:cs typeface="Cambria"/>
              </a:rPr>
              <a:t> </a:t>
            </a:r>
            <a:r>
              <a:rPr sz="2400" dirty="0">
                <a:solidFill>
                  <a:srgbClr val="FFFFFF"/>
                </a:solidFill>
                <a:latin typeface="Cambria"/>
                <a:cs typeface="Cambria"/>
              </a:rPr>
              <a:t>|</a:t>
            </a:r>
            <a:r>
              <a:rPr sz="2400" spc="-105" dirty="0">
                <a:solidFill>
                  <a:srgbClr val="FFFFFF"/>
                </a:solidFill>
                <a:latin typeface="Cambria"/>
                <a:cs typeface="Cambria"/>
              </a:rPr>
              <a:t> </a:t>
            </a:r>
            <a:r>
              <a:rPr sz="2400" spc="-25" dirty="0">
                <a:solidFill>
                  <a:srgbClr val="FFFFFF"/>
                </a:solidFill>
                <a:latin typeface="Cambria"/>
                <a:cs typeface="Cambria"/>
              </a:rPr>
              <a:t>id</a:t>
            </a:r>
            <a:endParaRPr sz="2400">
              <a:latin typeface="Cambria"/>
              <a:cs typeface="Cambria"/>
            </a:endParaRPr>
          </a:p>
        </p:txBody>
      </p:sp>
      <p:sp>
        <p:nvSpPr>
          <p:cNvPr id="3" name="object 3"/>
          <p:cNvSpPr txBox="1"/>
          <p:nvPr/>
        </p:nvSpPr>
        <p:spPr>
          <a:xfrm>
            <a:off x="3948429" y="548766"/>
            <a:ext cx="3620135" cy="1855470"/>
          </a:xfrm>
          <a:prstGeom prst="rect">
            <a:avLst/>
          </a:prstGeom>
        </p:spPr>
        <p:txBody>
          <a:bodyPr vert="horz" wrap="square" lIns="0" tIns="13335" rIns="0" bIns="0" rtlCol="0">
            <a:spAutoFit/>
          </a:bodyPr>
          <a:lstStyle/>
          <a:p>
            <a:pPr marL="12700">
              <a:lnSpc>
                <a:spcPct val="100000"/>
              </a:lnSpc>
              <a:spcBef>
                <a:spcPts val="105"/>
              </a:spcBef>
            </a:pPr>
            <a:r>
              <a:rPr sz="2000" b="1" dirty="0">
                <a:latin typeface="Cambria"/>
                <a:cs typeface="Cambria"/>
              </a:rPr>
              <a:t>Step</a:t>
            </a:r>
            <a:r>
              <a:rPr sz="2000" b="1" spc="-50" dirty="0">
                <a:latin typeface="Cambria"/>
                <a:cs typeface="Cambria"/>
              </a:rPr>
              <a:t> </a:t>
            </a:r>
            <a:r>
              <a:rPr sz="2000" b="1" dirty="0">
                <a:latin typeface="Cambria"/>
                <a:cs typeface="Cambria"/>
              </a:rPr>
              <a:t>1:-</a:t>
            </a:r>
            <a:r>
              <a:rPr sz="2000" b="1" spc="-40" dirty="0">
                <a:latin typeface="Cambria"/>
                <a:cs typeface="Cambria"/>
              </a:rPr>
              <a:t> </a:t>
            </a:r>
            <a:r>
              <a:rPr sz="2000" b="1" spc="-20" dirty="0">
                <a:latin typeface="Cambria"/>
                <a:cs typeface="Cambria"/>
              </a:rPr>
              <a:t>Remove</a:t>
            </a:r>
            <a:r>
              <a:rPr sz="2000" b="1" spc="-50" dirty="0">
                <a:latin typeface="Cambria"/>
                <a:cs typeface="Cambria"/>
              </a:rPr>
              <a:t> </a:t>
            </a:r>
            <a:r>
              <a:rPr sz="2000" b="1" dirty="0">
                <a:latin typeface="Cambria"/>
                <a:cs typeface="Cambria"/>
              </a:rPr>
              <a:t>Left</a:t>
            </a:r>
            <a:r>
              <a:rPr sz="2000" b="1" spc="-55" dirty="0">
                <a:latin typeface="Cambria"/>
                <a:cs typeface="Cambria"/>
              </a:rPr>
              <a:t> </a:t>
            </a:r>
            <a:r>
              <a:rPr sz="2000" b="1" spc="-10" dirty="0">
                <a:latin typeface="Cambria"/>
                <a:cs typeface="Cambria"/>
              </a:rPr>
              <a:t>Recursion</a:t>
            </a:r>
            <a:endParaRPr sz="2000">
              <a:latin typeface="Cambria"/>
              <a:cs typeface="Cambria"/>
            </a:endParaRPr>
          </a:p>
          <a:p>
            <a:pPr marL="12700">
              <a:lnSpc>
                <a:spcPct val="100000"/>
              </a:lnSpc>
            </a:pPr>
            <a:r>
              <a:rPr sz="2000" dirty="0">
                <a:latin typeface="Cambria"/>
                <a:cs typeface="Cambria"/>
              </a:rPr>
              <a:t>E</a:t>
            </a:r>
            <a:r>
              <a:rPr sz="2000" dirty="0">
                <a:latin typeface="Wingdings"/>
                <a:cs typeface="Wingdings"/>
              </a:rPr>
              <a:t></a:t>
            </a:r>
            <a:r>
              <a:rPr sz="2000" spc="-70" dirty="0">
                <a:latin typeface="Times New Roman"/>
                <a:cs typeface="Times New Roman"/>
              </a:rPr>
              <a:t> </a:t>
            </a:r>
            <a:r>
              <a:rPr sz="2000" spc="-25" dirty="0">
                <a:latin typeface="Cambria"/>
                <a:cs typeface="Cambria"/>
              </a:rPr>
              <a:t>TE’</a:t>
            </a:r>
            <a:endParaRPr sz="2000">
              <a:latin typeface="Cambria"/>
              <a:cs typeface="Cambria"/>
            </a:endParaRPr>
          </a:p>
          <a:p>
            <a:pPr marL="12700">
              <a:lnSpc>
                <a:spcPct val="100000"/>
              </a:lnSpc>
            </a:pPr>
            <a:r>
              <a:rPr sz="2000" dirty="0">
                <a:latin typeface="Cambria"/>
                <a:cs typeface="Cambria"/>
              </a:rPr>
              <a:t>E’</a:t>
            </a:r>
            <a:r>
              <a:rPr sz="2000" dirty="0">
                <a:latin typeface="Wingdings"/>
                <a:cs typeface="Wingdings"/>
              </a:rPr>
              <a:t></a:t>
            </a:r>
            <a:r>
              <a:rPr sz="2000" spc="-90" dirty="0">
                <a:latin typeface="Times New Roman"/>
                <a:cs typeface="Times New Roman"/>
              </a:rPr>
              <a:t> </a:t>
            </a:r>
            <a:r>
              <a:rPr sz="2000" dirty="0">
                <a:latin typeface="Cambria"/>
                <a:cs typeface="Cambria"/>
              </a:rPr>
              <a:t>+TE’</a:t>
            </a:r>
            <a:r>
              <a:rPr sz="2000" spc="-10" dirty="0">
                <a:latin typeface="Cambria"/>
                <a:cs typeface="Cambria"/>
              </a:rPr>
              <a:t> </a:t>
            </a:r>
            <a:r>
              <a:rPr sz="2000" dirty="0">
                <a:latin typeface="Cambria"/>
                <a:cs typeface="Cambria"/>
              </a:rPr>
              <a:t>|</a:t>
            </a:r>
            <a:r>
              <a:rPr sz="2000" spc="-25" dirty="0">
                <a:latin typeface="Cambria"/>
                <a:cs typeface="Cambria"/>
              </a:rPr>
              <a:t> </a:t>
            </a:r>
            <a:r>
              <a:rPr sz="2000" spc="-50" dirty="0">
                <a:latin typeface="Symbol"/>
                <a:cs typeface="Symbol"/>
              </a:rPr>
              <a:t></a:t>
            </a:r>
            <a:endParaRPr sz="2000">
              <a:latin typeface="Symbol"/>
              <a:cs typeface="Symbol"/>
            </a:endParaRPr>
          </a:p>
          <a:p>
            <a:pPr marL="12700">
              <a:lnSpc>
                <a:spcPct val="100000"/>
              </a:lnSpc>
            </a:pPr>
            <a:r>
              <a:rPr sz="2000" dirty="0">
                <a:latin typeface="Cambria"/>
                <a:cs typeface="Cambria"/>
              </a:rPr>
              <a:t>T</a:t>
            </a:r>
            <a:r>
              <a:rPr sz="2000" spc="-10" dirty="0">
                <a:latin typeface="Cambria"/>
                <a:cs typeface="Cambria"/>
              </a:rPr>
              <a:t> </a:t>
            </a:r>
            <a:r>
              <a:rPr sz="2000" dirty="0">
                <a:latin typeface="Wingdings"/>
                <a:cs typeface="Wingdings"/>
              </a:rPr>
              <a:t></a:t>
            </a:r>
            <a:r>
              <a:rPr sz="2000" spc="-65" dirty="0">
                <a:latin typeface="Times New Roman"/>
                <a:cs typeface="Times New Roman"/>
              </a:rPr>
              <a:t> </a:t>
            </a:r>
            <a:r>
              <a:rPr sz="2000" spc="-25" dirty="0">
                <a:latin typeface="Cambria"/>
                <a:cs typeface="Cambria"/>
              </a:rPr>
              <a:t>FT’</a:t>
            </a:r>
            <a:endParaRPr sz="2000">
              <a:latin typeface="Cambria"/>
              <a:cs typeface="Cambria"/>
            </a:endParaRPr>
          </a:p>
          <a:p>
            <a:pPr marL="12700">
              <a:lnSpc>
                <a:spcPct val="100000"/>
              </a:lnSpc>
            </a:pPr>
            <a:r>
              <a:rPr sz="2000" dirty="0">
                <a:latin typeface="Cambria"/>
                <a:cs typeface="Cambria"/>
              </a:rPr>
              <a:t>T’</a:t>
            </a:r>
            <a:r>
              <a:rPr sz="2000" dirty="0">
                <a:latin typeface="Wingdings"/>
                <a:cs typeface="Wingdings"/>
              </a:rPr>
              <a:t></a:t>
            </a:r>
            <a:r>
              <a:rPr sz="2000" spc="-90" dirty="0">
                <a:latin typeface="Times New Roman"/>
                <a:cs typeface="Times New Roman"/>
              </a:rPr>
              <a:t> </a:t>
            </a:r>
            <a:r>
              <a:rPr sz="2000" dirty="0">
                <a:latin typeface="Cambria"/>
                <a:cs typeface="Cambria"/>
              </a:rPr>
              <a:t>*FT’</a:t>
            </a:r>
            <a:r>
              <a:rPr sz="2000" spc="-20" dirty="0">
                <a:latin typeface="Cambria"/>
                <a:cs typeface="Cambria"/>
              </a:rPr>
              <a:t> </a:t>
            </a:r>
            <a:r>
              <a:rPr sz="2000" dirty="0">
                <a:latin typeface="Cambria"/>
                <a:cs typeface="Cambria"/>
              </a:rPr>
              <a:t>|</a:t>
            </a:r>
            <a:r>
              <a:rPr sz="2000" spc="-20" dirty="0">
                <a:latin typeface="Cambria"/>
                <a:cs typeface="Cambria"/>
              </a:rPr>
              <a:t> </a:t>
            </a:r>
            <a:r>
              <a:rPr sz="2000" spc="-50" dirty="0">
                <a:latin typeface="Symbol"/>
                <a:cs typeface="Symbol"/>
              </a:rPr>
              <a:t></a:t>
            </a:r>
            <a:endParaRPr sz="2000">
              <a:latin typeface="Symbol"/>
              <a:cs typeface="Symbol"/>
            </a:endParaRPr>
          </a:p>
          <a:p>
            <a:pPr marL="12700">
              <a:lnSpc>
                <a:spcPct val="100000"/>
              </a:lnSpc>
            </a:pPr>
            <a:r>
              <a:rPr sz="2000" dirty="0">
                <a:latin typeface="Cambria"/>
                <a:cs typeface="Cambria"/>
              </a:rPr>
              <a:t>F</a:t>
            </a:r>
            <a:r>
              <a:rPr sz="2000" dirty="0">
                <a:latin typeface="Wingdings"/>
                <a:cs typeface="Wingdings"/>
              </a:rPr>
              <a:t></a:t>
            </a:r>
            <a:r>
              <a:rPr sz="2000" spc="-70" dirty="0">
                <a:latin typeface="Times New Roman"/>
                <a:cs typeface="Times New Roman"/>
              </a:rPr>
              <a:t> </a:t>
            </a:r>
            <a:r>
              <a:rPr sz="2000" dirty="0">
                <a:latin typeface="Cambria"/>
                <a:cs typeface="Cambria"/>
              </a:rPr>
              <a:t>(E)</a:t>
            </a:r>
            <a:r>
              <a:rPr sz="2000" spc="-20" dirty="0">
                <a:latin typeface="Cambria"/>
                <a:cs typeface="Cambria"/>
              </a:rPr>
              <a:t> </a:t>
            </a:r>
            <a:r>
              <a:rPr sz="2000" dirty="0">
                <a:latin typeface="Cambria"/>
                <a:cs typeface="Cambria"/>
              </a:rPr>
              <a:t>|</a:t>
            </a:r>
            <a:r>
              <a:rPr sz="2000" spc="-10" dirty="0">
                <a:latin typeface="Cambria"/>
                <a:cs typeface="Cambria"/>
              </a:rPr>
              <a:t> </a:t>
            </a:r>
            <a:r>
              <a:rPr sz="2000" spc="-25" dirty="0">
                <a:latin typeface="Cambria"/>
                <a:cs typeface="Cambria"/>
              </a:rPr>
              <a:t>id</a:t>
            </a:r>
            <a:endParaRPr sz="2000">
              <a:latin typeface="Cambria"/>
              <a:cs typeface="Cambria"/>
            </a:endParaRPr>
          </a:p>
        </p:txBody>
      </p:sp>
      <p:sp>
        <p:nvSpPr>
          <p:cNvPr id="4" name="object 4"/>
          <p:cNvSpPr txBox="1"/>
          <p:nvPr/>
        </p:nvSpPr>
        <p:spPr>
          <a:xfrm>
            <a:off x="3948429" y="2682620"/>
            <a:ext cx="3195320" cy="330835"/>
          </a:xfrm>
          <a:prstGeom prst="rect">
            <a:avLst/>
          </a:prstGeom>
        </p:spPr>
        <p:txBody>
          <a:bodyPr vert="horz" wrap="square" lIns="0" tIns="13335" rIns="0" bIns="0" rtlCol="0">
            <a:spAutoFit/>
          </a:bodyPr>
          <a:lstStyle/>
          <a:p>
            <a:pPr marL="12700">
              <a:lnSpc>
                <a:spcPct val="100000"/>
              </a:lnSpc>
              <a:spcBef>
                <a:spcPts val="105"/>
              </a:spcBef>
            </a:pPr>
            <a:r>
              <a:rPr sz="2000" b="1" dirty="0">
                <a:latin typeface="Cambria"/>
                <a:cs typeface="Cambria"/>
              </a:rPr>
              <a:t>Step</a:t>
            </a:r>
            <a:r>
              <a:rPr sz="2000" b="1" spc="-65" dirty="0">
                <a:latin typeface="Cambria"/>
                <a:cs typeface="Cambria"/>
              </a:rPr>
              <a:t> </a:t>
            </a:r>
            <a:r>
              <a:rPr sz="2000" b="1" dirty="0">
                <a:latin typeface="Cambria"/>
                <a:cs typeface="Cambria"/>
              </a:rPr>
              <a:t>2:-</a:t>
            </a:r>
            <a:r>
              <a:rPr sz="2000" b="1" spc="-55" dirty="0">
                <a:latin typeface="Cambria"/>
                <a:cs typeface="Cambria"/>
              </a:rPr>
              <a:t> </a:t>
            </a:r>
            <a:r>
              <a:rPr sz="2000" b="1" dirty="0">
                <a:latin typeface="Cambria"/>
                <a:cs typeface="Cambria"/>
              </a:rPr>
              <a:t>FIRST</a:t>
            </a:r>
            <a:r>
              <a:rPr sz="2000" b="1" spc="-50" dirty="0">
                <a:latin typeface="Cambria"/>
                <a:cs typeface="Cambria"/>
              </a:rPr>
              <a:t> </a:t>
            </a:r>
            <a:r>
              <a:rPr sz="2000" b="1" dirty="0">
                <a:latin typeface="Cambria"/>
                <a:cs typeface="Cambria"/>
              </a:rPr>
              <a:t>and</a:t>
            </a:r>
            <a:r>
              <a:rPr sz="2000" b="1" spc="-40" dirty="0">
                <a:latin typeface="Cambria"/>
                <a:cs typeface="Cambria"/>
              </a:rPr>
              <a:t> </a:t>
            </a:r>
            <a:r>
              <a:rPr sz="2000" b="1" spc="-10" dirty="0">
                <a:latin typeface="Cambria"/>
                <a:cs typeface="Cambria"/>
              </a:rPr>
              <a:t>FOLLOW</a:t>
            </a:r>
            <a:endParaRPr sz="2000">
              <a:latin typeface="Cambria"/>
              <a:cs typeface="Cambria"/>
            </a:endParaRPr>
          </a:p>
        </p:txBody>
      </p:sp>
      <p:graphicFrame>
        <p:nvGraphicFramePr>
          <p:cNvPr id="5" name="object 5"/>
          <p:cNvGraphicFramePr>
            <a:graphicFrameLocks noGrp="1"/>
          </p:cNvGraphicFramePr>
          <p:nvPr/>
        </p:nvGraphicFramePr>
        <p:xfrm>
          <a:off x="5125465" y="3505708"/>
          <a:ext cx="4523740" cy="2260600"/>
        </p:xfrm>
        <a:graphic>
          <a:graphicData uri="http://schemas.openxmlformats.org/drawingml/2006/table">
            <a:tbl>
              <a:tblPr firstRow="1" bandRow="1">
                <a:tableStyleId>{2D5ABB26-0587-4C30-8999-92F81FD0307C}</a:tableStyleId>
              </a:tblPr>
              <a:tblGrid>
                <a:gridCol w="1472565">
                  <a:extLst>
                    <a:ext uri="{9D8B030D-6E8A-4147-A177-3AD203B41FA5}">
                      <a16:colId xmlns:a16="http://schemas.microsoft.com/office/drawing/2014/main" val="20000"/>
                    </a:ext>
                  </a:extLst>
                </a:gridCol>
                <a:gridCol w="1472565">
                  <a:extLst>
                    <a:ext uri="{9D8B030D-6E8A-4147-A177-3AD203B41FA5}">
                      <a16:colId xmlns:a16="http://schemas.microsoft.com/office/drawing/2014/main" val="20001"/>
                    </a:ext>
                  </a:extLst>
                </a:gridCol>
                <a:gridCol w="1480184">
                  <a:extLst>
                    <a:ext uri="{9D8B030D-6E8A-4147-A177-3AD203B41FA5}">
                      <a16:colId xmlns:a16="http://schemas.microsoft.com/office/drawing/2014/main" val="20002"/>
                    </a:ext>
                  </a:extLst>
                </a:gridCol>
              </a:tblGrid>
              <a:tr h="370205">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87630">
                        <a:lnSpc>
                          <a:spcPct val="100000"/>
                        </a:lnSpc>
                        <a:spcBef>
                          <a:spcPts val="315"/>
                        </a:spcBef>
                      </a:pPr>
                      <a:r>
                        <a:rPr sz="1800" b="1" spc="-10" dirty="0">
                          <a:latin typeface="Cambria"/>
                          <a:cs typeface="Cambria"/>
                        </a:rPr>
                        <a:t>FIRST</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87630">
                        <a:lnSpc>
                          <a:spcPct val="100000"/>
                        </a:lnSpc>
                        <a:spcBef>
                          <a:spcPts val="315"/>
                        </a:spcBef>
                      </a:pPr>
                      <a:r>
                        <a:rPr sz="1800" b="1" spc="-10" dirty="0">
                          <a:latin typeface="Cambria"/>
                          <a:cs typeface="Cambria"/>
                        </a:rPr>
                        <a:t>FOLLOW</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0"/>
                  </a:ext>
                </a:extLst>
              </a:tr>
              <a:tr h="379730">
                <a:tc>
                  <a:txBody>
                    <a:bodyPr/>
                    <a:lstStyle/>
                    <a:p>
                      <a:pPr marL="96520">
                        <a:lnSpc>
                          <a:spcPct val="100000"/>
                        </a:lnSpc>
                        <a:spcBef>
                          <a:spcPts val="390"/>
                        </a:spcBef>
                      </a:pPr>
                      <a:r>
                        <a:rPr sz="1800" b="1" spc="-50" dirty="0">
                          <a:latin typeface="Cambria"/>
                          <a:cs typeface="Cambria"/>
                        </a:rPr>
                        <a:t>E</a:t>
                      </a:r>
                      <a:endParaRPr sz="1800">
                        <a:latin typeface="Cambria"/>
                        <a:cs typeface="Cambria"/>
                      </a:endParaRPr>
                    </a:p>
                  </a:txBody>
                  <a:tcPr marL="0" marR="0" marT="4953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6520">
                        <a:lnSpc>
                          <a:spcPct val="100000"/>
                        </a:lnSpc>
                        <a:spcBef>
                          <a:spcPts val="390"/>
                        </a:spcBef>
                      </a:pPr>
                      <a:r>
                        <a:rPr sz="1800" b="1" dirty="0">
                          <a:latin typeface="Cambria"/>
                          <a:cs typeface="Cambria"/>
                        </a:rPr>
                        <a:t>{(,</a:t>
                      </a:r>
                      <a:r>
                        <a:rPr sz="1800" b="1" spc="-10" dirty="0">
                          <a:latin typeface="Cambria"/>
                          <a:cs typeface="Cambria"/>
                        </a:rPr>
                        <a:t> </a:t>
                      </a:r>
                      <a:r>
                        <a:rPr sz="1800" b="1" spc="-25" dirty="0">
                          <a:latin typeface="Cambria"/>
                          <a:cs typeface="Cambria"/>
                        </a:rPr>
                        <a:t>id}</a:t>
                      </a:r>
                      <a:endParaRPr sz="1800">
                        <a:latin typeface="Cambria"/>
                        <a:cs typeface="Cambria"/>
                      </a:endParaRPr>
                    </a:p>
                  </a:txBody>
                  <a:tcPr marL="0" marR="0" marT="4953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6520">
                        <a:lnSpc>
                          <a:spcPct val="100000"/>
                        </a:lnSpc>
                        <a:spcBef>
                          <a:spcPts val="390"/>
                        </a:spcBef>
                      </a:pPr>
                      <a:r>
                        <a:rPr sz="1800" b="1" spc="-10" dirty="0">
                          <a:latin typeface="Cambria"/>
                          <a:cs typeface="Cambria"/>
                        </a:rPr>
                        <a:t>{$,)}</a:t>
                      </a:r>
                      <a:endParaRPr sz="1800">
                        <a:latin typeface="Cambria"/>
                        <a:cs typeface="Cambria"/>
                      </a:endParaRPr>
                    </a:p>
                  </a:txBody>
                  <a:tcPr marL="0" marR="0" marT="4953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1"/>
                  </a:ext>
                </a:extLst>
              </a:tr>
              <a:tr h="379730">
                <a:tc>
                  <a:txBody>
                    <a:bodyPr/>
                    <a:lstStyle/>
                    <a:p>
                      <a:pPr marL="96520">
                        <a:lnSpc>
                          <a:spcPct val="100000"/>
                        </a:lnSpc>
                        <a:spcBef>
                          <a:spcPts val="395"/>
                        </a:spcBef>
                      </a:pPr>
                      <a:r>
                        <a:rPr sz="1800" b="1" spc="-25" dirty="0">
                          <a:latin typeface="Cambria"/>
                          <a:cs typeface="Cambria"/>
                        </a:rPr>
                        <a:t>E’</a:t>
                      </a:r>
                      <a:endParaRPr sz="1800">
                        <a:latin typeface="Cambria"/>
                        <a:cs typeface="Cambria"/>
                      </a:endParaRPr>
                    </a:p>
                  </a:txBody>
                  <a:tcPr marL="0" marR="0" marT="5016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6520">
                        <a:lnSpc>
                          <a:spcPct val="100000"/>
                        </a:lnSpc>
                        <a:spcBef>
                          <a:spcPts val="395"/>
                        </a:spcBef>
                      </a:pPr>
                      <a:r>
                        <a:rPr sz="1800" b="1" dirty="0">
                          <a:latin typeface="Cambria"/>
                          <a:cs typeface="Cambria"/>
                        </a:rPr>
                        <a:t>{+,</a:t>
                      </a:r>
                      <a:r>
                        <a:rPr sz="1800" b="1" spc="5" dirty="0">
                          <a:latin typeface="Cambria"/>
                          <a:cs typeface="Cambria"/>
                        </a:rPr>
                        <a:t> </a:t>
                      </a:r>
                      <a:r>
                        <a:rPr sz="1800" spc="-25" dirty="0">
                          <a:latin typeface="Symbol"/>
                          <a:cs typeface="Symbol"/>
                        </a:rPr>
                        <a:t></a:t>
                      </a:r>
                      <a:r>
                        <a:rPr sz="1800" b="1" spc="-25" dirty="0">
                          <a:latin typeface="Cambria"/>
                          <a:cs typeface="Cambria"/>
                        </a:rPr>
                        <a:t>}</a:t>
                      </a:r>
                      <a:endParaRPr sz="1800">
                        <a:latin typeface="Cambria"/>
                        <a:cs typeface="Cambria"/>
                      </a:endParaRPr>
                    </a:p>
                  </a:txBody>
                  <a:tcPr marL="0" marR="0" marT="5016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6520">
                        <a:lnSpc>
                          <a:spcPct val="100000"/>
                        </a:lnSpc>
                        <a:spcBef>
                          <a:spcPts val="395"/>
                        </a:spcBef>
                      </a:pPr>
                      <a:r>
                        <a:rPr sz="1800" b="1" spc="-10" dirty="0">
                          <a:latin typeface="Cambria"/>
                          <a:cs typeface="Cambria"/>
                        </a:rPr>
                        <a:t>{$,)}</a:t>
                      </a:r>
                      <a:endParaRPr sz="1800">
                        <a:latin typeface="Cambria"/>
                        <a:cs typeface="Cambria"/>
                      </a:endParaRPr>
                    </a:p>
                  </a:txBody>
                  <a:tcPr marL="0" marR="0" marT="5016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2"/>
                  </a:ext>
                </a:extLst>
              </a:tr>
              <a:tr h="378460">
                <a:tc>
                  <a:txBody>
                    <a:bodyPr/>
                    <a:lstStyle/>
                    <a:p>
                      <a:pPr marL="103505">
                        <a:lnSpc>
                          <a:spcPct val="100000"/>
                        </a:lnSpc>
                        <a:spcBef>
                          <a:spcPts val="384"/>
                        </a:spcBef>
                      </a:pPr>
                      <a:r>
                        <a:rPr sz="1800" b="1" spc="-50" dirty="0">
                          <a:latin typeface="Cambria"/>
                          <a:cs typeface="Cambria"/>
                        </a:rPr>
                        <a:t>T</a:t>
                      </a:r>
                      <a:endParaRPr sz="1800">
                        <a:latin typeface="Cambria"/>
                        <a:cs typeface="Cambria"/>
                      </a:endParaRPr>
                    </a:p>
                  </a:txBody>
                  <a:tcPr marL="0" marR="0" marT="48894"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4139">
                        <a:lnSpc>
                          <a:spcPct val="100000"/>
                        </a:lnSpc>
                        <a:spcBef>
                          <a:spcPts val="384"/>
                        </a:spcBef>
                      </a:pPr>
                      <a:r>
                        <a:rPr sz="1800" b="1" dirty="0">
                          <a:latin typeface="Cambria"/>
                          <a:cs typeface="Cambria"/>
                        </a:rPr>
                        <a:t>{(,</a:t>
                      </a:r>
                      <a:r>
                        <a:rPr sz="1800" b="1" spc="-10" dirty="0">
                          <a:latin typeface="Cambria"/>
                          <a:cs typeface="Cambria"/>
                        </a:rPr>
                        <a:t> </a:t>
                      </a:r>
                      <a:r>
                        <a:rPr sz="1800" b="1" spc="-25" dirty="0">
                          <a:latin typeface="Cambria"/>
                          <a:cs typeface="Cambria"/>
                        </a:rPr>
                        <a:t>id}</a:t>
                      </a:r>
                      <a:endParaRPr sz="1800">
                        <a:latin typeface="Cambria"/>
                        <a:cs typeface="Cambria"/>
                      </a:endParaRPr>
                    </a:p>
                  </a:txBody>
                  <a:tcPr marL="0" marR="0" marT="48894"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4139">
                        <a:lnSpc>
                          <a:spcPct val="100000"/>
                        </a:lnSpc>
                        <a:spcBef>
                          <a:spcPts val="384"/>
                        </a:spcBef>
                      </a:pPr>
                      <a:r>
                        <a:rPr sz="1800" b="1" dirty="0">
                          <a:latin typeface="Cambria"/>
                          <a:cs typeface="Cambria"/>
                        </a:rPr>
                        <a:t>{</a:t>
                      </a:r>
                      <a:r>
                        <a:rPr sz="1800" b="1" spc="5" dirty="0">
                          <a:latin typeface="Cambria"/>
                          <a:cs typeface="Cambria"/>
                        </a:rPr>
                        <a:t> </a:t>
                      </a:r>
                      <a:r>
                        <a:rPr sz="1800" b="1" dirty="0">
                          <a:latin typeface="Cambria"/>
                          <a:cs typeface="Cambria"/>
                        </a:rPr>
                        <a:t>+,</a:t>
                      </a:r>
                      <a:r>
                        <a:rPr sz="1800" b="1" spc="-10" dirty="0">
                          <a:latin typeface="Cambria"/>
                          <a:cs typeface="Cambria"/>
                        </a:rPr>
                        <a:t> </a:t>
                      </a:r>
                      <a:r>
                        <a:rPr sz="1800" b="1" dirty="0">
                          <a:latin typeface="Cambria"/>
                          <a:cs typeface="Cambria"/>
                        </a:rPr>
                        <a:t>$,</a:t>
                      </a:r>
                      <a:r>
                        <a:rPr sz="1800" b="1" spc="-10" dirty="0">
                          <a:latin typeface="Cambria"/>
                          <a:cs typeface="Cambria"/>
                        </a:rPr>
                        <a:t> </a:t>
                      </a:r>
                      <a:r>
                        <a:rPr sz="1800" b="1" spc="-35" dirty="0">
                          <a:latin typeface="Cambria"/>
                          <a:cs typeface="Cambria"/>
                        </a:rPr>
                        <a:t>)}</a:t>
                      </a:r>
                      <a:endParaRPr sz="1800">
                        <a:latin typeface="Cambria"/>
                        <a:cs typeface="Cambria"/>
                      </a:endParaRPr>
                    </a:p>
                  </a:txBody>
                  <a:tcPr marL="0" marR="0" marT="48894"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3"/>
                  </a:ext>
                </a:extLst>
              </a:tr>
              <a:tr h="382270">
                <a:tc>
                  <a:txBody>
                    <a:bodyPr/>
                    <a:lstStyle/>
                    <a:p>
                      <a:pPr marL="111125">
                        <a:lnSpc>
                          <a:spcPct val="100000"/>
                        </a:lnSpc>
                        <a:spcBef>
                          <a:spcPts val="380"/>
                        </a:spcBef>
                      </a:pPr>
                      <a:r>
                        <a:rPr sz="1800" b="1" spc="-25" dirty="0">
                          <a:latin typeface="Cambria"/>
                          <a:cs typeface="Cambria"/>
                        </a:rPr>
                        <a:t>T’</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marL="111760">
                        <a:lnSpc>
                          <a:spcPct val="100000"/>
                        </a:lnSpc>
                        <a:spcBef>
                          <a:spcPts val="375"/>
                        </a:spcBef>
                      </a:pPr>
                      <a:r>
                        <a:rPr sz="1800" b="1" dirty="0">
                          <a:latin typeface="Cambria"/>
                          <a:cs typeface="Cambria"/>
                        </a:rPr>
                        <a:t>{*, </a:t>
                      </a:r>
                      <a:r>
                        <a:rPr sz="2000" spc="-25" dirty="0">
                          <a:latin typeface="Symbol"/>
                          <a:cs typeface="Symbol"/>
                        </a:rPr>
                        <a:t></a:t>
                      </a:r>
                      <a:r>
                        <a:rPr sz="2000" b="1" spc="-25" dirty="0">
                          <a:latin typeface="Cambria"/>
                          <a:cs typeface="Cambria"/>
                        </a:rPr>
                        <a:t>}</a:t>
                      </a:r>
                      <a:endParaRPr sz="2000">
                        <a:latin typeface="Cambria"/>
                        <a:cs typeface="Cambria"/>
                      </a:endParaRPr>
                    </a:p>
                  </a:txBody>
                  <a:tcPr marL="0" marR="0" marT="476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marL="111760">
                        <a:lnSpc>
                          <a:spcPct val="100000"/>
                        </a:lnSpc>
                        <a:spcBef>
                          <a:spcPts val="380"/>
                        </a:spcBef>
                      </a:pPr>
                      <a:r>
                        <a:rPr sz="1800" b="1" dirty="0">
                          <a:latin typeface="Cambria"/>
                          <a:cs typeface="Cambria"/>
                        </a:rPr>
                        <a:t>{+,</a:t>
                      </a:r>
                      <a:r>
                        <a:rPr sz="1800" b="1" spc="-10" dirty="0">
                          <a:latin typeface="Cambria"/>
                          <a:cs typeface="Cambria"/>
                        </a:rPr>
                        <a:t> </a:t>
                      </a:r>
                      <a:r>
                        <a:rPr sz="1800" b="1" spc="-20" dirty="0">
                          <a:latin typeface="Cambria"/>
                          <a:cs typeface="Cambria"/>
                        </a:rPr>
                        <a:t>$,)}</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extLst>
                  <a:ext uri="{0D108BD9-81ED-4DB2-BD59-A6C34878D82A}">
                    <a16:rowId xmlns:a16="http://schemas.microsoft.com/office/drawing/2014/main" val="10004"/>
                  </a:ext>
                </a:extLst>
              </a:tr>
              <a:tr h="370205">
                <a:tc>
                  <a:txBody>
                    <a:bodyPr/>
                    <a:lstStyle/>
                    <a:p>
                      <a:pPr marL="102235">
                        <a:lnSpc>
                          <a:spcPct val="100000"/>
                        </a:lnSpc>
                        <a:spcBef>
                          <a:spcPts val="320"/>
                        </a:spcBef>
                      </a:pPr>
                      <a:r>
                        <a:rPr sz="1800" b="1" spc="-50" dirty="0">
                          <a:latin typeface="Cambria"/>
                          <a:cs typeface="Cambria"/>
                        </a:rPr>
                        <a:t>F</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102870">
                        <a:lnSpc>
                          <a:spcPct val="100000"/>
                        </a:lnSpc>
                        <a:spcBef>
                          <a:spcPts val="320"/>
                        </a:spcBef>
                      </a:pPr>
                      <a:r>
                        <a:rPr sz="1800" b="1" dirty="0">
                          <a:latin typeface="Cambria"/>
                          <a:cs typeface="Cambria"/>
                        </a:rPr>
                        <a:t>{(,</a:t>
                      </a:r>
                      <a:r>
                        <a:rPr sz="1800" b="1" spc="-10" dirty="0">
                          <a:latin typeface="Cambria"/>
                          <a:cs typeface="Cambria"/>
                        </a:rPr>
                        <a:t> </a:t>
                      </a:r>
                      <a:r>
                        <a:rPr sz="1800" b="1" spc="-25" dirty="0">
                          <a:latin typeface="Cambria"/>
                          <a:cs typeface="Cambria"/>
                        </a:rPr>
                        <a:t>id}</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102870">
                        <a:lnSpc>
                          <a:spcPct val="100000"/>
                        </a:lnSpc>
                        <a:spcBef>
                          <a:spcPts val="320"/>
                        </a:spcBef>
                      </a:pPr>
                      <a:r>
                        <a:rPr sz="1800" b="1" dirty="0">
                          <a:latin typeface="Cambria"/>
                          <a:cs typeface="Cambria"/>
                        </a:rPr>
                        <a:t>{*,</a:t>
                      </a:r>
                      <a:r>
                        <a:rPr sz="1800" b="1" spc="-5" dirty="0">
                          <a:latin typeface="Cambria"/>
                          <a:cs typeface="Cambria"/>
                        </a:rPr>
                        <a:t> </a:t>
                      </a:r>
                      <a:r>
                        <a:rPr sz="1800" b="1" dirty="0">
                          <a:latin typeface="Cambria"/>
                          <a:cs typeface="Cambria"/>
                        </a:rPr>
                        <a:t>+,</a:t>
                      </a:r>
                      <a:r>
                        <a:rPr sz="1800" b="1" spc="-10" dirty="0">
                          <a:latin typeface="Cambria"/>
                          <a:cs typeface="Cambria"/>
                        </a:rPr>
                        <a:t> </a:t>
                      </a:r>
                      <a:r>
                        <a:rPr sz="1800" b="1" dirty="0">
                          <a:latin typeface="Cambria"/>
                          <a:cs typeface="Cambria"/>
                        </a:rPr>
                        <a:t>$,</a:t>
                      </a:r>
                      <a:r>
                        <a:rPr sz="1800" b="1" spc="-5" dirty="0">
                          <a:latin typeface="Cambria"/>
                          <a:cs typeface="Cambria"/>
                        </a:rPr>
                        <a:t> </a:t>
                      </a:r>
                      <a:r>
                        <a:rPr sz="1800" b="1" spc="-25" dirty="0">
                          <a:latin typeface="Cambria"/>
                          <a:cs typeface="Cambria"/>
                        </a:rPr>
                        <a:t>)}</a:t>
                      </a:r>
                      <a:endParaRPr sz="1800">
                        <a:latin typeface="Cambria"/>
                        <a:cs typeface="Cambria"/>
                      </a:endParaRPr>
                    </a:p>
                  </a:txBody>
                  <a:tcPr marL="0" marR="0" marT="40640" marB="0">
                    <a:lnL w="12700">
                      <a:solidFill>
                        <a:srgbClr val="FFFFFF"/>
                      </a:solidFill>
                      <a:prstDash val="solid"/>
                    </a:lnL>
                    <a:lnR w="28575">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58951"/>
            <a:ext cx="3444240" cy="5331460"/>
          </a:xfrm>
          <a:custGeom>
            <a:avLst/>
            <a:gdLst/>
            <a:ahLst/>
            <a:cxnLst/>
            <a:rect l="l" t="t" r="r" b="b"/>
            <a:pathLst>
              <a:path w="3444240" h="5331460">
                <a:moveTo>
                  <a:pt x="3444240" y="0"/>
                </a:moveTo>
                <a:lnTo>
                  <a:pt x="0" y="0"/>
                </a:lnTo>
                <a:lnTo>
                  <a:pt x="0" y="5330952"/>
                </a:lnTo>
                <a:lnTo>
                  <a:pt x="3444240" y="5330952"/>
                </a:lnTo>
                <a:lnTo>
                  <a:pt x="3444240" y="0"/>
                </a:lnTo>
                <a:close/>
              </a:path>
            </a:pathLst>
          </a:custGeom>
          <a:solidFill>
            <a:srgbClr val="40B9D2"/>
          </a:solidFill>
        </p:spPr>
        <p:txBody>
          <a:bodyPr wrap="square" lIns="0" tIns="0" rIns="0" bIns="0" rtlCol="0"/>
          <a:lstStyle/>
          <a:p>
            <a:endParaRPr/>
          </a:p>
        </p:txBody>
      </p:sp>
      <p:sp>
        <p:nvSpPr>
          <p:cNvPr id="3" name="object 3"/>
          <p:cNvSpPr/>
          <p:nvPr/>
        </p:nvSpPr>
        <p:spPr>
          <a:xfrm>
            <a:off x="11815571" y="758951"/>
            <a:ext cx="376555" cy="5331460"/>
          </a:xfrm>
          <a:custGeom>
            <a:avLst/>
            <a:gdLst/>
            <a:ahLst/>
            <a:cxnLst/>
            <a:rect l="l" t="t" r="r" b="b"/>
            <a:pathLst>
              <a:path w="376554" h="5331460">
                <a:moveTo>
                  <a:pt x="376427" y="0"/>
                </a:moveTo>
                <a:lnTo>
                  <a:pt x="0" y="0"/>
                </a:lnTo>
                <a:lnTo>
                  <a:pt x="0" y="5330952"/>
                </a:lnTo>
                <a:lnTo>
                  <a:pt x="376427" y="5330952"/>
                </a:lnTo>
                <a:lnTo>
                  <a:pt x="376427" y="0"/>
                </a:lnTo>
                <a:close/>
              </a:path>
            </a:pathLst>
          </a:custGeom>
          <a:solidFill>
            <a:srgbClr val="C7C7C7">
              <a:alpha val="49803"/>
            </a:srgbClr>
          </a:solidFill>
        </p:spPr>
        <p:txBody>
          <a:bodyPr wrap="square" lIns="0" tIns="0" rIns="0" bIns="0" rtlCol="0"/>
          <a:lstStyle/>
          <a:p>
            <a:endParaRPr/>
          </a:p>
        </p:txBody>
      </p:sp>
      <p:sp>
        <p:nvSpPr>
          <p:cNvPr id="4" name="object 4"/>
          <p:cNvSpPr txBox="1">
            <a:spLocks noGrp="1"/>
          </p:cNvSpPr>
          <p:nvPr>
            <p:ph type="title"/>
          </p:nvPr>
        </p:nvSpPr>
        <p:spPr>
          <a:xfrm>
            <a:off x="331724" y="2357450"/>
            <a:ext cx="2584450" cy="1068705"/>
          </a:xfrm>
          <a:prstGeom prst="rect">
            <a:avLst/>
          </a:prstGeom>
        </p:spPr>
        <p:txBody>
          <a:bodyPr vert="horz" wrap="square" lIns="0" tIns="74930" rIns="0" bIns="0" rtlCol="0">
            <a:spAutoFit/>
          </a:bodyPr>
          <a:lstStyle/>
          <a:p>
            <a:pPr marL="12700" marR="5080">
              <a:lnSpc>
                <a:spcPts val="3890"/>
              </a:lnSpc>
              <a:spcBef>
                <a:spcPts val="590"/>
              </a:spcBef>
            </a:pPr>
            <a:r>
              <a:rPr sz="3600" b="1" spc="-65" dirty="0">
                <a:solidFill>
                  <a:srgbClr val="FFFFFF"/>
                </a:solidFill>
                <a:latin typeface="Cambria"/>
                <a:cs typeface="Cambria"/>
              </a:rPr>
              <a:t>LL(1)</a:t>
            </a:r>
            <a:r>
              <a:rPr sz="3600" b="1" spc="-125" dirty="0">
                <a:solidFill>
                  <a:srgbClr val="FFFFFF"/>
                </a:solidFill>
                <a:latin typeface="Cambria"/>
                <a:cs typeface="Cambria"/>
              </a:rPr>
              <a:t> </a:t>
            </a:r>
            <a:r>
              <a:rPr sz="3600" b="1" spc="-60" dirty="0">
                <a:solidFill>
                  <a:srgbClr val="FFFFFF"/>
                </a:solidFill>
                <a:latin typeface="Cambria"/>
                <a:cs typeface="Cambria"/>
              </a:rPr>
              <a:t>Parser </a:t>
            </a:r>
            <a:r>
              <a:rPr sz="3600" b="1" spc="-10" dirty="0">
                <a:solidFill>
                  <a:srgbClr val="FFFFFF"/>
                </a:solidFill>
                <a:latin typeface="Cambria"/>
                <a:cs typeface="Cambria"/>
              </a:rPr>
              <a:t>Example:</a:t>
            </a:r>
            <a:endParaRPr sz="3600">
              <a:latin typeface="Cambria"/>
              <a:cs typeface="Cambria"/>
            </a:endParaRPr>
          </a:p>
        </p:txBody>
      </p:sp>
      <p:sp>
        <p:nvSpPr>
          <p:cNvPr id="5" name="object 5"/>
          <p:cNvSpPr txBox="1"/>
          <p:nvPr/>
        </p:nvSpPr>
        <p:spPr>
          <a:xfrm>
            <a:off x="331724" y="3366896"/>
            <a:ext cx="1548765" cy="1049655"/>
          </a:xfrm>
          <a:prstGeom prst="rect">
            <a:avLst/>
          </a:prstGeom>
        </p:spPr>
        <p:txBody>
          <a:bodyPr vert="horz" wrap="square" lIns="0" tIns="12700" rIns="0" bIns="0" rtlCol="0">
            <a:spAutoFit/>
          </a:bodyPr>
          <a:lstStyle/>
          <a:p>
            <a:pPr marL="12700">
              <a:lnSpc>
                <a:spcPts val="2735"/>
              </a:lnSpc>
              <a:spcBef>
                <a:spcPts val="100"/>
              </a:spcBef>
            </a:pPr>
            <a:r>
              <a:rPr sz="2400" spc="-40" dirty="0">
                <a:solidFill>
                  <a:srgbClr val="FFFFFF"/>
                </a:solidFill>
                <a:latin typeface="Cambria"/>
                <a:cs typeface="Cambria"/>
              </a:rPr>
              <a:t>E</a:t>
            </a:r>
            <a:r>
              <a:rPr sz="2400" spc="-40" dirty="0">
                <a:solidFill>
                  <a:srgbClr val="FFFFFF"/>
                </a:solidFill>
                <a:latin typeface="Wingdings"/>
                <a:cs typeface="Wingdings"/>
              </a:rPr>
              <a:t></a:t>
            </a:r>
            <a:r>
              <a:rPr sz="2400" spc="-204" dirty="0">
                <a:solidFill>
                  <a:srgbClr val="FFFFFF"/>
                </a:solidFill>
                <a:latin typeface="Times New Roman"/>
                <a:cs typeface="Times New Roman"/>
              </a:rPr>
              <a:t> </a:t>
            </a:r>
            <a:r>
              <a:rPr sz="2400" dirty="0">
                <a:solidFill>
                  <a:srgbClr val="FFFFFF"/>
                </a:solidFill>
                <a:latin typeface="Cambria"/>
                <a:cs typeface="Cambria"/>
              </a:rPr>
              <a:t>E</a:t>
            </a:r>
            <a:r>
              <a:rPr sz="2400" spc="-130" dirty="0">
                <a:solidFill>
                  <a:srgbClr val="FFFFFF"/>
                </a:solidFill>
                <a:latin typeface="Cambria"/>
                <a:cs typeface="Cambria"/>
              </a:rPr>
              <a:t> </a:t>
            </a:r>
            <a:r>
              <a:rPr sz="2400" dirty="0">
                <a:solidFill>
                  <a:srgbClr val="FFFFFF"/>
                </a:solidFill>
                <a:latin typeface="Cambria"/>
                <a:cs typeface="Cambria"/>
              </a:rPr>
              <a:t>+</a:t>
            </a:r>
            <a:r>
              <a:rPr sz="2400" spc="-114" dirty="0">
                <a:solidFill>
                  <a:srgbClr val="FFFFFF"/>
                </a:solidFill>
                <a:latin typeface="Cambria"/>
                <a:cs typeface="Cambria"/>
              </a:rPr>
              <a:t> </a:t>
            </a:r>
            <a:r>
              <a:rPr sz="2400" spc="-20" dirty="0">
                <a:solidFill>
                  <a:srgbClr val="FFFFFF"/>
                </a:solidFill>
                <a:latin typeface="Cambria"/>
                <a:cs typeface="Cambria"/>
              </a:rPr>
              <a:t>T</a:t>
            </a:r>
            <a:r>
              <a:rPr sz="2400" spc="-125" dirty="0">
                <a:solidFill>
                  <a:srgbClr val="FFFFFF"/>
                </a:solidFill>
                <a:latin typeface="Cambria"/>
                <a:cs typeface="Cambria"/>
              </a:rPr>
              <a:t> </a:t>
            </a:r>
            <a:r>
              <a:rPr sz="2400" spc="-10" dirty="0">
                <a:solidFill>
                  <a:srgbClr val="FFFFFF"/>
                </a:solidFill>
                <a:latin typeface="Cambria"/>
                <a:cs typeface="Cambria"/>
              </a:rPr>
              <a:t>|</a:t>
            </a:r>
            <a:r>
              <a:rPr sz="2400" spc="-120" dirty="0">
                <a:solidFill>
                  <a:srgbClr val="FFFFFF"/>
                </a:solidFill>
                <a:latin typeface="Cambria"/>
                <a:cs typeface="Cambria"/>
              </a:rPr>
              <a:t> </a:t>
            </a:r>
            <a:r>
              <a:rPr sz="2400" spc="-50" dirty="0">
                <a:solidFill>
                  <a:srgbClr val="FFFFFF"/>
                </a:solidFill>
                <a:latin typeface="Cambria"/>
                <a:cs typeface="Cambria"/>
              </a:rPr>
              <a:t>T</a:t>
            </a:r>
            <a:endParaRPr sz="2400">
              <a:latin typeface="Cambria"/>
              <a:cs typeface="Cambria"/>
            </a:endParaRPr>
          </a:p>
          <a:p>
            <a:pPr marL="12700" marR="64769">
              <a:lnSpc>
                <a:spcPts val="2590"/>
              </a:lnSpc>
              <a:spcBef>
                <a:spcPts val="180"/>
              </a:spcBef>
            </a:pPr>
            <a:r>
              <a:rPr sz="2400" spc="-40" dirty="0">
                <a:solidFill>
                  <a:srgbClr val="FFFFFF"/>
                </a:solidFill>
                <a:latin typeface="Cambria"/>
                <a:cs typeface="Cambria"/>
              </a:rPr>
              <a:t>T</a:t>
            </a:r>
            <a:r>
              <a:rPr sz="2400" spc="-40" dirty="0">
                <a:solidFill>
                  <a:srgbClr val="FFFFFF"/>
                </a:solidFill>
                <a:latin typeface="Wingdings"/>
                <a:cs typeface="Wingdings"/>
              </a:rPr>
              <a:t></a:t>
            </a:r>
            <a:r>
              <a:rPr sz="2400" spc="-204" dirty="0">
                <a:solidFill>
                  <a:srgbClr val="FFFFFF"/>
                </a:solidFill>
                <a:latin typeface="Times New Roman"/>
                <a:cs typeface="Times New Roman"/>
              </a:rPr>
              <a:t> </a:t>
            </a:r>
            <a:r>
              <a:rPr sz="2400" spc="-20" dirty="0">
                <a:solidFill>
                  <a:srgbClr val="FFFFFF"/>
                </a:solidFill>
                <a:latin typeface="Cambria"/>
                <a:cs typeface="Cambria"/>
              </a:rPr>
              <a:t>T</a:t>
            </a:r>
            <a:r>
              <a:rPr sz="2400" spc="-114" dirty="0">
                <a:solidFill>
                  <a:srgbClr val="FFFFFF"/>
                </a:solidFill>
                <a:latin typeface="Cambria"/>
                <a:cs typeface="Cambria"/>
              </a:rPr>
              <a:t> </a:t>
            </a:r>
            <a:r>
              <a:rPr sz="2400" dirty="0">
                <a:solidFill>
                  <a:srgbClr val="FFFFFF"/>
                </a:solidFill>
                <a:latin typeface="Cambria"/>
                <a:cs typeface="Cambria"/>
              </a:rPr>
              <a:t>*</a:t>
            </a:r>
            <a:r>
              <a:rPr sz="2400" spc="-125" dirty="0">
                <a:solidFill>
                  <a:srgbClr val="FFFFFF"/>
                </a:solidFill>
                <a:latin typeface="Cambria"/>
                <a:cs typeface="Cambria"/>
              </a:rPr>
              <a:t> </a:t>
            </a:r>
            <a:r>
              <a:rPr sz="2400" dirty="0">
                <a:solidFill>
                  <a:srgbClr val="FFFFFF"/>
                </a:solidFill>
                <a:latin typeface="Cambria"/>
                <a:cs typeface="Cambria"/>
              </a:rPr>
              <a:t>F</a:t>
            </a:r>
            <a:r>
              <a:rPr sz="2400" spc="-120" dirty="0">
                <a:solidFill>
                  <a:srgbClr val="FFFFFF"/>
                </a:solidFill>
                <a:latin typeface="Cambria"/>
                <a:cs typeface="Cambria"/>
              </a:rPr>
              <a:t> </a:t>
            </a:r>
            <a:r>
              <a:rPr sz="2400" spc="-10" dirty="0">
                <a:solidFill>
                  <a:srgbClr val="FFFFFF"/>
                </a:solidFill>
                <a:latin typeface="Cambria"/>
                <a:cs typeface="Cambria"/>
              </a:rPr>
              <a:t>|</a:t>
            </a:r>
            <a:r>
              <a:rPr sz="2400" spc="-125" dirty="0">
                <a:solidFill>
                  <a:srgbClr val="FFFFFF"/>
                </a:solidFill>
                <a:latin typeface="Cambria"/>
                <a:cs typeface="Cambria"/>
              </a:rPr>
              <a:t> </a:t>
            </a:r>
            <a:r>
              <a:rPr sz="2400" spc="-50" dirty="0">
                <a:solidFill>
                  <a:srgbClr val="FFFFFF"/>
                </a:solidFill>
                <a:latin typeface="Cambria"/>
                <a:cs typeface="Cambria"/>
              </a:rPr>
              <a:t>F </a:t>
            </a:r>
            <a:r>
              <a:rPr sz="2400" spc="-35" dirty="0">
                <a:solidFill>
                  <a:srgbClr val="FFFFFF"/>
                </a:solidFill>
                <a:latin typeface="Cambria"/>
                <a:cs typeface="Cambria"/>
              </a:rPr>
              <a:t>F</a:t>
            </a:r>
            <a:r>
              <a:rPr sz="2400" spc="-35" dirty="0">
                <a:solidFill>
                  <a:srgbClr val="FFFFFF"/>
                </a:solidFill>
                <a:latin typeface="Wingdings"/>
                <a:cs typeface="Wingdings"/>
              </a:rPr>
              <a:t></a:t>
            </a:r>
            <a:r>
              <a:rPr sz="2400" spc="-195" dirty="0">
                <a:solidFill>
                  <a:srgbClr val="FFFFFF"/>
                </a:solidFill>
                <a:latin typeface="Times New Roman"/>
                <a:cs typeface="Times New Roman"/>
              </a:rPr>
              <a:t> </a:t>
            </a:r>
            <a:r>
              <a:rPr sz="2400" spc="-50" dirty="0">
                <a:solidFill>
                  <a:srgbClr val="FFFFFF"/>
                </a:solidFill>
                <a:latin typeface="Cambria"/>
                <a:cs typeface="Cambria"/>
              </a:rPr>
              <a:t>(E)</a:t>
            </a:r>
            <a:r>
              <a:rPr sz="2400" spc="-135" dirty="0">
                <a:solidFill>
                  <a:srgbClr val="FFFFFF"/>
                </a:solidFill>
                <a:latin typeface="Cambria"/>
                <a:cs typeface="Cambria"/>
              </a:rPr>
              <a:t> </a:t>
            </a:r>
            <a:r>
              <a:rPr sz="2400" dirty="0">
                <a:solidFill>
                  <a:srgbClr val="FFFFFF"/>
                </a:solidFill>
                <a:latin typeface="Cambria"/>
                <a:cs typeface="Cambria"/>
              </a:rPr>
              <a:t>|</a:t>
            </a:r>
            <a:r>
              <a:rPr sz="2400" spc="-110" dirty="0">
                <a:solidFill>
                  <a:srgbClr val="FFFFFF"/>
                </a:solidFill>
                <a:latin typeface="Cambria"/>
                <a:cs typeface="Cambria"/>
              </a:rPr>
              <a:t> </a:t>
            </a:r>
            <a:r>
              <a:rPr sz="2400" spc="-25" dirty="0">
                <a:solidFill>
                  <a:srgbClr val="FFFFFF"/>
                </a:solidFill>
                <a:latin typeface="Cambria"/>
                <a:cs typeface="Cambria"/>
              </a:rPr>
              <a:t>id</a:t>
            </a:r>
            <a:endParaRPr sz="2400">
              <a:latin typeface="Cambria"/>
              <a:cs typeface="Cambria"/>
            </a:endParaRPr>
          </a:p>
        </p:txBody>
      </p:sp>
      <p:sp>
        <p:nvSpPr>
          <p:cNvPr id="6" name="object 6"/>
          <p:cNvSpPr/>
          <p:nvPr/>
        </p:nvSpPr>
        <p:spPr>
          <a:xfrm>
            <a:off x="4696079" y="2457957"/>
            <a:ext cx="6967220" cy="396240"/>
          </a:xfrm>
          <a:custGeom>
            <a:avLst/>
            <a:gdLst/>
            <a:ahLst/>
            <a:cxnLst/>
            <a:rect l="l" t="t" r="r" b="b"/>
            <a:pathLst>
              <a:path w="6967220" h="396239">
                <a:moveTo>
                  <a:pt x="2322182" y="0"/>
                </a:moveTo>
                <a:lnTo>
                  <a:pt x="1161135" y="0"/>
                </a:lnTo>
                <a:lnTo>
                  <a:pt x="0" y="0"/>
                </a:lnTo>
                <a:lnTo>
                  <a:pt x="0" y="396240"/>
                </a:lnTo>
                <a:lnTo>
                  <a:pt x="1161034" y="396240"/>
                </a:lnTo>
                <a:lnTo>
                  <a:pt x="2322182" y="396240"/>
                </a:lnTo>
                <a:lnTo>
                  <a:pt x="2322182" y="0"/>
                </a:lnTo>
                <a:close/>
              </a:path>
              <a:path w="6967220" h="396239">
                <a:moveTo>
                  <a:pt x="3483343" y="0"/>
                </a:moveTo>
                <a:lnTo>
                  <a:pt x="2322195" y="0"/>
                </a:lnTo>
                <a:lnTo>
                  <a:pt x="2322195" y="396240"/>
                </a:lnTo>
                <a:lnTo>
                  <a:pt x="3483343" y="396240"/>
                </a:lnTo>
                <a:lnTo>
                  <a:pt x="3483343" y="0"/>
                </a:lnTo>
                <a:close/>
              </a:path>
              <a:path w="6967220" h="396239">
                <a:moveTo>
                  <a:pt x="4644491" y="0"/>
                </a:moveTo>
                <a:lnTo>
                  <a:pt x="3483356" y="0"/>
                </a:lnTo>
                <a:lnTo>
                  <a:pt x="3483356" y="396240"/>
                </a:lnTo>
                <a:lnTo>
                  <a:pt x="4644491" y="396240"/>
                </a:lnTo>
                <a:lnTo>
                  <a:pt x="4644491" y="0"/>
                </a:lnTo>
                <a:close/>
              </a:path>
              <a:path w="6967220" h="396239">
                <a:moveTo>
                  <a:pt x="5805665" y="0"/>
                </a:moveTo>
                <a:lnTo>
                  <a:pt x="4644517" y="0"/>
                </a:lnTo>
                <a:lnTo>
                  <a:pt x="4644517" y="383794"/>
                </a:lnTo>
                <a:lnTo>
                  <a:pt x="5805665" y="383794"/>
                </a:lnTo>
                <a:lnTo>
                  <a:pt x="5805665" y="0"/>
                </a:lnTo>
                <a:close/>
              </a:path>
              <a:path w="6967220" h="396239">
                <a:moveTo>
                  <a:pt x="6966813" y="0"/>
                </a:moveTo>
                <a:lnTo>
                  <a:pt x="5805678" y="0"/>
                </a:lnTo>
                <a:lnTo>
                  <a:pt x="5805678" y="383794"/>
                </a:lnTo>
                <a:lnTo>
                  <a:pt x="6966813" y="383794"/>
                </a:lnTo>
                <a:lnTo>
                  <a:pt x="6966813" y="0"/>
                </a:lnTo>
                <a:close/>
              </a:path>
            </a:pathLst>
          </a:custGeom>
          <a:solidFill>
            <a:srgbClr val="40B9D2"/>
          </a:solidFill>
        </p:spPr>
        <p:txBody>
          <a:bodyPr wrap="square" lIns="0" tIns="0" rIns="0" bIns="0" rtlCol="0"/>
          <a:lstStyle/>
          <a:p>
            <a:endParaRPr/>
          </a:p>
        </p:txBody>
      </p:sp>
      <p:sp>
        <p:nvSpPr>
          <p:cNvPr id="7" name="object 7"/>
          <p:cNvSpPr txBox="1"/>
          <p:nvPr/>
        </p:nvSpPr>
        <p:spPr>
          <a:xfrm>
            <a:off x="5160264" y="2509241"/>
            <a:ext cx="233679" cy="298450"/>
          </a:xfrm>
          <a:prstGeom prst="rect">
            <a:avLst/>
          </a:prstGeom>
        </p:spPr>
        <p:txBody>
          <a:bodyPr vert="horz" wrap="square" lIns="0" tIns="0" rIns="0" bIns="0" rtlCol="0">
            <a:spAutoFit/>
          </a:bodyPr>
          <a:lstStyle/>
          <a:p>
            <a:pPr>
              <a:lnSpc>
                <a:spcPts val="2305"/>
              </a:lnSpc>
            </a:pPr>
            <a:r>
              <a:rPr sz="2000" b="1" spc="-25" dirty="0">
                <a:latin typeface="Cambria"/>
                <a:cs typeface="Cambria"/>
              </a:rPr>
              <a:t>id</a:t>
            </a:r>
            <a:endParaRPr sz="2000">
              <a:latin typeface="Cambria"/>
              <a:cs typeface="Cambria"/>
            </a:endParaRPr>
          </a:p>
        </p:txBody>
      </p:sp>
      <p:sp>
        <p:nvSpPr>
          <p:cNvPr id="8" name="object 8"/>
          <p:cNvSpPr txBox="1"/>
          <p:nvPr/>
        </p:nvSpPr>
        <p:spPr>
          <a:xfrm>
            <a:off x="6380988" y="2509241"/>
            <a:ext cx="115570" cy="298450"/>
          </a:xfrm>
          <a:prstGeom prst="rect">
            <a:avLst/>
          </a:prstGeom>
        </p:spPr>
        <p:txBody>
          <a:bodyPr vert="horz" wrap="square" lIns="0" tIns="0" rIns="0" bIns="0" rtlCol="0">
            <a:spAutoFit/>
          </a:bodyPr>
          <a:lstStyle/>
          <a:p>
            <a:pPr>
              <a:lnSpc>
                <a:spcPts val="2305"/>
              </a:lnSpc>
            </a:pPr>
            <a:r>
              <a:rPr sz="2000" b="1" spc="-50" dirty="0">
                <a:latin typeface="Cambria"/>
                <a:cs typeface="Cambria"/>
              </a:rPr>
              <a:t>*</a:t>
            </a:r>
            <a:endParaRPr sz="2000">
              <a:latin typeface="Cambria"/>
              <a:cs typeface="Cambria"/>
            </a:endParaRPr>
          </a:p>
        </p:txBody>
      </p:sp>
      <p:sp>
        <p:nvSpPr>
          <p:cNvPr id="9" name="object 9"/>
          <p:cNvSpPr txBox="1"/>
          <p:nvPr/>
        </p:nvSpPr>
        <p:spPr>
          <a:xfrm>
            <a:off x="7523988" y="2509241"/>
            <a:ext cx="151130" cy="298450"/>
          </a:xfrm>
          <a:prstGeom prst="rect">
            <a:avLst/>
          </a:prstGeom>
        </p:spPr>
        <p:txBody>
          <a:bodyPr vert="horz" wrap="square" lIns="0" tIns="0" rIns="0" bIns="0" rtlCol="0">
            <a:spAutoFit/>
          </a:bodyPr>
          <a:lstStyle/>
          <a:p>
            <a:pPr>
              <a:lnSpc>
                <a:spcPts val="2305"/>
              </a:lnSpc>
            </a:pPr>
            <a:r>
              <a:rPr sz="2000" b="1" spc="-50" dirty="0">
                <a:latin typeface="Cambria"/>
                <a:cs typeface="Cambria"/>
              </a:rPr>
              <a:t>+</a:t>
            </a:r>
            <a:endParaRPr sz="2000">
              <a:latin typeface="Cambria"/>
              <a:cs typeface="Cambria"/>
            </a:endParaRPr>
          </a:p>
        </p:txBody>
      </p:sp>
      <p:sp>
        <p:nvSpPr>
          <p:cNvPr id="10" name="object 10"/>
          <p:cNvSpPr txBox="1"/>
          <p:nvPr/>
        </p:nvSpPr>
        <p:spPr>
          <a:xfrm>
            <a:off x="8709659" y="2509241"/>
            <a:ext cx="104139" cy="298450"/>
          </a:xfrm>
          <a:prstGeom prst="rect">
            <a:avLst/>
          </a:prstGeom>
        </p:spPr>
        <p:txBody>
          <a:bodyPr vert="horz" wrap="square" lIns="0" tIns="0" rIns="0" bIns="0" rtlCol="0">
            <a:spAutoFit/>
          </a:bodyPr>
          <a:lstStyle/>
          <a:p>
            <a:pPr>
              <a:lnSpc>
                <a:spcPts val="2305"/>
              </a:lnSpc>
            </a:pPr>
            <a:r>
              <a:rPr sz="2000" b="1" spc="-50" dirty="0">
                <a:latin typeface="Cambria"/>
                <a:cs typeface="Cambria"/>
              </a:rPr>
              <a:t>(</a:t>
            </a:r>
            <a:endParaRPr sz="2000">
              <a:latin typeface="Cambria"/>
              <a:cs typeface="Cambria"/>
            </a:endParaRPr>
          </a:p>
        </p:txBody>
      </p:sp>
      <p:sp>
        <p:nvSpPr>
          <p:cNvPr id="11" name="object 11"/>
          <p:cNvSpPr txBox="1"/>
          <p:nvPr/>
        </p:nvSpPr>
        <p:spPr>
          <a:xfrm>
            <a:off x="9870947" y="2509241"/>
            <a:ext cx="104139" cy="298450"/>
          </a:xfrm>
          <a:prstGeom prst="rect">
            <a:avLst/>
          </a:prstGeom>
        </p:spPr>
        <p:txBody>
          <a:bodyPr vert="horz" wrap="square" lIns="0" tIns="0" rIns="0" bIns="0" rtlCol="0">
            <a:spAutoFit/>
          </a:bodyPr>
          <a:lstStyle/>
          <a:p>
            <a:pPr>
              <a:lnSpc>
                <a:spcPts val="2305"/>
              </a:lnSpc>
            </a:pPr>
            <a:r>
              <a:rPr sz="2000" b="1" spc="-50" dirty="0">
                <a:latin typeface="Cambria"/>
                <a:cs typeface="Cambria"/>
              </a:rPr>
              <a:t>)</a:t>
            </a:r>
            <a:endParaRPr sz="2000">
              <a:latin typeface="Cambria"/>
              <a:cs typeface="Cambria"/>
            </a:endParaRPr>
          </a:p>
        </p:txBody>
      </p:sp>
      <p:sp>
        <p:nvSpPr>
          <p:cNvPr id="12" name="object 12"/>
          <p:cNvSpPr txBox="1"/>
          <p:nvPr/>
        </p:nvSpPr>
        <p:spPr>
          <a:xfrm>
            <a:off x="11013947" y="2509241"/>
            <a:ext cx="138430" cy="298450"/>
          </a:xfrm>
          <a:prstGeom prst="rect">
            <a:avLst/>
          </a:prstGeom>
        </p:spPr>
        <p:txBody>
          <a:bodyPr vert="horz" wrap="square" lIns="0" tIns="0" rIns="0" bIns="0" rtlCol="0">
            <a:spAutoFit/>
          </a:bodyPr>
          <a:lstStyle/>
          <a:p>
            <a:pPr>
              <a:lnSpc>
                <a:spcPts val="2305"/>
              </a:lnSpc>
            </a:pPr>
            <a:r>
              <a:rPr sz="2000" b="1" spc="-50" dirty="0">
                <a:latin typeface="Cambria"/>
                <a:cs typeface="Cambria"/>
              </a:rPr>
              <a:t>$</a:t>
            </a:r>
            <a:endParaRPr sz="2000">
              <a:latin typeface="Cambria"/>
              <a:cs typeface="Cambria"/>
            </a:endParaRPr>
          </a:p>
        </p:txBody>
      </p:sp>
      <p:sp>
        <p:nvSpPr>
          <p:cNvPr id="13" name="object 13"/>
          <p:cNvSpPr/>
          <p:nvPr/>
        </p:nvSpPr>
        <p:spPr>
          <a:xfrm>
            <a:off x="3534917" y="4822952"/>
            <a:ext cx="0" cy="19050"/>
          </a:xfrm>
          <a:custGeom>
            <a:avLst/>
            <a:gdLst/>
            <a:ahLst/>
            <a:cxnLst/>
            <a:rect l="l" t="t" r="r" b="b"/>
            <a:pathLst>
              <a:path h="19050">
                <a:moveTo>
                  <a:pt x="0" y="0"/>
                </a:moveTo>
                <a:lnTo>
                  <a:pt x="0" y="18796"/>
                </a:lnTo>
              </a:path>
            </a:pathLst>
          </a:custGeom>
          <a:ln w="12700">
            <a:solidFill>
              <a:srgbClr val="FFFFFF"/>
            </a:solidFill>
          </a:ln>
        </p:spPr>
        <p:txBody>
          <a:bodyPr wrap="square" lIns="0" tIns="0" rIns="0" bIns="0" rtlCol="0"/>
          <a:lstStyle/>
          <a:p>
            <a:endParaRPr/>
          </a:p>
        </p:txBody>
      </p:sp>
      <p:sp>
        <p:nvSpPr>
          <p:cNvPr id="14" name="object 14"/>
          <p:cNvSpPr/>
          <p:nvPr/>
        </p:nvSpPr>
        <p:spPr>
          <a:xfrm>
            <a:off x="4696078" y="4822952"/>
            <a:ext cx="0" cy="19050"/>
          </a:xfrm>
          <a:custGeom>
            <a:avLst/>
            <a:gdLst/>
            <a:ahLst/>
            <a:cxnLst/>
            <a:rect l="l" t="t" r="r" b="b"/>
            <a:pathLst>
              <a:path h="19050">
                <a:moveTo>
                  <a:pt x="0" y="0"/>
                </a:moveTo>
                <a:lnTo>
                  <a:pt x="0" y="18796"/>
                </a:lnTo>
              </a:path>
            </a:pathLst>
          </a:custGeom>
          <a:ln w="12700">
            <a:solidFill>
              <a:srgbClr val="FFFFFF"/>
            </a:solidFill>
          </a:ln>
        </p:spPr>
        <p:txBody>
          <a:bodyPr wrap="square" lIns="0" tIns="0" rIns="0" bIns="0" rtlCol="0"/>
          <a:lstStyle/>
          <a:p>
            <a:endParaRPr/>
          </a:p>
        </p:txBody>
      </p:sp>
      <p:sp>
        <p:nvSpPr>
          <p:cNvPr id="15" name="object 15"/>
          <p:cNvSpPr txBox="1"/>
          <p:nvPr/>
        </p:nvSpPr>
        <p:spPr>
          <a:xfrm>
            <a:off x="4043171" y="2905862"/>
            <a:ext cx="146685" cy="298450"/>
          </a:xfrm>
          <a:prstGeom prst="rect">
            <a:avLst/>
          </a:prstGeom>
        </p:spPr>
        <p:txBody>
          <a:bodyPr vert="horz" wrap="square" lIns="0" tIns="0" rIns="0" bIns="0" rtlCol="0">
            <a:spAutoFit/>
          </a:bodyPr>
          <a:lstStyle/>
          <a:p>
            <a:pPr>
              <a:lnSpc>
                <a:spcPts val="2305"/>
              </a:lnSpc>
            </a:pPr>
            <a:r>
              <a:rPr sz="2000" spc="-50" dirty="0">
                <a:latin typeface="Cambria"/>
                <a:cs typeface="Cambria"/>
              </a:rPr>
              <a:t>E</a:t>
            </a:r>
            <a:endParaRPr sz="2000">
              <a:latin typeface="Cambria"/>
              <a:cs typeface="Cambria"/>
            </a:endParaRPr>
          </a:p>
        </p:txBody>
      </p:sp>
      <p:sp>
        <p:nvSpPr>
          <p:cNvPr id="16" name="object 16"/>
          <p:cNvSpPr txBox="1"/>
          <p:nvPr/>
        </p:nvSpPr>
        <p:spPr>
          <a:xfrm>
            <a:off x="4014215" y="3302102"/>
            <a:ext cx="202565" cy="298450"/>
          </a:xfrm>
          <a:prstGeom prst="rect">
            <a:avLst/>
          </a:prstGeom>
        </p:spPr>
        <p:txBody>
          <a:bodyPr vert="horz" wrap="square" lIns="0" tIns="0" rIns="0" bIns="0" rtlCol="0">
            <a:spAutoFit/>
          </a:bodyPr>
          <a:lstStyle/>
          <a:p>
            <a:pPr>
              <a:lnSpc>
                <a:spcPts val="2305"/>
              </a:lnSpc>
            </a:pPr>
            <a:r>
              <a:rPr sz="2000" spc="-25" dirty="0">
                <a:latin typeface="Cambria"/>
                <a:cs typeface="Cambria"/>
              </a:rPr>
              <a:t>E’</a:t>
            </a:r>
            <a:endParaRPr sz="2000">
              <a:latin typeface="Cambria"/>
              <a:cs typeface="Cambria"/>
            </a:endParaRPr>
          </a:p>
        </p:txBody>
      </p:sp>
      <p:sp>
        <p:nvSpPr>
          <p:cNvPr id="17" name="object 17"/>
          <p:cNvSpPr txBox="1"/>
          <p:nvPr/>
        </p:nvSpPr>
        <p:spPr>
          <a:xfrm>
            <a:off x="4040123" y="3698342"/>
            <a:ext cx="151130" cy="298450"/>
          </a:xfrm>
          <a:prstGeom prst="rect">
            <a:avLst/>
          </a:prstGeom>
        </p:spPr>
        <p:txBody>
          <a:bodyPr vert="horz" wrap="square" lIns="0" tIns="0" rIns="0" bIns="0" rtlCol="0">
            <a:spAutoFit/>
          </a:bodyPr>
          <a:lstStyle/>
          <a:p>
            <a:pPr>
              <a:lnSpc>
                <a:spcPts val="2305"/>
              </a:lnSpc>
            </a:pPr>
            <a:r>
              <a:rPr sz="2000" spc="-50" dirty="0">
                <a:latin typeface="Cambria"/>
                <a:cs typeface="Cambria"/>
              </a:rPr>
              <a:t>T</a:t>
            </a:r>
            <a:endParaRPr sz="2000">
              <a:latin typeface="Cambria"/>
              <a:cs typeface="Cambria"/>
            </a:endParaRPr>
          </a:p>
        </p:txBody>
      </p:sp>
      <p:sp>
        <p:nvSpPr>
          <p:cNvPr id="18" name="object 18"/>
          <p:cNvSpPr txBox="1"/>
          <p:nvPr/>
        </p:nvSpPr>
        <p:spPr>
          <a:xfrm>
            <a:off x="4012691" y="4094836"/>
            <a:ext cx="207010" cy="298450"/>
          </a:xfrm>
          <a:prstGeom prst="rect">
            <a:avLst/>
          </a:prstGeom>
        </p:spPr>
        <p:txBody>
          <a:bodyPr vert="horz" wrap="square" lIns="0" tIns="0" rIns="0" bIns="0" rtlCol="0">
            <a:spAutoFit/>
          </a:bodyPr>
          <a:lstStyle/>
          <a:p>
            <a:pPr>
              <a:lnSpc>
                <a:spcPts val="2305"/>
              </a:lnSpc>
            </a:pPr>
            <a:r>
              <a:rPr sz="2000" spc="-25" dirty="0">
                <a:latin typeface="Cambria"/>
                <a:cs typeface="Cambria"/>
              </a:rPr>
              <a:t>T’</a:t>
            </a:r>
            <a:endParaRPr sz="2000">
              <a:latin typeface="Cambria"/>
              <a:cs typeface="Cambria"/>
            </a:endParaRPr>
          </a:p>
        </p:txBody>
      </p:sp>
      <p:sp>
        <p:nvSpPr>
          <p:cNvPr id="19" name="object 19"/>
          <p:cNvSpPr txBox="1"/>
          <p:nvPr/>
        </p:nvSpPr>
        <p:spPr>
          <a:xfrm>
            <a:off x="4047744" y="4491076"/>
            <a:ext cx="137160" cy="298450"/>
          </a:xfrm>
          <a:prstGeom prst="rect">
            <a:avLst/>
          </a:prstGeom>
        </p:spPr>
        <p:txBody>
          <a:bodyPr vert="horz" wrap="square" lIns="0" tIns="0" rIns="0" bIns="0" rtlCol="0">
            <a:spAutoFit/>
          </a:bodyPr>
          <a:lstStyle/>
          <a:p>
            <a:pPr>
              <a:lnSpc>
                <a:spcPts val="2305"/>
              </a:lnSpc>
            </a:pPr>
            <a:r>
              <a:rPr sz="2000" spc="-50" dirty="0">
                <a:latin typeface="Cambria"/>
                <a:cs typeface="Cambria"/>
              </a:rPr>
              <a:t>F</a:t>
            </a:r>
            <a:endParaRPr sz="2000">
              <a:latin typeface="Cambria"/>
              <a:cs typeface="Cambria"/>
            </a:endParaRPr>
          </a:p>
        </p:txBody>
      </p:sp>
      <p:grpSp>
        <p:nvGrpSpPr>
          <p:cNvPr id="20" name="object 20"/>
          <p:cNvGrpSpPr/>
          <p:nvPr/>
        </p:nvGrpSpPr>
        <p:grpSpPr>
          <a:xfrm>
            <a:off x="3449320" y="2445511"/>
            <a:ext cx="8230234" cy="408940"/>
            <a:chOff x="3449320" y="2445511"/>
            <a:chExt cx="8230234" cy="408940"/>
          </a:xfrm>
        </p:grpSpPr>
        <p:sp>
          <p:nvSpPr>
            <p:cNvPr id="21" name="object 21"/>
            <p:cNvSpPr/>
            <p:nvPr/>
          </p:nvSpPr>
          <p:spPr>
            <a:xfrm>
              <a:off x="3534918" y="2457957"/>
              <a:ext cx="1161415" cy="396240"/>
            </a:xfrm>
            <a:custGeom>
              <a:avLst/>
              <a:gdLst/>
              <a:ahLst/>
              <a:cxnLst/>
              <a:rect l="l" t="t" r="r" b="b"/>
              <a:pathLst>
                <a:path w="1161414" h="396239">
                  <a:moveTo>
                    <a:pt x="1161148" y="0"/>
                  </a:moveTo>
                  <a:lnTo>
                    <a:pt x="0" y="0"/>
                  </a:lnTo>
                  <a:lnTo>
                    <a:pt x="0" y="396239"/>
                  </a:lnTo>
                  <a:lnTo>
                    <a:pt x="1161148" y="396239"/>
                  </a:lnTo>
                  <a:lnTo>
                    <a:pt x="1161148" y="0"/>
                  </a:lnTo>
                  <a:close/>
                </a:path>
              </a:pathLst>
            </a:custGeom>
            <a:solidFill>
              <a:srgbClr val="40B9D2"/>
            </a:solidFill>
          </p:spPr>
          <p:txBody>
            <a:bodyPr wrap="square" lIns="0" tIns="0" rIns="0" bIns="0" rtlCol="0"/>
            <a:lstStyle/>
            <a:p>
              <a:endParaRPr/>
            </a:p>
          </p:txBody>
        </p:sp>
        <p:sp>
          <p:nvSpPr>
            <p:cNvPr id="22" name="object 22"/>
            <p:cNvSpPr/>
            <p:nvPr/>
          </p:nvSpPr>
          <p:spPr>
            <a:xfrm>
              <a:off x="3449320" y="2445511"/>
              <a:ext cx="8230234" cy="396240"/>
            </a:xfrm>
            <a:custGeom>
              <a:avLst/>
              <a:gdLst/>
              <a:ahLst/>
              <a:cxnLst/>
              <a:rect l="l" t="t" r="r" b="b"/>
              <a:pathLst>
                <a:path w="8230234" h="396239">
                  <a:moveTo>
                    <a:pt x="2351290" y="0"/>
                  </a:moveTo>
                  <a:lnTo>
                    <a:pt x="1175651" y="0"/>
                  </a:lnTo>
                  <a:lnTo>
                    <a:pt x="0" y="0"/>
                  </a:lnTo>
                  <a:lnTo>
                    <a:pt x="0" y="396240"/>
                  </a:lnTo>
                  <a:lnTo>
                    <a:pt x="1175639" y="396240"/>
                  </a:lnTo>
                  <a:lnTo>
                    <a:pt x="2351290" y="396240"/>
                  </a:lnTo>
                  <a:lnTo>
                    <a:pt x="2351290" y="0"/>
                  </a:lnTo>
                  <a:close/>
                </a:path>
                <a:path w="8230234" h="396239">
                  <a:moveTo>
                    <a:pt x="8229613" y="0"/>
                  </a:moveTo>
                  <a:lnTo>
                    <a:pt x="8229613" y="0"/>
                  </a:lnTo>
                  <a:lnTo>
                    <a:pt x="2351405" y="0"/>
                  </a:lnTo>
                  <a:lnTo>
                    <a:pt x="2351405" y="396240"/>
                  </a:lnTo>
                  <a:lnTo>
                    <a:pt x="8229613" y="396240"/>
                  </a:lnTo>
                  <a:lnTo>
                    <a:pt x="8229613" y="0"/>
                  </a:lnTo>
                  <a:close/>
                </a:path>
              </a:pathLst>
            </a:custGeom>
            <a:solidFill>
              <a:srgbClr val="40B9D2"/>
            </a:solidFill>
          </p:spPr>
          <p:txBody>
            <a:bodyPr wrap="square" lIns="0" tIns="0" rIns="0" bIns="0" rtlCol="0"/>
            <a:lstStyle/>
            <a:p>
              <a:endParaRPr/>
            </a:p>
          </p:txBody>
        </p:sp>
      </p:grpSp>
      <p:graphicFrame>
        <p:nvGraphicFramePr>
          <p:cNvPr id="23" name="object 23"/>
          <p:cNvGraphicFramePr>
            <a:graphicFrameLocks noGrp="1"/>
          </p:cNvGraphicFramePr>
          <p:nvPr/>
        </p:nvGraphicFramePr>
        <p:xfrm>
          <a:off x="3440429" y="758951"/>
          <a:ext cx="8321040" cy="5328920"/>
        </p:xfrm>
        <a:graphic>
          <a:graphicData uri="http://schemas.openxmlformats.org/drawingml/2006/table">
            <a:tbl>
              <a:tblPr firstRow="1" bandRow="1">
                <a:tableStyleId>{2D5ABB26-0587-4C30-8999-92F81FD0307C}</a:tableStyleId>
              </a:tblPr>
              <a:tblGrid>
                <a:gridCol w="1177925">
                  <a:extLst>
                    <a:ext uri="{9D8B030D-6E8A-4147-A177-3AD203B41FA5}">
                      <a16:colId xmlns:a16="http://schemas.microsoft.com/office/drawing/2014/main" val="20000"/>
                    </a:ext>
                  </a:extLst>
                </a:gridCol>
                <a:gridCol w="1175385">
                  <a:extLst>
                    <a:ext uri="{9D8B030D-6E8A-4147-A177-3AD203B41FA5}">
                      <a16:colId xmlns:a16="http://schemas.microsoft.com/office/drawing/2014/main" val="20001"/>
                    </a:ext>
                  </a:extLst>
                </a:gridCol>
                <a:gridCol w="1175385">
                  <a:extLst>
                    <a:ext uri="{9D8B030D-6E8A-4147-A177-3AD203B41FA5}">
                      <a16:colId xmlns:a16="http://schemas.microsoft.com/office/drawing/2014/main" val="20002"/>
                    </a:ext>
                  </a:extLst>
                </a:gridCol>
                <a:gridCol w="1175385">
                  <a:extLst>
                    <a:ext uri="{9D8B030D-6E8A-4147-A177-3AD203B41FA5}">
                      <a16:colId xmlns:a16="http://schemas.microsoft.com/office/drawing/2014/main" val="20003"/>
                    </a:ext>
                  </a:extLst>
                </a:gridCol>
                <a:gridCol w="1175385">
                  <a:extLst>
                    <a:ext uri="{9D8B030D-6E8A-4147-A177-3AD203B41FA5}">
                      <a16:colId xmlns:a16="http://schemas.microsoft.com/office/drawing/2014/main" val="20004"/>
                    </a:ext>
                  </a:extLst>
                </a:gridCol>
                <a:gridCol w="1175384">
                  <a:extLst>
                    <a:ext uri="{9D8B030D-6E8A-4147-A177-3AD203B41FA5}">
                      <a16:colId xmlns:a16="http://schemas.microsoft.com/office/drawing/2014/main" val="20005"/>
                    </a:ext>
                  </a:extLst>
                </a:gridCol>
                <a:gridCol w="1175384">
                  <a:extLst>
                    <a:ext uri="{9D8B030D-6E8A-4147-A177-3AD203B41FA5}">
                      <a16:colId xmlns:a16="http://schemas.microsoft.com/office/drawing/2014/main" val="20006"/>
                    </a:ext>
                  </a:extLst>
                </a:gridCol>
              </a:tblGrid>
              <a:tr h="1686560">
                <a:tc gridSpan="7">
                  <a:txBody>
                    <a:bodyPr/>
                    <a:lstStyle/>
                    <a:p>
                      <a:pPr>
                        <a:lnSpc>
                          <a:spcPct val="100000"/>
                        </a:lnSpc>
                      </a:pPr>
                      <a:endParaRPr sz="2400">
                        <a:latin typeface="Times New Roman"/>
                        <a:cs typeface="Times New Roman"/>
                      </a:endParaRPr>
                    </a:p>
                    <a:p>
                      <a:pPr>
                        <a:lnSpc>
                          <a:spcPct val="100000"/>
                        </a:lnSpc>
                        <a:spcBef>
                          <a:spcPts val="965"/>
                        </a:spcBef>
                      </a:pPr>
                      <a:endParaRPr sz="2400">
                        <a:latin typeface="Times New Roman"/>
                        <a:cs typeface="Times New Roman"/>
                      </a:endParaRPr>
                    </a:p>
                    <a:p>
                      <a:pPr marL="93980">
                        <a:lnSpc>
                          <a:spcPct val="100000"/>
                        </a:lnSpc>
                      </a:pPr>
                      <a:r>
                        <a:rPr sz="2400" dirty="0">
                          <a:latin typeface="Cambria"/>
                          <a:cs typeface="Cambria"/>
                        </a:rPr>
                        <a:t>Step</a:t>
                      </a:r>
                      <a:r>
                        <a:rPr sz="2400" spc="-65" dirty="0">
                          <a:latin typeface="Cambria"/>
                          <a:cs typeface="Cambria"/>
                        </a:rPr>
                        <a:t> </a:t>
                      </a:r>
                      <a:r>
                        <a:rPr sz="2400" dirty="0">
                          <a:latin typeface="Cambria"/>
                          <a:cs typeface="Cambria"/>
                        </a:rPr>
                        <a:t>3:</a:t>
                      </a:r>
                      <a:r>
                        <a:rPr sz="2400" spc="-65" dirty="0">
                          <a:latin typeface="Cambria"/>
                          <a:cs typeface="Cambria"/>
                        </a:rPr>
                        <a:t> </a:t>
                      </a:r>
                      <a:r>
                        <a:rPr sz="2400" spc="-10" dirty="0">
                          <a:latin typeface="Cambria"/>
                          <a:cs typeface="Cambria"/>
                        </a:rPr>
                        <a:t>Predictive</a:t>
                      </a:r>
                      <a:r>
                        <a:rPr sz="2400" spc="-75" dirty="0">
                          <a:latin typeface="Cambria"/>
                          <a:cs typeface="Cambria"/>
                        </a:rPr>
                        <a:t> </a:t>
                      </a:r>
                      <a:r>
                        <a:rPr sz="2400" dirty="0">
                          <a:latin typeface="Cambria"/>
                          <a:cs typeface="Cambria"/>
                        </a:rPr>
                        <a:t>parsing</a:t>
                      </a:r>
                      <a:r>
                        <a:rPr sz="2400" spc="-70" dirty="0">
                          <a:latin typeface="Cambria"/>
                          <a:cs typeface="Cambria"/>
                        </a:rPr>
                        <a:t> </a:t>
                      </a:r>
                      <a:r>
                        <a:rPr sz="2400" spc="-10" dirty="0">
                          <a:latin typeface="Cambria"/>
                          <a:cs typeface="Cambria"/>
                        </a:rPr>
                        <a:t>table</a:t>
                      </a:r>
                      <a:endParaRPr sz="2400">
                        <a:latin typeface="Cambria"/>
                        <a:cs typeface="Cambria"/>
                      </a:endParaRPr>
                    </a:p>
                  </a:txBody>
                  <a:tcPr marL="0" marR="0" marT="0" marB="0">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01955">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tcPr>
                </a:tc>
                <a:tc>
                  <a:txBody>
                    <a:bodyPr/>
                    <a:lstStyle/>
                    <a:p>
                      <a:pPr marL="1270" algn="ctr">
                        <a:lnSpc>
                          <a:spcPct val="100000"/>
                        </a:lnSpc>
                        <a:spcBef>
                          <a:spcPts val="305"/>
                        </a:spcBef>
                      </a:pPr>
                      <a:r>
                        <a:rPr sz="2000" b="1" spc="-25" dirty="0">
                          <a:latin typeface="Cambria"/>
                          <a:cs typeface="Cambria"/>
                        </a:rPr>
                        <a:t>id</a:t>
                      </a:r>
                      <a:endParaRPr sz="2000">
                        <a:latin typeface="Cambria"/>
                        <a:cs typeface="Cambr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tcPr>
                </a:tc>
                <a:tc>
                  <a:txBody>
                    <a:bodyPr/>
                    <a:lstStyle/>
                    <a:p>
                      <a:pPr algn="ctr">
                        <a:lnSpc>
                          <a:spcPct val="100000"/>
                        </a:lnSpc>
                        <a:spcBef>
                          <a:spcPts val="305"/>
                        </a:spcBef>
                      </a:pPr>
                      <a:r>
                        <a:rPr sz="2000" b="1" spc="-50" dirty="0">
                          <a:latin typeface="Cambria"/>
                          <a:cs typeface="Cambria"/>
                        </a:rPr>
                        <a:t>*</a:t>
                      </a:r>
                      <a:endParaRPr sz="2000">
                        <a:latin typeface="Cambria"/>
                        <a:cs typeface="Cambr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tcPr>
                </a:tc>
                <a:tc>
                  <a:txBody>
                    <a:bodyPr/>
                    <a:lstStyle/>
                    <a:p>
                      <a:pPr marL="1270" algn="ctr">
                        <a:lnSpc>
                          <a:spcPct val="100000"/>
                        </a:lnSpc>
                        <a:spcBef>
                          <a:spcPts val="305"/>
                        </a:spcBef>
                      </a:pPr>
                      <a:r>
                        <a:rPr sz="2000" b="1" spc="-50" dirty="0">
                          <a:latin typeface="Cambria"/>
                          <a:cs typeface="Cambria"/>
                        </a:rPr>
                        <a:t>+</a:t>
                      </a:r>
                      <a:endParaRPr sz="2000">
                        <a:latin typeface="Cambria"/>
                        <a:cs typeface="Cambr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635" algn="ctr">
                        <a:lnSpc>
                          <a:spcPct val="100000"/>
                        </a:lnSpc>
                        <a:spcBef>
                          <a:spcPts val="305"/>
                        </a:spcBef>
                      </a:pPr>
                      <a:r>
                        <a:rPr sz="2000" b="1" spc="-50" dirty="0">
                          <a:latin typeface="Cambria"/>
                          <a:cs typeface="Cambria"/>
                        </a:rPr>
                        <a:t>(</a:t>
                      </a:r>
                      <a:endParaRPr sz="2000">
                        <a:latin typeface="Cambria"/>
                        <a:cs typeface="Cambr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635" algn="ctr">
                        <a:lnSpc>
                          <a:spcPct val="100000"/>
                        </a:lnSpc>
                        <a:spcBef>
                          <a:spcPts val="305"/>
                        </a:spcBef>
                      </a:pPr>
                      <a:r>
                        <a:rPr sz="2000" b="1" spc="-50" dirty="0">
                          <a:latin typeface="Cambria"/>
                          <a:cs typeface="Cambria"/>
                        </a:rPr>
                        <a:t>)</a:t>
                      </a:r>
                      <a:endParaRPr sz="2000">
                        <a:latin typeface="Cambria"/>
                        <a:cs typeface="Cambria"/>
                      </a:endParaRPr>
                    </a:p>
                  </a:txBody>
                  <a:tcPr marL="0" marR="0" marT="38735" marB="0">
                    <a:lnL w="12700">
                      <a:solidFill>
                        <a:srgbClr val="FFFFFF"/>
                      </a:solidFill>
                      <a:prstDash val="solid"/>
                    </a:lnL>
                    <a:lnR w="1905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1905" algn="ctr">
                        <a:lnSpc>
                          <a:spcPct val="100000"/>
                        </a:lnSpc>
                        <a:spcBef>
                          <a:spcPts val="305"/>
                        </a:spcBef>
                      </a:pPr>
                      <a:r>
                        <a:rPr sz="2000" b="1" spc="-50" dirty="0">
                          <a:latin typeface="Cambria"/>
                          <a:cs typeface="Cambria"/>
                        </a:rPr>
                        <a:t>$</a:t>
                      </a:r>
                      <a:endParaRPr sz="2000">
                        <a:latin typeface="Cambria"/>
                        <a:cs typeface="Cambria"/>
                      </a:endParaRPr>
                    </a:p>
                  </a:txBody>
                  <a:tcPr marL="0" marR="0" marT="38735" marB="0">
                    <a:lnL w="1905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1"/>
                  </a:ext>
                </a:extLst>
              </a:tr>
              <a:tr h="389890">
                <a:tc>
                  <a:txBody>
                    <a:bodyPr/>
                    <a:lstStyle/>
                    <a:p>
                      <a:pPr marL="1905" algn="ctr">
                        <a:lnSpc>
                          <a:spcPct val="100000"/>
                        </a:lnSpc>
                        <a:spcBef>
                          <a:spcPts val="260"/>
                        </a:spcBef>
                      </a:pPr>
                      <a:r>
                        <a:rPr sz="2000" spc="-50" dirty="0">
                          <a:latin typeface="Cambria"/>
                          <a:cs typeface="Cambria"/>
                        </a:rPr>
                        <a:t>E</a:t>
                      </a:r>
                      <a:endParaRPr sz="2000">
                        <a:latin typeface="Cambria"/>
                        <a:cs typeface="Cambria"/>
                      </a:endParaRPr>
                    </a:p>
                  </a:txBody>
                  <a:tcPr marL="0" marR="0" marT="33020" marB="0">
                    <a:lnL w="12700">
                      <a:solidFill>
                        <a:srgbClr val="FFFFFF"/>
                      </a:solidFill>
                      <a:prstDash val="solid"/>
                    </a:lnL>
                    <a:lnR w="12700">
                      <a:solidFill>
                        <a:srgbClr val="FFFFFF"/>
                      </a:solidFill>
                      <a:prstDash val="solid"/>
                    </a:lnR>
                    <a:lnT w="57150">
                      <a:solidFill>
                        <a:srgbClr val="FFFFFF"/>
                      </a:solidFill>
                      <a:prstDash val="solid"/>
                    </a:lnT>
                    <a:lnB w="12700">
                      <a:solidFill>
                        <a:srgbClr val="FFFFFF"/>
                      </a:solidFill>
                      <a:prstDash val="solid"/>
                    </a:lnB>
                    <a:solidFill>
                      <a:srgbClr val="CEE7ED"/>
                    </a:solidFill>
                  </a:tcPr>
                </a:tc>
                <a:tc>
                  <a:txBody>
                    <a:bodyPr/>
                    <a:lstStyle/>
                    <a:p>
                      <a:pPr algn="ctr">
                        <a:lnSpc>
                          <a:spcPct val="100000"/>
                        </a:lnSpc>
                        <a:spcBef>
                          <a:spcPts val="260"/>
                        </a:spcBef>
                      </a:pPr>
                      <a:r>
                        <a:rPr sz="2000" spc="-10" dirty="0">
                          <a:latin typeface="Cambria"/>
                          <a:cs typeface="Cambria"/>
                        </a:rPr>
                        <a:t>E</a:t>
                      </a:r>
                      <a:r>
                        <a:rPr sz="2000" spc="-10" dirty="0">
                          <a:latin typeface="Wingdings"/>
                          <a:cs typeface="Wingdings"/>
                        </a:rPr>
                        <a:t></a:t>
                      </a:r>
                      <a:r>
                        <a:rPr sz="2000" spc="-10" dirty="0">
                          <a:latin typeface="Cambria"/>
                          <a:cs typeface="Cambria"/>
                        </a:rPr>
                        <a:t>TE’</a:t>
                      </a:r>
                      <a:endParaRPr sz="2000">
                        <a:latin typeface="Cambria"/>
                        <a:cs typeface="Cambria"/>
                      </a:endParaRPr>
                    </a:p>
                  </a:txBody>
                  <a:tcPr marL="0" marR="0" marT="33020" marB="0">
                    <a:lnL w="12700">
                      <a:solidFill>
                        <a:srgbClr val="FFFFFF"/>
                      </a:solidFill>
                      <a:prstDash val="solid"/>
                    </a:lnL>
                    <a:lnR w="12700">
                      <a:solidFill>
                        <a:srgbClr val="FFFFFF"/>
                      </a:solidFill>
                      <a:prstDash val="solid"/>
                    </a:lnR>
                    <a:lnT w="5715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12700">
                      <a:solidFill>
                        <a:srgbClr val="FFFFFF"/>
                      </a:solidFill>
                      <a:prstDash val="solid"/>
                    </a:lnB>
                    <a:solidFill>
                      <a:srgbClr val="CEE7ED"/>
                    </a:solidFill>
                  </a:tcPr>
                </a:tc>
                <a:tc>
                  <a:txBody>
                    <a:bodyPr/>
                    <a:lstStyle/>
                    <a:p>
                      <a:pPr algn="ctr">
                        <a:lnSpc>
                          <a:spcPct val="100000"/>
                        </a:lnSpc>
                        <a:spcBef>
                          <a:spcPts val="260"/>
                        </a:spcBef>
                      </a:pPr>
                      <a:r>
                        <a:rPr sz="2000" spc="-10" dirty="0">
                          <a:latin typeface="Cambria"/>
                          <a:cs typeface="Cambria"/>
                        </a:rPr>
                        <a:t>E</a:t>
                      </a:r>
                      <a:r>
                        <a:rPr sz="2000" spc="-10" dirty="0">
                          <a:latin typeface="Wingdings"/>
                          <a:cs typeface="Wingdings"/>
                        </a:rPr>
                        <a:t></a:t>
                      </a:r>
                      <a:r>
                        <a:rPr sz="2000" spc="-10" dirty="0">
                          <a:latin typeface="Cambria"/>
                          <a:cs typeface="Cambria"/>
                        </a:rPr>
                        <a:t>TE’</a:t>
                      </a:r>
                      <a:endParaRPr sz="2000">
                        <a:latin typeface="Cambria"/>
                        <a:cs typeface="Cambria"/>
                      </a:endParaRPr>
                    </a:p>
                  </a:txBody>
                  <a:tcPr marL="0" marR="0" marT="33020" marB="0">
                    <a:lnL w="12700">
                      <a:solidFill>
                        <a:srgbClr val="FFFFFF"/>
                      </a:solidFill>
                      <a:prstDash val="solid"/>
                    </a:lnL>
                    <a:lnR w="12700">
                      <a:solidFill>
                        <a:srgbClr val="FFFFFF"/>
                      </a:solidFill>
                      <a:prstDash val="solid"/>
                    </a:lnR>
                    <a:lnT w="5715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2"/>
                  </a:ext>
                </a:extLst>
              </a:tr>
              <a:tr h="396240">
                <a:tc>
                  <a:txBody>
                    <a:bodyPr/>
                    <a:lstStyle/>
                    <a:p>
                      <a:pPr marL="3810" algn="ctr">
                        <a:lnSpc>
                          <a:spcPct val="100000"/>
                        </a:lnSpc>
                        <a:spcBef>
                          <a:spcPts val="309"/>
                        </a:spcBef>
                      </a:pPr>
                      <a:r>
                        <a:rPr sz="2000" spc="-25" dirty="0">
                          <a:latin typeface="Cambria"/>
                          <a:cs typeface="Cambria"/>
                        </a:rPr>
                        <a:t>E’</a:t>
                      </a:r>
                      <a:endParaRPr sz="2000">
                        <a:latin typeface="Cambria"/>
                        <a:cs typeface="Cambria"/>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1270" algn="ctr">
                        <a:lnSpc>
                          <a:spcPct val="100000"/>
                        </a:lnSpc>
                        <a:spcBef>
                          <a:spcPts val="309"/>
                        </a:spcBef>
                      </a:pPr>
                      <a:r>
                        <a:rPr sz="2000" spc="-10" dirty="0">
                          <a:latin typeface="Cambria"/>
                          <a:cs typeface="Cambria"/>
                        </a:rPr>
                        <a:t>E’</a:t>
                      </a:r>
                      <a:r>
                        <a:rPr sz="2000" spc="-10" dirty="0">
                          <a:latin typeface="Wingdings"/>
                          <a:cs typeface="Wingdings"/>
                        </a:rPr>
                        <a:t></a:t>
                      </a:r>
                      <a:r>
                        <a:rPr sz="2000" spc="-10" dirty="0">
                          <a:latin typeface="Cambria"/>
                          <a:cs typeface="Cambria"/>
                        </a:rPr>
                        <a:t>+TE’</a:t>
                      </a:r>
                      <a:endParaRPr sz="2000">
                        <a:latin typeface="Cambria"/>
                        <a:cs typeface="Cambria"/>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1270" algn="ctr">
                        <a:lnSpc>
                          <a:spcPct val="100000"/>
                        </a:lnSpc>
                        <a:spcBef>
                          <a:spcPts val="309"/>
                        </a:spcBef>
                      </a:pPr>
                      <a:r>
                        <a:rPr sz="2000" spc="-20" dirty="0">
                          <a:latin typeface="Cambria"/>
                          <a:cs typeface="Cambria"/>
                        </a:rPr>
                        <a:t>E’</a:t>
                      </a:r>
                      <a:r>
                        <a:rPr sz="2000" spc="-20" dirty="0">
                          <a:latin typeface="Wingdings"/>
                          <a:cs typeface="Wingdings"/>
                        </a:rPr>
                        <a:t></a:t>
                      </a:r>
                      <a:r>
                        <a:rPr sz="2000" spc="-20" dirty="0">
                          <a:latin typeface="Symbol"/>
                          <a:cs typeface="Symbol"/>
                        </a:rPr>
                        <a:t></a:t>
                      </a:r>
                      <a:endParaRPr sz="2000">
                        <a:latin typeface="Symbol"/>
                        <a:cs typeface="Symbol"/>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1270" algn="ctr">
                        <a:lnSpc>
                          <a:spcPct val="100000"/>
                        </a:lnSpc>
                        <a:spcBef>
                          <a:spcPts val="309"/>
                        </a:spcBef>
                      </a:pPr>
                      <a:r>
                        <a:rPr sz="2000" spc="-20" dirty="0">
                          <a:latin typeface="Cambria"/>
                          <a:cs typeface="Cambria"/>
                        </a:rPr>
                        <a:t>E’</a:t>
                      </a:r>
                      <a:r>
                        <a:rPr sz="2000" spc="-20" dirty="0">
                          <a:latin typeface="Wingdings"/>
                          <a:cs typeface="Wingdings"/>
                        </a:rPr>
                        <a:t></a:t>
                      </a:r>
                      <a:r>
                        <a:rPr sz="2000" spc="-20" dirty="0">
                          <a:latin typeface="Symbol"/>
                          <a:cs typeface="Symbol"/>
                        </a:rPr>
                        <a:t></a:t>
                      </a:r>
                      <a:endParaRPr sz="2000">
                        <a:latin typeface="Symbol"/>
                        <a:cs typeface="Symbol"/>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3"/>
                  </a:ext>
                </a:extLst>
              </a:tr>
              <a:tr h="396240">
                <a:tc>
                  <a:txBody>
                    <a:bodyPr/>
                    <a:lstStyle/>
                    <a:p>
                      <a:pPr marL="3175" algn="ctr">
                        <a:lnSpc>
                          <a:spcPct val="100000"/>
                        </a:lnSpc>
                        <a:spcBef>
                          <a:spcPts val="309"/>
                        </a:spcBef>
                      </a:pPr>
                      <a:r>
                        <a:rPr sz="2000" spc="-50" dirty="0">
                          <a:latin typeface="Cambria"/>
                          <a:cs typeface="Cambria"/>
                        </a:rPr>
                        <a:t>T</a:t>
                      </a:r>
                      <a:endParaRPr sz="2000">
                        <a:latin typeface="Cambria"/>
                        <a:cs typeface="Cambria"/>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635" algn="ctr">
                        <a:lnSpc>
                          <a:spcPct val="100000"/>
                        </a:lnSpc>
                        <a:spcBef>
                          <a:spcPts val="309"/>
                        </a:spcBef>
                      </a:pPr>
                      <a:r>
                        <a:rPr sz="2000" spc="-10" dirty="0">
                          <a:latin typeface="Cambria"/>
                          <a:cs typeface="Cambria"/>
                        </a:rPr>
                        <a:t>T</a:t>
                      </a:r>
                      <a:r>
                        <a:rPr sz="2000" spc="-10" dirty="0">
                          <a:latin typeface="Wingdings"/>
                          <a:cs typeface="Wingdings"/>
                        </a:rPr>
                        <a:t></a:t>
                      </a:r>
                      <a:r>
                        <a:rPr sz="2000" spc="-10" dirty="0">
                          <a:latin typeface="Cambria"/>
                          <a:cs typeface="Cambria"/>
                        </a:rPr>
                        <a:t>FT’</a:t>
                      </a:r>
                      <a:endParaRPr sz="2000">
                        <a:latin typeface="Cambria"/>
                        <a:cs typeface="Cambria"/>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1270" algn="ctr">
                        <a:lnSpc>
                          <a:spcPct val="100000"/>
                        </a:lnSpc>
                        <a:spcBef>
                          <a:spcPts val="309"/>
                        </a:spcBef>
                      </a:pPr>
                      <a:r>
                        <a:rPr sz="2000" spc="-10" dirty="0">
                          <a:latin typeface="Cambria"/>
                          <a:cs typeface="Cambria"/>
                        </a:rPr>
                        <a:t>T</a:t>
                      </a:r>
                      <a:r>
                        <a:rPr sz="2000" spc="-10" dirty="0">
                          <a:latin typeface="Wingdings"/>
                          <a:cs typeface="Wingdings"/>
                        </a:rPr>
                        <a:t></a:t>
                      </a:r>
                      <a:r>
                        <a:rPr sz="2000" spc="-10" dirty="0">
                          <a:latin typeface="Cambria"/>
                          <a:cs typeface="Cambria"/>
                        </a:rPr>
                        <a:t>FT’</a:t>
                      </a:r>
                      <a:endParaRPr sz="2000">
                        <a:latin typeface="Cambria"/>
                        <a:cs typeface="Cambria"/>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4"/>
                  </a:ext>
                </a:extLst>
              </a:tr>
              <a:tr h="395605">
                <a:tc>
                  <a:txBody>
                    <a:bodyPr/>
                    <a:lstStyle/>
                    <a:p>
                      <a:pPr marL="1905" algn="ctr">
                        <a:lnSpc>
                          <a:spcPct val="100000"/>
                        </a:lnSpc>
                        <a:spcBef>
                          <a:spcPts val="310"/>
                        </a:spcBef>
                      </a:pPr>
                      <a:r>
                        <a:rPr sz="2000" spc="-25" dirty="0">
                          <a:latin typeface="Cambria"/>
                          <a:cs typeface="Cambria"/>
                        </a:rPr>
                        <a:t>T’</a:t>
                      </a:r>
                      <a:endParaRPr sz="20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1270" algn="ctr">
                        <a:lnSpc>
                          <a:spcPct val="100000"/>
                        </a:lnSpc>
                        <a:spcBef>
                          <a:spcPts val="310"/>
                        </a:spcBef>
                      </a:pPr>
                      <a:r>
                        <a:rPr sz="2000" dirty="0">
                          <a:latin typeface="Cambria"/>
                          <a:cs typeface="Cambria"/>
                        </a:rPr>
                        <a:t>T’</a:t>
                      </a:r>
                      <a:r>
                        <a:rPr sz="2000" spc="-15" dirty="0">
                          <a:latin typeface="Cambria"/>
                          <a:cs typeface="Cambria"/>
                        </a:rPr>
                        <a:t> </a:t>
                      </a:r>
                      <a:r>
                        <a:rPr sz="2000" spc="-10" dirty="0">
                          <a:latin typeface="Wingdings"/>
                          <a:cs typeface="Wingdings"/>
                        </a:rPr>
                        <a:t></a:t>
                      </a:r>
                      <a:r>
                        <a:rPr sz="2000" spc="-10" dirty="0">
                          <a:latin typeface="Cambria"/>
                          <a:cs typeface="Cambria"/>
                        </a:rPr>
                        <a:t>*FT’</a:t>
                      </a:r>
                      <a:endParaRPr sz="20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1905" algn="ctr">
                        <a:lnSpc>
                          <a:spcPct val="100000"/>
                        </a:lnSpc>
                        <a:spcBef>
                          <a:spcPts val="310"/>
                        </a:spcBef>
                      </a:pPr>
                      <a:r>
                        <a:rPr sz="2000" spc="-20" dirty="0">
                          <a:latin typeface="Cambria"/>
                          <a:cs typeface="Cambria"/>
                        </a:rPr>
                        <a:t>T’</a:t>
                      </a:r>
                      <a:r>
                        <a:rPr sz="2000" spc="-20" dirty="0">
                          <a:latin typeface="Wingdings"/>
                          <a:cs typeface="Wingdings"/>
                        </a:rPr>
                        <a:t></a:t>
                      </a:r>
                      <a:r>
                        <a:rPr sz="2000" spc="-20" dirty="0">
                          <a:latin typeface="Symbol"/>
                          <a:cs typeface="Symbol"/>
                        </a:rPr>
                        <a:t></a:t>
                      </a:r>
                      <a:endParaRPr sz="2000">
                        <a:latin typeface="Symbol"/>
                        <a:cs typeface="Symbo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2540" algn="ctr">
                        <a:lnSpc>
                          <a:spcPct val="100000"/>
                        </a:lnSpc>
                        <a:spcBef>
                          <a:spcPts val="310"/>
                        </a:spcBef>
                      </a:pPr>
                      <a:r>
                        <a:rPr sz="2000" dirty="0">
                          <a:latin typeface="Cambria"/>
                          <a:cs typeface="Cambria"/>
                        </a:rPr>
                        <a:t>T’</a:t>
                      </a:r>
                      <a:r>
                        <a:rPr sz="2000" spc="-10" dirty="0">
                          <a:latin typeface="Cambria"/>
                          <a:cs typeface="Cambria"/>
                        </a:rPr>
                        <a:t> </a:t>
                      </a:r>
                      <a:r>
                        <a:rPr sz="2000" spc="-35" dirty="0">
                          <a:latin typeface="Wingdings"/>
                          <a:cs typeface="Wingdings"/>
                        </a:rPr>
                        <a:t></a:t>
                      </a:r>
                      <a:r>
                        <a:rPr sz="2000" spc="-35" dirty="0">
                          <a:latin typeface="Symbol"/>
                          <a:cs typeface="Symbol"/>
                        </a:rPr>
                        <a:t></a:t>
                      </a:r>
                      <a:endParaRPr sz="2000">
                        <a:latin typeface="Symbol"/>
                        <a:cs typeface="Symbo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2540" algn="ctr">
                        <a:lnSpc>
                          <a:spcPct val="100000"/>
                        </a:lnSpc>
                        <a:spcBef>
                          <a:spcPts val="310"/>
                        </a:spcBef>
                      </a:pPr>
                      <a:r>
                        <a:rPr sz="2000" spc="-20" dirty="0">
                          <a:latin typeface="Cambria"/>
                          <a:cs typeface="Cambria"/>
                        </a:rPr>
                        <a:t>T’</a:t>
                      </a:r>
                      <a:r>
                        <a:rPr sz="2000" spc="-20" dirty="0">
                          <a:latin typeface="Wingdings"/>
                          <a:cs typeface="Wingdings"/>
                        </a:rPr>
                        <a:t></a:t>
                      </a:r>
                      <a:r>
                        <a:rPr sz="2000" spc="-20" dirty="0">
                          <a:latin typeface="Symbol"/>
                          <a:cs typeface="Symbol"/>
                        </a:rPr>
                        <a:t></a:t>
                      </a:r>
                      <a:endParaRPr sz="2000">
                        <a:latin typeface="Symbol"/>
                        <a:cs typeface="Symbol"/>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5"/>
                  </a:ext>
                </a:extLst>
              </a:tr>
              <a:tr h="395605">
                <a:tc>
                  <a:txBody>
                    <a:bodyPr/>
                    <a:lstStyle/>
                    <a:p>
                      <a:pPr marL="1270" algn="ctr">
                        <a:lnSpc>
                          <a:spcPct val="100000"/>
                        </a:lnSpc>
                        <a:spcBef>
                          <a:spcPts val="310"/>
                        </a:spcBef>
                      </a:pPr>
                      <a:r>
                        <a:rPr sz="2000" spc="-50" dirty="0">
                          <a:latin typeface="Cambria"/>
                          <a:cs typeface="Cambria"/>
                        </a:rPr>
                        <a:t>F</a:t>
                      </a:r>
                      <a:endParaRPr sz="20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28575">
                      <a:solidFill>
                        <a:srgbClr val="FFFFFF"/>
                      </a:solidFill>
                      <a:prstDash val="solid"/>
                    </a:lnB>
                    <a:solidFill>
                      <a:srgbClr val="CEE7ED"/>
                    </a:solidFill>
                  </a:tcPr>
                </a:tc>
                <a:tc>
                  <a:txBody>
                    <a:bodyPr/>
                    <a:lstStyle/>
                    <a:p>
                      <a:pPr algn="ctr">
                        <a:lnSpc>
                          <a:spcPct val="100000"/>
                        </a:lnSpc>
                        <a:spcBef>
                          <a:spcPts val="310"/>
                        </a:spcBef>
                      </a:pPr>
                      <a:r>
                        <a:rPr sz="2000" spc="-20" dirty="0">
                          <a:latin typeface="Cambria"/>
                          <a:cs typeface="Cambria"/>
                        </a:rPr>
                        <a:t>F</a:t>
                      </a:r>
                      <a:r>
                        <a:rPr sz="2000" spc="-20" dirty="0">
                          <a:latin typeface="Wingdings"/>
                          <a:cs typeface="Wingdings"/>
                        </a:rPr>
                        <a:t></a:t>
                      </a:r>
                      <a:r>
                        <a:rPr sz="2000" spc="-20" dirty="0">
                          <a:latin typeface="Cambria"/>
                          <a:cs typeface="Cambria"/>
                        </a:rPr>
                        <a:t>id</a:t>
                      </a:r>
                      <a:endParaRPr sz="20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28575">
                      <a:solidFill>
                        <a:srgbClr val="FFFFFF"/>
                      </a:solidFill>
                      <a:prstDash val="solid"/>
                    </a:lnB>
                    <a:solidFill>
                      <a:srgbClr val="CEE7ED"/>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gn="ctr">
                        <a:lnSpc>
                          <a:spcPct val="100000"/>
                        </a:lnSpc>
                        <a:spcBef>
                          <a:spcPts val="310"/>
                        </a:spcBef>
                      </a:pPr>
                      <a:r>
                        <a:rPr sz="2000" spc="-10" dirty="0">
                          <a:latin typeface="Cambria"/>
                          <a:cs typeface="Cambria"/>
                        </a:rPr>
                        <a:t>F</a:t>
                      </a:r>
                      <a:r>
                        <a:rPr sz="2000" spc="-10" dirty="0">
                          <a:latin typeface="Wingdings"/>
                          <a:cs typeface="Wingdings"/>
                        </a:rPr>
                        <a:t></a:t>
                      </a:r>
                      <a:r>
                        <a:rPr sz="2000" spc="-10" dirty="0">
                          <a:latin typeface="Cambria"/>
                          <a:cs typeface="Cambria"/>
                        </a:rPr>
                        <a:t>(E)</a:t>
                      </a:r>
                      <a:endParaRPr sz="20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6"/>
                  </a:ext>
                </a:extLst>
              </a:tr>
              <a:tr h="1266825">
                <a:tc gridSpan="7">
                  <a:txBody>
                    <a:bodyPr/>
                    <a:lstStyle/>
                    <a:p>
                      <a:pPr>
                        <a:lnSpc>
                          <a:spcPct val="100000"/>
                        </a:lnSpc>
                      </a:pPr>
                      <a:endParaRPr sz="2300">
                        <a:latin typeface="Times New Roman"/>
                        <a:cs typeface="Times New Roman"/>
                      </a:endParaRPr>
                    </a:p>
                  </a:txBody>
                  <a:tcPr marL="0" marR="0" marT="0" marB="0">
                    <a:lnT w="28575">
                      <a:solidFill>
                        <a:srgbClr val="FFFFFF"/>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7"/>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755"/>
              </a:spcBef>
            </a:pPr>
            <a:endParaRPr sz="3600">
              <a:latin typeface="Times New Roman"/>
              <a:cs typeface="Times New Roman"/>
            </a:endParaRPr>
          </a:p>
          <a:p>
            <a:pPr marL="344170" marR="533400">
              <a:lnSpc>
                <a:spcPts val="3890"/>
              </a:lnSpc>
            </a:pPr>
            <a:r>
              <a:rPr sz="3600" b="1" spc="-65" dirty="0">
                <a:solidFill>
                  <a:srgbClr val="FFFFFF"/>
                </a:solidFill>
                <a:latin typeface="Cambria"/>
                <a:cs typeface="Cambria"/>
              </a:rPr>
              <a:t>LL(1)</a:t>
            </a:r>
            <a:r>
              <a:rPr sz="3600" b="1" spc="-125" dirty="0">
                <a:solidFill>
                  <a:srgbClr val="FFFFFF"/>
                </a:solidFill>
                <a:latin typeface="Cambria"/>
                <a:cs typeface="Cambria"/>
              </a:rPr>
              <a:t> </a:t>
            </a:r>
            <a:r>
              <a:rPr sz="3600" b="1" spc="-60" dirty="0">
                <a:solidFill>
                  <a:srgbClr val="FFFFFF"/>
                </a:solidFill>
                <a:latin typeface="Cambria"/>
                <a:cs typeface="Cambria"/>
              </a:rPr>
              <a:t>Parser </a:t>
            </a:r>
            <a:r>
              <a:rPr sz="3600" b="1" spc="-10" dirty="0">
                <a:solidFill>
                  <a:srgbClr val="FFFFFF"/>
                </a:solidFill>
                <a:latin typeface="Cambria"/>
                <a:cs typeface="Cambria"/>
              </a:rPr>
              <a:t>Example:</a:t>
            </a:r>
            <a:endParaRPr sz="3600">
              <a:latin typeface="Cambria"/>
              <a:cs typeface="Cambria"/>
            </a:endParaRPr>
          </a:p>
          <a:p>
            <a:pPr marL="344170">
              <a:lnSpc>
                <a:spcPts val="2415"/>
              </a:lnSpc>
            </a:pPr>
            <a:r>
              <a:rPr sz="2400" spc="-40" dirty="0">
                <a:solidFill>
                  <a:srgbClr val="FFFFFF"/>
                </a:solidFill>
                <a:latin typeface="Cambria"/>
                <a:cs typeface="Cambria"/>
              </a:rPr>
              <a:t>E</a:t>
            </a:r>
            <a:r>
              <a:rPr sz="2400" spc="-40" dirty="0">
                <a:solidFill>
                  <a:srgbClr val="FFFFFF"/>
                </a:solidFill>
                <a:latin typeface="Wingdings"/>
                <a:cs typeface="Wingdings"/>
              </a:rPr>
              <a:t></a:t>
            </a:r>
            <a:r>
              <a:rPr sz="2400" spc="-204" dirty="0">
                <a:solidFill>
                  <a:srgbClr val="FFFFFF"/>
                </a:solidFill>
                <a:latin typeface="Times New Roman"/>
                <a:cs typeface="Times New Roman"/>
              </a:rPr>
              <a:t> </a:t>
            </a:r>
            <a:r>
              <a:rPr sz="2400" dirty="0">
                <a:solidFill>
                  <a:srgbClr val="FFFFFF"/>
                </a:solidFill>
                <a:latin typeface="Cambria"/>
                <a:cs typeface="Cambria"/>
              </a:rPr>
              <a:t>E</a:t>
            </a:r>
            <a:r>
              <a:rPr sz="2400" spc="-130" dirty="0">
                <a:solidFill>
                  <a:srgbClr val="FFFFFF"/>
                </a:solidFill>
                <a:latin typeface="Cambria"/>
                <a:cs typeface="Cambria"/>
              </a:rPr>
              <a:t> </a:t>
            </a:r>
            <a:r>
              <a:rPr sz="2400" dirty="0">
                <a:solidFill>
                  <a:srgbClr val="FFFFFF"/>
                </a:solidFill>
                <a:latin typeface="Cambria"/>
                <a:cs typeface="Cambria"/>
              </a:rPr>
              <a:t>+</a:t>
            </a:r>
            <a:r>
              <a:rPr sz="2400" spc="-114" dirty="0">
                <a:solidFill>
                  <a:srgbClr val="FFFFFF"/>
                </a:solidFill>
                <a:latin typeface="Cambria"/>
                <a:cs typeface="Cambria"/>
              </a:rPr>
              <a:t> </a:t>
            </a:r>
            <a:r>
              <a:rPr sz="2400" spc="-20" dirty="0">
                <a:solidFill>
                  <a:srgbClr val="FFFFFF"/>
                </a:solidFill>
                <a:latin typeface="Cambria"/>
                <a:cs typeface="Cambria"/>
              </a:rPr>
              <a:t>T</a:t>
            </a:r>
            <a:r>
              <a:rPr sz="2400" spc="-125" dirty="0">
                <a:solidFill>
                  <a:srgbClr val="FFFFFF"/>
                </a:solidFill>
                <a:latin typeface="Cambria"/>
                <a:cs typeface="Cambria"/>
              </a:rPr>
              <a:t> </a:t>
            </a:r>
            <a:r>
              <a:rPr sz="2400" spc="-10" dirty="0">
                <a:solidFill>
                  <a:srgbClr val="FFFFFF"/>
                </a:solidFill>
                <a:latin typeface="Cambria"/>
                <a:cs typeface="Cambria"/>
              </a:rPr>
              <a:t>|</a:t>
            </a:r>
            <a:r>
              <a:rPr sz="2400" spc="-120" dirty="0">
                <a:solidFill>
                  <a:srgbClr val="FFFFFF"/>
                </a:solidFill>
                <a:latin typeface="Cambria"/>
                <a:cs typeface="Cambria"/>
              </a:rPr>
              <a:t> </a:t>
            </a:r>
            <a:r>
              <a:rPr sz="2400" spc="-50" dirty="0">
                <a:solidFill>
                  <a:srgbClr val="FFFFFF"/>
                </a:solidFill>
                <a:latin typeface="Cambria"/>
                <a:cs typeface="Cambria"/>
              </a:rPr>
              <a:t>T</a:t>
            </a:r>
            <a:endParaRPr sz="2400">
              <a:latin typeface="Cambria"/>
              <a:cs typeface="Cambria"/>
            </a:endParaRPr>
          </a:p>
          <a:p>
            <a:pPr marL="344170" marR="1628139">
              <a:lnSpc>
                <a:spcPts val="2590"/>
              </a:lnSpc>
              <a:spcBef>
                <a:spcPts val="185"/>
              </a:spcBef>
            </a:pPr>
            <a:r>
              <a:rPr sz="2400" spc="-40" dirty="0">
                <a:solidFill>
                  <a:srgbClr val="FFFFFF"/>
                </a:solidFill>
                <a:latin typeface="Cambria"/>
                <a:cs typeface="Cambria"/>
              </a:rPr>
              <a:t>T</a:t>
            </a:r>
            <a:r>
              <a:rPr sz="2400" spc="-40" dirty="0">
                <a:solidFill>
                  <a:srgbClr val="FFFFFF"/>
                </a:solidFill>
                <a:latin typeface="Wingdings"/>
                <a:cs typeface="Wingdings"/>
              </a:rPr>
              <a:t></a:t>
            </a:r>
            <a:r>
              <a:rPr sz="2400" spc="-204" dirty="0">
                <a:solidFill>
                  <a:srgbClr val="FFFFFF"/>
                </a:solidFill>
                <a:latin typeface="Times New Roman"/>
                <a:cs typeface="Times New Roman"/>
              </a:rPr>
              <a:t> </a:t>
            </a:r>
            <a:r>
              <a:rPr sz="2400" spc="-20" dirty="0">
                <a:solidFill>
                  <a:srgbClr val="FFFFFF"/>
                </a:solidFill>
                <a:latin typeface="Cambria"/>
                <a:cs typeface="Cambria"/>
              </a:rPr>
              <a:t>T</a:t>
            </a:r>
            <a:r>
              <a:rPr sz="2400" spc="-114" dirty="0">
                <a:solidFill>
                  <a:srgbClr val="FFFFFF"/>
                </a:solidFill>
                <a:latin typeface="Cambria"/>
                <a:cs typeface="Cambria"/>
              </a:rPr>
              <a:t> </a:t>
            </a:r>
            <a:r>
              <a:rPr sz="2400" dirty="0">
                <a:solidFill>
                  <a:srgbClr val="FFFFFF"/>
                </a:solidFill>
                <a:latin typeface="Cambria"/>
                <a:cs typeface="Cambria"/>
              </a:rPr>
              <a:t>*</a:t>
            </a:r>
            <a:r>
              <a:rPr sz="2400" spc="-125" dirty="0">
                <a:solidFill>
                  <a:srgbClr val="FFFFFF"/>
                </a:solidFill>
                <a:latin typeface="Cambria"/>
                <a:cs typeface="Cambria"/>
              </a:rPr>
              <a:t> </a:t>
            </a:r>
            <a:r>
              <a:rPr sz="2400" dirty="0">
                <a:solidFill>
                  <a:srgbClr val="FFFFFF"/>
                </a:solidFill>
                <a:latin typeface="Cambria"/>
                <a:cs typeface="Cambria"/>
              </a:rPr>
              <a:t>F</a:t>
            </a:r>
            <a:r>
              <a:rPr sz="2400" spc="-120" dirty="0">
                <a:solidFill>
                  <a:srgbClr val="FFFFFF"/>
                </a:solidFill>
                <a:latin typeface="Cambria"/>
                <a:cs typeface="Cambria"/>
              </a:rPr>
              <a:t> </a:t>
            </a:r>
            <a:r>
              <a:rPr sz="2400" spc="-10" dirty="0">
                <a:solidFill>
                  <a:srgbClr val="FFFFFF"/>
                </a:solidFill>
                <a:latin typeface="Cambria"/>
                <a:cs typeface="Cambria"/>
              </a:rPr>
              <a:t>|</a:t>
            </a:r>
            <a:r>
              <a:rPr sz="2400" spc="-125" dirty="0">
                <a:solidFill>
                  <a:srgbClr val="FFFFFF"/>
                </a:solidFill>
                <a:latin typeface="Cambria"/>
                <a:cs typeface="Cambria"/>
              </a:rPr>
              <a:t> </a:t>
            </a:r>
            <a:r>
              <a:rPr sz="2400" spc="-50" dirty="0">
                <a:solidFill>
                  <a:srgbClr val="FFFFFF"/>
                </a:solidFill>
                <a:latin typeface="Cambria"/>
                <a:cs typeface="Cambria"/>
              </a:rPr>
              <a:t>F </a:t>
            </a:r>
            <a:r>
              <a:rPr sz="2400" spc="-35" dirty="0">
                <a:solidFill>
                  <a:srgbClr val="FFFFFF"/>
                </a:solidFill>
                <a:latin typeface="Cambria"/>
                <a:cs typeface="Cambria"/>
              </a:rPr>
              <a:t>F</a:t>
            </a:r>
            <a:r>
              <a:rPr sz="2400" spc="-35" dirty="0">
                <a:solidFill>
                  <a:srgbClr val="FFFFFF"/>
                </a:solidFill>
                <a:latin typeface="Wingdings"/>
                <a:cs typeface="Wingdings"/>
              </a:rPr>
              <a:t></a:t>
            </a:r>
            <a:r>
              <a:rPr sz="2400" spc="-195" dirty="0">
                <a:solidFill>
                  <a:srgbClr val="FFFFFF"/>
                </a:solidFill>
                <a:latin typeface="Times New Roman"/>
                <a:cs typeface="Times New Roman"/>
              </a:rPr>
              <a:t> </a:t>
            </a:r>
            <a:r>
              <a:rPr sz="2400" spc="-50" dirty="0">
                <a:solidFill>
                  <a:srgbClr val="FFFFFF"/>
                </a:solidFill>
                <a:latin typeface="Cambria"/>
                <a:cs typeface="Cambria"/>
              </a:rPr>
              <a:t>(E)</a:t>
            </a:r>
            <a:r>
              <a:rPr sz="2400" spc="-135" dirty="0">
                <a:solidFill>
                  <a:srgbClr val="FFFFFF"/>
                </a:solidFill>
                <a:latin typeface="Cambria"/>
                <a:cs typeface="Cambria"/>
              </a:rPr>
              <a:t> </a:t>
            </a:r>
            <a:r>
              <a:rPr sz="2400" dirty="0">
                <a:solidFill>
                  <a:srgbClr val="FFFFFF"/>
                </a:solidFill>
                <a:latin typeface="Cambria"/>
                <a:cs typeface="Cambria"/>
              </a:rPr>
              <a:t>|</a:t>
            </a:r>
            <a:r>
              <a:rPr sz="2400" spc="-110" dirty="0">
                <a:solidFill>
                  <a:srgbClr val="FFFFFF"/>
                </a:solidFill>
                <a:latin typeface="Cambria"/>
                <a:cs typeface="Cambria"/>
              </a:rPr>
              <a:t> </a:t>
            </a:r>
            <a:r>
              <a:rPr sz="2400" spc="-25" dirty="0">
                <a:solidFill>
                  <a:srgbClr val="FFFFFF"/>
                </a:solidFill>
                <a:latin typeface="Cambria"/>
                <a:cs typeface="Cambria"/>
              </a:rPr>
              <a:t>id</a:t>
            </a:r>
            <a:endParaRPr sz="2400">
              <a:latin typeface="Cambria"/>
              <a:cs typeface="Cambria"/>
            </a:endParaRPr>
          </a:p>
        </p:txBody>
      </p:sp>
      <p:sp>
        <p:nvSpPr>
          <p:cNvPr id="3" name="object 3"/>
          <p:cNvSpPr txBox="1"/>
          <p:nvPr/>
        </p:nvSpPr>
        <p:spPr>
          <a:xfrm>
            <a:off x="3564763" y="205485"/>
            <a:ext cx="30473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Step</a:t>
            </a:r>
            <a:r>
              <a:rPr sz="1800" spc="-40" dirty="0">
                <a:latin typeface="Cambria"/>
                <a:cs typeface="Cambria"/>
              </a:rPr>
              <a:t> </a:t>
            </a:r>
            <a:r>
              <a:rPr sz="1800" dirty="0">
                <a:latin typeface="Cambria"/>
                <a:cs typeface="Cambria"/>
              </a:rPr>
              <a:t>4:</a:t>
            </a:r>
            <a:r>
              <a:rPr sz="1800" spc="-35" dirty="0">
                <a:latin typeface="Cambria"/>
                <a:cs typeface="Cambria"/>
              </a:rPr>
              <a:t> </a:t>
            </a:r>
            <a:r>
              <a:rPr sz="1800" spc="-10" dirty="0">
                <a:latin typeface="Cambria"/>
                <a:cs typeface="Cambria"/>
              </a:rPr>
              <a:t>Predictive</a:t>
            </a:r>
            <a:r>
              <a:rPr sz="1800" spc="-25" dirty="0">
                <a:latin typeface="Cambria"/>
                <a:cs typeface="Cambria"/>
              </a:rPr>
              <a:t> </a:t>
            </a:r>
            <a:r>
              <a:rPr sz="1800" dirty="0">
                <a:latin typeface="Cambria"/>
                <a:cs typeface="Cambria"/>
              </a:rPr>
              <a:t>parsing</a:t>
            </a:r>
            <a:r>
              <a:rPr sz="1800" spc="-35" dirty="0">
                <a:latin typeface="Cambria"/>
                <a:cs typeface="Cambria"/>
              </a:rPr>
              <a:t> </a:t>
            </a:r>
            <a:r>
              <a:rPr sz="1800" spc="-10" dirty="0">
                <a:latin typeface="Cambria"/>
                <a:cs typeface="Cambria"/>
              </a:rPr>
              <a:t>table</a:t>
            </a:r>
            <a:endParaRPr sz="1800">
              <a:latin typeface="Cambria"/>
              <a:cs typeface="Cambria"/>
            </a:endParaRPr>
          </a:p>
        </p:txBody>
      </p:sp>
      <p:graphicFrame>
        <p:nvGraphicFramePr>
          <p:cNvPr id="4" name="object 4"/>
          <p:cNvGraphicFramePr>
            <a:graphicFrameLocks noGrp="1"/>
          </p:cNvGraphicFramePr>
          <p:nvPr/>
        </p:nvGraphicFramePr>
        <p:xfrm>
          <a:off x="3545713" y="552659"/>
          <a:ext cx="6476365" cy="5756909"/>
        </p:xfrm>
        <a:graphic>
          <a:graphicData uri="http://schemas.openxmlformats.org/drawingml/2006/table">
            <a:tbl>
              <a:tblPr firstRow="1" bandRow="1">
                <a:tableStyleId>{2D5ABB26-0587-4C30-8999-92F81FD0307C}</a:tableStyleId>
              </a:tblPr>
              <a:tblGrid>
                <a:gridCol w="1755139">
                  <a:extLst>
                    <a:ext uri="{9D8B030D-6E8A-4147-A177-3AD203B41FA5}">
                      <a16:colId xmlns:a16="http://schemas.microsoft.com/office/drawing/2014/main" val="20000"/>
                    </a:ext>
                  </a:extLst>
                </a:gridCol>
                <a:gridCol w="2872105">
                  <a:extLst>
                    <a:ext uri="{9D8B030D-6E8A-4147-A177-3AD203B41FA5}">
                      <a16:colId xmlns:a16="http://schemas.microsoft.com/office/drawing/2014/main" val="20001"/>
                    </a:ext>
                  </a:extLst>
                </a:gridCol>
                <a:gridCol w="1771650">
                  <a:extLst>
                    <a:ext uri="{9D8B030D-6E8A-4147-A177-3AD203B41FA5}">
                      <a16:colId xmlns:a16="http://schemas.microsoft.com/office/drawing/2014/main" val="20002"/>
                    </a:ext>
                  </a:extLst>
                </a:gridCol>
              </a:tblGrid>
              <a:tr h="618490">
                <a:tc>
                  <a:txBody>
                    <a:bodyPr/>
                    <a:lstStyle/>
                    <a:p>
                      <a:pPr marL="31750">
                        <a:lnSpc>
                          <a:spcPts val="2070"/>
                        </a:lnSpc>
                      </a:pPr>
                      <a:r>
                        <a:rPr sz="1800" spc="-10" dirty="0">
                          <a:latin typeface="Cambria"/>
                          <a:cs typeface="Cambria"/>
                        </a:rPr>
                        <a:t>Stack</a:t>
                      </a:r>
                      <a:endParaRPr sz="1800">
                        <a:latin typeface="Cambria"/>
                        <a:cs typeface="Cambria"/>
                      </a:endParaRPr>
                    </a:p>
                    <a:p>
                      <a:pPr marL="31750">
                        <a:lnSpc>
                          <a:spcPct val="100000"/>
                        </a:lnSpc>
                        <a:spcBef>
                          <a:spcPts val="384"/>
                        </a:spcBef>
                      </a:pPr>
                      <a:r>
                        <a:rPr sz="1800" spc="-25" dirty="0">
                          <a:latin typeface="Cambria"/>
                          <a:cs typeface="Cambria"/>
                        </a:rPr>
                        <a:t>$E</a:t>
                      </a:r>
                      <a:endParaRPr sz="1800">
                        <a:latin typeface="Cambria"/>
                        <a:cs typeface="Cambria"/>
                      </a:endParaRPr>
                    </a:p>
                  </a:txBody>
                  <a:tcPr marL="0" marR="0" marT="0" marB="0"/>
                </a:tc>
                <a:tc>
                  <a:txBody>
                    <a:bodyPr/>
                    <a:lstStyle/>
                    <a:p>
                      <a:pPr marL="1019810">
                        <a:lnSpc>
                          <a:spcPts val="2070"/>
                        </a:lnSpc>
                      </a:pPr>
                      <a:r>
                        <a:rPr sz="1800" spc="-10" dirty="0">
                          <a:latin typeface="Cambria"/>
                          <a:cs typeface="Cambria"/>
                        </a:rPr>
                        <a:t>Input</a:t>
                      </a:r>
                      <a:endParaRPr sz="1800">
                        <a:latin typeface="Cambria"/>
                        <a:cs typeface="Cambria"/>
                      </a:endParaRPr>
                    </a:p>
                    <a:p>
                      <a:pPr marL="1019810">
                        <a:lnSpc>
                          <a:spcPct val="100000"/>
                        </a:lnSpc>
                        <a:spcBef>
                          <a:spcPts val="384"/>
                        </a:spcBef>
                      </a:pPr>
                      <a:r>
                        <a:rPr sz="1800" spc="-10" dirty="0">
                          <a:latin typeface="Cambria"/>
                          <a:cs typeface="Cambria"/>
                        </a:rPr>
                        <a:t>id+id*id$</a:t>
                      </a:r>
                      <a:endParaRPr sz="1800">
                        <a:latin typeface="Cambria"/>
                        <a:cs typeface="Cambria"/>
                      </a:endParaRPr>
                    </a:p>
                  </a:txBody>
                  <a:tcPr marL="0" marR="0" marT="0" marB="0"/>
                </a:tc>
                <a:tc>
                  <a:txBody>
                    <a:bodyPr/>
                    <a:lstStyle/>
                    <a:p>
                      <a:pPr marL="890269">
                        <a:lnSpc>
                          <a:spcPts val="2070"/>
                        </a:lnSpc>
                      </a:pPr>
                      <a:r>
                        <a:rPr sz="1800" spc="-10" dirty="0">
                          <a:latin typeface="Cambria"/>
                          <a:cs typeface="Cambria"/>
                        </a:rPr>
                        <a:t>Action</a:t>
                      </a:r>
                      <a:endParaRPr sz="1800">
                        <a:latin typeface="Cambria"/>
                        <a:cs typeface="Cambria"/>
                      </a:endParaRPr>
                    </a:p>
                  </a:txBody>
                  <a:tcPr marL="0" marR="0" marT="0" marB="0"/>
                </a:tc>
                <a:extLst>
                  <a:ext uri="{0D108BD9-81ED-4DB2-BD59-A6C34878D82A}">
                    <a16:rowId xmlns:a16="http://schemas.microsoft.com/office/drawing/2014/main" val="10000"/>
                  </a:ext>
                </a:extLst>
              </a:tr>
              <a:tr h="323215">
                <a:tc>
                  <a:txBody>
                    <a:bodyPr/>
                    <a:lstStyle/>
                    <a:p>
                      <a:pPr marL="31750">
                        <a:lnSpc>
                          <a:spcPct val="100000"/>
                        </a:lnSpc>
                        <a:spcBef>
                          <a:spcPts val="125"/>
                        </a:spcBef>
                      </a:pPr>
                      <a:r>
                        <a:rPr sz="1800" spc="-20" dirty="0">
                          <a:latin typeface="Cambria"/>
                          <a:cs typeface="Cambria"/>
                        </a:rPr>
                        <a:t>$E’T</a:t>
                      </a:r>
                      <a:endParaRPr sz="1800">
                        <a:latin typeface="Cambria"/>
                        <a:cs typeface="Cambria"/>
                      </a:endParaRPr>
                    </a:p>
                  </a:txBody>
                  <a:tcPr marL="0" marR="0" marT="15875" marB="0"/>
                </a:tc>
                <a:tc>
                  <a:txBody>
                    <a:bodyPr/>
                    <a:lstStyle/>
                    <a:p>
                      <a:pPr marL="1019810">
                        <a:lnSpc>
                          <a:spcPct val="100000"/>
                        </a:lnSpc>
                        <a:spcBef>
                          <a:spcPts val="125"/>
                        </a:spcBef>
                      </a:pPr>
                      <a:r>
                        <a:rPr sz="1800" spc="-10" dirty="0">
                          <a:latin typeface="Cambria"/>
                          <a:cs typeface="Cambria"/>
                        </a:rPr>
                        <a:t>id+id*id$</a:t>
                      </a:r>
                      <a:endParaRPr sz="1800">
                        <a:latin typeface="Cambria"/>
                        <a:cs typeface="Cambria"/>
                      </a:endParaRPr>
                    </a:p>
                  </a:txBody>
                  <a:tcPr marL="0" marR="0" marT="15875" marB="0"/>
                </a:tc>
                <a:tc>
                  <a:txBody>
                    <a:bodyPr/>
                    <a:lstStyle/>
                    <a:p>
                      <a:pPr marL="890269">
                        <a:lnSpc>
                          <a:spcPct val="100000"/>
                        </a:lnSpc>
                        <a:spcBef>
                          <a:spcPts val="125"/>
                        </a:spcBef>
                      </a:pPr>
                      <a:r>
                        <a:rPr sz="1800" spc="-10" dirty="0">
                          <a:latin typeface="Cambria"/>
                          <a:cs typeface="Cambria"/>
                        </a:rPr>
                        <a:t>E</a:t>
                      </a:r>
                      <a:r>
                        <a:rPr sz="1800" spc="-10" dirty="0">
                          <a:latin typeface="Wingdings"/>
                          <a:cs typeface="Wingdings"/>
                        </a:rPr>
                        <a:t></a:t>
                      </a:r>
                      <a:r>
                        <a:rPr sz="1800" spc="-10" dirty="0">
                          <a:latin typeface="Cambria"/>
                          <a:cs typeface="Cambria"/>
                        </a:rPr>
                        <a:t>TE’</a:t>
                      </a:r>
                      <a:endParaRPr sz="1800">
                        <a:latin typeface="Cambria"/>
                        <a:cs typeface="Cambria"/>
                      </a:endParaRPr>
                    </a:p>
                  </a:txBody>
                  <a:tcPr marL="0" marR="0" marT="15875" marB="0"/>
                </a:tc>
                <a:extLst>
                  <a:ext uri="{0D108BD9-81ED-4DB2-BD59-A6C34878D82A}">
                    <a16:rowId xmlns:a16="http://schemas.microsoft.com/office/drawing/2014/main" val="10001"/>
                  </a:ext>
                </a:extLst>
              </a:tr>
              <a:tr h="322580">
                <a:tc>
                  <a:txBody>
                    <a:bodyPr/>
                    <a:lstStyle/>
                    <a:p>
                      <a:pPr marL="31750">
                        <a:lnSpc>
                          <a:spcPct val="100000"/>
                        </a:lnSpc>
                        <a:spcBef>
                          <a:spcPts val="125"/>
                        </a:spcBef>
                      </a:pPr>
                      <a:r>
                        <a:rPr sz="1800" spc="-10" dirty="0">
                          <a:latin typeface="Cambria"/>
                          <a:cs typeface="Cambria"/>
                        </a:rPr>
                        <a:t>$E’T’F</a:t>
                      </a:r>
                      <a:endParaRPr sz="1800">
                        <a:latin typeface="Cambria"/>
                        <a:cs typeface="Cambria"/>
                      </a:endParaRPr>
                    </a:p>
                  </a:txBody>
                  <a:tcPr marL="0" marR="0" marT="15875" marB="0"/>
                </a:tc>
                <a:tc>
                  <a:txBody>
                    <a:bodyPr/>
                    <a:lstStyle/>
                    <a:p>
                      <a:pPr marL="1069975">
                        <a:lnSpc>
                          <a:spcPct val="100000"/>
                        </a:lnSpc>
                        <a:spcBef>
                          <a:spcPts val="125"/>
                        </a:spcBef>
                      </a:pPr>
                      <a:r>
                        <a:rPr sz="1800" spc="-10" dirty="0">
                          <a:latin typeface="Cambria"/>
                          <a:cs typeface="Cambria"/>
                        </a:rPr>
                        <a:t>id+id*id$</a:t>
                      </a:r>
                      <a:endParaRPr sz="1800">
                        <a:latin typeface="Cambria"/>
                        <a:cs typeface="Cambria"/>
                      </a:endParaRPr>
                    </a:p>
                  </a:txBody>
                  <a:tcPr marL="0" marR="0" marT="15875" marB="0"/>
                </a:tc>
                <a:tc>
                  <a:txBody>
                    <a:bodyPr/>
                    <a:lstStyle/>
                    <a:p>
                      <a:pPr marL="890269">
                        <a:lnSpc>
                          <a:spcPct val="100000"/>
                        </a:lnSpc>
                        <a:spcBef>
                          <a:spcPts val="125"/>
                        </a:spcBef>
                      </a:pPr>
                      <a:r>
                        <a:rPr sz="1800" spc="-10" dirty="0">
                          <a:latin typeface="Cambria"/>
                          <a:cs typeface="Cambria"/>
                        </a:rPr>
                        <a:t>T</a:t>
                      </a:r>
                      <a:r>
                        <a:rPr sz="1800" spc="-10" dirty="0">
                          <a:latin typeface="Wingdings"/>
                          <a:cs typeface="Wingdings"/>
                        </a:rPr>
                        <a:t></a:t>
                      </a:r>
                      <a:r>
                        <a:rPr sz="1800" spc="-10" dirty="0">
                          <a:latin typeface="Cambria"/>
                          <a:cs typeface="Cambria"/>
                        </a:rPr>
                        <a:t>FT’</a:t>
                      </a:r>
                      <a:endParaRPr sz="1800">
                        <a:latin typeface="Cambria"/>
                        <a:cs typeface="Cambria"/>
                      </a:endParaRPr>
                    </a:p>
                  </a:txBody>
                  <a:tcPr marL="0" marR="0" marT="15875" marB="0"/>
                </a:tc>
                <a:extLst>
                  <a:ext uri="{0D108BD9-81ED-4DB2-BD59-A6C34878D82A}">
                    <a16:rowId xmlns:a16="http://schemas.microsoft.com/office/drawing/2014/main" val="10002"/>
                  </a:ext>
                </a:extLst>
              </a:tr>
              <a:tr h="322580">
                <a:tc>
                  <a:txBody>
                    <a:bodyPr/>
                    <a:lstStyle/>
                    <a:p>
                      <a:pPr marL="31750">
                        <a:lnSpc>
                          <a:spcPct val="100000"/>
                        </a:lnSpc>
                        <a:spcBef>
                          <a:spcPts val="125"/>
                        </a:spcBef>
                      </a:pPr>
                      <a:r>
                        <a:rPr sz="1800" spc="-10" dirty="0">
                          <a:latin typeface="Cambria"/>
                          <a:cs typeface="Cambria"/>
                        </a:rPr>
                        <a:t>$E’T’id</a:t>
                      </a:r>
                      <a:endParaRPr sz="1800">
                        <a:latin typeface="Cambria"/>
                        <a:cs typeface="Cambria"/>
                      </a:endParaRPr>
                    </a:p>
                  </a:txBody>
                  <a:tcPr marL="0" marR="0" marT="15875" marB="0"/>
                </a:tc>
                <a:tc>
                  <a:txBody>
                    <a:bodyPr/>
                    <a:lstStyle/>
                    <a:p>
                      <a:pPr marL="1019810">
                        <a:lnSpc>
                          <a:spcPct val="100000"/>
                        </a:lnSpc>
                        <a:spcBef>
                          <a:spcPts val="125"/>
                        </a:spcBef>
                      </a:pPr>
                      <a:r>
                        <a:rPr sz="1800" spc="-10" dirty="0">
                          <a:latin typeface="Cambria"/>
                          <a:cs typeface="Cambria"/>
                        </a:rPr>
                        <a:t>id+id*id$</a:t>
                      </a:r>
                      <a:endParaRPr sz="1800">
                        <a:latin typeface="Cambria"/>
                        <a:cs typeface="Cambria"/>
                      </a:endParaRPr>
                    </a:p>
                  </a:txBody>
                  <a:tcPr marL="0" marR="0" marT="15875" marB="0"/>
                </a:tc>
                <a:tc>
                  <a:txBody>
                    <a:bodyPr/>
                    <a:lstStyle/>
                    <a:p>
                      <a:pPr marL="890269">
                        <a:lnSpc>
                          <a:spcPct val="100000"/>
                        </a:lnSpc>
                        <a:spcBef>
                          <a:spcPts val="125"/>
                        </a:spcBef>
                      </a:pPr>
                      <a:r>
                        <a:rPr sz="1800" spc="-20" dirty="0">
                          <a:latin typeface="Cambria"/>
                          <a:cs typeface="Cambria"/>
                        </a:rPr>
                        <a:t>F</a:t>
                      </a:r>
                      <a:r>
                        <a:rPr sz="1800" spc="-20" dirty="0">
                          <a:latin typeface="Wingdings"/>
                          <a:cs typeface="Wingdings"/>
                        </a:rPr>
                        <a:t></a:t>
                      </a:r>
                      <a:r>
                        <a:rPr sz="1800" spc="-20" dirty="0">
                          <a:latin typeface="Cambria"/>
                          <a:cs typeface="Cambria"/>
                        </a:rPr>
                        <a:t>id</a:t>
                      </a:r>
                      <a:endParaRPr sz="1800">
                        <a:latin typeface="Cambria"/>
                        <a:cs typeface="Cambria"/>
                      </a:endParaRPr>
                    </a:p>
                  </a:txBody>
                  <a:tcPr marL="0" marR="0" marT="15875" marB="0"/>
                </a:tc>
                <a:extLst>
                  <a:ext uri="{0D108BD9-81ED-4DB2-BD59-A6C34878D82A}">
                    <a16:rowId xmlns:a16="http://schemas.microsoft.com/office/drawing/2014/main" val="10003"/>
                  </a:ext>
                </a:extLst>
              </a:tr>
              <a:tr h="646430">
                <a:tc>
                  <a:txBody>
                    <a:bodyPr/>
                    <a:lstStyle/>
                    <a:p>
                      <a:pPr marL="31750">
                        <a:lnSpc>
                          <a:spcPct val="100000"/>
                        </a:lnSpc>
                        <a:spcBef>
                          <a:spcPts val="125"/>
                        </a:spcBef>
                      </a:pPr>
                      <a:r>
                        <a:rPr sz="1800" spc="-10" dirty="0">
                          <a:latin typeface="Cambria"/>
                          <a:cs typeface="Cambria"/>
                        </a:rPr>
                        <a:t>$E’T’</a:t>
                      </a:r>
                      <a:endParaRPr sz="1800">
                        <a:latin typeface="Cambria"/>
                        <a:cs typeface="Cambria"/>
                      </a:endParaRPr>
                    </a:p>
                    <a:p>
                      <a:pPr marL="31750">
                        <a:lnSpc>
                          <a:spcPct val="100000"/>
                        </a:lnSpc>
                        <a:spcBef>
                          <a:spcPts val="390"/>
                        </a:spcBef>
                      </a:pPr>
                      <a:r>
                        <a:rPr sz="1800" spc="-25" dirty="0">
                          <a:latin typeface="Cambria"/>
                          <a:cs typeface="Cambria"/>
                        </a:rPr>
                        <a:t>$E’</a:t>
                      </a:r>
                      <a:endParaRPr sz="1800">
                        <a:latin typeface="Cambria"/>
                        <a:cs typeface="Cambria"/>
                      </a:endParaRPr>
                    </a:p>
                  </a:txBody>
                  <a:tcPr marL="0" marR="0" marT="15875" marB="0"/>
                </a:tc>
                <a:tc>
                  <a:txBody>
                    <a:bodyPr/>
                    <a:lstStyle/>
                    <a:p>
                      <a:pPr marR="104139" algn="ctr">
                        <a:lnSpc>
                          <a:spcPct val="100000"/>
                        </a:lnSpc>
                        <a:spcBef>
                          <a:spcPts val="125"/>
                        </a:spcBef>
                      </a:pPr>
                      <a:r>
                        <a:rPr sz="1800" spc="-10" dirty="0">
                          <a:latin typeface="Cambria"/>
                          <a:cs typeface="Cambria"/>
                        </a:rPr>
                        <a:t>+id*id$</a:t>
                      </a:r>
                      <a:endParaRPr sz="1800">
                        <a:latin typeface="Cambria"/>
                        <a:cs typeface="Cambria"/>
                      </a:endParaRPr>
                    </a:p>
                    <a:p>
                      <a:pPr marR="104139" algn="ctr">
                        <a:lnSpc>
                          <a:spcPct val="100000"/>
                        </a:lnSpc>
                        <a:spcBef>
                          <a:spcPts val="390"/>
                        </a:spcBef>
                      </a:pPr>
                      <a:r>
                        <a:rPr sz="1800" spc="-10" dirty="0">
                          <a:latin typeface="Cambria"/>
                          <a:cs typeface="Cambria"/>
                        </a:rPr>
                        <a:t>+id*id$</a:t>
                      </a:r>
                      <a:endParaRPr sz="1800">
                        <a:latin typeface="Cambria"/>
                        <a:cs typeface="Cambria"/>
                      </a:endParaRPr>
                    </a:p>
                  </a:txBody>
                  <a:tcPr marL="0" marR="0" marT="15875" marB="0"/>
                </a:tc>
                <a:tc>
                  <a:txBody>
                    <a:bodyPr/>
                    <a:lstStyle/>
                    <a:p>
                      <a:pPr>
                        <a:lnSpc>
                          <a:spcPct val="100000"/>
                        </a:lnSpc>
                        <a:spcBef>
                          <a:spcPts val="600"/>
                        </a:spcBef>
                      </a:pPr>
                      <a:endParaRPr sz="1800">
                        <a:latin typeface="Times New Roman"/>
                        <a:cs typeface="Times New Roman"/>
                      </a:endParaRPr>
                    </a:p>
                    <a:p>
                      <a:pPr marL="890269">
                        <a:lnSpc>
                          <a:spcPct val="100000"/>
                        </a:lnSpc>
                        <a:spcBef>
                          <a:spcPts val="5"/>
                        </a:spcBef>
                      </a:pPr>
                      <a:r>
                        <a:rPr sz="1800" dirty="0">
                          <a:latin typeface="Cambria"/>
                          <a:cs typeface="Cambria"/>
                        </a:rPr>
                        <a:t>T’</a:t>
                      </a:r>
                      <a:r>
                        <a:rPr sz="1800" dirty="0">
                          <a:latin typeface="Wingdings"/>
                          <a:cs typeface="Wingdings"/>
                        </a:rPr>
                        <a:t></a:t>
                      </a:r>
                      <a:r>
                        <a:rPr sz="1800" spc="-60" dirty="0">
                          <a:latin typeface="Times New Roman"/>
                          <a:cs typeface="Times New Roman"/>
                        </a:rPr>
                        <a:t> </a:t>
                      </a:r>
                      <a:r>
                        <a:rPr sz="1800" spc="-50" dirty="0">
                          <a:latin typeface="Symbol"/>
                          <a:cs typeface="Symbol"/>
                        </a:rPr>
                        <a:t></a:t>
                      </a:r>
                      <a:endParaRPr sz="1800">
                        <a:latin typeface="Symbol"/>
                        <a:cs typeface="Symbol"/>
                      </a:endParaRPr>
                    </a:p>
                  </a:txBody>
                  <a:tcPr marL="0" marR="0" marT="76200" marB="0"/>
                </a:tc>
                <a:extLst>
                  <a:ext uri="{0D108BD9-81ED-4DB2-BD59-A6C34878D82A}">
                    <a16:rowId xmlns:a16="http://schemas.microsoft.com/office/drawing/2014/main" val="10004"/>
                  </a:ext>
                </a:extLst>
              </a:tr>
              <a:tr h="322580">
                <a:tc>
                  <a:txBody>
                    <a:bodyPr/>
                    <a:lstStyle/>
                    <a:p>
                      <a:pPr marL="31750">
                        <a:lnSpc>
                          <a:spcPct val="100000"/>
                        </a:lnSpc>
                        <a:spcBef>
                          <a:spcPts val="125"/>
                        </a:spcBef>
                      </a:pPr>
                      <a:r>
                        <a:rPr sz="1800" spc="-10" dirty="0">
                          <a:latin typeface="Cambria"/>
                          <a:cs typeface="Cambria"/>
                        </a:rPr>
                        <a:t>$E’T+</a:t>
                      </a:r>
                      <a:endParaRPr sz="1800">
                        <a:latin typeface="Cambria"/>
                        <a:cs typeface="Cambria"/>
                      </a:endParaRPr>
                    </a:p>
                  </a:txBody>
                  <a:tcPr marL="0" marR="0" marT="15875" marB="0"/>
                </a:tc>
                <a:tc>
                  <a:txBody>
                    <a:bodyPr/>
                    <a:lstStyle/>
                    <a:p>
                      <a:pPr marL="1019810">
                        <a:lnSpc>
                          <a:spcPct val="100000"/>
                        </a:lnSpc>
                        <a:spcBef>
                          <a:spcPts val="125"/>
                        </a:spcBef>
                      </a:pPr>
                      <a:r>
                        <a:rPr sz="1800" spc="-10" dirty="0">
                          <a:latin typeface="Cambria"/>
                          <a:cs typeface="Cambria"/>
                        </a:rPr>
                        <a:t>+id*id$</a:t>
                      </a:r>
                      <a:endParaRPr sz="1800">
                        <a:latin typeface="Cambria"/>
                        <a:cs typeface="Cambria"/>
                      </a:endParaRPr>
                    </a:p>
                  </a:txBody>
                  <a:tcPr marL="0" marR="0" marT="15875" marB="0"/>
                </a:tc>
                <a:tc>
                  <a:txBody>
                    <a:bodyPr/>
                    <a:lstStyle/>
                    <a:p>
                      <a:pPr marL="890269">
                        <a:lnSpc>
                          <a:spcPct val="100000"/>
                        </a:lnSpc>
                        <a:spcBef>
                          <a:spcPts val="125"/>
                        </a:spcBef>
                      </a:pPr>
                      <a:r>
                        <a:rPr sz="1800" spc="-10" dirty="0">
                          <a:latin typeface="Cambria"/>
                          <a:cs typeface="Cambria"/>
                        </a:rPr>
                        <a:t>E’</a:t>
                      </a:r>
                      <a:r>
                        <a:rPr sz="1800" spc="-10" dirty="0">
                          <a:latin typeface="Wingdings"/>
                          <a:cs typeface="Wingdings"/>
                        </a:rPr>
                        <a:t></a:t>
                      </a:r>
                      <a:r>
                        <a:rPr sz="1800" spc="-10" dirty="0">
                          <a:latin typeface="Cambria"/>
                          <a:cs typeface="Cambria"/>
                        </a:rPr>
                        <a:t>+TE’</a:t>
                      </a:r>
                      <a:endParaRPr sz="1800">
                        <a:latin typeface="Cambria"/>
                        <a:cs typeface="Cambria"/>
                      </a:endParaRPr>
                    </a:p>
                  </a:txBody>
                  <a:tcPr marL="0" marR="0" marT="15875" marB="0"/>
                </a:tc>
                <a:extLst>
                  <a:ext uri="{0D108BD9-81ED-4DB2-BD59-A6C34878D82A}">
                    <a16:rowId xmlns:a16="http://schemas.microsoft.com/office/drawing/2014/main" val="10005"/>
                  </a:ext>
                </a:extLst>
              </a:tr>
              <a:tr h="323215">
                <a:tc>
                  <a:txBody>
                    <a:bodyPr/>
                    <a:lstStyle/>
                    <a:p>
                      <a:pPr marL="31750">
                        <a:lnSpc>
                          <a:spcPct val="100000"/>
                        </a:lnSpc>
                        <a:spcBef>
                          <a:spcPts val="125"/>
                        </a:spcBef>
                      </a:pPr>
                      <a:r>
                        <a:rPr sz="1800" spc="-20" dirty="0">
                          <a:latin typeface="Cambria"/>
                          <a:cs typeface="Cambria"/>
                        </a:rPr>
                        <a:t>$E’T</a:t>
                      </a:r>
                      <a:endParaRPr sz="1800">
                        <a:latin typeface="Cambria"/>
                        <a:cs typeface="Cambria"/>
                      </a:endParaRPr>
                    </a:p>
                  </a:txBody>
                  <a:tcPr marL="0" marR="0" marT="15875" marB="0"/>
                </a:tc>
                <a:tc>
                  <a:txBody>
                    <a:bodyPr/>
                    <a:lstStyle/>
                    <a:p>
                      <a:pPr marL="1019810">
                        <a:lnSpc>
                          <a:spcPct val="100000"/>
                        </a:lnSpc>
                        <a:spcBef>
                          <a:spcPts val="125"/>
                        </a:spcBef>
                      </a:pPr>
                      <a:r>
                        <a:rPr sz="1800" spc="-10" dirty="0">
                          <a:latin typeface="Cambria"/>
                          <a:cs typeface="Cambria"/>
                        </a:rPr>
                        <a:t>id*id$</a:t>
                      </a:r>
                      <a:endParaRPr sz="1800">
                        <a:latin typeface="Cambria"/>
                        <a:cs typeface="Cambria"/>
                      </a:endParaRPr>
                    </a:p>
                  </a:txBody>
                  <a:tcPr marL="0" marR="0" marT="15875" marB="0"/>
                </a:tc>
                <a:tc>
                  <a:txBody>
                    <a:bodyPr/>
                    <a:lstStyle/>
                    <a:p>
                      <a:pPr>
                        <a:lnSpc>
                          <a:spcPct val="100000"/>
                        </a:lnSpc>
                      </a:pPr>
                      <a:endParaRPr sz="1900">
                        <a:latin typeface="Times New Roman"/>
                        <a:cs typeface="Times New Roman"/>
                      </a:endParaRPr>
                    </a:p>
                  </a:txBody>
                  <a:tcPr marL="0" marR="0" marT="0" marB="0"/>
                </a:tc>
                <a:extLst>
                  <a:ext uri="{0D108BD9-81ED-4DB2-BD59-A6C34878D82A}">
                    <a16:rowId xmlns:a16="http://schemas.microsoft.com/office/drawing/2014/main" val="10006"/>
                  </a:ext>
                </a:extLst>
              </a:tr>
              <a:tr h="323215">
                <a:tc>
                  <a:txBody>
                    <a:bodyPr/>
                    <a:lstStyle/>
                    <a:p>
                      <a:pPr marL="31750">
                        <a:lnSpc>
                          <a:spcPct val="100000"/>
                        </a:lnSpc>
                        <a:spcBef>
                          <a:spcPts val="125"/>
                        </a:spcBef>
                      </a:pPr>
                      <a:r>
                        <a:rPr sz="1800" spc="-10" dirty="0">
                          <a:latin typeface="Cambria"/>
                          <a:cs typeface="Cambria"/>
                        </a:rPr>
                        <a:t>$E’T’F</a:t>
                      </a:r>
                      <a:endParaRPr sz="1800">
                        <a:latin typeface="Cambria"/>
                        <a:cs typeface="Cambria"/>
                      </a:endParaRPr>
                    </a:p>
                  </a:txBody>
                  <a:tcPr marL="0" marR="0" marT="15875" marB="0"/>
                </a:tc>
                <a:tc>
                  <a:txBody>
                    <a:bodyPr/>
                    <a:lstStyle/>
                    <a:p>
                      <a:pPr marL="1019810">
                        <a:lnSpc>
                          <a:spcPct val="100000"/>
                        </a:lnSpc>
                        <a:spcBef>
                          <a:spcPts val="125"/>
                        </a:spcBef>
                      </a:pPr>
                      <a:r>
                        <a:rPr sz="1800" spc="-10" dirty="0">
                          <a:latin typeface="Cambria"/>
                          <a:cs typeface="Cambria"/>
                        </a:rPr>
                        <a:t>id*id$</a:t>
                      </a:r>
                      <a:endParaRPr sz="1800">
                        <a:latin typeface="Cambria"/>
                        <a:cs typeface="Cambria"/>
                      </a:endParaRPr>
                    </a:p>
                  </a:txBody>
                  <a:tcPr marL="0" marR="0" marT="15875" marB="0"/>
                </a:tc>
                <a:tc>
                  <a:txBody>
                    <a:bodyPr/>
                    <a:lstStyle/>
                    <a:p>
                      <a:pPr marL="890269">
                        <a:lnSpc>
                          <a:spcPct val="100000"/>
                        </a:lnSpc>
                        <a:spcBef>
                          <a:spcPts val="125"/>
                        </a:spcBef>
                      </a:pPr>
                      <a:r>
                        <a:rPr sz="1800" spc="-10" dirty="0">
                          <a:latin typeface="Cambria"/>
                          <a:cs typeface="Cambria"/>
                        </a:rPr>
                        <a:t>T</a:t>
                      </a:r>
                      <a:r>
                        <a:rPr sz="1800" spc="-10" dirty="0">
                          <a:latin typeface="Wingdings"/>
                          <a:cs typeface="Wingdings"/>
                        </a:rPr>
                        <a:t></a:t>
                      </a:r>
                      <a:r>
                        <a:rPr sz="1800" spc="-10" dirty="0">
                          <a:latin typeface="Cambria"/>
                          <a:cs typeface="Cambria"/>
                        </a:rPr>
                        <a:t>FT’</a:t>
                      </a:r>
                      <a:endParaRPr sz="1800">
                        <a:latin typeface="Cambria"/>
                        <a:cs typeface="Cambria"/>
                      </a:endParaRPr>
                    </a:p>
                  </a:txBody>
                  <a:tcPr marL="0" marR="0" marT="15875" marB="0"/>
                </a:tc>
                <a:extLst>
                  <a:ext uri="{0D108BD9-81ED-4DB2-BD59-A6C34878D82A}">
                    <a16:rowId xmlns:a16="http://schemas.microsoft.com/office/drawing/2014/main" val="10007"/>
                  </a:ext>
                </a:extLst>
              </a:tr>
              <a:tr h="322580">
                <a:tc>
                  <a:txBody>
                    <a:bodyPr/>
                    <a:lstStyle/>
                    <a:p>
                      <a:pPr marL="31750">
                        <a:lnSpc>
                          <a:spcPct val="100000"/>
                        </a:lnSpc>
                        <a:spcBef>
                          <a:spcPts val="125"/>
                        </a:spcBef>
                      </a:pPr>
                      <a:r>
                        <a:rPr sz="1800" spc="-10" dirty="0">
                          <a:latin typeface="Cambria"/>
                          <a:cs typeface="Cambria"/>
                        </a:rPr>
                        <a:t>$E’T’id</a:t>
                      </a:r>
                      <a:endParaRPr sz="1800">
                        <a:latin typeface="Cambria"/>
                        <a:cs typeface="Cambria"/>
                      </a:endParaRPr>
                    </a:p>
                  </a:txBody>
                  <a:tcPr marL="0" marR="0" marT="15875" marB="0"/>
                </a:tc>
                <a:tc>
                  <a:txBody>
                    <a:bodyPr/>
                    <a:lstStyle/>
                    <a:p>
                      <a:pPr marL="1019810">
                        <a:lnSpc>
                          <a:spcPct val="100000"/>
                        </a:lnSpc>
                        <a:spcBef>
                          <a:spcPts val="125"/>
                        </a:spcBef>
                      </a:pPr>
                      <a:r>
                        <a:rPr sz="1800" spc="-10" dirty="0">
                          <a:latin typeface="Cambria"/>
                          <a:cs typeface="Cambria"/>
                        </a:rPr>
                        <a:t>id*id$</a:t>
                      </a:r>
                      <a:endParaRPr sz="1800">
                        <a:latin typeface="Cambria"/>
                        <a:cs typeface="Cambria"/>
                      </a:endParaRPr>
                    </a:p>
                  </a:txBody>
                  <a:tcPr marL="0" marR="0" marT="15875" marB="0"/>
                </a:tc>
                <a:tc>
                  <a:txBody>
                    <a:bodyPr/>
                    <a:lstStyle/>
                    <a:p>
                      <a:pPr marL="890269">
                        <a:lnSpc>
                          <a:spcPct val="100000"/>
                        </a:lnSpc>
                        <a:spcBef>
                          <a:spcPts val="125"/>
                        </a:spcBef>
                      </a:pPr>
                      <a:r>
                        <a:rPr sz="1800" spc="-20" dirty="0">
                          <a:latin typeface="Cambria"/>
                          <a:cs typeface="Cambria"/>
                        </a:rPr>
                        <a:t>F</a:t>
                      </a:r>
                      <a:r>
                        <a:rPr sz="1800" spc="-20" dirty="0">
                          <a:latin typeface="Wingdings"/>
                          <a:cs typeface="Wingdings"/>
                        </a:rPr>
                        <a:t></a:t>
                      </a:r>
                      <a:r>
                        <a:rPr sz="1800" spc="-20" dirty="0">
                          <a:latin typeface="Cambria"/>
                          <a:cs typeface="Cambria"/>
                        </a:rPr>
                        <a:t>id</a:t>
                      </a:r>
                      <a:endParaRPr sz="1800">
                        <a:latin typeface="Cambria"/>
                        <a:cs typeface="Cambria"/>
                      </a:endParaRPr>
                    </a:p>
                  </a:txBody>
                  <a:tcPr marL="0" marR="0" marT="15875" marB="0"/>
                </a:tc>
                <a:extLst>
                  <a:ext uri="{0D108BD9-81ED-4DB2-BD59-A6C34878D82A}">
                    <a16:rowId xmlns:a16="http://schemas.microsoft.com/office/drawing/2014/main" val="10008"/>
                  </a:ext>
                </a:extLst>
              </a:tr>
              <a:tr h="322580">
                <a:tc>
                  <a:txBody>
                    <a:bodyPr/>
                    <a:lstStyle/>
                    <a:p>
                      <a:pPr marL="31750">
                        <a:lnSpc>
                          <a:spcPct val="100000"/>
                        </a:lnSpc>
                        <a:spcBef>
                          <a:spcPts val="125"/>
                        </a:spcBef>
                      </a:pPr>
                      <a:r>
                        <a:rPr sz="1800" spc="-10" dirty="0">
                          <a:latin typeface="Cambria"/>
                          <a:cs typeface="Cambria"/>
                        </a:rPr>
                        <a:t>$E’T’</a:t>
                      </a:r>
                      <a:endParaRPr sz="1800">
                        <a:latin typeface="Cambria"/>
                        <a:cs typeface="Cambria"/>
                      </a:endParaRPr>
                    </a:p>
                  </a:txBody>
                  <a:tcPr marL="0" marR="0" marT="15875" marB="0"/>
                </a:tc>
                <a:tc>
                  <a:txBody>
                    <a:bodyPr/>
                    <a:lstStyle/>
                    <a:p>
                      <a:pPr marL="1019810">
                        <a:lnSpc>
                          <a:spcPct val="100000"/>
                        </a:lnSpc>
                        <a:spcBef>
                          <a:spcPts val="125"/>
                        </a:spcBef>
                      </a:pPr>
                      <a:r>
                        <a:rPr sz="1800" spc="-20" dirty="0">
                          <a:latin typeface="Cambria"/>
                          <a:cs typeface="Cambria"/>
                        </a:rPr>
                        <a:t>*id$</a:t>
                      </a:r>
                      <a:endParaRPr sz="1800">
                        <a:latin typeface="Cambria"/>
                        <a:cs typeface="Cambria"/>
                      </a:endParaRPr>
                    </a:p>
                  </a:txBody>
                  <a:tcPr marL="0" marR="0" marT="15875" marB="0"/>
                </a:tc>
                <a:tc>
                  <a:txBody>
                    <a:bodyPr/>
                    <a:lstStyle/>
                    <a:p>
                      <a:pPr>
                        <a:lnSpc>
                          <a:spcPct val="100000"/>
                        </a:lnSpc>
                      </a:pPr>
                      <a:endParaRPr sz="1900">
                        <a:latin typeface="Times New Roman"/>
                        <a:cs typeface="Times New Roman"/>
                      </a:endParaRPr>
                    </a:p>
                  </a:txBody>
                  <a:tcPr marL="0" marR="0" marT="0" marB="0"/>
                </a:tc>
                <a:extLst>
                  <a:ext uri="{0D108BD9-81ED-4DB2-BD59-A6C34878D82A}">
                    <a16:rowId xmlns:a16="http://schemas.microsoft.com/office/drawing/2014/main" val="10009"/>
                  </a:ext>
                </a:extLst>
              </a:tr>
              <a:tr h="322580">
                <a:tc>
                  <a:txBody>
                    <a:bodyPr/>
                    <a:lstStyle/>
                    <a:p>
                      <a:pPr marL="31750">
                        <a:lnSpc>
                          <a:spcPct val="100000"/>
                        </a:lnSpc>
                        <a:spcBef>
                          <a:spcPts val="125"/>
                        </a:spcBef>
                      </a:pPr>
                      <a:r>
                        <a:rPr sz="1800" spc="-10" dirty="0">
                          <a:latin typeface="Cambria"/>
                          <a:cs typeface="Cambria"/>
                        </a:rPr>
                        <a:t>$E’T’F*</a:t>
                      </a:r>
                      <a:endParaRPr sz="1800">
                        <a:latin typeface="Cambria"/>
                        <a:cs typeface="Cambria"/>
                      </a:endParaRPr>
                    </a:p>
                  </a:txBody>
                  <a:tcPr marL="0" marR="0" marT="15875" marB="0"/>
                </a:tc>
                <a:tc>
                  <a:txBody>
                    <a:bodyPr/>
                    <a:lstStyle/>
                    <a:p>
                      <a:pPr marL="1019810">
                        <a:lnSpc>
                          <a:spcPct val="100000"/>
                        </a:lnSpc>
                        <a:spcBef>
                          <a:spcPts val="125"/>
                        </a:spcBef>
                      </a:pPr>
                      <a:r>
                        <a:rPr sz="1800" spc="-20" dirty="0">
                          <a:latin typeface="Cambria"/>
                          <a:cs typeface="Cambria"/>
                        </a:rPr>
                        <a:t>*id$</a:t>
                      </a:r>
                      <a:endParaRPr sz="1800">
                        <a:latin typeface="Cambria"/>
                        <a:cs typeface="Cambria"/>
                      </a:endParaRPr>
                    </a:p>
                  </a:txBody>
                  <a:tcPr marL="0" marR="0" marT="15875" marB="0"/>
                </a:tc>
                <a:tc>
                  <a:txBody>
                    <a:bodyPr/>
                    <a:lstStyle/>
                    <a:p>
                      <a:pPr marL="890269">
                        <a:lnSpc>
                          <a:spcPct val="100000"/>
                        </a:lnSpc>
                        <a:spcBef>
                          <a:spcPts val="125"/>
                        </a:spcBef>
                      </a:pPr>
                      <a:r>
                        <a:rPr sz="1800" spc="-10" dirty="0">
                          <a:latin typeface="Cambria"/>
                          <a:cs typeface="Cambria"/>
                        </a:rPr>
                        <a:t>T’</a:t>
                      </a:r>
                      <a:r>
                        <a:rPr sz="1800" spc="-10" dirty="0">
                          <a:latin typeface="Wingdings"/>
                          <a:cs typeface="Wingdings"/>
                        </a:rPr>
                        <a:t></a:t>
                      </a:r>
                      <a:r>
                        <a:rPr sz="1800" spc="-10" dirty="0">
                          <a:latin typeface="Cambria"/>
                          <a:cs typeface="Cambria"/>
                        </a:rPr>
                        <a:t>*FT’</a:t>
                      </a:r>
                      <a:endParaRPr sz="1800">
                        <a:latin typeface="Cambria"/>
                        <a:cs typeface="Cambria"/>
                      </a:endParaRPr>
                    </a:p>
                  </a:txBody>
                  <a:tcPr marL="0" marR="0" marT="15875" marB="0"/>
                </a:tc>
                <a:extLst>
                  <a:ext uri="{0D108BD9-81ED-4DB2-BD59-A6C34878D82A}">
                    <a16:rowId xmlns:a16="http://schemas.microsoft.com/office/drawing/2014/main" val="10010"/>
                  </a:ext>
                </a:extLst>
              </a:tr>
              <a:tr h="323215">
                <a:tc>
                  <a:txBody>
                    <a:bodyPr/>
                    <a:lstStyle/>
                    <a:p>
                      <a:pPr marL="31750">
                        <a:lnSpc>
                          <a:spcPct val="100000"/>
                        </a:lnSpc>
                        <a:spcBef>
                          <a:spcPts val="125"/>
                        </a:spcBef>
                      </a:pPr>
                      <a:r>
                        <a:rPr sz="1800" spc="-10" dirty="0">
                          <a:latin typeface="Cambria"/>
                          <a:cs typeface="Cambria"/>
                        </a:rPr>
                        <a:t>$E’T’F</a:t>
                      </a:r>
                      <a:endParaRPr sz="1800">
                        <a:latin typeface="Cambria"/>
                        <a:cs typeface="Cambria"/>
                      </a:endParaRPr>
                    </a:p>
                  </a:txBody>
                  <a:tcPr marL="0" marR="0" marT="15875" marB="0"/>
                </a:tc>
                <a:tc>
                  <a:txBody>
                    <a:bodyPr/>
                    <a:lstStyle/>
                    <a:p>
                      <a:pPr marL="1019810">
                        <a:lnSpc>
                          <a:spcPct val="100000"/>
                        </a:lnSpc>
                        <a:spcBef>
                          <a:spcPts val="125"/>
                        </a:spcBef>
                      </a:pPr>
                      <a:r>
                        <a:rPr sz="1800" spc="-25" dirty="0">
                          <a:latin typeface="Cambria"/>
                          <a:cs typeface="Cambria"/>
                        </a:rPr>
                        <a:t>id$</a:t>
                      </a:r>
                      <a:endParaRPr sz="1800">
                        <a:latin typeface="Cambria"/>
                        <a:cs typeface="Cambria"/>
                      </a:endParaRPr>
                    </a:p>
                  </a:txBody>
                  <a:tcPr marL="0" marR="0" marT="15875" marB="0"/>
                </a:tc>
                <a:tc>
                  <a:txBody>
                    <a:bodyPr/>
                    <a:lstStyle/>
                    <a:p>
                      <a:pPr>
                        <a:lnSpc>
                          <a:spcPct val="100000"/>
                        </a:lnSpc>
                      </a:pPr>
                      <a:endParaRPr sz="1900">
                        <a:latin typeface="Times New Roman"/>
                        <a:cs typeface="Times New Roman"/>
                      </a:endParaRPr>
                    </a:p>
                  </a:txBody>
                  <a:tcPr marL="0" marR="0" marT="0" marB="0"/>
                </a:tc>
                <a:extLst>
                  <a:ext uri="{0D108BD9-81ED-4DB2-BD59-A6C34878D82A}">
                    <a16:rowId xmlns:a16="http://schemas.microsoft.com/office/drawing/2014/main" val="10011"/>
                  </a:ext>
                </a:extLst>
              </a:tr>
              <a:tr h="322580">
                <a:tc>
                  <a:txBody>
                    <a:bodyPr/>
                    <a:lstStyle/>
                    <a:p>
                      <a:pPr marL="31750">
                        <a:lnSpc>
                          <a:spcPct val="100000"/>
                        </a:lnSpc>
                        <a:spcBef>
                          <a:spcPts val="125"/>
                        </a:spcBef>
                      </a:pPr>
                      <a:r>
                        <a:rPr sz="1800" spc="-10" dirty="0">
                          <a:latin typeface="Cambria"/>
                          <a:cs typeface="Cambria"/>
                        </a:rPr>
                        <a:t>$E’T’id</a:t>
                      </a:r>
                      <a:endParaRPr sz="1800">
                        <a:latin typeface="Cambria"/>
                        <a:cs typeface="Cambria"/>
                      </a:endParaRPr>
                    </a:p>
                  </a:txBody>
                  <a:tcPr marL="0" marR="0" marT="15875" marB="0"/>
                </a:tc>
                <a:tc>
                  <a:txBody>
                    <a:bodyPr/>
                    <a:lstStyle/>
                    <a:p>
                      <a:pPr marL="1019810">
                        <a:lnSpc>
                          <a:spcPct val="100000"/>
                        </a:lnSpc>
                        <a:spcBef>
                          <a:spcPts val="125"/>
                        </a:spcBef>
                      </a:pPr>
                      <a:r>
                        <a:rPr sz="1800" spc="-25" dirty="0">
                          <a:latin typeface="Cambria"/>
                          <a:cs typeface="Cambria"/>
                        </a:rPr>
                        <a:t>id$</a:t>
                      </a:r>
                      <a:endParaRPr sz="1800">
                        <a:latin typeface="Cambria"/>
                        <a:cs typeface="Cambria"/>
                      </a:endParaRPr>
                    </a:p>
                  </a:txBody>
                  <a:tcPr marL="0" marR="0" marT="15875" marB="0"/>
                </a:tc>
                <a:tc>
                  <a:txBody>
                    <a:bodyPr/>
                    <a:lstStyle/>
                    <a:p>
                      <a:pPr marL="890269">
                        <a:lnSpc>
                          <a:spcPct val="100000"/>
                        </a:lnSpc>
                        <a:spcBef>
                          <a:spcPts val="125"/>
                        </a:spcBef>
                      </a:pPr>
                      <a:r>
                        <a:rPr sz="1800" spc="-20" dirty="0">
                          <a:latin typeface="Cambria"/>
                          <a:cs typeface="Cambria"/>
                        </a:rPr>
                        <a:t>F</a:t>
                      </a:r>
                      <a:r>
                        <a:rPr sz="1800" spc="-20" dirty="0">
                          <a:latin typeface="Wingdings"/>
                          <a:cs typeface="Wingdings"/>
                        </a:rPr>
                        <a:t></a:t>
                      </a:r>
                      <a:r>
                        <a:rPr sz="1800" spc="-20" dirty="0">
                          <a:latin typeface="Cambria"/>
                          <a:cs typeface="Cambria"/>
                        </a:rPr>
                        <a:t>id</a:t>
                      </a:r>
                      <a:endParaRPr sz="1800">
                        <a:latin typeface="Cambria"/>
                        <a:cs typeface="Cambria"/>
                      </a:endParaRPr>
                    </a:p>
                  </a:txBody>
                  <a:tcPr marL="0" marR="0" marT="15875" marB="0"/>
                </a:tc>
                <a:extLst>
                  <a:ext uri="{0D108BD9-81ED-4DB2-BD59-A6C34878D82A}">
                    <a16:rowId xmlns:a16="http://schemas.microsoft.com/office/drawing/2014/main" val="10012"/>
                  </a:ext>
                </a:extLst>
              </a:tr>
              <a:tr h="639445">
                <a:tc>
                  <a:txBody>
                    <a:bodyPr/>
                    <a:lstStyle/>
                    <a:p>
                      <a:pPr marL="31750">
                        <a:lnSpc>
                          <a:spcPct val="100000"/>
                        </a:lnSpc>
                        <a:spcBef>
                          <a:spcPts val="125"/>
                        </a:spcBef>
                      </a:pPr>
                      <a:r>
                        <a:rPr sz="1800" spc="-10" dirty="0">
                          <a:latin typeface="Cambria"/>
                          <a:cs typeface="Cambria"/>
                        </a:rPr>
                        <a:t>$E’T’</a:t>
                      </a:r>
                      <a:endParaRPr sz="1800">
                        <a:latin typeface="Cambria"/>
                        <a:cs typeface="Cambria"/>
                      </a:endParaRPr>
                    </a:p>
                    <a:p>
                      <a:pPr marL="31750">
                        <a:lnSpc>
                          <a:spcPct val="100000"/>
                        </a:lnSpc>
                        <a:spcBef>
                          <a:spcPts val="385"/>
                        </a:spcBef>
                      </a:pPr>
                      <a:r>
                        <a:rPr sz="1800" spc="-25" dirty="0">
                          <a:latin typeface="Cambria"/>
                          <a:cs typeface="Cambria"/>
                        </a:rPr>
                        <a:t>$E’</a:t>
                      </a:r>
                      <a:endParaRPr sz="1800">
                        <a:latin typeface="Cambria"/>
                        <a:cs typeface="Cambria"/>
                      </a:endParaRPr>
                    </a:p>
                  </a:txBody>
                  <a:tcPr marL="0" marR="0" marT="15875" marB="0"/>
                </a:tc>
                <a:tc>
                  <a:txBody>
                    <a:bodyPr/>
                    <a:lstStyle/>
                    <a:p>
                      <a:pPr marR="709295" algn="ctr">
                        <a:lnSpc>
                          <a:spcPct val="100000"/>
                        </a:lnSpc>
                        <a:spcBef>
                          <a:spcPts val="125"/>
                        </a:spcBef>
                      </a:pPr>
                      <a:r>
                        <a:rPr sz="1800" spc="-50" dirty="0">
                          <a:latin typeface="Cambria"/>
                          <a:cs typeface="Cambria"/>
                        </a:rPr>
                        <a:t>$</a:t>
                      </a:r>
                      <a:endParaRPr sz="1800">
                        <a:latin typeface="Cambria"/>
                        <a:cs typeface="Cambria"/>
                      </a:endParaRPr>
                    </a:p>
                    <a:p>
                      <a:pPr marR="709295" algn="ctr">
                        <a:lnSpc>
                          <a:spcPct val="100000"/>
                        </a:lnSpc>
                        <a:spcBef>
                          <a:spcPts val="385"/>
                        </a:spcBef>
                      </a:pPr>
                      <a:r>
                        <a:rPr sz="1800" spc="-50" dirty="0">
                          <a:latin typeface="Cambria"/>
                          <a:cs typeface="Cambria"/>
                        </a:rPr>
                        <a:t>$</a:t>
                      </a:r>
                      <a:endParaRPr sz="1800">
                        <a:latin typeface="Cambria"/>
                        <a:cs typeface="Cambria"/>
                      </a:endParaRPr>
                    </a:p>
                  </a:txBody>
                  <a:tcPr marL="0" marR="0" marT="15875" marB="0"/>
                </a:tc>
                <a:tc>
                  <a:txBody>
                    <a:bodyPr/>
                    <a:lstStyle/>
                    <a:p>
                      <a:pPr>
                        <a:lnSpc>
                          <a:spcPct val="100000"/>
                        </a:lnSpc>
                        <a:spcBef>
                          <a:spcPts val="600"/>
                        </a:spcBef>
                      </a:pPr>
                      <a:endParaRPr sz="1800">
                        <a:latin typeface="Times New Roman"/>
                        <a:cs typeface="Times New Roman"/>
                      </a:endParaRPr>
                    </a:p>
                    <a:p>
                      <a:pPr marL="890269">
                        <a:lnSpc>
                          <a:spcPct val="100000"/>
                        </a:lnSpc>
                      </a:pPr>
                      <a:r>
                        <a:rPr sz="1800" spc="-20" dirty="0">
                          <a:latin typeface="Cambria"/>
                          <a:cs typeface="Cambria"/>
                        </a:rPr>
                        <a:t>T’</a:t>
                      </a:r>
                      <a:r>
                        <a:rPr sz="1800" spc="-20" dirty="0">
                          <a:latin typeface="Wingdings"/>
                          <a:cs typeface="Wingdings"/>
                        </a:rPr>
                        <a:t></a:t>
                      </a:r>
                      <a:r>
                        <a:rPr sz="1800" spc="-20" dirty="0">
                          <a:latin typeface="Symbol"/>
                          <a:cs typeface="Symbol"/>
                        </a:rPr>
                        <a:t></a:t>
                      </a:r>
                      <a:endParaRPr sz="1800">
                        <a:latin typeface="Symbol"/>
                        <a:cs typeface="Symbol"/>
                      </a:endParaRPr>
                    </a:p>
                  </a:txBody>
                  <a:tcPr marL="0" marR="0" marT="76200" marB="0"/>
                </a:tc>
                <a:extLst>
                  <a:ext uri="{0D108BD9-81ED-4DB2-BD59-A6C34878D82A}">
                    <a16:rowId xmlns:a16="http://schemas.microsoft.com/office/drawing/2014/main" val="10013"/>
                  </a:ext>
                </a:extLst>
              </a:tr>
              <a:tr h="301625">
                <a:tc>
                  <a:txBody>
                    <a:bodyPr/>
                    <a:lstStyle/>
                    <a:p>
                      <a:pPr marL="31750">
                        <a:lnSpc>
                          <a:spcPts val="2100"/>
                        </a:lnSpc>
                        <a:spcBef>
                          <a:spcPts val="175"/>
                        </a:spcBef>
                      </a:pPr>
                      <a:r>
                        <a:rPr sz="1800" spc="-50" dirty="0">
                          <a:latin typeface="Cambria"/>
                          <a:cs typeface="Cambria"/>
                        </a:rPr>
                        <a:t>$</a:t>
                      </a:r>
                      <a:endParaRPr sz="1800">
                        <a:latin typeface="Cambria"/>
                        <a:cs typeface="Cambria"/>
                      </a:endParaRPr>
                    </a:p>
                  </a:txBody>
                  <a:tcPr marL="0" marR="0" marT="22225" marB="0"/>
                </a:tc>
                <a:tc>
                  <a:txBody>
                    <a:bodyPr/>
                    <a:lstStyle/>
                    <a:p>
                      <a:pPr marL="1019810">
                        <a:lnSpc>
                          <a:spcPts val="2100"/>
                        </a:lnSpc>
                        <a:spcBef>
                          <a:spcPts val="175"/>
                        </a:spcBef>
                      </a:pPr>
                      <a:r>
                        <a:rPr sz="1800" spc="-50" dirty="0">
                          <a:latin typeface="Cambria"/>
                          <a:cs typeface="Cambria"/>
                        </a:rPr>
                        <a:t>$</a:t>
                      </a:r>
                      <a:endParaRPr sz="1800">
                        <a:latin typeface="Cambria"/>
                        <a:cs typeface="Cambria"/>
                      </a:endParaRPr>
                    </a:p>
                  </a:txBody>
                  <a:tcPr marL="0" marR="0" marT="22225" marB="0"/>
                </a:tc>
                <a:tc>
                  <a:txBody>
                    <a:bodyPr/>
                    <a:lstStyle/>
                    <a:p>
                      <a:pPr marL="890269">
                        <a:lnSpc>
                          <a:spcPts val="2100"/>
                        </a:lnSpc>
                        <a:spcBef>
                          <a:spcPts val="175"/>
                        </a:spcBef>
                      </a:pPr>
                      <a:r>
                        <a:rPr sz="1800" spc="-20" dirty="0">
                          <a:latin typeface="Cambria"/>
                          <a:cs typeface="Cambria"/>
                        </a:rPr>
                        <a:t>E’</a:t>
                      </a:r>
                      <a:r>
                        <a:rPr sz="1800" spc="-20" dirty="0">
                          <a:latin typeface="Wingdings"/>
                          <a:cs typeface="Wingdings"/>
                        </a:rPr>
                        <a:t></a:t>
                      </a:r>
                      <a:r>
                        <a:rPr sz="1800" spc="-20" dirty="0">
                          <a:latin typeface="Symbol"/>
                          <a:cs typeface="Symbol"/>
                        </a:rPr>
                        <a:t></a:t>
                      </a:r>
                      <a:endParaRPr sz="1800">
                        <a:latin typeface="Symbol"/>
                        <a:cs typeface="Symbol"/>
                      </a:endParaRPr>
                    </a:p>
                  </a:txBody>
                  <a:tcPr marL="0" marR="0" marT="22225" marB="0"/>
                </a:tc>
                <a:extLst>
                  <a:ext uri="{0D108BD9-81ED-4DB2-BD59-A6C34878D82A}">
                    <a16:rowId xmlns:a16="http://schemas.microsoft.com/office/drawing/2014/main" val="1001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3350"/>
              </a:spcBef>
            </a:pPr>
            <a:endParaRPr sz="3600">
              <a:latin typeface="Times New Roman"/>
              <a:cs typeface="Times New Roman"/>
            </a:endParaRPr>
          </a:p>
          <a:p>
            <a:pPr marL="344170" marR="534035">
              <a:lnSpc>
                <a:spcPts val="3890"/>
              </a:lnSpc>
            </a:pPr>
            <a:r>
              <a:rPr sz="3600" b="1" spc="-65" dirty="0">
                <a:solidFill>
                  <a:srgbClr val="FFFFFF"/>
                </a:solidFill>
                <a:latin typeface="Cambria"/>
                <a:cs typeface="Cambria"/>
              </a:rPr>
              <a:t>LL(1)</a:t>
            </a:r>
            <a:r>
              <a:rPr sz="3600" b="1" spc="-114" dirty="0">
                <a:solidFill>
                  <a:srgbClr val="FFFFFF"/>
                </a:solidFill>
                <a:latin typeface="Cambria"/>
                <a:cs typeface="Cambria"/>
              </a:rPr>
              <a:t> </a:t>
            </a:r>
            <a:r>
              <a:rPr sz="3600" b="1" spc="-65" dirty="0">
                <a:solidFill>
                  <a:srgbClr val="FFFFFF"/>
                </a:solidFill>
                <a:latin typeface="Cambria"/>
                <a:cs typeface="Cambria"/>
              </a:rPr>
              <a:t>Parser </a:t>
            </a:r>
            <a:r>
              <a:rPr sz="3600" b="1" spc="-10" dirty="0">
                <a:solidFill>
                  <a:srgbClr val="FFFFFF"/>
                </a:solidFill>
                <a:latin typeface="Cambria"/>
                <a:cs typeface="Cambria"/>
              </a:rPr>
              <a:t>Example:</a:t>
            </a:r>
            <a:endParaRPr sz="3600">
              <a:latin typeface="Cambria"/>
              <a:cs typeface="Cambria"/>
            </a:endParaRPr>
          </a:p>
        </p:txBody>
      </p:sp>
      <p:sp>
        <p:nvSpPr>
          <p:cNvPr id="3" name="object 3"/>
          <p:cNvSpPr txBox="1"/>
          <p:nvPr/>
        </p:nvSpPr>
        <p:spPr>
          <a:xfrm>
            <a:off x="3686047" y="631952"/>
            <a:ext cx="606615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Check</a:t>
            </a:r>
            <a:r>
              <a:rPr sz="2400" spc="-65" dirty="0">
                <a:latin typeface="Cambria"/>
                <a:cs typeface="Cambria"/>
              </a:rPr>
              <a:t> </a:t>
            </a:r>
            <a:r>
              <a:rPr sz="2400" dirty="0">
                <a:latin typeface="Cambria"/>
                <a:cs typeface="Cambria"/>
              </a:rPr>
              <a:t>whether</a:t>
            </a:r>
            <a:r>
              <a:rPr sz="2400" spc="-55" dirty="0">
                <a:latin typeface="Cambria"/>
                <a:cs typeface="Cambria"/>
              </a:rPr>
              <a:t> </a:t>
            </a:r>
            <a:r>
              <a:rPr sz="2400" spc="-10" dirty="0">
                <a:latin typeface="Cambria"/>
                <a:cs typeface="Cambria"/>
              </a:rPr>
              <a:t>given</a:t>
            </a:r>
            <a:r>
              <a:rPr sz="2400" spc="-80" dirty="0">
                <a:latin typeface="Cambria"/>
                <a:cs typeface="Cambria"/>
              </a:rPr>
              <a:t> </a:t>
            </a:r>
            <a:r>
              <a:rPr sz="2400" dirty="0">
                <a:latin typeface="Cambria"/>
                <a:cs typeface="Cambria"/>
              </a:rPr>
              <a:t>grammar</a:t>
            </a:r>
            <a:r>
              <a:rPr sz="2400" spc="-65" dirty="0">
                <a:latin typeface="Cambria"/>
                <a:cs typeface="Cambria"/>
              </a:rPr>
              <a:t> </a:t>
            </a:r>
            <a:r>
              <a:rPr sz="2400" dirty="0">
                <a:latin typeface="Cambria"/>
                <a:cs typeface="Cambria"/>
              </a:rPr>
              <a:t>is</a:t>
            </a:r>
            <a:r>
              <a:rPr sz="2400" spc="-60" dirty="0">
                <a:latin typeface="Cambria"/>
                <a:cs typeface="Cambria"/>
              </a:rPr>
              <a:t> </a:t>
            </a:r>
            <a:r>
              <a:rPr sz="2400" dirty="0">
                <a:latin typeface="Cambria"/>
                <a:cs typeface="Cambria"/>
              </a:rPr>
              <a:t>LL(1)</a:t>
            </a:r>
            <a:r>
              <a:rPr sz="2400" spc="-65" dirty="0">
                <a:latin typeface="Cambria"/>
                <a:cs typeface="Cambria"/>
              </a:rPr>
              <a:t> </a:t>
            </a:r>
            <a:r>
              <a:rPr sz="2400" dirty="0">
                <a:latin typeface="Cambria"/>
                <a:cs typeface="Cambria"/>
              </a:rPr>
              <a:t>or</a:t>
            </a:r>
            <a:r>
              <a:rPr sz="2400" spc="-75" dirty="0">
                <a:latin typeface="Cambria"/>
                <a:cs typeface="Cambria"/>
              </a:rPr>
              <a:t> </a:t>
            </a:r>
            <a:r>
              <a:rPr sz="2400" spc="-20" dirty="0">
                <a:latin typeface="Cambria"/>
                <a:cs typeface="Cambria"/>
              </a:rPr>
              <a:t>not?</a:t>
            </a:r>
            <a:endParaRPr sz="2400">
              <a:latin typeface="Cambria"/>
              <a:cs typeface="Cambria"/>
            </a:endParaRPr>
          </a:p>
        </p:txBody>
      </p:sp>
      <p:sp>
        <p:nvSpPr>
          <p:cNvPr id="4" name="object 4"/>
          <p:cNvSpPr txBox="1">
            <a:spLocks noGrp="1"/>
          </p:cNvSpPr>
          <p:nvPr>
            <p:ph type="title"/>
          </p:nvPr>
        </p:nvSpPr>
        <p:spPr>
          <a:xfrm>
            <a:off x="3686047" y="1480207"/>
            <a:ext cx="2144395" cy="1468120"/>
          </a:xfrm>
          <a:prstGeom prst="rect">
            <a:avLst/>
          </a:prstGeom>
        </p:spPr>
        <p:txBody>
          <a:bodyPr vert="horz" wrap="square" lIns="0" tIns="12065" rIns="0" bIns="0" rtlCol="0">
            <a:spAutoFit/>
          </a:bodyPr>
          <a:lstStyle/>
          <a:p>
            <a:pPr marL="478790" marR="5080" indent="-466725">
              <a:lnSpc>
                <a:spcPct val="131500"/>
              </a:lnSpc>
              <a:spcBef>
                <a:spcPts val="95"/>
              </a:spcBef>
              <a:tabLst>
                <a:tab pos="509270" algn="l"/>
              </a:tabLst>
            </a:pPr>
            <a:r>
              <a:rPr spc="-25" dirty="0"/>
              <a:t>1.</a:t>
            </a:r>
            <a:r>
              <a:rPr dirty="0"/>
              <a:t>		S</a:t>
            </a:r>
            <a:r>
              <a:rPr dirty="0">
                <a:latin typeface="Wingdings"/>
                <a:cs typeface="Wingdings"/>
              </a:rPr>
              <a:t></a:t>
            </a:r>
            <a:r>
              <a:rPr spc="-85" dirty="0">
                <a:latin typeface="Times New Roman"/>
                <a:cs typeface="Times New Roman"/>
              </a:rPr>
              <a:t> </a:t>
            </a:r>
            <a:r>
              <a:rPr dirty="0"/>
              <a:t>1AB</a:t>
            </a:r>
            <a:r>
              <a:rPr spc="-25" dirty="0"/>
              <a:t> </a:t>
            </a:r>
            <a:r>
              <a:rPr dirty="0"/>
              <a:t>|</a:t>
            </a:r>
            <a:r>
              <a:rPr spc="-10" dirty="0"/>
              <a:t> </a:t>
            </a:r>
            <a:r>
              <a:rPr spc="-50" dirty="0">
                <a:latin typeface="Symbol"/>
                <a:cs typeface="Symbol"/>
              </a:rPr>
              <a:t></a:t>
            </a:r>
            <a:r>
              <a:rPr spc="-50" dirty="0">
                <a:latin typeface="Times New Roman"/>
                <a:cs typeface="Times New Roman"/>
              </a:rPr>
              <a:t> </a:t>
            </a:r>
            <a:r>
              <a:rPr dirty="0"/>
              <a:t>A</a:t>
            </a:r>
            <a:r>
              <a:rPr dirty="0">
                <a:latin typeface="Wingdings"/>
                <a:cs typeface="Wingdings"/>
              </a:rPr>
              <a:t></a:t>
            </a:r>
            <a:r>
              <a:rPr spc="-105" dirty="0">
                <a:latin typeface="Times New Roman"/>
                <a:cs typeface="Times New Roman"/>
              </a:rPr>
              <a:t> </a:t>
            </a:r>
            <a:r>
              <a:rPr dirty="0"/>
              <a:t>1AC</a:t>
            </a:r>
            <a:r>
              <a:rPr spc="-50" dirty="0"/>
              <a:t> </a:t>
            </a:r>
            <a:r>
              <a:rPr dirty="0"/>
              <a:t>|</a:t>
            </a:r>
            <a:r>
              <a:rPr spc="-25" dirty="0"/>
              <a:t> 0C </a:t>
            </a:r>
            <a:r>
              <a:rPr dirty="0"/>
              <a:t>B</a:t>
            </a:r>
            <a:r>
              <a:rPr dirty="0">
                <a:latin typeface="Wingdings"/>
                <a:cs typeface="Wingdings"/>
              </a:rPr>
              <a:t></a:t>
            </a:r>
            <a:r>
              <a:rPr spc="-80" dirty="0">
                <a:latin typeface="Times New Roman"/>
                <a:cs typeface="Times New Roman"/>
              </a:rPr>
              <a:t> </a:t>
            </a:r>
            <a:r>
              <a:rPr spc="-25" dirty="0"/>
              <a:t>0S</a:t>
            </a:r>
          </a:p>
        </p:txBody>
      </p:sp>
      <p:sp>
        <p:nvSpPr>
          <p:cNvPr id="5" name="object 5"/>
          <p:cNvSpPr txBox="1"/>
          <p:nvPr/>
        </p:nvSpPr>
        <p:spPr>
          <a:xfrm>
            <a:off x="4152391" y="3038983"/>
            <a:ext cx="73088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C</a:t>
            </a:r>
            <a:r>
              <a:rPr sz="2400" dirty="0">
                <a:latin typeface="Wingdings"/>
                <a:cs typeface="Wingdings"/>
              </a:rPr>
              <a:t></a:t>
            </a:r>
            <a:r>
              <a:rPr sz="2400" spc="-90" dirty="0">
                <a:latin typeface="Times New Roman"/>
                <a:cs typeface="Times New Roman"/>
              </a:rPr>
              <a:t> </a:t>
            </a:r>
            <a:r>
              <a:rPr sz="2400" spc="-50" dirty="0">
                <a:latin typeface="Cambria"/>
                <a:cs typeface="Cambria"/>
              </a:rPr>
              <a:t>1</a:t>
            </a:r>
            <a:endParaRPr sz="2400">
              <a:latin typeface="Cambria"/>
              <a:cs typeface="Cambria"/>
            </a:endParaRPr>
          </a:p>
        </p:txBody>
      </p:sp>
      <p:sp>
        <p:nvSpPr>
          <p:cNvPr id="6" name="object 6"/>
          <p:cNvSpPr txBox="1"/>
          <p:nvPr/>
        </p:nvSpPr>
        <p:spPr>
          <a:xfrm>
            <a:off x="3686047" y="3884187"/>
            <a:ext cx="2147570" cy="1472565"/>
          </a:xfrm>
          <a:prstGeom prst="rect">
            <a:avLst/>
          </a:prstGeom>
        </p:spPr>
        <p:txBody>
          <a:bodyPr vert="horz" wrap="square" lIns="0" tIns="130175" rIns="0" bIns="0" rtlCol="0">
            <a:spAutoFit/>
          </a:bodyPr>
          <a:lstStyle/>
          <a:p>
            <a:pPr marL="12700">
              <a:lnSpc>
                <a:spcPct val="100000"/>
              </a:lnSpc>
              <a:spcBef>
                <a:spcPts val="1025"/>
              </a:spcBef>
              <a:tabLst>
                <a:tab pos="509270" algn="l"/>
              </a:tabLst>
            </a:pPr>
            <a:r>
              <a:rPr sz="2400" spc="-25" dirty="0">
                <a:latin typeface="Cambria"/>
                <a:cs typeface="Cambria"/>
              </a:rPr>
              <a:t>2.</a:t>
            </a:r>
            <a:r>
              <a:rPr sz="2400" dirty="0">
                <a:latin typeface="Cambria"/>
                <a:cs typeface="Cambria"/>
              </a:rPr>
              <a:t>	S</a:t>
            </a:r>
            <a:r>
              <a:rPr sz="2400" dirty="0">
                <a:latin typeface="Wingdings"/>
                <a:cs typeface="Wingdings"/>
              </a:rPr>
              <a:t></a:t>
            </a:r>
            <a:r>
              <a:rPr sz="2400" spc="-90" dirty="0">
                <a:latin typeface="Times New Roman"/>
                <a:cs typeface="Times New Roman"/>
              </a:rPr>
              <a:t> </a:t>
            </a:r>
            <a:r>
              <a:rPr sz="2400" dirty="0">
                <a:latin typeface="Cambria"/>
                <a:cs typeface="Cambria"/>
              </a:rPr>
              <a:t>iEtSS’</a:t>
            </a:r>
            <a:r>
              <a:rPr sz="2400" spc="-45" dirty="0">
                <a:latin typeface="Cambria"/>
                <a:cs typeface="Cambria"/>
              </a:rPr>
              <a:t> </a:t>
            </a:r>
            <a:r>
              <a:rPr sz="2400" dirty="0">
                <a:latin typeface="Cambria"/>
                <a:cs typeface="Cambria"/>
              </a:rPr>
              <a:t>|</a:t>
            </a:r>
            <a:r>
              <a:rPr sz="2400" spc="-20" dirty="0">
                <a:latin typeface="Cambria"/>
                <a:cs typeface="Cambria"/>
              </a:rPr>
              <a:t> </a:t>
            </a:r>
            <a:r>
              <a:rPr sz="2400" spc="-50" dirty="0">
                <a:latin typeface="Cambria"/>
                <a:cs typeface="Cambria"/>
              </a:rPr>
              <a:t>a</a:t>
            </a:r>
            <a:endParaRPr sz="2400">
              <a:latin typeface="Cambria"/>
              <a:cs typeface="Cambria"/>
            </a:endParaRPr>
          </a:p>
          <a:p>
            <a:pPr marL="478790">
              <a:lnSpc>
                <a:spcPct val="100000"/>
              </a:lnSpc>
              <a:spcBef>
                <a:spcPts val="930"/>
              </a:spcBef>
            </a:pPr>
            <a:r>
              <a:rPr sz="2400" dirty="0">
                <a:latin typeface="Cambria"/>
                <a:cs typeface="Cambria"/>
              </a:rPr>
              <a:t>S’</a:t>
            </a:r>
            <a:r>
              <a:rPr sz="2400" dirty="0">
                <a:latin typeface="Wingdings"/>
                <a:cs typeface="Wingdings"/>
              </a:rPr>
              <a:t></a:t>
            </a:r>
            <a:r>
              <a:rPr sz="2400" spc="-90" dirty="0">
                <a:latin typeface="Times New Roman"/>
                <a:cs typeface="Times New Roman"/>
              </a:rPr>
              <a:t> </a:t>
            </a:r>
            <a:r>
              <a:rPr sz="2400" dirty="0">
                <a:latin typeface="Cambria"/>
                <a:cs typeface="Cambria"/>
              </a:rPr>
              <a:t>eS</a:t>
            </a:r>
            <a:r>
              <a:rPr sz="2400" spc="-30" dirty="0">
                <a:latin typeface="Cambria"/>
                <a:cs typeface="Cambria"/>
              </a:rPr>
              <a:t> </a:t>
            </a:r>
            <a:r>
              <a:rPr sz="2400" dirty="0">
                <a:latin typeface="Cambria"/>
                <a:cs typeface="Cambria"/>
              </a:rPr>
              <a:t>|</a:t>
            </a:r>
            <a:r>
              <a:rPr sz="2400" spc="-20" dirty="0">
                <a:latin typeface="Cambria"/>
                <a:cs typeface="Cambria"/>
              </a:rPr>
              <a:t> </a:t>
            </a:r>
            <a:r>
              <a:rPr sz="2400" spc="-50" dirty="0">
                <a:latin typeface="Symbol"/>
                <a:cs typeface="Symbol"/>
              </a:rPr>
              <a:t></a:t>
            </a:r>
            <a:endParaRPr sz="2400">
              <a:latin typeface="Symbol"/>
              <a:cs typeface="Symbol"/>
            </a:endParaRPr>
          </a:p>
          <a:p>
            <a:pPr marL="478790">
              <a:lnSpc>
                <a:spcPct val="100000"/>
              </a:lnSpc>
              <a:spcBef>
                <a:spcPts val="900"/>
              </a:spcBef>
            </a:pPr>
            <a:r>
              <a:rPr sz="2400" dirty="0">
                <a:latin typeface="Cambria"/>
                <a:cs typeface="Cambria"/>
              </a:rPr>
              <a:t>E</a:t>
            </a:r>
            <a:r>
              <a:rPr sz="2400" spc="-5" dirty="0">
                <a:latin typeface="Cambria"/>
                <a:cs typeface="Cambria"/>
              </a:rPr>
              <a:t> </a:t>
            </a:r>
            <a:r>
              <a:rPr sz="2400" dirty="0">
                <a:latin typeface="Wingdings"/>
                <a:cs typeface="Wingdings"/>
              </a:rPr>
              <a:t></a:t>
            </a:r>
            <a:r>
              <a:rPr sz="2400" spc="-85" dirty="0">
                <a:latin typeface="Times New Roman"/>
                <a:cs typeface="Times New Roman"/>
              </a:rPr>
              <a:t> </a:t>
            </a:r>
            <a:r>
              <a:rPr sz="2400" spc="-50" dirty="0">
                <a:latin typeface="Cambria"/>
                <a:cs typeface="Cambria"/>
              </a:rPr>
              <a:t>b</a:t>
            </a:r>
            <a:endParaRPr sz="2400">
              <a:latin typeface="Cambria"/>
              <a:cs typeface="Cambri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700"/>
              </a:spcBef>
            </a:pPr>
            <a:endParaRPr sz="3600">
              <a:latin typeface="Times New Roman"/>
              <a:cs typeface="Times New Roman"/>
            </a:endParaRPr>
          </a:p>
          <a:p>
            <a:pPr marL="344170" marR="643890">
              <a:lnSpc>
                <a:spcPct val="90000"/>
              </a:lnSpc>
            </a:pPr>
            <a:r>
              <a:rPr sz="3600" b="1" spc="-10" dirty="0">
                <a:solidFill>
                  <a:srgbClr val="FFFFFF"/>
                </a:solidFill>
                <a:latin typeface="Cambria"/>
                <a:cs typeface="Cambria"/>
              </a:rPr>
              <a:t>Transition </a:t>
            </a:r>
            <a:r>
              <a:rPr sz="3600" b="1" spc="-80" dirty="0">
                <a:solidFill>
                  <a:srgbClr val="FFFFFF"/>
                </a:solidFill>
                <a:latin typeface="Cambria"/>
                <a:cs typeface="Cambria"/>
              </a:rPr>
              <a:t>Diagram</a:t>
            </a:r>
            <a:r>
              <a:rPr sz="3600" b="1" spc="-70" dirty="0">
                <a:solidFill>
                  <a:srgbClr val="FFFFFF"/>
                </a:solidFill>
                <a:latin typeface="Cambria"/>
                <a:cs typeface="Cambria"/>
              </a:rPr>
              <a:t> </a:t>
            </a:r>
            <a:r>
              <a:rPr sz="3600" b="1" spc="-30" dirty="0">
                <a:solidFill>
                  <a:srgbClr val="FFFFFF"/>
                </a:solidFill>
                <a:latin typeface="Cambria"/>
                <a:cs typeface="Cambria"/>
              </a:rPr>
              <a:t>for </a:t>
            </a:r>
            <a:r>
              <a:rPr sz="3600" b="1" spc="-10" dirty="0">
                <a:solidFill>
                  <a:srgbClr val="FFFFFF"/>
                </a:solidFill>
                <a:latin typeface="Cambria"/>
                <a:cs typeface="Cambria"/>
              </a:rPr>
              <a:t>Predictive Parser</a:t>
            </a:r>
            <a:endParaRPr sz="3600">
              <a:latin typeface="Cambria"/>
              <a:cs typeface="Cambria"/>
            </a:endParaRPr>
          </a:p>
        </p:txBody>
      </p:sp>
      <p:grpSp>
        <p:nvGrpSpPr>
          <p:cNvPr id="3" name="object 3"/>
          <p:cNvGrpSpPr/>
          <p:nvPr/>
        </p:nvGrpSpPr>
        <p:grpSpPr>
          <a:xfrm>
            <a:off x="4491164" y="1365440"/>
            <a:ext cx="620395" cy="620395"/>
            <a:chOff x="4491164" y="1365440"/>
            <a:chExt cx="620395" cy="620395"/>
          </a:xfrm>
        </p:grpSpPr>
        <p:sp>
          <p:nvSpPr>
            <p:cNvPr id="4" name="object 4"/>
            <p:cNvSpPr/>
            <p:nvPr/>
          </p:nvSpPr>
          <p:spPr>
            <a:xfrm>
              <a:off x="4496562" y="1370837"/>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5" name="object 5"/>
            <p:cNvSpPr/>
            <p:nvPr/>
          </p:nvSpPr>
          <p:spPr>
            <a:xfrm>
              <a:off x="4496562" y="1370837"/>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6" name="object 6"/>
          <p:cNvSpPr txBox="1"/>
          <p:nvPr/>
        </p:nvSpPr>
        <p:spPr>
          <a:xfrm>
            <a:off x="4702302" y="1512189"/>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0</a:t>
            </a:r>
            <a:endParaRPr sz="1800">
              <a:latin typeface="Cambria Math"/>
              <a:cs typeface="Cambria Math"/>
            </a:endParaRPr>
          </a:p>
        </p:txBody>
      </p:sp>
      <p:grpSp>
        <p:nvGrpSpPr>
          <p:cNvPr id="7" name="object 7"/>
          <p:cNvGrpSpPr/>
          <p:nvPr/>
        </p:nvGrpSpPr>
        <p:grpSpPr>
          <a:xfrm>
            <a:off x="5597588" y="1368488"/>
            <a:ext cx="620395" cy="620395"/>
            <a:chOff x="5597588" y="1368488"/>
            <a:chExt cx="620395" cy="620395"/>
          </a:xfrm>
        </p:grpSpPr>
        <p:sp>
          <p:nvSpPr>
            <p:cNvPr id="8" name="object 8"/>
            <p:cNvSpPr/>
            <p:nvPr/>
          </p:nvSpPr>
          <p:spPr>
            <a:xfrm>
              <a:off x="5602986" y="1373885"/>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9" name="object 9"/>
            <p:cNvSpPr/>
            <p:nvPr/>
          </p:nvSpPr>
          <p:spPr>
            <a:xfrm>
              <a:off x="5602986" y="1373885"/>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10" name="object 10"/>
          <p:cNvSpPr txBox="1"/>
          <p:nvPr/>
        </p:nvSpPr>
        <p:spPr>
          <a:xfrm>
            <a:off x="5809869" y="1515617"/>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1</a:t>
            </a:r>
            <a:endParaRPr sz="1800">
              <a:latin typeface="Cambria Math"/>
              <a:cs typeface="Cambria Math"/>
            </a:endParaRPr>
          </a:p>
        </p:txBody>
      </p:sp>
      <p:grpSp>
        <p:nvGrpSpPr>
          <p:cNvPr id="11" name="object 11"/>
          <p:cNvGrpSpPr/>
          <p:nvPr/>
        </p:nvGrpSpPr>
        <p:grpSpPr>
          <a:xfrm>
            <a:off x="5106034" y="1368552"/>
            <a:ext cx="2206625" cy="620395"/>
            <a:chOff x="5106034" y="1368552"/>
            <a:chExt cx="2206625" cy="620395"/>
          </a:xfrm>
        </p:grpSpPr>
        <p:sp>
          <p:nvSpPr>
            <p:cNvPr id="12" name="object 12"/>
            <p:cNvSpPr/>
            <p:nvPr/>
          </p:nvSpPr>
          <p:spPr>
            <a:xfrm>
              <a:off x="5106035" y="1373885"/>
              <a:ext cx="2200910" cy="609600"/>
            </a:xfrm>
            <a:custGeom>
              <a:avLst/>
              <a:gdLst/>
              <a:ahLst/>
              <a:cxnLst/>
              <a:rect l="l" t="t" r="r" b="b"/>
              <a:pathLst>
                <a:path w="2200909" h="609600">
                  <a:moveTo>
                    <a:pt x="498094" y="305054"/>
                  </a:moveTo>
                  <a:lnTo>
                    <a:pt x="395351" y="244221"/>
                  </a:lnTo>
                  <a:lnTo>
                    <a:pt x="387477" y="246253"/>
                  </a:lnTo>
                  <a:lnTo>
                    <a:pt x="383794" y="252349"/>
                  </a:lnTo>
                  <a:lnTo>
                    <a:pt x="380111" y="258572"/>
                  </a:lnTo>
                  <a:lnTo>
                    <a:pt x="382143" y="266446"/>
                  </a:lnTo>
                  <a:lnTo>
                    <a:pt x="424535" y="291541"/>
                  </a:lnTo>
                  <a:lnTo>
                    <a:pt x="254" y="288798"/>
                  </a:lnTo>
                  <a:lnTo>
                    <a:pt x="215" y="291846"/>
                  </a:lnTo>
                  <a:lnTo>
                    <a:pt x="88" y="304673"/>
                  </a:lnTo>
                  <a:lnTo>
                    <a:pt x="0" y="314706"/>
                  </a:lnTo>
                  <a:lnTo>
                    <a:pt x="424459" y="317449"/>
                  </a:lnTo>
                  <a:lnTo>
                    <a:pt x="381762" y="342011"/>
                  </a:lnTo>
                  <a:lnTo>
                    <a:pt x="379603" y="349885"/>
                  </a:lnTo>
                  <a:lnTo>
                    <a:pt x="386715" y="362331"/>
                  </a:lnTo>
                  <a:lnTo>
                    <a:pt x="394589" y="364490"/>
                  </a:lnTo>
                  <a:lnTo>
                    <a:pt x="475983" y="317754"/>
                  </a:lnTo>
                  <a:lnTo>
                    <a:pt x="498094" y="305054"/>
                  </a:lnTo>
                  <a:close/>
                </a:path>
                <a:path w="2200909" h="609600">
                  <a:moveTo>
                    <a:pt x="2200783" y="304800"/>
                  </a:moveTo>
                  <a:lnTo>
                    <a:pt x="2196782" y="255384"/>
                  </a:lnTo>
                  <a:lnTo>
                    <a:pt x="2185238" y="208483"/>
                  </a:lnTo>
                  <a:lnTo>
                    <a:pt x="2166747" y="164757"/>
                  </a:lnTo>
                  <a:lnTo>
                    <a:pt x="2141956" y="124815"/>
                  </a:lnTo>
                  <a:lnTo>
                    <a:pt x="2111476" y="89306"/>
                  </a:lnTo>
                  <a:lnTo>
                    <a:pt x="2075967" y="58826"/>
                  </a:lnTo>
                  <a:lnTo>
                    <a:pt x="2036025" y="34036"/>
                  </a:lnTo>
                  <a:lnTo>
                    <a:pt x="1992299" y="15544"/>
                  </a:lnTo>
                  <a:lnTo>
                    <a:pt x="1945398" y="4000"/>
                  </a:lnTo>
                  <a:lnTo>
                    <a:pt x="1895983" y="0"/>
                  </a:lnTo>
                  <a:lnTo>
                    <a:pt x="1846554" y="4000"/>
                  </a:lnTo>
                  <a:lnTo>
                    <a:pt x="1799666" y="15557"/>
                  </a:lnTo>
                  <a:lnTo>
                    <a:pt x="1755927" y="34036"/>
                  </a:lnTo>
                  <a:lnTo>
                    <a:pt x="1715998" y="58839"/>
                  </a:lnTo>
                  <a:lnTo>
                    <a:pt x="1680476" y="89306"/>
                  </a:lnTo>
                  <a:lnTo>
                    <a:pt x="1650009" y="124828"/>
                  </a:lnTo>
                  <a:lnTo>
                    <a:pt x="1625206" y="164757"/>
                  </a:lnTo>
                  <a:lnTo>
                    <a:pt x="1606727" y="208483"/>
                  </a:lnTo>
                  <a:lnTo>
                    <a:pt x="1595170" y="255384"/>
                  </a:lnTo>
                  <a:lnTo>
                    <a:pt x="1591716" y="298043"/>
                  </a:lnTo>
                  <a:lnTo>
                    <a:pt x="1495679" y="241173"/>
                  </a:lnTo>
                  <a:lnTo>
                    <a:pt x="1487805" y="243205"/>
                  </a:lnTo>
                  <a:lnTo>
                    <a:pt x="1484109" y="249301"/>
                  </a:lnTo>
                  <a:lnTo>
                    <a:pt x="1480439" y="255524"/>
                  </a:lnTo>
                  <a:lnTo>
                    <a:pt x="1482471" y="263398"/>
                  </a:lnTo>
                  <a:lnTo>
                    <a:pt x="1524863" y="288493"/>
                  </a:lnTo>
                  <a:lnTo>
                    <a:pt x="1100582" y="285750"/>
                  </a:lnTo>
                  <a:lnTo>
                    <a:pt x="1100543" y="288798"/>
                  </a:lnTo>
                  <a:lnTo>
                    <a:pt x="1100416" y="301625"/>
                  </a:lnTo>
                  <a:lnTo>
                    <a:pt x="1100328" y="311658"/>
                  </a:lnTo>
                  <a:lnTo>
                    <a:pt x="1524787" y="314401"/>
                  </a:lnTo>
                  <a:lnTo>
                    <a:pt x="1482090" y="338963"/>
                  </a:lnTo>
                  <a:lnTo>
                    <a:pt x="1479931" y="346837"/>
                  </a:lnTo>
                  <a:lnTo>
                    <a:pt x="1487043" y="359283"/>
                  </a:lnTo>
                  <a:lnTo>
                    <a:pt x="1494917" y="361442"/>
                  </a:lnTo>
                  <a:lnTo>
                    <a:pt x="1576311" y="314706"/>
                  </a:lnTo>
                  <a:lnTo>
                    <a:pt x="1591284" y="306108"/>
                  </a:lnTo>
                  <a:lnTo>
                    <a:pt x="1595170" y="354228"/>
                  </a:lnTo>
                  <a:lnTo>
                    <a:pt x="1606727" y="401129"/>
                  </a:lnTo>
                  <a:lnTo>
                    <a:pt x="1625206" y="444855"/>
                  </a:lnTo>
                  <a:lnTo>
                    <a:pt x="1650009" y="484797"/>
                  </a:lnTo>
                  <a:lnTo>
                    <a:pt x="1680476" y="520306"/>
                  </a:lnTo>
                  <a:lnTo>
                    <a:pt x="1715998" y="550773"/>
                  </a:lnTo>
                  <a:lnTo>
                    <a:pt x="1755927" y="575576"/>
                  </a:lnTo>
                  <a:lnTo>
                    <a:pt x="1799666" y="594055"/>
                  </a:lnTo>
                  <a:lnTo>
                    <a:pt x="1846554" y="605612"/>
                  </a:lnTo>
                  <a:lnTo>
                    <a:pt x="1895983" y="609600"/>
                  </a:lnTo>
                  <a:lnTo>
                    <a:pt x="1945398" y="605612"/>
                  </a:lnTo>
                  <a:lnTo>
                    <a:pt x="1992287" y="594055"/>
                  </a:lnTo>
                  <a:lnTo>
                    <a:pt x="2036025" y="575576"/>
                  </a:lnTo>
                  <a:lnTo>
                    <a:pt x="2075967" y="550773"/>
                  </a:lnTo>
                  <a:lnTo>
                    <a:pt x="2111476" y="520306"/>
                  </a:lnTo>
                  <a:lnTo>
                    <a:pt x="2141956" y="484784"/>
                  </a:lnTo>
                  <a:lnTo>
                    <a:pt x="2166747" y="444855"/>
                  </a:lnTo>
                  <a:lnTo>
                    <a:pt x="2185238" y="401116"/>
                  </a:lnTo>
                  <a:lnTo>
                    <a:pt x="2196782" y="354228"/>
                  </a:lnTo>
                  <a:lnTo>
                    <a:pt x="2200783" y="304800"/>
                  </a:lnTo>
                  <a:close/>
                </a:path>
              </a:pathLst>
            </a:custGeom>
            <a:solidFill>
              <a:srgbClr val="40B9D2"/>
            </a:solidFill>
          </p:spPr>
          <p:txBody>
            <a:bodyPr wrap="square" lIns="0" tIns="0" rIns="0" bIns="0" rtlCol="0"/>
            <a:lstStyle/>
            <a:p>
              <a:endParaRPr/>
            </a:p>
          </p:txBody>
        </p:sp>
        <p:sp>
          <p:nvSpPr>
            <p:cNvPr id="13" name="object 13"/>
            <p:cNvSpPr/>
            <p:nvPr/>
          </p:nvSpPr>
          <p:spPr>
            <a:xfrm>
              <a:off x="6697217" y="1373886"/>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sp>
          <p:nvSpPr>
            <p:cNvPr id="14" name="object 14"/>
            <p:cNvSpPr/>
            <p:nvPr/>
          </p:nvSpPr>
          <p:spPr>
            <a:xfrm>
              <a:off x="6746747" y="1463040"/>
              <a:ext cx="523240" cy="447040"/>
            </a:xfrm>
            <a:custGeom>
              <a:avLst/>
              <a:gdLst/>
              <a:ahLst/>
              <a:cxnLst/>
              <a:rect l="l" t="t" r="r" b="b"/>
              <a:pathLst>
                <a:path w="523240" h="447039">
                  <a:moveTo>
                    <a:pt x="261366" y="0"/>
                  </a:moveTo>
                  <a:lnTo>
                    <a:pt x="208677" y="4535"/>
                  </a:lnTo>
                  <a:lnTo>
                    <a:pt x="159609" y="17543"/>
                  </a:lnTo>
                  <a:lnTo>
                    <a:pt x="115211" y="38127"/>
                  </a:lnTo>
                  <a:lnTo>
                    <a:pt x="76533" y="65389"/>
                  </a:lnTo>
                  <a:lnTo>
                    <a:pt x="44623" y="98431"/>
                  </a:lnTo>
                  <a:lnTo>
                    <a:pt x="20532" y="136356"/>
                  </a:lnTo>
                  <a:lnTo>
                    <a:pt x="5307" y="178267"/>
                  </a:lnTo>
                  <a:lnTo>
                    <a:pt x="0" y="223265"/>
                  </a:lnTo>
                  <a:lnTo>
                    <a:pt x="5307" y="268264"/>
                  </a:lnTo>
                  <a:lnTo>
                    <a:pt x="20532" y="310175"/>
                  </a:lnTo>
                  <a:lnTo>
                    <a:pt x="44623" y="348100"/>
                  </a:lnTo>
                  <a:lnTo>
                    <a:pt x="76533" y="381142"/>
                  </a:lnTo>
                  <a:lnTo>
                    <a:pt x="115211" y="408404"/>
                  </a:lnTo>
                  <a:lnTo>
                    <a:pt x="159609" y="428988"/>
                  </a:lnTo>
                  <a:lnTo>
                    <a:pt x="208677" y="441996"/>
                  </a:lnTo>
                  <a:lnTo>
                    <a:pt x="261366" y="446532"/>
                  </a:lnTo>
                  <a:lnTo>
                    <a:pt x="314054" y="441996"/>
                  </a:lnTo>
                  <a:lnTo>
                    <a:pt x="363122" y="428988"/>
                  </a:lnTo>
                  <a:lnTo>
                    <a:pt x="407520" y="408404"/>
                  </a:lnTo>
                  <a:lnTo>
                    <a:pt x="446198" y="381142"/>
                  </a:lnTo>
                  <a:lnTo>
                    <a:pt x="478108" y="348100"/>
                  </a:lnTo>
                  <a:lnTo>
                    <a:pt x="502199" y="310175"/>
                  </a:lnTo>
                  <a:lnTo>
                    <a:pt x="517424" y="268264"/>
                  </a:lnTo>
                  <a:lnTo>
                    <a:pt x="522731" y="223265"/>
                  </a:lnTo>
                  <a:lnTo>
                    <a:pt x="517424" y="178267"/>
                  </a:lnTo>
                  <a:lnTo>
                    <a:pt x="502199" y="136356"/>
                  </a:lnTo>
                  <a:lnTo>
                    <a:pt x="478108" y="98431"/>
                  </a:lnTo>
                  <a:lnTo>
                    <a:pt x="446198" y="65389"/>
                  </a:lnTo>
                  <a:lnTo>
                    <a:pt x="407520" y="38127"/>
                  </a:lnTo>
                  <a:lnTo>
                    <a:pt x="363122" y="17543"/>
                  </a:lnTo>
                  <a:lnTo>
                    <a:pt x="314054" y="4535"/>
                  </a:lnTo>
                  <a:lnTo>
                    <a:pt x="261366" y="0"/>
                  </a:lnTo>
                  <a:close/>
                </a:path>
              </a:pathLst>
            </a:custGeom>
            <a:solidFill>
              <a:srgbClr val="A6D5E2"/>
            </a:solidFill>
          </p:spPr>
          <p:txBody>
            <a:bodyPr wrap="square" lIns="0" tIns="0" rIns="0" bIns="0" rtlCol="0"/>
            <a:lstStyle/>
            <a:p>
              <a:endParaRPr/>
            </a:p>
          </p:txBody>
        </p:sp>
        <p:sp>
          <p:nvSpPr>
            <p:cNvPr id="15" name="object 15"/>
            <p:cNvSpPr/>
            <p:nvPr/>
          </p:nvSpPr>
          <p:spPr>
            <a:xfrm>
              <a:off x="6746747" y="1463040"/>
              <a:ext cx="523240" cy="447040"/>
            </a:xfrm>
            <a:custGeom>
              <a:avLst/>
              <a:gdLst/>
              <a:ahLst/>
              <a:cxnLst/>
              <a:rect l="l" t="t" r="r" b="b"/>
              <a:pathLst>
                <a:path w="523240" h="447039">
                  <a:moveTo>
                    <a:pt x="0" y="223265"/>
                  </a:moveTo>
                  <a:lnTo>
                    <a:pt x="5307" y="178267"/>
                  </a:lnTo>
                  <a:lnTo>
                    <a:pt x="20532" y="136356"/>
                  </a:lnTo>
                  <a:lnTo>
                    <a:pt x="44623" y="98431"/>
                  </a:lnTo>
                  <a:lnTo>
                    <a:pt x="76533" y="65389"/>
                  </a:lnTo>
                  <a:lnTo>
                    <a:pt x="115211" y="38127"/>
                  </a:lnTo>
                  <a:lnTo>
                    <a:pt x="159609" y="17543"/>
                  </a:lnTo>
                  <a:lnTo>
                    <a:pt x="208677" y="4535"/>
                  </a:lnTo>
                  <a:lnTo>
                    <a:pt x="261366" y="0"/>
                  </a:lnTo>
                  <a:lnTo>
                    <a:pt x="314054" y="4535"/>
                  </a:lnTo>
                  <a:lnTo>
                    <a:pt x="363122" y="17543"/>
                  </a:lnTo>
                  <a:lnTo>
                    <a:pt x="407520" y="38127"/>
                  </a:lnTo>
                  <a:lnTo>
                    <a:pt x="446198" y="65389"/>
                  </a:lnTo>
                  <a:lnTo>
                    <a:pt x="478108" y="98431"/>
                  </a:lnTo>
                  <a:lnTo>
                    <a:pt x="502199" y="136356"/>
                  </a:lnTo>
                  <a:lnTo>
                    <a:pt x="517424" y="178267"/>
                  </a:lnTo>
                  <a:lnTo>
                    <a:pt x="522731" y="223265"/>
                  </a:lnTo>
                  <a:lnTo>
                    <a:pt x="517424" y="268264"/>
                  </a:lnTo>
                  <a:lnTo>
                    <a:pt x="502199" y="310175"/>
                  </a:lnTo>
                  <a:lnTo>
                    <a:pt x="478108" y="348100"/>
                  </a:lnTo>
                  <a:lnTo>
                    <a:pt x="446198" y="381142"/>
                  </a:lnTo>
                  <a:lnTo>
                    <a:pt x="407520" y="408404"/>
                  </a:lnTo>
                  <a:lnTo>
                    <a:pt x="363122" y="428988"/>
                  </a:lnTo>
                  <a:lnTo>
                    <a:pt x="314054" y="441996"/>
                  </a:lnTo>
                  <a:lnTo>
                    <a:pt x="261366" y="446532"/>
                  </a:lnTo>
                  <a:lnTo>
                    <a:pt x="208677" y="441996"/>
                  </a:lnTo>
                  <a:lnTo>
                    <a:pt x="159609" y="428988"/>
                  </a:lnTo>
                  <a:lnTo>
                    <a:pt x="115211" y="408404"/>
                  </a:lnTo>
                  <a:lnTo>
                    <a:pt x="76533" y="381142"/>
                  </a:lnTo>
                  <a:lnTo>
                    <a:pt x="44623" y="348100"/>
                  </a:lnTo>
                  <a:lnTo>
                    <a:pt x="20532" y="310175"/>
                  </a:lnTo>
                  <a:lnTo>
                    <a:pt x="5307" y="268264"/>
                  </a:lnTo>
                  <a:lnTo>
                    <a:pt x="0" y="223265"/>
                  </a:lnTo>
                  <a:close/>
                </a:path>
              </a:pathLst>
            </a:custGeom>
            <a:ln w="9144">
              <a:solidFill>
                <a:srgbClr val="40B9D2"/>
              </a:solidFill>
            </a:ln>
          </p:spPr>
          <p:txBody>
            <a:bodyPr wrap="square" lIns="0" tIns="0" rIns="0" bIns="0" rtlCol="0"/>
            <a:lstStyle/>
            <a:p>
              <a:endParaRPr/>
            </a:p>
          </p:txBody>
        </p:sp>
      </p:grpSp>
      <p:sp>
        <p:nvSpPr>
          <p:cNvPr id="16" name="object 16"/>
          <p:cNvSpPr txBox="1"/>
          <p:nvPr/>
        </p:nvSpPr>
        <p:spPr>
          <a:xfrm>
            <a:off x="6875653" y="1439417"/>
            <a:ext cx="205104" cy="391160"/>
          </a:xfrm>
          <a:prstGeom prst="rect">
            <a:avLst/>
          </a:prstGeom>
        </p:spPr>
        <p:txBody>
          <a:bodyPr vert="horz" wrap="square" lIns="0" tIns="12700" rIns="0" bIns="0" rtlCol="0">
            <a:spAutoFit/>
          </a:bodyPr>
          <a:lstStyle/>
          <a:p>
            <a:pPr marL="38100">
              <a:lnSpc>
                <a:spcPct val="100000"/>
              </a:lnSpc>
              <a:spcBef>
                <a:spcPts val="100"/>
              </a:spcBef>
            </a:pPr>
            <a:r>
              <a:rPr sz="3600" spc="-1875" baseline="-5787" dirty="0">
                <a:solidFill>
                  <a:srgbClr val="FFFFFF"/>
                </a:solidFill>
                <a:latin typeface="Calibri"/>
                <a:cs typeface="Calibri"/>
              </a:rPr>
              <a:t>2</a:t>
            </a:r>
            <a:r>
              <a:rPr sz="1800" spc="-50" dirty="0">
                <a:solidFill>
                  <a:srgbClr val="FFFFFF"/>
                </a:solidFill>
                <a:latin typeface="Cambria Math"/>
                <a:cs typeface="Cambria Math"/>
              </a:rPr>
              <a:t>2</a:t>
            </a:r>
            <a:endParaRPr sz="1800">
              <a:latin typeface="Cambria Math"/>
              <a:cs typeface="Cambria Math"/>
            </a:endParaRPr>
          </a:p>
        </p:txBody>
      </p:sp>
      <p:sp>
        <p:nvSpPr>
          <p:cNvPr id="17" name="object 17"/>
          <p:cNvSpPr txBox="1"/>
          <p:nvPr/>
        </p:nvSpPr>
        <p:spPr>
          <a:xfrm>
            <a:off x="3910710" y="1510665"/>
            <a:ext cx="3041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E</a:t>
            </a:r>
            <a:r>
              <a:rPr sz="1800" spc="360" dirty="0">
                <a:latin typeface="Corbel"/>
                <a:cs typeface="Corbel"/>
              </a:rPr>
              <a:t> </a:t>
            </a:r>
            <a:r>
              <a:rPr sz="1800" spc="-50" dirty="0">
                <a:latin typeface="Corbel"/>
                <a:cs typeface="Corbel"/>
              </a:rPr>
              <a:t>:</a:t>
            </a:r>
            <a:endParaRPr sz="1800">
              <a:latin typeface="Corbel"/>
              <a:cs typeface="Corbel"/>
            </a:endParaRPr>
          </a:p>
        </p:txBody>
      </p:sp>
      <p:sp>
        <p:nvSpPr>
          <p:cNvPr id="18" name="object 18"/>
          <p:cNvSpPr txBox="1"/>
          <p:nvPr/>
        </p:nvSpPr>
        <p:spPr>
          <a:xfrm>
            <a:off x="5211826" y="1275334"/>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T</a:t>
            </a:r>
            <a:endParaRPr sz="1800">
              <a:latin typeface="Corbel"/>
              <a:cs typeface="Corbel"/>
            </a:endParaRPr>
          </a:p>
        </p:txBody>
      </p:sp>
      <p:sp>
        <p:nvSpPr>
          <p:cNvPr id="19" name="object 19"/>
          <p:cNvSpPr txBox="1"/>
          <p:nvPr/>
        </p:nvSpPr>
        <p:spPr>
          <a:xfrm>
            <a:off x="6331965" y="1294003"/>
            <a:ext cx="20256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orbel"/>
                <a:cs typeface="Corbel"/>
              </a:rPr>
              <a:t>E’</a:t>
            </a:r>
            <a:endParaRPr sz="1800">
              <a:latin typeface="Corbel"/>
              <a:cs typeface="Corbel"/>
            </a:endParaRPr>
          </a:p>
        </p:txBody>
      </p:sp>
      <p:grpSp>
        <p:nvGrpSpPr>
          <p:cNvPr id="20" name="object 20"/>
          <p:cNvGrpSpPr/>
          <p:nvPr/>
        </p:nvGrpSpPr>
        <p:grpSpPr>
          <a:xfrm>
            <a:off x="4506404" y="2269172"/>
            <a:ext cx="620395" cy="620395"/>
            <a:chOff x="4506404" y="2269172"/>
            <a:chExt cx="620395" cy="620395"/>
          </a:xfrm>
        </p:grpSpPr>
        <p:sp>
          <p:nvSpPr>
            <p:cNvPr id="21" name="object 21"/>
            <p:cNvSpPr/>
            <p:nvPr/>
          </p:nvSpPr>
          <p:spPr>
            <a:xfrm>
              <a:off x="4511801" y="2274570"/>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22" name="object 22"/>
            <p:cNvSpPr/>
            <p:nvPr/>
          </p:nvSpPr>
          <p:spPr>
            <a:xfrm>
              <a:off x="4511801" y="2274570"/>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23" name="object 23"/>
          <p:cNvSpPr txBox="1"/>
          <p:nvPr/>
        </p:nvSpPr>
        <p:spPr>
          <a:xfrm>
            <a:off x="4751959" y="2413457"/>
            <a:ext cx="129539" cy="300355"/>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orbel"/>
                <a:cs typeface="Corbel"/>
              </a:rPr>
              <a:t>3</a:t>
            </a:r>
            <a:endParaRPr sz="1800">
              <a:latin typeface="Corbel"/>
              <a:cs typeface="Corbel"/>
            </a:endParaRPr>
          </a:p>
        </p:txBody>
      </p:sp>
      <p:grpSp>
        <p:nvGrpSpPr>
          <p:cNvPr id="24" name="object 24"/>
          <p:cNvGrpSpPr/>
          <p:nvPr/>
        </p:nvGrpSpPr>
        <p:grpSpPr>
          <a:xfrm>
            <a:off x="5614352" y="2272220"/>
            <a:ext cx="620395" cy="620395"/>
            <a:chOff x="5614352" y="2272220"/>
            <a:chExt cx="620395" cy="620395"/>
          </a:xfrm>
        </p:grpSpPr>
        <p:sp>
          <p:nvSpPr>
            <p:cNvPr id="25" name="object 25"/>
            <p:cNvSpPr/>
            <p:nvPr/>
          </p:nvSpPr>
          <p:spPr>
            <a:xfrm>
              <a:off x="5619750" y="2277617"/>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26" name="object 26"/>
            <p:cNvSpPr/>
            <p:nvPr/>
          </p:nvSpPr>
          <p:spPr>
            <a:xfrm>
              <a:off x="5619750" y="2277617"/>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27" name="object 27"/>
          <p:cNvSpPr txBox="1"/>
          <p:nvPr/>
        </p:nvSpPr>
        <p:spPr>
          <a:xfrm>
            <a:off x="5825744" y="2418715"/>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4</a:t>
            </a:r>
            <a:endParaRPr sz="1800">
              <a:latin typeface="Cambria Math"/>
              <a:cs typeface="Cambria Math"/>
            </a:endParaRPr>
          </a:p>
        </p:txBody>
      </p:sp>
      <p:sp>
        <p:nvSpPr>
          <p:cNvPr id="28" name="object 28"/>
          <p:cNvSpPr txBox="1"/>
          <p:nvPr/>
        </p:nvSpPr>
        <p:spPr>
          <a:xfrm>
            <a:off x="6333490" y="2203196"/>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T</a:t>
            </a:r>
            <a:endParaRPr sz="1800">
              <a:latin typeface="Corbel"/>
              <a:cs typeface="Corbel"/>
            </a:endParaRPr>
          </a:p>
        </p:txBody>
      </p:sp>
      <p:sp>
        <p:nvSpPr>
          <p:cNvPr id="29" name="object 29"/>
          <p:cNvSpPr txBox="1"/>
          <p:nvPr/>
        </p:nvSpPr>
        <p:spPr>
          <a:xfrm>
            <a:off x="7453376" y="2205354"/>
            <a:ext cx="20256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orbel"/>
                <a:cs typeface="Corbel"/>
              </a:rPr>
              <a:t>E’</a:t>
            </a:r>
            <a:endParaRPr sz="1800">
              <a:latin typeface="Corbel"/>
              <a:cs typeface="Corbel"/>
            </a:endParaRPr>
          </a:p>
        </p:txBody>
      </p:sp>
      <p:grpSp>
        <p:nvGrpSpPr>
          <p:cNvPr id="30" name="object 30"/>
          <p:cNvGrpSpPr/>
          <p:nvPr/>
        </p:nvGrpSpPr>
        <p:grpSpPr>
          <a:xfrm>
            <a:off x="5148707" y="2285936"/>
            <a:ext cx="2206625" cy="620395"/>
            <a:chOff x="5148707" y="2285936"/>
            <a:chExt cx="2206625" cy="620395"/>
          </a:xfrm>
        </p:grpSpPr>
        <p:sp>
          <p:nvSpPr>
            <p:cNvPr id="31" name="object 31"/>
            <p:cNvSpPr/>
            <p:nvPr/>
          </p:nvSpPr>
          <p:spPr>
            <a:xfrm>
              <a:off x="5148707" y="2291333"/>
              <a:ext cx="2200910" cy="609600"/>
            </a:xfrm>
            <a:custGeom>
              <a:avLst/>
              <a:gdLst/>
              <a:ahLst/>
              <a:cxnLst/>
              <a:rect l="l" t="t" r="r" b="b"/>
              <a:pathLst>
                <a:path w="2200909" h="609600">
                  <a:moveTo>
                    <a:pt x="498094" y="305054"/>
                  </a:moveTo>
                  <a:lnTo>
                    <a:pt x="395351" y="244221"/>
                  </a:lnTo>
                  <a:lnTo>
                    <a:pt x="387477" y="246253"/>
                  </a:lnTo>
                  <a:lnTo>
                    <a:pt x="383794" y="252349"/>
                  </a:lnTo>
                  <a:lnTo>
                    <a:pt x="380111" y="258572"/>
                  </a:lnTo>
                  <a:lnTo>
                    <a:pt x="382143" y="266446"/>
                  </a:lnTo>
                  <a:lnTo>
                    <a:pt x="424535" y="291541"/>
                  </a:lnTo>
                  <a:lnTo>
                    <a:pt x="254" y="288798"/>
                  </a:lnTo>
                  <a:lnTo>
                    <a:pt x="215" y="291846"/>
                  </a:lnTo>
                  <a:lnTo>
                    <a:pt x="88" y="304673"/>
                  </a:lnTo>
                  <a:lnTo>
                    <a:pt x="0" y="314706"/>
                  </a:lnTo>
                  <a:lnTo>
                    <a:pt x="424459" y="317449"/>
                  </a:lnTo>
                  <a:lnTo>
                    <a:pt x="381762" y="342011"/>
                  </a:lnTo>
                  <a:lnTo>
                    <a:pt x="379603" y="349885"/>
                  </a:lnTo>
                  <a:lnTo>
                    <a:pt x="386715" y="362331"/>
                  </a:lnTo>
                  <a:lnTo>
                    <a:pt x="394589" y="364490"/>
                  </a:lnTo>
                  <a:lnTo>
                    <a:pt x="475983" y="317754"/>
                  </a:lnTo>
                  <a:lnTo>
                    <a:pt x="498094" y="305054"/>
                  </a:lnTo>
                  <a:close/>
                </a:path>
                <a:path w="2200909" h="609600">
                  <a:moveTo>
                    <a:pt x="2200783" y="304800"/>
                  </a:moveTo>
                  <a:lnTo>
                    <a:pt x="2196782" y="255384"/>
                  </a:lnTo>
                  <a:lnTo>
                    <a:pt x="2185238" y="208483"/>
                  </a:lnTo>
                  <a:lnTo>
                    <a:pt x="2166747" y="164757"/>
                  </a:lnTo>
                  <a:lnTo>
                    <a:pt x="2141956" y="124815"/>
                  </a:lnTo>
                  <a:lnTo>
                    <a:pt x="2111476" y="89306"/>
                  </a:lnTo>
                  <a:lnTo>
                    <a:pt x="2075967" y="58826"/>
                  </a:lnTo>
                  <a:lnTo>
                    <a:pt x="2036025" y="34036"/>
                  </a:lnTo>
                  <a:lnTo>
                    <a:pt x="1992299" y="15544"/>
                  </a:lnTo>
                  <a:lnTo>
                    <a:pt x="1945398" y="4000"/>
                  </a:lnTo>
                  <a:lnTo>
                    <a:pt x="1895983" y="0"/>
                  </a:lnTo>
                  <a:lnTo>
                    <a:pt x="1846554" y="4000"/>
                  </a:lnTo>
                  <a:lnTo>
                    <a:pt x="1799666" y="15557"/>
                  </a:lnTo>
                  <a:lnTo>
                    <a:pt x="1755927" y="34036"/>
                  </a:lnTo>
                  <a:lnTo>
                    <a:pt x="1715998" y="58839"/>
                  </a:lnTo>
                  <a:lnTo>
                    <a:pt x="1680476" y="89306"/>
                  </a:lnTo>
                  <a:lnTo>
                    <a:pt x="1650009" y="124828"/>
                  </a:lnTo>
                  <a:lnTo>
                    <a:pt x="1625206" y="164757"/>
                  </a:lnTo>
                  <a:lnTo>
                    <a:pt x="1606727" y="208483"/>
                  </a:lnTo>
                  <a:lnTo>
                    <a:pt x="1595170" y="255384"/>
                  </a:lnTo>
                  <a:lnTo>
                    <a:pt x="1591716" y="298043"/>
                  </a:lnTo>
                  <a:lnTo>
                    <a:pt x="1495666" y="241173"/>
                  </a:lnTo>
                  <a:lnTo>
                    <a:pt x="1487792" y="243205"/>
                  </a:lnTo>
                  <a:lnTo>
                    <a:pt x="1484122" y="249301"/>
                  </a:lnTo>
                  <a:lnTo>
                    <a:pt x="1480439" y="255524"/>
                  </a:lnTo>
                  <a:lnTo>
                    <a:pt x="1482471" y="263398"/>
                  </a:lnTo>
                  <a:lnTo>
                    <a:pt x="1524863" y="288493"/>
                  </a:lnTo>
                  <a:lnTo>
                    <a:pt x="1100582" y="285750"/>
                  </a:lnTo>
                  <a:lnTo>
                    <a:pt x="1100543" y="288798"/>
                  </a:lnTo>
                  <a:lnTo>
                    <a:pt x="1100416" y="301625"/>
                  </a:lnTo>
                  <a:lnTo>
                    <a:pt x="1100328" y="311658"/>
                  </a:lnTo>
                  <a:lnTo>
                    <a:pt x="1524787" y="314401"/>
                  </a:lnTo>
                  <a:lnTo>
                    <a:pt x="1482090" y="338963"/>
                  </a:lnTo>
                  <a:lnTo>
                    <a:pt x="1479931" y="346837"/>
                  </a:lnTo>
                  <a:lnTo>
                    <a:pt x="1487043" y="359283"/>
                  </a:lnTo>
                  <a:lnTo>
                    <a:pt x="1494917" y="361442"/>
                  </a:lnTo>
                  <a:lnTo>
                    <a:pt x="1576311" y="314706"/>
                  </a:lnTo>
                  <a:lnTo>
                    <a:pt x="1591284" y="306108"/>
                  </a:lnTo>
                  <a:lnTo>
                    <a:pt x="1595170" y="354228"/>
                  </a:lnTo>
                  <a:lnTo>
                    <a:pt x="1606727" y="401129"/>
                  </a:lnTo>
                  <a:lnTo>
                    <a:pt x="1625206" y="444855"/>
                  </a:lnTo>
                  <a:lnTo>
                    <a:pt x="1650009" y="484797"/>
                  </a:lnTo>
                  <a:lnTo>
                    <a:pt x="1680476" y="520306"/>
                  </a:lnTo>
                  <a:lnTo>
                    <a:pt x="1715998" y="550773"/>
                  </a:lnTo>
                  <a:lnTo>
                    <a:pt x="1755927" y="575576"/>
                  </a:lnTo>
                  <a:lnTo>
                    <a:pt x="1799666" y="594055"/>
                  </a:lnTo>
                  <a:lnTo>
                    <a:pt x="1846554" y="605612"/>
                  </a:lnTo>
                  <a:lnTo>
                    <a:pt x="1895983" y="609600"/>
                  </a:lnTo>
                  <a:lnTo>
                    <a:pt x="1945398" y="605612"/>
                  </a:lnTo>
                  <a:lnTo>
                    <a:pt x="1992287" y="594055"/>
                  </a:lnTo>
                  <a:lnTo>
                    <a:pt x="2036025" y="575576"/>
                  </a:lnTo>
                  <a:lnTo>
                    <a:pt x="2075967" y="550773"/>
                  </a:lnTo>
                  <a:lnTo>
                    <a:pt x="2111476" y="520306"/>
                  </a:lnTo>
                  <a:lnTo>
                    <a:pt x="2141956" y="484784"/>
                  </a:lnTo>
                  <a:lnTo>
                    <a:pt x="2166747" y="444855"/>
                  </a:lnTo>
                  <a:lnTo>
                    <a:pt x="2185238" y="401116"/>
                  </a:lnTo>
                  <a:lnTo>
                    <a:pt x="2196782" y="354228"/>
                  </a:lnTo>
                  <a:lnTo>
                    <a:pt x="2200783" y="304800"/>
                  </a:lnTo>
                  <a:close/>
                </a:path>
              </a:pathLst>
            </a:custGeom>
            <a:solidFill>
              <a:srgbClr val="40B9D2"/>
            </a:solidFill>
          </p:spPr>
          <p:txBody>
            <a:bodyPr wrap="square" lIns="0" tIns="0" rIns="0" bIns="0" rtlCol="0"/>
            <a:lstStyle/>
            <a:p>
              <a:endParaRPr/>
            </a:p>
          </p:txBody>
        </p:sp>
        <p:sp>
          <p:nvSpPr>
            <p:cNvPr id="32" name="object 32"/>
            <p:cNvSpPr/>
            <p:nvPr/>
          </p:nvSpPr>
          <p:spPr>
            <a:xfrm>
              <a:off x="6739890" y="2291333"/>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33" name="object 33"/>
          <p:cNvSpPr txBox="1"/>
          <p:nvPr/>
        </p:nvSpPr>
        <p:spPr>
          <a:xfrm>
            <a:off x="6946772" y="2432430"/>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5</a:t>
            </a:r>
            <a:endParaRPr sz="1800">
              <a:latin typeface="Cambria Math"/>
              <a:cs typeface="Cambria Math"/>
            </a:endParaRPr>
          </a:p>
        </p:txBody>
      </p:sp>
      <p:grpSp>
        <p:nvGrpSpPr>
          <p:cNvPr id="34" name="object 34"/>
          <p:cNvGrpSpPr/>
          <p:nvPr/>
        </p:nvGrpSpPr>
        <p:grpSpPr>
          <a:xfrm>
            <a:off x="7343267" y="2285936"/>
            <a:ext cx="1099820" cy="620395"/>
            <a:chOff x="7343267" y="2285936"/>
            <a:chExt cx="1099820" cy="620395"/>
          </a:xfrm>
        </p:grpSpPr>
        <p:sp>
          <p:nvSpPr>
            <p:cNvPr id="35" name="object 35"/>
            <p:cNvSpPr/>
            <p:nvPr/>
          </p:nvSpPr>
          <p:spPr>
            <a:xfrm>
              <a:off x="7828026" y="2291333"/>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36" name="object 36"/>
            <p:cNvSpPr/>
            <p:nvPr/>
          </p:nvSpPr>
          <p:spPr>
            <a:xfrm>
              <a:off x="7828026" y="2291333"/>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sp>
          <p:nvSpPr>
            <p:cNvPr id="37" name="object 37"/>
            <p:cNvSpPr/>
            <p:nvPr/>
          </p:nvSpPr>
          <p:spPr>
            <a:xfrm>
              <a:off x="7343267" y="2534030"/>
              <a:ext cx="498475" cy="120650"/>
            </a:xfrm>
            <a:custGeom>
              <a:avLst/>
              <a:gdLst/>
              <a:ahLst/>
              <a:cxnLst/>
              <a:rect l="l" t="t" r="r" b="b"/>
              <a:pathLst>
                <a:path w="498475" h="120650">
                  <a:moveTo>
                    <a:pt x="424461" y="73224"/>
                  </a:moveTo>
                  <a:lnTo>
                    <a:pt x="381761" y="97790"/>
                  </a:lnTo>
                  <a:lnTo>
                    <a:pt x="379602" y="105664"/>
                  </a:lnTo>
                  <a:lnTo>
                    <a:pt x="386714" y="118110"/>
                  </a:lnTo>
                  <a:lnTo>
                    <a:pt x="394588" y="120269"/>
                  </a:lnTo>
                  <a:lnTo>
                    <a:pt x="475984" y="73533"/>
                  </a:lnTo>
                  <a:lnTo>
                    <a:pt x="472312" y="73533"/>
                  </a:lnTo>
                  <a:lnTo>
                    <a:pt x="424461" y="73224"/>
                  </a:lnTo>
                  <a:close/>
                </a:path>
                <a:path w="498475" h="120650">
                  <a:moveTo>
                    <a:pt x="446725" y="60445"/>
                  </a:moveTo>
                  <a:lnTo>
                    <a:pt x="424461" y="73224"/>
                  </a:lnTo>
                  <a:lnTo>
                    <a:pt x="472312" y="73533"/>
                  </a:lnTo>
                  <a:lnTo>
                    <a:pt x="472321" y="71755"/>
                  </a:lnTo>
                  <a:lnTo>
                    <a:pt x="465835" y="71755"/>
                  </a:lnTo>
                  <a:lnTo>
                    <a:pt x="446725" y="60445"/>
                  </a:lnTo>
                  <a:close/>
                </a:path>
                <a:path w="498475" h="120650">
                  <a:moveTo>
                    <a:pt x="395350" y="0"/>
                  </a:moveTo>
                  <a:lnTo>
                    <a:pt x="387476" y="2032"/>
                  </a:lnTo>
                  <a:lnTo>
                    <a:pt x="383793" y="8128"/>
                  </a:lnTo>
                  <a:lnTo>
                    <a:pt x="380110" y="14351"/>
                  </a:lnTo>
                  <a:lnTo>
                    <a:pt x="382142" y="22225"/>
                  </a:lnTo>
                  <a:lnTo>
                    <a:pt x="424540" y="47315"/>
                  </a:lnTo>
                  <a:lnTo>
                    <a:pt x="472439" y="47625"/>
                  </a:lnTo>
                  <a:lnTo>
                    <a:pt x="472312" y="73533"/>
                  </a:lnTo>
                  <a:lnTo>
                    <a:pt x="475984" y="73533"/>
                  </a:lnTo>
                  <a:lnTo>
                    <a:pt x="498093" y="60833"/>
                  </a:lnTo>
                  <a:lnTo>
                    <a:pt x="395350" y="0"/>
                  </a:lnTo>
                  <a:close/>
                </a:path>
                <a:path w="498475" h="120650">
                  <a:moveTo>
                    <a:pt x="253" y="44577"/>
                  </a:moveTo>
                  <a:lnTo>
                    <a:pt x="224" y="47625"/>
                  </a:lnTo>
                  <a:lnTo>
                    <a:pt x="98" y="60445"/>
                  </a:lnTo>
                  <a:lnTo>
                    <a:pt x="0" y="70485"/>
                  </a:lnTo>
                  <a:lnTo>
                    <a:pt x="424461" y="73224"/>
                  </a:lnTo>
                  <a:lnTo>
                    <a:pt x="446725" y="60445"/>
                  </a:lnTo>
                  <a:lnTo>
                    <a:pt x="424540" y="47315"/>
                  </a:lnTo>
                  <a:lnTo>
                    <a:pt x="253" y="44577"/>
                  </a:lnTo>
                  <a:close/>
                </a:path>
                <a:path w="498475" h="120650">
                  <a:moveTo>
                    <a:pt x="465962" y="49403"/>
                  </a:moveTo>
                  <a:lnTo>
                    <a:pt x="446725" y="60445"/>
                  </a:lnTo>
                  <a:lnTo>
                    <a:pt x="465835" y="71755"/>
                  </a:lnTo>
                  <a:lnTo>
                    <a:pt x="465962" y="49403"/>
                  </a:lnTo>
                  <a:close/>
                </a:path>
                <a:path w="498475" h="120650">
                  <a:moveTo>
                    <a:pt x="472431" y="49403"/>
                  </a:moveTo>
                  <a:lnTo>
                    <a:pt x="465962" y="49403"/>
                  </a:lnTo>
                  <a:lnTo>
                    <a:pt x="465835" y="71755"/>
                  </a:lnTo>
                  <a:lnTo>
                    <a:pt x="472321" y="71755"/>
                  </a:lnTo>
                  <a:lnTo>
                    <a:pt x="472431" y="49403"/>
                  </a:lnTo>
                  <a:close/>
                </a:path>
                <a:path w="498475" h="120650">
                  <a:moveTo>
                    <a:pt x="424540" y="47315"/>
                  </a:moveTo>
                  <a:lnTo>
                    <a:pt x="446725" y="60445"/>
                  </a:lnTo>
                  <a:lnTo>
                    <a:pt x="465962" y="49403"/>
                  </a:lnTo>
                  <a:lnTo>
                    <a:pt x="472431" y="49403"/>
                  </a:lnTo>
                  <a:lnTo>
                    <a:pt x="472439" y="47625"/>
                  </a:lnTo>
                  <a:lnTo>
                    <a:pt x="424540" y="47315"/>
                  </a:lnTo>
                  <a:close/>
                </a:path>
              </a:pathLst>
            </a:custGeom>
            <a:solidFill>
              <a:srgbClr val="40B9D2"/>
            </a:solidFill>
          </p:spPr>
          <p:txBody>
            <a:bodyPr wrap="square" lIns="0" tIns="0" rIns="0" bIns="0" rtlCol="0"/>
            <a:lstStyle/>
            <a:p>
              <a:endParaRPr/>
            </a:p>
          </p:txBody>
        </p:sp>
        <p:sp>
          <p:nvSpPr>
            <p:cNvPr id="38" name="object 38"/>
            <p:cNvSpPr/>
            <p:nvPr/>
          </p:nvSpPr>
          <p:spPr>
            <a:xfrm>
              <a:off x="7859268" y="2322575"/>
              <a:ext cx="521334" cy="510540"/>
            </a:xfrm>
            <a:custGeom>
              <a:avLst/>
              <a:gdLst/>
              <a:ahLst/>
              <a:cxnLst/>
              <a:rect l="l" t="t" r="r" b="b"/>
              <a:pathLst>
                <a:path w="521334" h="510539">
                  <a:moveTo>
                    <a:pt x="260603" y="0"/>
                  </a:moveTo>
                  <a:lnTo>
                    <a:pt x="213769" y="4113"/>
                  </a:lnTo>
                  <a:lnTo>
                    <a:pt x="169685" y="15971"/>
                  </a:lnTo>
                  <a:lnTo>
                    <a:pt x="129088" y="34854"/>
                  </a:lnTo>
                  <a:lnTo>
                    <a:pt x="92715" y="60040"/>
                  </a:lnTo>
                  <a:lnTo>
                    <a:pt x="61302" y="90807"/>
                  </a:lnTo>
                  <a:lnTo>
                    <a:pt x="35588" y="126435"/>
                  </a:lnTo>
                  <a:lnTo>
                    <a:pt x="16308" y="166202"/>
                  </a:lnTo>
                  <a:lnTo>
                    <a:pt x="4199" y="209387"/>
                  </a:lnTo>
                  <a:lnTo>
                    <a:pt x="0" y="255270"/>
                  </a:lnTo>
                  <a:lnTo>
                    <a:pt x="4199" y="301152"/>
                  </a:lnTo>
                  <a:lnTo>
                    <a:pt x="16308" y="344337"/>
                  </a:lnTo>
                  <a:lnTo>
                    <a:pt x="35588" y="384104"/>
                  </a:lnTo>
                  <a:lnTo>
                    <a:pt x="61302" y="419732"/>
                  </a:lnTo>
                  <a:lnTo>
                    <a:pt x="92715" y="450499"/>
                  </a:lnTo>
                  <a:lnTo>
                    <a:pt x="129088" y="475685"/>
                  </a:lnTo>
                  <a:lnTo>
                    <a:pt x="169685" y="494568"/>
                  </a:lnTo>
                  <a:lnTo>
                    <a:pt x="213769" y="506426"/>
                  </a:lnTo>
                  <a:lnTo>
                    <a:pt x="260603" y="510539"/>
                  </a:lnTo>
                  <a:lnTo>
                    <a:pt x="307438" y="506426"/>
                  </a:lnTo>
                  <a:lnTo>
                    <a:pt x="351522" y="494568"/>
                  </a:lnTo>
                  <a:lnTo>
                    <a:pt x="392119" y="475685"/>
                  </a:lnTo>
                  <a:lnTo>
                    <a:pt x="428492" y="450499"/>
                  </a:lnTo>
                  <a:lnTo>
                    <a:pt x="459905" y="419732"/>
                  </a:lnTo>
                  <a:lnTo>
                    <a:pt x="485619" y="384104"/>
                  </a:lnTo>
                  <a:lnTo>
                    <a:pt x="504899" y="344337"/>
                  </a:lnTo>
                  <a:lnTo>
                    <a:pt x="517008" y="301152"/>
                  </a:lnTo>
                  <a:lnTo>
                    <a:pt x="521207" y="255270"/>
                  </a:lnTo>
                  <a:lnTo>
                    <a:pt x="517008" y="209387"/>
                  </a:lnTo>
                  <a:lnTo>
                    <a:pt x="504899" y="166202"/>
                  </a:lnTo>
                  <a:lnTo>
                    <a:pt x="485619" y="126435"/>
                  </a:lnTo>
                  <a:lnTo>
                    <a:pt x="459905" y="90807"/>
                  </a:lnTo>
                  <a:lnTo>
                    <a:pt x="428492" y="60040"/>
                  </a:lnTo>
                  <a:lnTo>
                    <a:pt x="392119" y="34854"/>
                  </a:lnTo>
                  <a:lnTo>
                    <a:pt x="351522" y="15971"/>
                  </a:lnTo>
                  <a:lnTo>
                    <a:pt x="307438" y="4113"/>
                  </a:lnTo>
                  <a:lnTo>
                    <a:pt x="260603" y="0"/>
                  </a:lnTo>
                  <a:close/>
                </a:path>
              </a:pathLst>
            </a:custGeom>
            <a:solidFill>
              <a:srgbClr val="A6D5E2"/>
            </a:solidFill>
          </p:spPr>
          <p:txBody>
            <a:bodyPr wrap="square" lIns="0" tIns="0" rIns="0" bIns="0" rtlCol="0"/>
            <a:lstStyle/>
            <a:p>
              <a:endParaRPr/>
            </a:p>
          </p:txBody>
        </p:sp>
        <p:sp>
          <p:nvSpPr>
            <p:cNvPr id="39" name="object 39"/>
            <p:cNvSpPr/>
            <p:nvPr/>
          </p:nvSpPr>
          <p:spPr>
            <a:xfrm>
              <a:off x="7859268" y="2322575"/>
              <a:ext cx="521334" cy="510540"/>
            </a:xfrm>
            <a:custGeom>
              <a:avLst/>
              <a:gdLst/>
              <a:ahLst/>
              <a:cxnLst/>
              <a:rect l="l" t="t" r="r" b="b"/>
              <a:pathLst>
                <a:path w="521334" h="510539">
                  <a:moveTo>
                    <a:pt x="0" y="255270"/>
                  </a:moveTo>
                  <a:lnTo>
                    <a:pt x="4199" y="209387"/>
                  </a:lnTo>
                  <a:lnTo>
                    <a:pt x="16308" y="166202"/>
                  </a:lnTo>
                  <a:lnTo>
                    <a:pt x="35588" y="126435"/>
                  </a:lnTo>
                  <a:lnTo>
                    <a:pt x="61302" y="90807"/>
                  </a:lnTo>
                  <a:lnTo>
                    <a:pt x="92715" y="60040"/>
                  </a:lnTo>
                  <a:lnTo>
                    <a:pt x="129088" y="34854"/>
                  </a:lnTo>
                  <a:lnTo>
                    <a:pt x="169685" y="15971"/>
                  </a:lnTo>
                  <a:lnTo>
                    <a:pt x="213769" y="4113"/>
                  </a:lnTo>
                  <a:lnTo>
                    <a:pt x="260603" y="0"/>
                  </a:lnTo>
                  <a:lnTo>
                    <a:pt x="307438" y="4113"/>
                  </a:lnTo>
                  <a:lnTo>
                    <a:pt x="351522" y="15971"/>
                  </a:lnTo>
                  <a:lnTo>
                    <a:pt x="392119" y="34854"/>
                  </a:lnTo>
                  <a:lnTo>
                    <a:pt x="428492" y="60040"/>
                  </a:lnTo>
                  <a:lnTo>
                    <a:pt x="459905" y="90807"/>
                  </a:lnTo>
                  <a:lnTo>
                    <a:pt x="485619" y="126435"/>
                  </a:lnTo>
                  <a:lnTo>
                    <a:pt x="504899" y="166202"/>
                  </a:lnTo>
                  <a:lnTo>
                    <a:pt x="517008" y="209387"/>
                  </a:lnTo>
                  <a:lnTo>
                    <a:pt x="521207" y="255270"/>
                  </a:lnTo>
                  <a:lnTo>
                    <a:pt x="517008" y="301152"/>
                  </a:lnTo>
                  <a:lnTo>
                    <a:pt x="504899" y="344337"/>
                  </a:lnTo>
                  <a:lnTo>
                    <a:pt x="485619" y="384104"/>
                  </a:lnTo>
                  <a:lnTo>
                    <a:pt x="459905" y="419732"/>
                  </a:lnTo>
                  <a:lnTo>
                    <a:pt x="428492" y="450499"/>
                  </a:lnTo>
                  <a:lnTo>
                    <a:pt x="392119" y="475685"/>
                  </a:lnTo>
                  <a:lnTo>
                    <a:pt x="351522" y="494568"/>
                  </a:lnTo>
                  <a:lnTo>
                    <a:pt x="307438" y="506426"/>
                  </a:lnTo>
                  <a:lnTo>
                    <a:pt x="260603" y="510539"/>
                  </a:lnTo>
                  <a:lnTo>
                    <a:pt x="213769" y="506426"/>
                  </a:lnTo>
                  <a:lnTo>
                    <a:pt x="169685" y="494568"/>
                  </a:lnTo>
                  <a:lnTo>
                    <a:pt x="129088" y="475685"/>
                  </a:lnTo>
                  <a:lnTo>
                    <a:pt x="92715" y="450499"/>
                  </a:lnTo>
                  <a:lnTo>
                    <a:pt x="61302" y="419732"/>
                  </a:lnTo>
                  <a:lnTo>
                    <a:pt x="35588" y="384104"/>
                  </a:lnTo>
                  <a:lnTo>
                    <a:pt x="16308" y="344337"/>
                  </a:lnTo>
                  <a:lnTo>
                    <a:pt x="4199" y="301152"/>
                  </a:lnTo>
                  <a:lnTo>
                    <a:pt x="0" y="255270"/>
                  </a:lnTo>
                  <a:close/>
                </a:path>
              </a:pathLst>
            </a:custGeom>
            <a:ln w="9144">
              <a:solidFill>
                <a:srgbClr val="40B9D2"/>
              </a:solidFill>
            </a:ln>
          </p:spPr>
          <p:txBody>
            <a:bodyPr wrap="square" lIns="0" tIns="0" rIns="0" bIns="0" rtlCol="0"/>
            <a:lstStyle/>
            <a:p>
              <a:endParaRPr/>
            </a:p>
          </p:txBody>
        </p:sp>
      </p:grpSp>
      <p:sp>
        <p:nvSpPr>
          <p:cNvPr id="40" name="object 40"/>
          <p:cNvSpPr txBox="1"/>
          <p:nvPr/>
        </p:nvSpPr>
        <p:spPr>
          <a:xfrm>
            <a:off x="8013572" y="2363215"/>
            <a:ext cx="172720" cy="391160"/>
          </a:xfrm>
          <a:prstGeom prst="rect">
            <a:avLst/>
          </a:prstGeom>
        </p:spPr>
        <p:txBody>
          <a:bodyPr vert="horz" wrap="square" lIns="0" tIns="12700" rIns="0" bIns="0" rtlCol="0">
            <a:spAutoFit/>
          </a:bodyPr>
          <a:lstStyle/>
          <a:p>
            <a:pPr marL="12700">
              <a:lnSpc>
                <a:spcPct val="100000"/>
              </a:lnSpc>
              <a:spcBef>
                <a:spcPts val="100"/>
              </a:spcBef>
            </a:pPr>
            <a:r>
              <a:rPr sz="2400" spc="-1090" dirty="0">
                <a:solidFill>
                  <a:srgbClr val="FFFFFF"/>
                </a:solidFill>
                <a:latin typeface="Calibri"/>
                <a:cs typeface="Calibri"/>
              </a:rPr>
              <a:t>6</a:t>
            </a:r>
            <a:r>
              <a:rPr sz="2700" spc="-44" baseline="1543" dirty="0">
                <a:solidFill>
                  <a:srgbClr val="FFFFFF"/>
                </a:solidFill>
                <a:latin typeface="Cambria Math"/>
                <a:cs typeface="Cambria Math"/>
              </a:rPr>
              <a:t>1</a:t>
            </a:r>
            <a:endParaRPr sz="2700" baseline="1543">
              <a:latin typeface="Cambria Math"/>
              <a:cs typeface="Cambria Math"/>
            </a:endParaRPr>
          </a:p>
        </p:txBody>
      </p:sp>
      <p:sp>
        <p:nvSpPr>
          <p:cNvPr id="41" name="object 41"/>
          <p:cNvSpPr txBox="1"/>
          <p:nvPr/>
        </p:nvSpPr>
        <p:spPr>
          <a:xfrm>
            <a:off x="6194805" y="3078556"/>
            <a:ext cx="126364" cy="300355"/>
          </a:xfrm>
          <a:prstGeom prst="rect">
            <a:avLst/>
          </a:prstGeom>
        </p:spPr>
        <p:txBody>
          <a:bodyPr vert="horz" wrap="square" lIns="0" tIns="12700" rIns="0" bIns="0" rtlCol="0">
            <a:spAutoFit/>
          </a:bodyPr>
          <a:lstStyle/>
          <a:p>
            <a:pPr marL="12700">
              <a:lnSpc>
                <a:spcPct val="100000"/>
              </a:lnSpc>
              <a:spcBef>
                <a:spcPts val="100"/>
              </a:spcBef>
            </a:pPr>
            <a:r>
              <a:rPr sz="1800" spc="-50" dirty="0">
                <a:latin typeface="Symbol"/>
                <a:cs typeface="Symbol"/>
              </a:rPr>
              <a:t></a:t>
            </a:r>
            <a:endParaRPr sz="1800">
              <a:latin typeface="Symbol"/>
              <a:cs typeface="Symbol"/>
            </a:endParaRPr>
          </a:p>
        </p:txBody>
      </p:sp>
      <p:grpSp>
        <p:nvGrpSpPr>
          <p:cNvPr id="42" name="object 42"/>
          <p:cNvGrpSpPr/>
          <p:nvPr/>
        </p:nvGrpSpPr>
        <p:grpSpPr>
          <a:xfrm>
            <a:off x="4811267" y="2883407"/>
            <a:ext cx="3355340" cy="290195"/>
            <a:chOff x="4811267" y="2883407"/>
            <a:chExt cx="3355340" cy="290195"/>
          </a:xfrm>
        </p:grpSpPr>
        <p:sp>
          <p:nvSpPr>
            <p:cNvPr id="43" name="object 43"/>
            <p:cNvSpPr/>
            <p:nvPr/>
          </p:nvSpPr>
          <p:spPr>
            <a:xfrm>
              <a:off x="4815839" y="2883407"/>
              <a:ext cx="3303904" cy="266065"/>
            </a:xfrm>
            <a:custGeom>
              <a:avLst/>
              <a:gdLst/>
              <a:ahLst/>
              <a:cxnLst/>
              <a:rect l="l" t="t" r="r" b="b"/>
              <a:pathLst>
                <a:path w="3303904" h="266064">
                  <a:moveTo>
                    <a:pt x="0" y="0"/>
                  </a:moveTo>
                  <a:lnTo>
                    <a:pt x="0" y="242062"/>
                  </a:lnTo>
                </a:path>
                <a:path w="3303904" h="266064">
                  <a:moveTo>
                    <a:pt x="0" y="256031"/>
                  </a:moveTo>
                  <a:lnTo>
                    <a:pt x="3303905" y="265811"/>
                  </a:lnTo>
                </a:path>
              </a:pathLst>
            </a:custGeom>
            <a:ln w="9144">
              <a:solidFill>
                <a:srgbClr val="40B9D2"/>
              </a:solidFill>
            </a:ln>
          </p:spPr>
          <p:txBody>
            <a:bodyPr wrap="square" lIns="0" tIns="0" rIns="0" bIns="0" rtlCol="0"/>
            <a:lstStyle/>
            <a:p>
              <a:endParaRPr/>
            </a:p>
          </p:txBody>
        </p:sp>
        <p:sp>
          <p:nvSpPr>
            <p:cNvPr id="44" name="object 44"/>
            <p:cNvSpPr/>
            <p:nvPr/>
          </p:nvSpPr>
          <p:spPr>
            <a:xfrm>
              <a:off x="8090153" y="2900171"/>
              <a:ext cx="76200" cy="273685"/>
            </a:xfrm>
            <a:custGeom>
              <a:avLst/>
              <a:gdLst/>
              <a:ahLst/>
              <a:cxnLst/>
              <a:rect l="l" t="t" r="r" b="b"/>
              <a:pathLst>
                <a:path w="76200" h="273685">
                  <a:moveTo>
                    <a:pt x="31716" y="75872"/>
                  </a:moveTo>
                  <a:lnTo>
                    <a:pt x="23368" y="272541"/>
                  </a:lnTo>
                  <a:lnTo>
                    <a:pt x="36068" y="273176"/>
                  </a:lnTo>
                  <a:lnTo>
                    <a:pt x="44364" y="77724"/>
                  </a:lnTo>
                  <a:lnTo>
                    <a:pt x="44421" y="76402"/>
                  </a:lnTo>
                  <a:lnTo>
                    <a:pt x="31716" y="75872"/>
                  </a:lnTo>
                  <a:close/>
                </a:path>
                <a:path w="76200" h="273685">
                  <a:moveTo>
                    <a:pt x="69534" y="63118"/>
                  </a:moveTo>
                  <a:lnTo>
                    <a:pt x="32257" y="63118"/>
                  </a:lnTo>
                  <a:lnTo>
                    <a:pt x="44957" y="63753"/>
                  </a:lnTo>
                  <a:lnTo>
                    <a:pt x="44499" y="74549"/>
                  </a:lnTo>
                  <a:lnTo>
                    <a:pt x="44421" y="76402"/>
                  </a:lnTo>
                  <a:lnTo>
                    <a:pt x="76073" y="77724"/>
                  </a:lnTo>
                  <a:lnTo>
                    <a:pt x="69534" y="63118"/>
                  </a:lnTo>
                  <a:close/>
                </a:path>
                <a:path w="76200" h="273685">
                  <a:moveTo>
                    <a:pt x="32257" y="63118"/>
                  </a:moveTo>
                  <a:lnTo>
                    <a:pt x="31772" y="74549"/>
                  </a:lnTo>
                  <a:lnTo>
                    <a:pt x="31716" y="75872"/>
                  </a:lnTo>
                  <a:lnTo>
                    <a:pt x="44421" y="76402"/>
                  </a:lnTo>
                  <a:lnTo>
                    <a:pt x="44957" y="63753"/>
                  </a:lnTo>
                  <a:lnTo>
                    <a:pt x="32257" y="63118"/>
                  </a:lnTo>
                  <a:close/>
                </a:path>
                <a:path w="76200" h="273685">
                  <a:moveTo>
                    <a:pt x="41275" y="0"/>
                  </a:moveTo>
                  <a:lnTo>
                    <a:pt x="0" y="74549"/>
                  </a:lnTo>
                  <a:lnTo>
                    <a:pt x="31716" y="75872"/>
                  </a:lnTo>
                  <a:lnTo>
                    <a:pt x="32231" y="63753"/>
                  </a:lnTo>
                  <a:lnTo>
                    <a:pt x="32257" y="63118"/>
                  </a:lnTo>
                  <a:lnTo>
                    <a:pt x="69534" y="63118"/>
                  </a:lnTo>
                  <a:lnTo>
                    <a:pt x="41275" y="0"/>
                  </a:lnTo>
                  <a:close/>
                </a:path>
              </a:pathLst>
            </a:custGeom>
            <a:solidFill>
              <a:srgbClr val="40B9D2"/>
            </a:solidFill>
          </p:spPr>
          <p:txBody>
            <a:bodyPr wrap="square" lIns="0" tIns="0" rIns="0" bIns="0" rtlCol="0"/>
            <a:lstStyle/>
            <a:p>
              <a:endParaRPr/>
            </a:p>
          </p:txBody>
        </p:sp>
      </p:grpSp>
      <p:sp>
        <p:nvSpPr>
          <p:cNvPr id="45" name="object 45"/>
          <p:cNvSpPr txBox="1"/>
          <p:nvPr/>
        </p:nvSpPr>
        <p:spPr>
          <a:xfrm>
            <a:off x="5256657" y="2191892"/>
            <a:ext cx="14287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a:t>
            </a:r>
            <a:endParaRPr sz="1800">
              <a:latin typeface="Corbel"/>
              <a:cs typeface="Corbel"/>
            </a:endParaRPr>
          </a:p>
        </p:txBody>
      </p:sp>
      <p:sp>
        <p:nvSpPr>
          <p:cNvPr id="46" name="object 46"/>
          <p:cNvSpPr txBox="1"/>
          <p:nvPr/>
        </p:nvSpPr>
        <p:spPr>
          <a:xfrm>
            <a:off x="3770757" y="2427478"/>
            <a:ext cx="35433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E’</a:t>
            </a:r>
            <a:r>
              <a:rPr sz="1800" spc="340" dirty="0">
                <a:latin typeface="Corbel"/>
                <a:cs typeface="Corbel"/>
              </a:rPr>
              <a:t> </a:t>
            </a:r>
            <a:r>
              <a:rPr sz="1800" spc="-50" dirty="0">
                <a:latin typeface="Corbel"/>
                <a:cs typeface="Corbel"/>
              </a:rPr>
              <a:t>:</a:t>
            </a:r>
            <a:endParaRPr sz="1800">
              <a:latin typeface="Corbel"/>
              <a:cs typeface="Corbel"/>
            </a:endParaRPr>
          </a:p>
        </p:txBody>
      </p:sp>
      <p:grpSp>
        <p:nvGrpSpPr>
          <p:cNvPr id="47" name="object 47"/>
          <p:cNvGrpSpPr/>
          <p:nvPr/>
        </p:nvGrpSpPr>
        <p:grpSpPr>
          <a:xfrm>
            <a:off x="4520120" y="3483800"/>
            <a:ext cx="620395" cy="620395"/>
            <a:chOff x="4520120" y="3483800"/>
            <a:chExt cx="620395" cy="620395"/>
          </a:xfrm>
        </p:grpSpPr>
        <p:sp>
          <p:nvSpPr>
            <p:cNvPr id="48" name="object 48"/>
            <p:cNvSpPr/>
            <p:nvPr/>
          </p:nvSpPr>
          <p:spPr>
            <a:xfrm>
              <a:off x="4525518" y="3489198"/>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49" name="object 49"/>
            <p:cNvSpPr/>
            <p:nvPr/>
          </p:nvSpPr>
          <p:spPr>
            <a:xfrm>
              <a:off x="4525518" y="3489198"/>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50" name="object 50"/>
          <p:cNvSpPr txBox="1"/>
          <p:nvPr/>
        </p:nvSpPr>
        <p:spPr>
          <a:xfrm>
            <a:off x="4731765" y="3630548"/>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7</a:t>
            </a:r>
            <a:endParaRPr sz="1800">
              <a:latin typeface="Cambria Math"/>
              <a:cs typeface="Cambria Math"/>
            </a:endParaRPr>
          </a:p>
        </p:txBody>
      </p:sp>
      <p:grpSp>
        <p:nvGrpSpPr>
          <p:cNvPr id="51" name="object 51"/>
          <p:cNvGrpSpPr/>
          <p:nvPr/>
        </p:nvGrpSpPr>
        <p:grpSpPr>
          <a:xfrm>
            <a:off x="5628068" y="3486848"/>
            <a:ext cx="620395" cy="620395"/>
            <a:chOff x="5628068" y="3486848"/>
            <a:chExt cx="620395" cy="620395"/>
          </a:xfrm>
        </p:grpSpPr>
        <p:sp>
          <p:nvSpPr>
            <p:cNvPr id="52" name="object 52"/>
            <p:cNvSpPr/>
            <p:nvPr/>
          </p:nvSpPr>
          <p:spPr>
            <a:xfrm>
              <a:off x="5633465" y="3492245"/>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799"/>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599"/>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799"/>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53" name="object 53"/>
            <p:cNvSpPr/>
            <p:nvPr/>
          </p:nvSpPr>
          <p:spPr>
            <a:xfrm>
              <a:off x="5633465" y="3492245"/>
              <a:ext cx="609600" cy="609600"/>
            </a:xfrm>
            <a:custGeom>
              <a:avLst/>
              <a:gdLst/>
              <a:ahLst/>
              <a:cxnLst/>
              <a:rect l="l" t="t" r="r" b="b"/>
              <a:pathLst>
                <a:path w="609600" h="609600">
                  <a:moveTo>
                    <a:pt x="0" y="304799"/>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799"/>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599"/>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799"/>
                  </a:lnTo>
                  <a:close/>
                </a:path>
              </a:pathLst>
            </a:custGeom>
            <a:ln w="10668">
              <a:solidFill>
                <a:srgbClr val="2C879A"/>
              </a:solidFill>
            </a:ln>
          </p:spPr>
          <p:txBody>
            <a:bodyPr wrap="square" lIns="0" tIns="0" rIns="0" bIns="0" rtlCol="0"/>
            <a:lstStyle/>
            <a:p>
              <a:endParaRPr/>
            </a:p>
          </p:txBody>
        </p:sp>
      </p:grpSp>
      <p:sp>
        <p:nvSpPr>
          <p:cNvPr id="54" name="object 54"/>
          <p:cNvSpPr txBox="1"/>
          <p:nvPr/>
        </p:nvSpPr>
        <p:spPr>
          <a:xfrm>
            <a:off x="5839459" y="3633596"/>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8</a:t>
            </a:r>
            <a:endParaRPr sz="1800">
              <a:latin typeface="Cambria Math"/>
              <a:cs typeface="Cambria Math"/>
            </a:endParaRPr>
          </a:p>
        </p:txBody>
      </p:sp>
      <p:grpSp>
        <p:nvGrpSpPr>
          <p:cNvPr id="55" name="object 55"/>
          <p:cNvGrpSpPr/>
          <p:nvPr/>
        </p:nvGrpSpPr>
        <p:grpSpPr>
          <a:xfrm>
            <a:off x="5134990" y="3486848"/>
            <a:ext cx="2206625" cy="620395"/>
            <a:chOff x="5134990" y="3486848"/>
            <a:chExt cx="2206625" cy="620395"/>
          </a:xfrm>
        </p:grpSpPr>
        <p:sp>
          <p:nvSpPr>
            <p:cNvPr id="56" name="object 56"/>
            <p:cNvSpPr/>
            <p:nvPr/>
          </p:nvSpPr>
          <p:spPr>
            <a:xfrm>
              <a:off x="5134991" y="3492245"/>
              <a:ext cx="2200910" cy="609600"/>
            </a:xfrm>
            <a:custGeom>
              <a:avLst/>
              <a:gdLst/>
              <a:ahLst/>
              <a:cxnLst/>
              <a:rect l="l" t="t" r="r" b="b"/>
              <a:pathLst>
                <a:path w="2200909" h="609600">
                  <a:moveTo>
                    <a:pt x="498094" y="305054"/>
                  </a:moveTo>
                  <a:lnTo>
                    <a:pt x="395351" y="244221"/>
                  </a:lnTo>
                  <a:lnTo>
                    <a:pt x="387477" y="246253"/>
                  </a:lnTo>
                  <a:lnTo>
                    <a:pt x="383794" y="252349"/>
                  </a:lnTo>
                  <a:lnTo>
                    <a:pt x="380111" y="258572"/>
                  </a:lnTo>
                  <a:lnTo>
                    <a:pt x="382143" y="266446"/>
                  </a:lnTo>
                  <a:lnTo>
                    <a:pt x="424535" y="291541"/>
                  </a:lnTo>
                  <a:lnTo>
                    <a:pt x="254" y="288798"/>
                  </a:lnTo>
                  <a:lnTo>
                    <a:pt x="215" y="291846"/>
                  </a:lnTo>
                  <a:lnTo>
                    <a:pt x="88" y="304673"/>
                  </a:lnTo>
                  <a:lnTo>
                    <a:pt x="0" y="314706"/>
                  </a:lnTo>
                  <a:lnTo>
                    <a:pt x="424459" y="317449"/>
                  </a:lnTo>
                  <a:lnTo>
                    <a:pt x="381762" y="342011"/>
                  </a:lnTo>
                  <a:lnTo>
                    <a:pt x="379603" y="349885"/>
                  </a:lnTo>
                  <a:lnTo>
                    <a:pt x="386715" y="362331"/>
                  </a:lnTo>
                  <a:lnTo>
                    <a:pt x="394589" y="364490"/>
                  </a:lnTo>
                  <a:lnTo>
                    <a:pt x="475983" y="317754"/>
                  </a:lnTo>
                  <a:lnTo>
                    <a:pt x="498094" y="305054"/>
                  </a:lnTo>
                  <a:close/>
                </a:path>
                <a:path w="2200909" h="609600">
                  <a:moveTo>
                    <a:pt x="2200783" y="304800"/>
                  </a:moveTo>
                  <a:lnTo>
                    <a:pt x="2196782" y="255384"/>
                  </a:lnTo>
                  <a:lnTo>
                    <a:pt x="2185238" y="208495"/>
                  </a:lnTo>
                  <a:lnTo>
                    <a:pt x="2166747" y="164757"/>
                  </a:lnTo>
                  <a:lnTo>
                    <a:pt x="2141956" y="124828"/>
                  </a:lnTo>
                  <a:lnTo>
                    <a:pt x="2111476" y="89306"/>
                  </a:lnTo>
                  <a:lnTo>
                    <a:pt x="2075967" y="58839"/>
                  </a:lnTo>
                  <a:lnTo>
                    <a:pt x="2036025" y="34036"/>
                  </a:lnTo>
                  <a:lnTo>
                    <a:pt x="1992299" y="15544"/>
                  </a:lnTo>
                  <a:lnTo>
                    <a:pt x="1945398" y="4000"/>
                  </a:lnTo>
                  <a:lnTo>
                    <a:pt x="1895983" y="0"/>
                  </a:lnTo>
                  <a:lnTo>
                    <a:pt x="1846554" y="4000"/>
                  </a:lnTo>
                  <a:lnTo>
                    <a:pt x="1799666" y="15544"/>
                  </a:lnTo>
                  <a:lnTo>
                    <a:pt x="1755927" y="34036"/>
                  </a:lnTo>
                  <a:lnTo>
                    <a:pt x="1715998" y="58826"/>
                  </a:lnTo>
                  <a:lnTo>
                    <a:pt x="1680476" y="89306"/>
                  </a:lnTo>
                  <a:lnTo>
                    <a:pt x="1650009" y="124815"/>
                  </a:lnTo>
                  <a:lnTo>
                    <a:pt x="1625206" y="164757"/>
                  </a:lnTo>
                  <a:lnTo>
                    <a:pt x="1606727" y="208483"/>
                  </a:lnTo>
                  <a:lnTo>
                    <a:pt x="1595170" y="255384"/>
                  </a:lnTo>
                  <a:lnTo>
                    <a:pt x="1591183" y="304800"/>
                  </a:lnTo>
                  <a:lnTo>
                    <a:pt x="1595170" y="354228"/>
                  </a:lnTo>
                  <a:lnTo>
                    <a:pt x="1606715" y="401129"/>
                  </a:lnTo>
                  <a:lnTo>
                    <a:pt x="1625206" y="444855"/>
                  </a:lnTo>
                  <a:lnTo>
                    <a:pt x="1650009" y="484797"/>
                  </a:lnTo>
                  <a:lnTo>
                    <a:pt x="1680476" y="520306"/>
                  </a:lnTo>
                  <a:lnTo>
                    <a:pt x="1715998" y="550773"/>
                  </a:lnTo>
                  <a:lnTo>
                    <a:pt x="1755927" y="575576"/>
                  </a:lnTo>
                  <a:lnTo>
                    <a:pt x="1799666" y="594055"/>
                  </a:lnTo>
                  <a:lnTo>
                    <a:pt x="1846554" y="605612"/>
                  </a:lnTo>
                  <a:lnTo>
                    <a:pt x="1895983" y="609600"/>
                  </a:lnTo>
                  <a:lnTo>
                    <a:pt x="1945398" y="605612"/>
                  </a:lnTo>
                  <a:lnTo>
                    <a:pt x="1992287" y="594055"/>
                  </a:lnTo>
                  <a:lnTo>
                    <a:pt x="2036025" y="575576"/>
                  </a:lnTo>
                  <a:lnTo>
                    <a:pt x="2075954" y="550773"/>
                  </a:lnTo>
                  <a:lnTo>
                    <a:pt x="2111476" y="520306"/>
                  </a:lnTo>
                  <a:lnTo>
                    <a:pt x="2141956" y="484784"/>
                  </a:lnTo>
                  <a:lnTo>
                    <a:pt x="2166747" y="444855"/>
                  </a:lnTo>
                  <a:lnTo>
                    <a:pt x="2185238" y="401116"/>
                  </a:lnTo>
                  <a:lnTo>
                    <a:pt x="2196782" y="354228"/>
                  </a:lnTo>
                  <a:lnTo>
                    <a:pt x="2200783" y="304800"/>
                  </a:lnTo>
                  <a:close/>
                </a:path>
              </a:pathLst>
            </a:custGeom>
            <a:solidFill>
              <a:srgbClr val="40B9D2"/>
            </a:solidFill>
          </p:spPr>
          <p:txBody>
            <a:bodyPr wrap="square" lIns="0" tIns="0" rIns="0" bIns="0" rtlCol="0"/>
            <a:lstStyle/>
            <a:p>
              <a:endParaRPr/>
            </a:p>
          </p:txBody>
        </p:sp>
        <p:sp>
          <p:nvSpPr>
            <p:cNvPr id="57" name="object 57"/>
            <p:cNvSpPr/>
            <p:nvPr/>
          </p:nvSpPr>
          <p:spPr>
            <a:xfrm>
              <a:off x="6726173" y="3492245"/>
              <a:ext cx="609600" cy="609600"/>
            </a:xfrm>
            <a:custGeom>
              <a:avLst/>
              <a:gdLst/>
              <a:ahLst/>
              <a:cxnLst/>
              <a:rect l="l" t="t" r="r" b="b"/>
              <a:pathLst>
                <a:path w="609600" h="609600">
                  <a:moveTo>
                    <a:pt x="0" y="304799"/>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799"/>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599"/>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799"/>
                  </a:lnTo>
                  <a:close/>
                </a:path>
              </a:pathLst>
            </a:custGeom>
            <a:ln w="10668">
              <a:solidFill>
                <a:srgbClr val="2C879A"/>
              </a:solidFill>
            </a:ln>
          </p:spPr>
          <p:txBody>
            <a:bodyPr wrap="square" lIns="0" tIns="0" rIns="0" bIns="0" rtlCol="0"/>
            <a:lstStyle/>
            <a:p>
              <a:endParaRPr/>
            </a:p>
          </p:txBody>
        </p:sp>
      </p:grpSp>
      <p:sp>
        <p:nvSpPr>
          <p:cNvPr id="58" name="object 58"/>
          <p:cNvSpPr txBox="1"/>
          <p:nvPr/>
        </p:nvSpPr>
        <p:spPr>
          <a:xfrm>
            <a:off x="3940302" y="3628770"/>
            <a:ext cx="3054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T</a:t>
            </a:r>
            <a:r>
              <a:rPr sz="1800" spc="355" dirty="0">
                <a:latin typeface="Corbel"/>
                <a:cs typeface="Corbel"/>
              </a:rPr>
              <a:t> </a:t>
            </a:r>
            <a:r>
              <a:rPr sz="1800" spc="-50" dirty="0">
                <a:latin typeface="Corbel"/>
                <a:cs typeface="Corbel"/>
              </a:rPr>
              <a:t>:</a:t>
            </a:r>
            <a:endParaRPr sz="1800">
              <a:latin typeface="Corbel"/>
              <a:cs typeface="Corbel"/>
            </a:endParaRPr>
          </a:p>
        </p:txBody>
      </p:sp>
      <p:sp>
        <p:nvSpPr>
          <p:cNvPr id="59" name="object 59"/>
          <p:cNvSpPr txBox="1"/>
          <p:nvPr/>
        </p:nvSpPr>
        <p:spPr>
          <a:xfrm>
            <a:off x="5256657" y="3394329"/>
            <a:ext cx="14097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F</a:t>
            </a:r>
            <a:endParaRPr sz="1800">
              <a:latin typeface="Corbel"/>
              <a:cs typeface="Corbel"/>
            </a:endParaRPr>
          </a:p>
        </p:txBody>
      </p:sp>
      <p:sp>
        <p:nvSpPr>
          <p:cNvPr id="60" name="object 60"/>
          <p:cNvSpPr txBox="1"/>
          <p:nvPr/>
        </p:nvSpPr>
        <p:spPr>
          <a:xfrm>
            <a:off x="6346316" y="3395929"/>
            <a:ext cx="201930" cy="300355"/>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orbel"/>
                <a:cs typeface="Corbel"/>
              </a:rPr>
              <a:t>T’</a:t>
            </a:r>
            <a:endParaRPr sz="1800">
              <a:latin typeface="Corbel"/>
              <a:cs typeface="Corbel"/>
            </a:endParaRPr>
          </a:p>
        </p:txBody>
      </p:sp>
      <p:grpSp>
        <p:nvGrpSpPr>
          <p:cNvPr id="61" name="object 61"/>
          <p:cNvGrpSpPr/>
          <p:nvPr/>
        </p:nvGrpSpPr>
        <p:grpSpPr>
          <a:xfrm>
            <a:off x="6249034" y="3532632"/>
            <a:ext cx="1046480" cy="520065"/>
            <a:chOff x="6249034" y="3532632"/>
            <a:chExt cx="1046480" cy="520065"/>
          </a:xfrm>
        </p:grpSpPr>
        <p:sp>
          <p:nvSpPr>
            <p:cNvPr id="62" name="object 62"/>
            <p:cNvSpPr/>
            <p:nvPr/>
          </p:nvSpPr>
          <p:spPr>
            <a:xfrm>
              <a:off x="6249034" y="3712083"/>
              <a:ext cx="498475" cy="120650"/>
            </a:xfrm>
            <a:custGeom>
              <a:avLst/>
              <a:gdLst/>
              <a:ahLst/>
              <a:cxnLst/>
              <a:rect l="l" t="t" r="r" b="b"/>
              <a:pathLst>
                <a:path w="498475" h="120650">
                  <a:moveTo>
                    <a:pt x="424461" y="73224"/>
                  </a:moveTo>
                  <a:lnTo>
                    <a:pt x="381762" y="97790"/>
                  </a:lnTo>
                  <a:lnTo>
                    <a:pt x="379603" y="105664"/>
                  </a:lnTo>
                  <a:lnTo>
                    <a:pt x="386714" y="118110"/>
                  </a:lnTo>
                  <a:lnTo>
                    <a:pt x="394588" y="120269"/>
                  </a:lnTo>
                  <a:lnTo>
                    <a:pt x="475984" y="73533"/>
                  </a:lnTo>
                  <a:lnTo>
                    <a:pt x="472313" y="73533"/>
                  </a:lnTo>
                  <a:lnTo>
                    <a:pt x="424461" y="73224"/>
                  </a:lnTo>
                  <a:close/>
                </a:path>
                <a:path w="498475" h="120650">
                  <a:moveTo>
                    <a:pt x="446725" y="60445"/>
                  </a:moveTo>
                  <a:lnTo>
                    <a:pt x="424461" y="73224"/>
                  </a:lnTo>
                  <a:lnTo>
                    <a:pt x="472313" y="73533"/>
                  </a:lnTo>
                  <a:lnTo>
                    <a:pt x="472321" y="71755"/>
                  </a:lnTo>
                  <a:lnTo>
                    <a:pt x="465836" y="71755"/>
                  </a:lnTo>
                  <a:lnTo>
                    <a:pt x="446725" y="60445"/>
                  </a:lnTo>
                  <a:close/>
                </a:path>
                <a:path w="498475" h="120650">
                  <a:moveTo>
                    <a:pt x="395350" y="0"/>
                  </a:moveTo>
                  <a:lnTo>
                    <a:pt x="387476" y="2032"/>
                  </a:lnTo>
                  <a:lnTo>
                    <a:pt x="383793" y="8128"/>
                  </a:lnTo>
                  <a:lnTo>
                    <a:pt x="380111" y="14351"/>
                  </a:lnTo>
                  <a:lnTo>
                    <a:pt x="382142" y="22225"/>
                  </a:lnTo>
                  <a:lnTo>
                    <a:pt x="424540" y="47315"/>
                  </a:lnTo>
                  <a:lnTo>
                    <a:pt x="472439" y="47625"/>
                  </a:lnTo>
                  <a:lnTo>
                    <a:pt x="472313" y="73533"/>
                  </a:lnTo>
                  <a:lnTo>
                    <a:pt x="475984" y="73533"/>
                  </a:lnTo>
                  <a:lnTo>
                    <a:pt x="498093" y="60833"/>
                  </a:lnTo>
                  <a:lnTo>
                    <a:pt x="395350" y="0"/>
                  </a:lnTo>
                  <a:close/>
                </a:path>
                <a:path w="498475" h="120650">
                  <a:moveTo>
                    <a:pt x="253" y="44577"/>
                  </a:moveTo>
                  <a:lnTo>
                    <a:pt x="224" y="47625"/>
                  </a:lnTo>
                  <a:lnTo>
                    <a:pt x="98" y="60445"/>
                  </a:lnTo>
                  <a:lnTo>
                    <a:pt x="0" y="70485"/>
                  </a:lnTo>
                  <a:lnTo>
                    <a:pt x="424461" y="73224"/>
                  </a:lnTo>
                  <a:lnTo>
                    <a:pt x="446725" y="60445"/>
                  </a:lnTo>
                  <a:lnTo>
                    <a:pt x="424540" y="47315"/>
                  </a:lnTo>
                  <a:lnTo>
                    <a:pt x="253" y="44577"/>
                  </a:lnTo>
                  <a:close/>
                </a:path>
                <a:path w="498475" h="120650">
                  <a:moveTo>
                    <a:pt x="465963" y="49403"/>
                  </a:moveTo>
                  <a:lnTo>
                    <a:pt x="446725" y="60445"/>
                  </a:lnTo>
                  <a:lnTo>
                    <a:pt x="465836" y="71755"/>
                  </a:lnTo>
                  <a:lnTo>
                    <a:pt x="465963" y="49403"/>
                  </a:lnTo>
                  <a:close/>
                </a:path>
                <a:path w="498475" h="120650">
                  <a:moveTo>
                    <a:pt x="472431" y="49403"/>
                  </a:moveTo>
                  <a:lnTo>
                    <a:pt x="465963" y="49403"/>
                  </a:lnTo>
                  <a:lnTo>
                    <a:pt x="465836" y="71755"/>
                  </a:lnTo>
                  <a:lnTo>
                    <a:pt x="472321" y="71755"/>
                  </a:lnTo>
                  <a:lnTo>
                    <a:pt x="472431" y="49403"/>
                  </a:lnTo>
                  <a:close/>
                </a:path>
                <a:path w="498475" h="120650">
                  <a:moveTo>
                    <a:pt x="424540" y="47315"/>
                  </a:moveTo>
                  <a:lnTo>
                    <a:pt x="446725" y="60445"/>
                  </a:lnTo>
                  <a:lnTo>
                    <a:pt x="465963" y="49403"/>
                  </a:lnTo>
                  <a:lnTo>
                    <a:pt x="472431" y="49403"/>
                  </a:lnTo>
                  <a:lnTo>
                    <a:pt x="472439" y="47625"/>
                  </a:lnTo>
                  <a:lnTo>
                    <a:pt x="424540" y="47315"/>
                  </a:lnTo>
                  <a:close/>
                </a:path>
              </a:pathLst>
            </a:custGeom>
            <a:solidFill>
              <a:srgbClr val="40B9D2"/>
            </a:solidFill>
          </p:spPr>
          <p:txBody>
            <a:bodyPr wrap="square" lIns="0" tIns="0" rIns="0" bIns="0" rtlCol="0"/>
            <a:lstStyle/>
            <a:p>
              <a:endParaRPr/>
            </a:p>
          </p:txBody>
        </p:sp>
        <p:sp>
          <p:nvSpPr>
            <p:cNvPr id="63" name="object 63"/>
            <p:cNvSpPr/>
            <p:nvPr/>
          </p:nvSpPr>
          <p:spPr>
            <a:xfrm>
              <a:off x="6769607" y="3537204"/>
              <a:ext cx="521334" cy="510540"/>
            </a:xfrm>
            <a:custGeom>
              <a:avLst/>
              <a:gdLst/>
              <a:ahLst/>
              <a:cxnLst/>
              <a:rect l="l" t="t" r="r" b="b"/>
              <a:pathLst>
                <a:path w="521334" h="510539">
                  <a:moveTo>
                    <a:pt x="260603" y="0"/>
                  </a:moveTo>
                  <a:lnTo>
                    <a:pt x="213769" y="4113"/>
                  </a:lnTo>
                  <a:lnTo>
                    <a:pt x="169685" y="15971"/>
                  </a:lnTo>
                  <a:lnTo>
                    <a:pt x="129088" y="34854"/>
                  </a:lnTo>
                  <a:lnTo>
                    <a:pt x="92715" y="60040"/>
                  </a:lnTo>
                  <a:lnTo>
                    <a:pt x="61302" y="90807"/>
                  </a:lnTo>
                  <a:lnTo>
                    <a:pt x="35588" y="126435"/>
                  </a:lnTo>
                  <a:lnTo>
                    <a:pt x="16308" y="166202"/>
                  </a:lnTo>
                  <a:lnTo>
                    <a:pt x="4199" y="209387"/>
                  </a:lnTo>
                  <a:lnTo>
                    <a:pt x="0" y="255270"/>
                  </a:lnTo>
                  <a:lnTo>
                    <a:pt x="4199" y="301152"/>
                  </a:lnTo>
                  <a:lnTo>
                    <a:pt x="16308" y="344337"/>
                  </a:lnTo>
                  <a:lnTo>
                    <a:pt x="35588" y="384104"/>
                  </a:lnTo>
                  <a:lnTo>
                    <a:pt x="61302" y="419732"/>
                  </a:lnTo>
                  <a:lnTo>
                    <a:pt x="92715" y="450499"/>
                  </a:lnTo>
                  <a:lnTo>
                    <a:pt x="129088" y="475685"/>
                  </a:lnTo>
                  <a:lnTo>
                    <a:pt x="169685" y="494568"/>
                  </a:lnTo>
                  <a:lnTo>
                    <a:pt x="213769" y="506426"/>
                  </a:lnTo>
                  <a:lnTo>
                    <a:pt x="260603" y="510540"/>
                  </a:lnTo>
                  <a:lnTo>
                    <a:pt x="307438" y="506426"/>
                  </a:lnTo>
                  <a:lnTo>
                    <a:pt x="351522" y="494568"/>
                  </a:lnTo>
                  <a:lnTo>
                    <a:pt x="392119" y="475685"/>
                  </a:lnTo>
                  <a:lnTo>
                    <a:pt x="428492" y="450499"/>
                  </a:lnTo>
                  <a:lnTo>
                    <a:pt x="459905" y="419732"/>
                  </a:lnTo>
                  <a:lnTo>
                    <a:pt x="485619" y="384104"/>
                  </a:lnTo>
                  <a:lnTo>
                    <a:pt x="504899" y="344337"/>
                  </a:lnTo>
                  <a:lnTo>
                    <a:pt x="517008" y="301152"/>
                  </a:lnTo>
                  <a:lnTo>
                    <a:pt x="521208" y="255270"/>
                  </a:lnTo>
                  <a:lnTo>
                    <a:pt x="517008" y="209387"/>
                  </a:lnTo>
                  <a:lnTo>
                    <a:pt x="504899" y="166202"/>
                  </a:lnTo>
                  <a:lnTo>
                    <a:pt x="485619" y="126435"/>
                  </a:lnTo>
                  <a:lnTo>
                    <a:pt x="459905" y="90807"/>
                  </a:lnTo>
                  <a:lnTo>
                    <a:pt x="428492" y="60040"/>
                  </a:lnTo>
                  <a:lnTo>
                    <a:pt x="392119" y="34854"/>
                  </a:lnTo>
                  <a:lnTo>
                    <a:pt x="351522" y="15971"/>
                  </a:lnTo>
                  <a:lnTo>
                    <a:pt x="307438" y="4113"/>
                  </a:lnTo>
                  <a:lnTo>
                    <a:pt x="260603" y="0"/>
                  </a:lnTo>
                  <a:close/>
                </a:path>
              </a:pathLst>
            </a:custGeom>
            <a:solidFill>
              <a:srgbClr val="A6D5E2"/>
            </a:solidFill>
          </p:spPr>
          <p:txBody>
            <a:bodyPr wrap="square" lIns="0" tIns="0" rIns="0" bIns="0" rtlCol="0"/>
            <a:lstStyle/>
            <a:p>
              <a:endParaRPr/>
            </a:p>
          </p:txBody>
        </p:sp>
        <p:sp>
          <p:nvSpPr>
            <p:cNvPr id="64" name="object 64"/>
            <p:cNvSpPr/>
            <p:nvPr/>
          </p:nvSpPr>
          <p:spPr>
            <a:xfrm>
              <a:off x="6769607" y="3537204"/>
              <a:ext cx="521334" cy="510540"/>
            </a:xfrm>
            <a:custGeom>
              <a:avLst/>
              <a:gdLst/>
              <a:ahLst/>
              <a:cxnLst/>
              <a:rect l="l" t="t" r="r" b="b"/>
              <a:pathLst>
                <a:path w="521334" h="510539">
                  <a:moveTo>
                    <a:pt x="0" y="255270"/>
                  </a:moveTo>
                  <a:lnTo>
                    <a:pt x="4199" y="209387"/>
                  </a:lnTo>
                  <a:lnTo>
                    <a:pt x="16308" y="166202"/>
                  </a:lnTo>
                  <a:lnTo>
                    <a:pt x="35588" y="126435"/>
                  </a:lnTo>
                  <a:lnTo>
                    <a:pt x="61302" y="90807"/>
                  </a:lnTo>
                  <a:lnTo>
                    <a:pt x="92715" y="60040"/>
                  </a:lnTo>
                  <a:lnTo>
                    <a:pt x="129088" y="34854"/>
                  </a:lnTo>
                  <a:lnTo>
                    <a:pt x="169685" y="15971"/>
                  </a:lnTo>
                  <a:lnTo>
                    <a:pt x="213769" y="4113"/>
                  </a:lnTo>
                  <a:lnTo>
                    <a:pt x="260603" y="0"/>
                  </a:lnTo>
                  <a:lnTo>
                    <a:pt x="307438" y="4113"/>
                  </a:lnTo>
                  <a:lnTo>
                    <a:pt x="351522" y="15971"/>
                  </a:lnTo>
                  <a:lnTo>
                    <a:pt x="392119" y="34854"/>
                  </a:lnTo>
                  <a:lnTo>
                    <a:pt x="428492" y="60040"/>
                  </a:lnTo>
                  <a:lnTo>
                    <a:pt x="459905" y="90807"/>
                  </a:lnTo>
                  <a:lnTo>
                    <a:pt x="485619" y="126435"/>
                  </a:lnTo>
                  <a:lnTo>
                    <a:pt x="504899" y="166202"/>
                  </a:lnTo>
                  <a:lnTo>
                    <a:pt x="517008" y="209387"/>
                  </a:lnTo>
                  <a:lnTo>
                    <a:pt x="521208" y="255270"/>
                  </a:lnTo>
                  <a:lnTo>
                    <a:pt x="517008" y="301152"/>
                  </a:lnTo>
                  <a:lnTo>
                    <a:pt x="504899" y="344337"/>
                  </a:lnTo>
                  <a:lnTo>
                    <a:pt x="485619" y="384104"/>
                  </a:lnTo>
                  <a:lnTo>
                    <a:pt x="459905" y="419732"/>
                  </a:lnTo>
                  <a:lnTo>
                    <a:pt x="428492" y="450499"/>
                  </a:lnTo>
                  <a:lnTo>
                    <a:pt x="392119" y="475685"/>
                  </a:lnTo>
                  <a:lnTo>
                    <a:pt x="351522" y="494568"/>
                  </a:lnTo>
                  <a:lnTo>
                    <a:pt x="307438" y="506426"/>
                  </a:lnTo>
                  <a:lnTo>
                    <a:pt x="260603" y="510540"/>
                  </a:lnTo>
                  <a:lnTo>
                    <a:pt x="213769" y="506426"/>
                  </a:lnTo>
                  <a:lnTo>
                    <a:pt x="169685" y="494568"/>
                  </a:lnTo>
                  <a:lnTo>
                    <a:pt x="129088" y="475685"/>
                  </a:lnTo>
                  <a:lnTo>
                    <a:pt x="92715" y="450499"/>
                  </a:lnTo>
                  <a:lnTo>
                    <a:pt x="61302" y="419732"/>
                  </a:lnTo>
                  <a:lnTo>
                    <a:pt x="35588" y="384104"/>
                  </a:lnTo>
                  <a:lnTo>
                    <a:pt x="16308" y="344337"/>
                  </a:lnTo>
                  <a:lnTo>
                    <a:pt x="4199" y="301152"/>
                  </a:lnTo>
                  <a:lnTo>
                    <a:pt x="0" y="255270"/>
                  </a:lnTo>
                  <a:close/>
                </a:path>
              </a:pathLst>
            </a:custGeom>
            <a:ln w="9144">
              <a:solidFill>
                <a:srgbClr val="40B9D2"/>
              </a:solidFill>
            </a:ln>
          </p:spPr>
          <p:txBody>
            <a:bodyPr wrap="square" lIns="0" tIns="0" rIns="0" bIns="0" rtlCol="0"/>
            <a:lstStyle/>
            <a:p>
              <a:endParaRPr/>
            </a:p>
          </p:txBody>
        </p:sp>
      </p:grpSp>
      <p:sp>
        <p:nvSpPr>
          <p:cNvPr id="65" name="object 65"/>
          <p:cNvSpPr txBox="1"/>
          <p:nvPr/>
        </p:nvSpPr>
        <p:spPr>
          <a:xfrm>
            <a:off x="6923913" y="3557396"/>
            <a:ext cx="161290" cy="391160"/>
          </a:xfrm>
          <a:prstGeom prst="rect">
            <a:avLst/>
          </a:prstGeom>
        </p:spPr>
        <p:txBody>
          <a:bodyPr vert="horz" wrap="square" lIns="0" tIns="12700" rIns="0" bIns="0" rtlCol="0">
            <a:spAutoFit/>
          </a:bodyPr>
          <a:lstStyle/>
          <a:p>
            <a:pPr marL="12700">
              <a:lnSpc>
                <a:spcPct val="100000"/>
              </a:lnSpc>
              <a:spcBef>
                <a:spcPts val="100"/>
              </a:spcBef>
            </a:pPr>
            <a:r>
              <a:rPr sz="3600" spc="-1770" baseline="-3472" dirty="0">
                <a:solidFill>
                  <a:srgbClr val="FFFFFF"/>
                </a:solidFill>
                <a:latin typeface="Calibri"/>
                <a:cs typeface="Calibri"/>
              </a:rPr>
              <a:t>9</a:t>
            </a:r>
            <a:r>
              <a:rPr sz="1800" spc="-30" dirty="0">
                <a:solidFill>
                  <a:srgbClr val="FFFFFF"/>
                </a:solidFill>
                <a:latin typeface="Cambria Math"/>
                <a:cs typeface="Cambria Math"/>
              </a:rPr>
              <a:t>2</a:t>
            </a:r>
            <a:endParaRPr sz="1800">
              <a:latin typeface="Cambria Math"/>
              <a:cs typeface="Cambria Math"/>
            </a:endParaRPr>
          </a:p>
        </p:txBody>
      </p:sp>
      <p:grpSp>
        <p:nvGrpSpPr>
          <p:cNvPr id="66" name="object 66"/>
          <p:cNvGrpSpPr/>
          <p:nvPr/>
        </p:nvGrpSpPr>
        <p:grpSpPr>
          <a:xfrm>
            <a:off x="4564316" y="4468304"/>
            <a:ext cx="620395" cy="620395"/>
            <a:chOff x="4564316" y="4468304"/>
            <a:chExt cx="620395" cy="620395"/>
          </a:xfrm>
        </p:grpSpPr>
        <p:sp>
          <p:nvSpPr>
            <p:cNvPr id="67" name="object 67"/>
            <p:cNvSpPr/>
            <p:nvPr/>
          </p:nvSpPr>
          <p:spPr>
            <a:xfrm>
              <a:off x="4569713" y="4473701"/>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68" name="object 68"/>
            <p:cNvSpPr/>
            <p:nvPr/>
          </p:nvSpPr>
          <p:spPr>
            <a:xfrm>
              <a:off x="4569713" y="4473701"/>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69" name="object 69"/>
          <p:cNvSpPr txBox="1"/>
          <p:nvPr/>
        </p:nvSpPr>
        <p:spPr>
          <a:xfrm>
            <a:off x="4750689" y="4614164"/>
            <a:ext cx="24574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orbel"/>
                <a:cs typeface="Corbel"/>
              </a:rPr>
              <a:t>10</a:t>
            </a:r>
            <a:endParaRPr sz="1800">
              <a:latin typeface="Corbel"/>
              <a:cs typeface="Corbel"/>
            </a:endParaRPr>
          </a:p>
        </p:txBody>
      </p:sp>
      <p:grpSp>
        <p:nvGrpSpPr>
          <p:cNvPr id="70" name="object 70"/>
          <p:cNvGrpSpPr/>
          <p:nvPr/>
        </p:nvGrpSpPr>
        <p:grpSpPr>
          <a:xfrm>
            <a:off x="5670740" y="4471352"/>
            <a:ext cx="620395" cy="620395"/>
            <a:chOff x="5670740" y="4471352"/>
            <a:chExt cx="620395" cy="620395"/>
          </a:xfrm>
        </p:grpSpPr>
        <p:sp>
          <p:nvSpPr>
            <p:cNvPr id="71" name="object 71"/>
            <p:cNvSpPr/>
            <p:nvPr/>
          </p:nvSpPr>
          <p:spPr>
            <a:xfrm>
              <a:off x="5676138" y="4476750"/>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72" name="object 72"/>
            <p:cNvSpPr/>
            <p:nvPr/>
          </p:nvSpPr>
          <p:spPr>
            <a:xfrm>
              <a:off x="5676138" y="4476750"/>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73" name="object 73"/>
          <p:cNvSpPr txBox="1"/>
          <p:nvPr/>
        </p:nvSpPr>
        <p:spPr>
          <a:xfrm>
            <a:off x="5818378" y="4618735"/>
            <a:ext cx="279400"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ambria Math"/>
                <a:cs typeface="Cambria Math"/>
              </a:rPr>
              <a:t>11</a:t>
            </a:r>
            <a:endParaRPr sz="1800">
              <a:latin typeface="Cambria Math"/>
              <a:cs typeface="Cambria Math"/>
            </a:endParaRPr>
          </a:p>
        </p:txBody>
      </p:sp>
      <p:sp>
        <p:nvSpPr>
          <p:cNvPr id="74" name="object 74"/>
          <p:cNvSpPr txBox="1"/>
          <p:nvPr/>
        </p:nvSpPr>
        <p:spPr>
          <a:xfrm>
            <a:off x="6404228" y="4377308"/>
            <a:ext cx="14097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F</a:t>
            </a:r>
            <a:endParaRPr sz="1800">
              <a:latin typeface="Corbel"/>
              <a:cs typeface="Corbel"/>
            </a:endParaRPr>
          </a:p>
        </p:txBody>
      </p:sp>
      <p:sp>
        <p:nvSpPr>
          <p:cNvPr id="75" name="object 75"/>
          <p:cNvSpPr txBox="1"/>
          <p:nvPr/>
        </p:nvSpPr>
        <p:spPr>
          <a:xfrm>
            <a:off x="7489952" y="4388611"/>
            <a:ext cx="20193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orbel"/>
                <a:cs typeface="Corbel"/>
              </a:rPr>
              <a:t>T’</a:t>
            </a:r>
            <a:endParaRPr sz="1800">
              <a:latin typeface="Corbel"/>
              <a:cs typeface="Corbel"/>
            </a:endParaRPr>
          </a:p>
        </p:txBody>
      </p:sp>
      <p:grpSp>
        <p:nvGrpSpPr>
          <p:cNvPr id="76" name="object 76"/>
          <p:cNvGrpSpPr/>
          <p:nvPr/>
        </p:nvGrpSpPr>
        <p:grpSpPr>
          <a:xfrm>
            <a:off x="6305422" y="4485068"/>
            <a:ext cx="1107440" cy="620395"/>
            <a:chOff x="6305422" y="4485068"/>
            <a:chExt cx="1107440" cy="620395"/>
          </a:xfrm>
        </p:grpSpPr>
        <p:sp>
          <p:nvSpPr>
            <p:cNvPr id="77" name="object 77"/>
            <p:cNvSpPr/>
            <p:nvPr/>
          </p:nvSpPr>
          <p:spPr>
            <a:xfrm>
              <a:off x="6305423" y="4490465"/>
              <a:ext cx="1102360" cy="609600"/>
            </a:xfrm>
            <a:custGeom>
              <a:avLst/>
              <a:gdLst/>
              <a:ahLst/>
              <a:cxnLst/>
              <a:rect l="l" t="t" r="r" b="b"/>
              <a:pathLst>
                <a:path w="1102359" h="609600">
                  <a:moveTo>
                    <a:pt x="1101979" y="304800"/>
                  </a:moveTo>
                  <a:lnTo>
                    <a:pt x="1097978" y="255384"/>
                  </a:lnTo>
                  <a:lnTo>
                    <a:pt x="1086434" y="208483"/>
                  </a:lnTo>
                  <a:lnTo>
                    <a:pt x="1067943" y="164757"/>
                  </a:lnTo>
                  <a:lnTo>
                    <a:pt x="1043152" y="124815"/>
                  </a:lnTo>
                  <a:lnTo>
                    <a:pt x="1012672" y="89306"/>
                  </a:lnTo>
                  <a:lnTo>
                    <a:pt x="977163" y="58826"/>
                  </a:lnTo>
                  <a:lnTo>
                    <a:pt x="937221" y="34036"/>
                  </a:lnTo>
                  <a:lnTo>
                    <a:pt x="893483" y="15544"/>
                  </a:lnTo>
                  <a:lnTo>
                    <a:pt x="846594" y="4000"/>
                  </a:lnTo>
                  <a:lnTo>
                    <a:pt x="797179" y="0"/>
                  </a:lnTo>
                  <a:lnTo>
                    <a:pt x="747750" y="4000"/>
                  </a:lnTo>
                  <a:lnTo>
                    <a:pt x="700862" y="15557"/>
                  </a:lnTo>
                  <a:lnTo>
                    <a:pt x="657123" y="34036"/>
                  </a:lnTo>
                  <a:lnTo>
                    <a:pt x="617194" y="58839"/>
                  </a:lnTo>
                  <a:lnTo>
                    <a:pt x="581672" y="89306"/>
                  </a:lnTo>
                  <a:lnTo>
                    <a:pt x="551205" y="124828"/>
                  </a:lnTo>
                  <a:lnTo>
                    <a:pt x="526402" y="164757"/>
                  </a:lnTo>
                  <a:lnTo>
                    <a:pt x="507923" y="208483"/>
                  </a:lnTo>
                  <a:lnTo>
                    <a:pt x="496366" y="255384"/>
                  </a:lnTo>
                  <a:lnTo>
                    <a:pt x="492848" y="298907"/>
                  </a:lnTo>
                  <a:lnTo>
                    <a:pt x="395351" y="241173"/>
                  </a:lnTo>
                  <a:lnTo>
                    <a:pt x="387477" y="243205"/>
                  </a:lnTo>
                  <a:lnTo>
                    <a:pt x="383794" y="249301"/>
                  </a:lnTo>
                  <a:lnTo>
                    <a:pt x="380111" y="255524"/>
                  </a:lnTo>
                  <a:lnTo>
                    <a:pt x="382143" y="263398"/>
                  </a:lnTo>
                  <a:lnTo>
                    <a:pt x="424535" y="288493"/>
                  </a:lnTo>
                  <a:lnTo>
                    <a:pt x="254" y="285750"/>
                  </a:lnTo>
                  <a:lnTo>
                    <a:pt x="215" y="288798"/>
                  </a:lnTo>
                  <a:lnTo>
                    <a:pt x="88" y="301625"/>
                  </a:lnTo>
                  <a:lnTo>
                    <a:pt x="0" y="311658"/>
                  </a:lnTo>
                  <a:lnTo>
                    <a:pt x="424459" y="314401"/>
                  </a:lnTo>
                  <a:lnTo>
                    <a:pt x="381762" y="338963"/>
                  </a:lnTo>
                  <a:lnTo>
                    <a:pt x="379603" y="346837"/>
                  </a:lnTo>
                  <a:lnTo>
                    <a:pt x="386715" y="359283"/>
                  </a:lnTo>
                  <a:lnTo>
                    <a:pt x="394589" y="361442"/>
                  </a:lnTo>
                  <a:lnTo>
                    <a:pt x="475983" y="314706"/>
                  </a:lnTo>
                  <a:lnTo>
                    <a:pt x="492404" y="305269"/>
                  </a:lnTo>
                  <a:lnTo>
                    <a:pt x="496366" y="354228"/>
                  </a:lnTo>
                  <a:lnTo>
                    <a:pt x="507911" y="401129"/>
                  </a:lnTo>
                  <a:lnTo>
                    <a:pt x="526402" y="444855"/>
                  </a:lnTo>
                  <a:lnTo>
                    <a:pt x="551192" y="484797"/>
                  </a:lnTo>
                  <a:lnTo>
                    <a:pt x="581672" y="520306"/>
                  </a:lnTo>
                  <a:lnTo>
                    <a:pt x="617194" y="550786"/>
                  </a:lnTo>
                  <a:lnTo>
                    <a:pt x="657123" y="575576"/>
                  </a:lnTo>
                  <a:lnTo>
                    <a:pt x="700862" y="594067"/>
                  </a:lnTo>
                  <a:lnTo>
                    <a:pt x="747750" y="605612"/>
                  </a:lnTo>
                  <a:lnTo>
                    <a:pt x="797179" y="609600"/>
                  </a:lnTo>
                  <a:lnTo>
                    <a:pt x="846594" y="605612"/>
                  </a:lnTo>
                  <a:lnTo>
                    <a:pt x="893483" y="594055"/>
                  </a:lnTo>
                  <a:lnTo>
                    <a:pt x="937221" y="575576"/>
                  </a:lnTo>
                  <a:lnTo>
                    <a:pt x="977150" y="550773"/>
                  </a:lnTo>
                  <a:lnTo>
                    <a:pt x="1012672" y="520306"/>
                  </a:lnTo>
                  <a:lnTo>
                    <a:pt x="1043139" y="484784"/>
                  </a:lnTo>
                  <a:lnTo>
                    <a:pt x="1067943" y="444855"/>
                  </a:lnTo>
                  <a:lnTo>
                    <a:pt x="1086434" y="401129"/>
                  </a:lnTo>
                  <a:lnTo>
                    <a:pt x="1097978" y="354228"/>
                  </a:lnTo>
                  <a:lnTo>
                    <a:pt x="1101979" y="304800"/>
                  </a:lnTo>
                  <a:close/>
                </a:path>
              </a:pathLst>
            </a:custGeom>
            <a:solidFill>
              <a:srgbClr val="40B9D2"/>
            </a:solidFill>
          </p:spPr>
          <p:txBody>
            <a:bodyPr wrap="square" lIns="0" tIns="0" rIns="0" bIns="0" rtlCol="0"/>
            <a:lstStyle/>
            <a:p>
              <a:endParaRPr/>
            </a:p>
          </p:txBody>
        </p:sp>
        <p:sp>
          <p:nvSpPr>
            <p:cNvPr id="78" name="object 78"/>
            <p:cNvSpPr/>
            <p:nvPr/>
          </p:nvSpPr>
          <p:spPr>
            <a:xfrm>
              <a:off x="6797801" y="4490465"/>
              <a:ext cx="609600" cy="609600"/>
            </a:xfrm>
            <a:custGeom>
              <a:avLst/>
              <a:gdLst/>
              <a:ahLst/>
              <a:cxnLst/>
              <a:rect l="l" t="t" r="r" b="b"/>
              <a:pathLst>
                <a:path w="609600" h="609600">
                  <a:moveTo>
                    <a:pt x="0" y="304799"/>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799"/>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599"/>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799"/>
                  </a:lnTo>
                  <a:close/>
                </a:path>
              </a:pathLst>
            </a:custGeom>
            <a:ln w="10668">
              <a:solidFill>
                <a:srgbClr val="2C879A"/>
              </a:solidFill>
            </a:ln>
          </p:spPr>
          <p:txBody>
            <a:bodyPr wrap="square" lIns="0" tIns="0" rIns="0" bIns="0" rtlCol="0"/>
            <a:lstStyle/>
            <a:p>
              <a:endParaRPr/>
            </a:p>
          </p:txBody>
        </p:sp>
      </p:grpSp>
      <p:sp>
        <p:nvSpPr>
          <p:cNvPr id="79" name="object 79"/>
          <p:cNvSpPr txBox="1"/>
          <p:nvPr/>
        </p:nvSpPr>
        <p:spPr>
          <a:xfrm>
            <a:off x="6939533" y="4632452"/>
            <a:ext cx="27876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ambria Math"/>
                <a:cs typeface="Cambria Math"/>
              </a:rPr>
              <a:t>12</a:t>
            </a:r>
            <a:endParaRPr sz="1800">
              <a:latin typeface="Cambria Math"/>
              <a:cs typeface="Cambria Math"/>
            </a:endParaRPr>
          </a:p>
        </p:txBody>
      </p:sp>
      <p:grpSp>
        <p:nvGrpSpPr>
          <p:cNvPr id="80" name="object 80"/>
          <p:cNvGrpSpPr/>
          <p:nvPr/>
        </p:nvGrpSpPr>
        <p:grpSpPr>
          <a:xfrm>
            <a:off x="4868989" y="4733163"/>
            <a:ext cx="3354070" cy="639445"/>
            <a:chOff x="4868989" y="4733163"/>
            <a:chExt cx="3354070" cy="639445"/>
          </a:xfrm>
        </p:grpSpPr>
        <p:sp>
          <p:nvSpPr>
            <p:cNvPr id="81" name="object 81"/>
            <p:cNvSpPr/>
            <p:nvPr/>
          </p:nvSpPr>
          <p:spPr>
            <a:xfrm>
              <a:off x="7399655" y="4733163"/>
              <a:ext cx="498475" cy="120650"/>
            </a:xfrm>
            <a:custGeom>
              <a:avLst/>
              <a:gdLst/>
              <a:ahLst/>
              <a:cxnLst/>
              <a:rect l="l" t="t" r="r" b="b"/>
              <a:pathLst>
                <a:path w="498475" h="120650">
                  <a:moveTo>
                    <a:pt x="424461" y="73224"/>
                  </a:moveTo>
                  <a:lnTo>
                    <a:pt x="381762" y="97789"/>
                  </a:lnTo>
                  <a:lnTo>
                    <a:pt x="379602" y="105663"/>
                  </a:lnTo>
                  <a:lnTo>
                    <a:pt x="386715" y="118110"/>
                  </a:lnTo>
                  <a:lnTo>
                    <a:pt x="394589" y="120268"/>
                  </a:lnTo>
                  <a:lnTo>
                    <a:pt x="475984" y="73532"/>
                  </a:lnTo>
                  <a:lnTo>
                    <a:pt x="472313" y="73532"/>
                  </a:lnTo>
                  <a:lnTo>
                    <a:pt x="424461" y="73224"/>
                  </a:lnTo>
                  <a:close/>
                </a:path>
                <a:path w="498475" h="120650">
                  <a:moveTo>
                    <a:pt x="446725" y="60445"/>
                  </a:moveTo>
                  <a:lnTo>
                    <a:pt x="424461" y="73224"/>
                  </a:lnTo>
                  <a:lnTo>
                    <a:pt x="472313" y="73532"/>
                  </a:lnTo>
                  <a:lnTo>
                    <a:pt x="472321" y="71755"/>
                  </a:lnTo>
                  <a:lnTo>
                    <a:pt x="465836" y="71755"/>
                  </a:lnTo>
                  <a:lnTo>
                    <a:pt x="446725" y="60445"/>
                  </a:lnTo>
                  <a:close/>
                </a:path>
                <a:path w="498475" h="120650">
                  <a:moveTo>
                    <a:pt x="395350" y="0"/>
                  </a:moveTo>
                  <a:lnTo>
                    <a:pt x="387476" y="2031"/>
                  </a:lnTo>
                  <a:lnTo>
                    <a:pt x="383794" y="8128"/>
                  </a:lnTo>
                  <a:lnTo>
                    <a:pt x="380111" y="14350"/>
                  </a:lnTo>
                  <a:lnTo>
                    <a:pt x="382143" y="22225"/>
                  </a:lnTo>
                  <a:lnTo>
                    <a:pt x="424540" y="47315"/>
                  </a:lnTo>
                  <a:lnTo>
                    <a:pt x="472440" y="47625"/>
                  </a:lnTo>
                  <a:lnTo>
                    <a:pt x="472313" y="73532"/>
                  </a:lnTo>
                  <a:lnTo>
                    <a:pt x="475984" y="73532"/>
                  </a:lnTo>
                  <a:lnTo>
                    <a:pt x="498094" y="60832"/>
                  </a:lnTo>
                  <a:lnTo>
                    <a:pt x="395350" y="0"/>
                  </a:lnTo>
                  <a:close/>
                </a:path>
                <a:path w="498475" h="120650">
                  <a:moveTo>
                    <a:pt x="253" y="44576"/>
                  </a:moveTo>
                  <a:lnTo>
                    <a:pt x="224" y="47625"/>
                  </a:lnTo>
                  <a:lnTo>
                    <a:pt x="98" y="60445"/>
                  </a:lnTo>
                  <a:lnTo>
                    <a:pt x="0" y="70485"/>
                  </a:lnTo>
                  <a:lnTo>
                    <a:pt x="424461" y="73224"/>
                  </a:lnTo>
                  <a:lnTo>
                    <a:pt x="446725" y="60445"/>
                  </a:lnTo>
                  <a:lnTo>
                    <a:pt x="424540" y="47315"/>
                  </a:lnTo>
                  <a:lnTo>
                    <a:pt x="253" y="44576"/>
                  </a:lnTo>
                  <a:close/>
                </a:path>
                <a:path w="498475" h="120650">
                  <a:moveTo>
                    <a:pt x="465963" y="49403"/>
                  </a:moveTo>
                  <a:lnTo>
                    <a:pt x="446725" y="60445"/>
                  </a:lnTo>
                  <a:lnTo>
                    <a:pt x="465836" y="71755"/>
                  </a:lnTo>
                  <a:lnTo>
                    <a:pt x="465963" y="49403"/>
                  </a:lnTo>
                  <a:close/>
                </a:path>
                <a:path w="498475" h="120650">
                  <a:moveTo>
                    <a:pt x="472431" y="49403"/>
                  </a:moveTo>
                  <a:lnTo>
                    <a:pt x="465963" y="49403"/>
                  </a:lnTo>
                  <a:lnTo>
                    <a:pt x="465836" y="71755"/>
                  </a:lnTo>
                  <a:lnTo>
                    <a:pt x="472321" y="71755"/>
                  </a:lnTo>
                  <a:lnTo>
                    <a:pt x="472431" y="49403"/>
                  </a:lnTo>
                  <a:close/>
                </a:path>
                <a:path w="498475" h="120650">
                  <a:moveTo>
                    <a:pt x="424540" y="47315"/>
                  </a:moveTo>
                  <a:lnTo>
                    <a:pt x="446725" y="60445"/>
                  </a:lnTo>
                  <a:lnTo>
                    <a:pt x="465963" y="49403"/>
                  </a:lnTo>
                  <a:lnTo>
                    <a:pt x="472431" y="49403"/>
                  </a:lnTo>
                  <a:lnTo>
                    <a:pt x="472440" y="47625"/>
                  </a:lnTo>
                  <a:lnTo>
                    <a:pt x="424540" y="47315"/>
                  </a:lnTo>
                  <a:close/>
                </a:path>
              </a:pathLst>
            </a:custGeom>
            <a:solidFill>
              <a:srgbClr val="40B9D2"/>
            </a:solidFill>
          </p:spPr>
          <p:txBody>
            <a:bodyPr wrap="square" lIns="0" tIns="0" rIns="0" bIns="0" rtlCol="0"/>
            <a:lstStyle/>
            <a:p>
              <a:endParaRPr/>
            </a:p>
          </p:txBody>
        </p:sp>
        <p:sp>
          <p:nvSpPr>
            <p:cNvPr id="82" name="object 82"/>
            <p:cNvSpPr/>
            <p:nvPr/>
          </p:nvSpPr>
          <p:spPr>
            <a:xfrm>
              <a:off x="4873752" y="5338572"/>
              <a:ext cx="3303904" cy="10160"/>
            </a:xfrm>
            <a:custGeom>
              <a:avLst/>
              <a:gdLst/>
              <a:ahLst/>
              <a:cxnLst/>
              <a:rect l="l" t="t" r="r" b="b"/>
              <a:pathLst>
                <a:path w="3303904" h="10160">
                  <a:moveTo>
                    <a:pt x="0" y="0"/>
                  </a:moveTo>
                  <a:lnTo>
                    <a:pt x="3303904" y="9778"/>
                  </a:lnTo>
                </a:path>
              </a:pathLst>
            </a:custGeom>
            <a:ln w="9144">
              <a:solidFill>
                <a:srgbClr val="40B9D2"/>
              </a:solidFill>
            </a:ln>
          </p:spPr>
          <p:txBody>
            <a:bodyPr wrap="square" lIns="0" tIns="0" rIns="0" bIns="0" rtlCol="0"/>
            <a:lstStyle/>
            <a:p>
              <a:endParaRPr/>
            </a:p>
          </p:txBody>
        </p:sp>
        <p:sp>
          <p:nvSpPr>
            <p:cNvPr id="83" name="object 83"/>
            <p:cNvSpPr/>
            <p:nvPr/>
          </p:nvSpPr>
          <p:spPr>
            <a:xfrm>
              <a:off x="8146542" y="5099304"/>
              <a:ext cx="76200" cy="273685"/>
            </a:xfrm>
            <a:custGeom>
              <a:avLst/>
              <a:gdLst/>
              <a:ahLst/>
              <a:cxnLst/>
              <a:rect l="l" t="t" r="r" b="b"/>
              <a:pathLst>
                <a:path w="76200" h="273685">
                  <a:moveTo>
                    <a:pt x="31716" y="75872"/>
                  </a:moveTo>
                  <a:lnTo>
                    <a:pt x="23367" y="272542"/>
                  </a:lnTo>
                  <a:lnTo>
                    <a:pt x="36067" y="273177"/>
                  </a:lnTo>
                  <a:lnTo>
                    <a:pt x="44364" y="77724"/>
                  </a:lnTo>
                  <a:lnTo>
                    <a:pt x="44421" y="76402"/>
                  </a:lnTo>
                  <a:lnTo>
                    <a:pt x="31716" y="75872"/>
                  </a:lnTo>
                  <a:close/>
                </a:path>
                <a:path w="76200" h="273685">
                  <a:moveTo>
                    <a:pt x="69534" y="63119"/>
                  </a:moveTo>
                  <a:lnTo>
                    <a:pt x="32257" y="63119"/>
                  </a:lnTo>
                  <a:lnTo>
                    <a:pt x="44957" y="63754"/>
                  </a:lnTo>
                  <a:lnTo>
                    <a:pt x="44499" y="74549"/>
                  </a:lnTo>
                  <a:lnTo>
                    <a:pt x="44421" y="76402"/>
                  </a:lnTo>
                  <a:lnTo>
                    <a:pt x="76073" y="77724"/>
                  </a:lnTo>
                  <a:lnTo>
                    <a:pt x="69534" y="63119"/>
                  </a:lnTo>
                  <a:close/>
                </a:path>
                <a:path w="76200" h="273685">
                  <a:moveTo>
                    <a:pt x="32257" y="63119"/>
                  </a:moveTo>
                  <a:lnTo>
                    <a:pt x="31772" y="74549"/>
                  </a:lnTo>
                  <a:lnTo>
                    <a:pt x="31716" y="75872"/>
                  </a:lnTo>
                  <a:lnTo>
                    <a:pt x="44421" y="76402"/>
                  </a:lnTo>
                  <a:lnTo>
                    <a:pt x="44957" y="63754"/>
                  </a:lnTo>
                  <a:lnTo>
                    <a:pt x="32257" y="63119"/>
                  </a:lnTo>
                  <a:close/>
                </a:path>
                <a:path w="76200" h="273685">
                  <a:moveTo>
                    <a:pt x="41275" y="0"/>
                  </a:moveTo>
                  <a:lnTo>
                    <a:pt x="0" y="74549"/>
                  </a:lnTo>
                  <a:lnTo>
                    <a:pt x="31716" y="75872"/>
                  </a:lnTo>
                  <a:lnTo>
                    <a:pt x="32231" y="63754"/>
                  </a:lnTo>
                  <a:lnTo>
                    <a:pt x="32257" y="63119"/>
                  </a:lnTo>
                  <a:lnTo>
                    <a:pt x="69534" y="63119"/>
                  </a:lnTo>
                  <a:lnTo>
                    <a:pt x="41275" y="0"/>
                  </a:lnTo>
                  <a:close/>
                </a:path>
              </a:pathLst>
            </a:custGeom>
            <a:solidFill>
              <a:srgbClr val="40B9D2"/>
            </a:solidFill>
          </p:spPr>
          <p:txBody>
            <a:bodyPr wrap="square" lIns="0" tIns="0" rIns="0" bIns="0" rtlCol="0"/>
            <a:lstStyle/>
            <a:p>
              <a:endParaRPr/>
            </a:p>
          </p:txBody>
        </p:sp>
      </p:grpSp>
      <p:sp>
        <p:nvSpPr>
          <p:cNvPr id="84" name="object 84"/>
          <p:cNvSpPr txBox="1"/>
          <p:nvPr/>
        </p:nvSpPr>
        <p:spPr>
          <a:xfrm>
            <a:off x="5303265" y="4396562"/>
            <a:ext cx="148590" cy="300355"/>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a:t>
            </a:r>
            <a:endParaRPr sz="1800">
              <a:latin typeface="Corbel"/>
              <a:cs typeface="Corbel"/>
            </a:endParaRPr>
          </a:p>
        </p:txBody>
      </p:sp>
      <p:sp>
        <p:nvSpPr>
          <p:cNvPr id="85" name="object 85"/>
          <p:cNvSpPr txBox="1"/>
          <p:nvPr/>
        </p:nvSpPr>
        <p:spPr>
          <a:xfrm>
            <a:off x="3827526" y="4627626"/>
            <a:ext cx="3562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T’</a:t>
            </a:r>
            <a:r>
              <a:rPr sz="1800" spc="345" dirty="0">
                <a:latin typeface="Corbel"/>
                <a:cs typeface="Corbel"/>
              </a:rPr>
              <a:t> </a:t>
            </a:r>
            <a:r>
              <a:rPr sz="1800" spc="-50" dirty="0">
                <a:latin typeface="Corbel"/>
                <a:cs typeface="Corbel"/>
              </a:rPr>
              <a:t>:</a:t>
            </a:r>
            <a:endParaRPr sz="1800">
              <a:latin typeface="Corbel"/>
              <a:cs typeface="Corbel"/>
            </a:endParaRPr>
          </a:p>
        </p:txBody>
      </p:sp>
      <p:grpSp>
        <p:nvGrpSpPr>
          <p:cNvPr id="86" name="object 86"/>
          <p:cNvGrpSpPr/>
          <p:nvPr/>
        </p:nvGrpSpPr>
        <p:grpSpPr>
          <a:xfrm>
            <a:off x="4869179" y="4479035"/>
            <a:ext cx="3649979" cy="845819"/>
            <a:chOff x="4869179" y="4479035"/>
            <a:chExt cx="3649979" cy="845819"/>
          </a:xfrm>
        </p:grpSpPr>
        <p:sp>
          <p:nvSpPr>
            <p:cNvPr id="87" name="object 87"/>
            <p:cNvSpPr/>
            <p:nvPr/>
          </p:nvSpPr>
          <p:spPr>
            <a:xfrm>
              <a:off x="5162422" y="4733162"/>
              <a:ext cx="498475" cy="120650"/>
            </a:xfrm>
            <a:custGeom>
              <a:avLst/>
              <a:gdLst/>
              <a:ahLst/>
              <a:cxnLst/>
              <a:rect l="l" t="t" r="r" b="b"/>
              <a:pathLst>
                <a:path w="498475" h="120650">
                  <a:moveTo>
                    <a:pt x="424461" y="73224"/>
                  </a:moveTo>
                  <a:lnTo>
                    <a:pt x="381762" y="97789"/>
                  </a:lnTo>
                  <a:lnTo>
                    <a:pt x="379602" y="105663"/>
                  </a:lnTo>
                  <a:lnTo>
                    <a:pt x="386714" y="118110"/>
                  </a:lnTo>
                  <a:lnTo>
                    <a:pt x="394588" y="120268"/>
                  </a:lnTo>
                  <a:lnTo>
                    <a:pt x="475984" y="73532"/>
                  </a:lnTo>
                  <a:lnTo>
                    <a:pt x="472313" y="73532"/>
                  </a:lnTo>
                  <a:lnTo>
                    <a:pt x="424461" y="73224"/>
                  </a:lnTo>
                  <a:close/>
                </a:path>
                <a:path w="498475" h="120650">
                  <a:moveTo>
                    <a:pt x="446725" y="60445"/>
                  </a:moveTo>
                  <a:lnTo>
                    <a:pt x="424461" y="73224"/>
                  </a:lnTo>
                  <a:lnTo>
                    <a:pt x="472313" y="73532"/>
                  </a:lnTo>
                  <a:lnTo>
                    <a:pt x="472321" y="71755"/>
                  </a:lnTo>
                  <a:lnTo>
                    <a:pt x="465836" y="71755"/>
                  </a:lnTo>
                  <a:lnTo>
                    <a:pt x="446725" y="60445"/>
                  </a:lnTo>
                  <a:close/>
                </a:path>
                <a:path w="498475" h="120650">
                  <a:moveTo>
                    <a:pt x="395350" y="0"/>
                  </a:moveTo>
                  <a:lnTo>
                    <a:pt x="387476" y="2031"/>
                  </a:lnTo>
                  <a:lnTo>
                    <a:pt x="383793" y="8128"/>
                  </a:lnTo>
                  <a:lnTo>
                    <a:pt x="380111" y="14350"/>
                  </a:lnTo>
                  <a:lnTo>
                    <a:pt x="382142" y="22225"/>
                  </a:lnTo>
                  <a:lnTo>
                    <a:pt x="424540" y="47315"/>
                  </a:lnTo>
                  <a:lnTo>
                    <a:pt x="472439" y="47625"/>
                  </a:lnTo>
                  <a:lnTo>
                    <a:pt x="472313" y="73532"/>
                  </a:lnTo>
                  <a:lnTo>
                    <a:pt x="475984" y="73532"/>
                  </a:lnTo>
                  <a:lnTo>
                    <a:pt x="498093" y="60832"/>
                  </a:lnTo>
                  <a:lnTo>
                    <a:pt x="395350" y="0"/>
                  </a:lnTo>
                  <a:close/>
                </a:path>
                <a:path w="498475" h="120650">
                  <a:moveTo>
                    <a:pt x="253" y="44576"/>
                  </a:moveTo>
                  <a:lnTo>
                    <a:pt x="224" y="47625"/>
                  </a:lnTo>
                  <a:lnTo>
                    <a:pt x="98" y="60445"/>
                  </a:lnTo>
                  <a:lnTo>
                    <a:pt x="0" y="70485"/>
                  </a:lnTo>
                  <a:lnTo>
                    <a:pt x="424461" y="73224"/>
                  </a:lnTo>
                  <a:lnTo>
                    <a:pt x="446725" y="60445"/>
                  </a:lnTo>
                  <a:lnTo>
                    <a:pt x="424540" y="47315"/>
                  </a:lnTo>
                  <a:lnTo>
                    <a:pt x="253" y="44576"/>
                  </a:lnTo>
                  <a:close/>
                </a:path>
                <a:path w="498475" h="120650">
                  <a:moveTo>
                    <a:pt x="465963" y="49403"/>
                  </a:moveTo>
                  <a:lnTo>
                    <a:pt x="446725" y="60445"/>
                  </a:lnTo>
                  <a:lnTo>
                    <a:pt x="465836" y="71755"/>
                  </a:lnTo>
                  <a:lnTo>
                    <a:pt x="465963" y="49403"/>
                  </a:lnTo>
                  <a:close/>
                </a:path>
                <a:path w="498475" h="120650">
                  <a:moveTo>
                    <a:pt x="472431" y="49403"/>
                  </a:moveTo>
                  <a:lnTo>
                    <a:pt x="465963" y="49403"/>
                  </a:lnTo>
                  <a:lnTo>
                    <a:pt x="465836" y="71755"/>
                  </a:lnTo>
                  <a:lnTo>
                    <a:pt x="472321" y="71755"/>
                  </a:lnTo>
                  <a:lnTo>
                    <a:pt x="472431" y="49403"/>
                  </a:lnTo>
                  <a:close/>
                </a:path>
                <a:path w="498475" h="120650">
                  <a:moveTo>
                    <a:pt x="424540" y="47315"/>
                  </a:moveTo>
                  <a:lnTo>
                    <a:pt x="446725" y="60445"/>
                  </a:lnTo>
                  <a:lnTo>
                    <a:pt x="465963" y="49403"/>
                  </a:lnTo>
                  <a:lnTo>
                    <a:pt x="472431" y="49403"/>
                  </a:lnTo>
                  <a:lnTo>
                    <a:pt x="472439" y="47625"/>
                  </a:lnTo>
                  <a:lnTo>
                    <a:pt x="424540" y="47315"/>
                  </a:lnTo>
                  <a:close/>
                </a:path>
              </a:pathLst>
            </a:custGeom>
            <a:solidFill>
              <a:srgbClr val="40B9D2"/>
            </a:solidFill>
          </p:spPr>
          <p:txBody>
            <a:bodyPr wrap="square" lIns="0" tIns="0" rIns="0" bIns="0" rtlCol="0"/>
            <a:lstStyle/>
            <a:p>
              <a:endParaRPr/>
            </a:p>
          </p:txBody>
        </p:sp>
        <p:sp>
          <p:nvSpPr>
            <p:cNvPr id="88" name="object 88"/>
            <p:cNvSpPr/>
            <p:nvPr/>
          </p:nvSpPr>
          <p:spPr>
            <a:xfrm>
              <a:off x="4873751" y="5082539"/>
              <a:ext cx="0" cy="242570"/>
            </a:xfrm>
            <a:custGeom>
              <a:avLst/>
              <a:gdLst/>
              <a:ahLst/>
              <a:cxnLst/>
              <a:rect l="l" t="t" r="r" b="b"/>
              <a:pathLst>
                <a:path h="242570">
                  <a:moveTo>
                    <a:pt x="0" y="0"/>
                  </a:moveTo>
                  <a:lnTo>
                    <a:pt x="0" y="242062"/>
                  </a:lnTo>
                </a:path>
              </a:pathLst>
            </a:custGeom>
            <a:ln w="9144">
              <a:solidFill>
                <a:srgbClr val="40B9D2"/>
              </a:solidFill>
            </a:ln>
          </p:spPr>
          <p:txBody>
            <a:bodyPr wrap="square" lIns="0" tIns="0" rIns="0" bIns="0" rtlCol="0"/>
            <a:lstStyle/>
            <a:p>
              <a:endParaRPr/>
            </a:p>
          </p:txBody>
        </p:sp>
        <p:sp>
          <p:nvSpPr>
            <p:cNvPr id="89" name="object 89"/>
            <p:cNvSpPr/>
            <p:nvPr/>
          </p:nvSpPr>
          <p:spPr>
            <a:xfrm>
              <a:off x="7904225" y="4484369"/>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799"/>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599"/>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799"/>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90" name="object 90"/>
            <p:cNvSpPr/>
            <p:nvPr/>
          </p:nvSpPr>
          <p:spPr>
            <a:xfrm>
              <a:off x="7904225" y="4484369"/>
              <a:ext cx="609600" cy="609600"/>
            </a:xfrm>
            <a:custGeom>
              <a:avLst/>
              <a:gdLst/>
              <a:ahLst/>
              <a:cxnLst/>
              <a:rect l="l" t="t" r="r" b="b"/>
              <a:pathLst>
                <a:path w="609600" h="609600">
                  <a:moveTo>
                    <a:pt x="0" y="304799"/>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799"/>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599"/>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799"/>
                  </a:lnTo>
                  <a:close/>
                </a:path>
              </a:pathLst>
            </a:custGeom>
            <a:ln w="10668">
              <a:solidFill>
                <a:srgbClr val="2C879A"/>
              </a:solidFill>
            </a:ln>
          </p:spPr>
          <p:txBody>
            <a:bodyPr wrap="square" lIns="0" tIns="0" rIns="0" bIns="0" rtlCol="0"/>
            <a:lstStyle/>
            <a:p>
              <a:endParaRPr/>
            </a:p>
          </p:txBody>
        </p:sp>
        <p:sp>
          <p:nvSpPr>
            <p:cNvPr id="91" name="object 91"/>
            <p:cNvSpPr/>
            <p:nvPr/>
          </p:nvSpPr>
          <p:spPr>
            <a:xfrm>
              <a:off x="7955279" y="4539995"/>
              <a:ext cx="521334" cy="510540"/>
            </a:xfrm>
            <a:custGeom>
              <a:avLst/>
              <a:gdLst/>
              <a:ahLst/>
              <a:cxnLst/>
              <a:rect l="l" t="t" r="r" b="b"/>
              <a:pathLst>
                <a:path w="521334" h="510539">
                  <a:moveTo>
                    <a:pt x="260603" y="0"/>
                  </a:moveTo>
                  <a:lnTo>
                    <a:pt x="213769" y="4113"/>
                  </a:lnTo>
                  <a:lnTo>
                    <a:pt x="169685" y="15971"/>
                  </a:lnTo>
                  <a:lnTo>
                    <a:pt x="129088" y="34854"/>
                  </a:lnTo>
                  <a:lnTo>
                    <a:pt x="92715" y="60040"/>
                  </a:lnTo>
                  <a:lnTo>
                    <a:pt x="61302" y="90807"/>
                  </a:lnTo>
                  <a:lnTo>
                    <a:pt x="35588" y="126435"/>
                  </a:lnTo>
                  <a:lnTo>
                    <a:pt x="16308" y="166202"/>
                  </a:lnTo>
                  <a:lnTo>
                    <a:pt x="4199" y="209387"/>
                  </a:lnTo>
                  <a:lnTo>
                    <a:pt x="0" y="255269"/>
                  </a:lnTo>
                  <a:lnTo>
                    <a:pt x="4199" y="301152"/>
                  </a:lnTo>
                  <a:lnTo>
                    <a:pt x="16308" y="344337"/>
                  </a:lnTo>
                  <a:lnTo>
                    <a:pt x="35588" y="384104"/>
                  </a:lnTo>
                  <a:lnTo>
                    <a:pt x="61302" y="419732"/>
                  </a:lnTo>
                  <a:lnTo>
                    <a:pt x="92715" y="450499"/>
                  </a:lnTo>
                  <a:lnTo>
                    <a:pt x="129088" y="475685"/>
                  </a:lnTo>
                  <a:lnTo>
                    <a:pt x="169685" y="494568"/>
                  </a:lnTo>
                  <a:lnTo>
                    <a:pt x="213769" y="506426"/>
                  </a:lnTo>
                  <a:lnTo>
                    <a:pt x="260603" y="510539"/>
                  </a:lnTo>
                  <a:lnTo>
                    <a:pt x="307438" y="506426"/>
                  </a:lnTo>
                  <a:lnTo>
                    <a:pt x="351522" y="494568"/>
                  </a:lnTo>
                  <a:lnTo>
                    <a:pt x="392119" y="475685"/>
                  </a:lnTo>
                  <a:lnTo>
                    <a:pt x="428492" y="450499"/>
                  </a:lnTo>
                  <a:lnTo>
                    <a:pt x="459905" y="419732"/>
                  </a:lnTo>
                  <a:lnTo>
                    <a:pt x="485619" y="384104"/>
                  </a:lnTo>
                  <a:lnTo>
                    <a:pt x="504899" y="344337"/>
                  </a:lnTo>
                  <a:lnTo>
                    <a:pt x="517008" y="301152"/>
                  </a:lnTo>
                  <a:lnTo>
                    <a:pt x="521208" y="255269"/>
                  </a:lnTo>
                  <a:lnTo>
                    <a:pt x="517008" y="209387"/>
                  </a:lnTo>
                  <a:lnTo>
                    <a:pt x="504899" y="166202"/>
                  </a:lnTo>
                  <a:lnTo>
                    <a:pt x="485619" y="126435"/>
                  </a:lnTo>
                  <a:lnTo>
                    <a:pt x="459905" y="90807"/>
                  </a:lnTo>
                  <a:lnTo>
                    <a:pt x="428492" y="60040"/>
                  </a:lnTo>
                  <a:lnTo>
                    <a:pt x="392119" y="34854"/>
                  </a:lnTo>
                  <a:lnTo>
                    <a:pt x="351522" y="15971"/>
                  </a:lnTo>
                  <a:lnTo>
                    <a:pt x="307438" y="4113"/>
                  </a:lnTo>
                  <a:lnTo>
                    <a:pt x="260603" y="0"/>
                  </a:lnTo>
                  <a:close/>
                </a:path>
              </a:pathLst>
            </a:custGeom>
            <a:solidFill>
              <a:srgbClr val="A6D5E2"/>
            </a:solidFill>
          </p:spPr>
          <p:txBody>
            <a:bodyPr wrap="square" lIns="0" tIns="0" rIns="0" bIns="0" rtlCol="0"/>
            <a:lstStyle/>
            <a:p>
              <a:endParaRPr/>
            </a:p>
          </p:txBody>
        </p:sp>
        <p:sp>
          <p:nvSpPr>
            <p:cNvPr id="92" name="object 92"/>
            <p:cNvSpPr/>
            <p:nvPr/>
          </p:nvSpPr>
          <p:spPr>
            <a:xfrm>
              <a:off x="7955279" y="4539995"/>
              <a:ext cx="521334" cy="510540"/>
            </a:xfrm>
            <a:custGeom>
              <a:avLst/>
              <a:gdLst/>
              <a:ahLst/>
              <a:cxnLst/>
              <a:rect l="l" t="t" r="r" b="b"/>
              <a:pathLst>
                <a:path w="521334" h="510539">
                  <a:moveTo>
                    <a:pt x="0" y="255269"/>
                  </a:moveTo>
                  <a:lnTo>
                    <a:pt x="4199" y="209387"/>
                  </a:lnTo>
                  <a:lnTo>
                    <a:pt x="16308" y="166202"/>
                  </a:lnTo>
                  <a:lnTo>
                    <a:pt x="35588" y="126435"/>
                  </a:lnTo>
                  <a:lnTo>
                    <a:pt x="61302" y="90807"/>
                  </a:lnTo>
                  <a:lnTo>
                    <a:pt x="92715" y="60040"/>
                  </a:lnTo>
                  <a:lnTo>
                    <a:pt x="129088" y="34854"/>
                  </a:lnTo>
                  <a:lnTo>
                    <a:pt x="169685" y="15971"/>
                  </a:lnTo>
                  <a:lnTo>
                    <a:pt x="213769" y="4113"/>
                  </a:lnTo>
                  <a:lnTo>
                    <a:pt x="260603" y="0"/>
                  </a:lnTo>
                  <a:lnTo>
                    <a:pt x="307438" y="4113"/>
                  </a:lnTo>
                  <a:lnTo>
                    <a:pt x="351522" y="15971"/>
                  </a:lnTo>
                  <a:lnTo>
                    <a:pt x="392119" y="34854"/>
                  </a:lnTo>
                  <a:lnTo>
                    <a:pt x="428492" y="60040"/>
                  </a:lnTo>
                  <a:lnTo>
                    <a:pt x="459905" y="90807"/>
                  </a:lnTo>
                  <a:lnTo>
                    <a:pt x="485619" y="126435"/>
                  </a:lnTo>
                  <a:lnTo>
                    <a:pt x="504899" y="166202"/>
                  </a:lnTo>
                  <a:lnTo>
                    <a:pt x="517008" y="209387"/>
                  </a:lnTo>
                  <a:lnTo>
                    <a:pt x="521208" y="255269"/>
                  </a:lnTo>
                  <a:lnTo>
                    <a:pt x="517008" y="301152"/>
                  </a:lnTo>
                  <a:lnTo>
                    <a:pt x="504899" y="344337"/>
                  </a:lnTo>
                  <a:lnTo>
                    <a:pt x="485619" y="384104"/>
                  </a:lnTo>
                  <a:lnTo>
                    <a:pt x="459905" y="419732"/>
                  </a:lnTo>
                  <a:lnTo>
                    <a:pt x="428492" y="450499"/>
                  </a:lnTo>
                  <a:lnTo>
                    <a:pt x="392119" y="475685"/>
                  </a:lnTo>
                  <a:lnTo>
                    <a:pt x="351522" y="494568"/>
                  </a:lnTo>
                  <a:lnTo>
                    <a:pt x="307438" y="506426"/>
                  </a:lnTo>
                  <a:lnTo>
                    <a:pt x="260603" y="510539"/>
                  </a:lnTo>
                  <a:lnTo>
                    <a:pt x="213769" y="506426"/>
                  </a:lnTo>
                  <a:lnTo>
                    <a:pt x="169685" y="494568"/>
                  </a:lnTo>
                  <a:lnTo>
                    <a:pt x="129088" y="475685"/>
                  </a:lnTo>
                  <a:lnTo>
                    <a:pt x="92715" y="450499"/>
                  </a:lnTo>
                  <a:lnTo>
                    <a:pt x="61302" y="419732"/>
                  </a:lnTo>
                  <a:lnTo>
                    <a:pt x="35588" y="384104"/>
                  </a:lnTo>
                  <a:lnTo>
                    <a:pt x="16308" y="344337"/>
                  </a:lnTo>
                  <a:lnTo>
                    <a:pt x="4199" y="301152"/>
                  </a:lnTo>
                  <a:lnTo>
                    <a:pt x="0" y="255269"/>
                  </a:lnTo>
                  <a:close/>
                </a:path>
              </a:pathLst>
            </a:custGeom>
            <a:ln w="9144">
              <a:solidFill>
                <a:srgbClr val="40B9D2"/>
              </a:solidFill>
            </a:ln>
          </p:spPr>
          <p:txBody>
            <a:bodyPr wrap="square" lIns="0" tIns="0" rIns="0" bIns="0" rtlCol="0"/>
            <a:lstStyle/>
            <a:p>
              <a:endParaRPr/>
            </a:p>
          </p:txBody>
        </p:sp>
      </p:grpSp>
      <p:sp>
        <p:nvSpPr>
          <p:cNvPr id="93" name="object 93"/>
          <p:cNvSpPr txBox="1"/>
          <p:nvPr/>
        </p:nvSpPr>
        <p:spPr>
          <a:xfrm>
            <a:off x="8084184" y="4580635"/>
            <a:ext cx="384175" cy="391160"/>
          </a:xfrm>
          <a:prstGeom prst="rect">
            <a:avLst/>
          </a:prstGeom>
        </p:spPr>
        <p:txBody>
          <a:bodyPr vert="horz" wrap="square" lIns="0" tIns="12700" rIns="0" bIns="0" rtlCol="0">
            <a:spAutoFit/>
          </a:bodyPr>
          <a:lstStyle/>
          <a:p>
            <a:pPr marL="38100">
              <a:lnSpc>
                <a:spcPct val="100000"/>
              </a:lnSpc>
              <a:spcBef>
                <a:spcPts val="100"/>
              </a:spcBef>
            </a:pPr>
            <a:r>
              <a:rPr sz="2400" spc="-1210" dirty="0">
                <a:solidFill>
                  <a:srgbClr val="FFFFFF"/>
                </a:solidFill>
                <a:latin typeface="Calibri"/>
                <a:cs typeface="Calibri"/>
              </a:rPr>
              <a:t>1</a:t>
            </a:r>
            <a:r>
              <a:rPr sz="2700" spc="-7" baseline="7716" dirty="0">
                <a:solidFill>
                  <a:srgbClr val="FFFFFF"/>
                </a:solidFill>
                <a:latin typeface="Cambria Math"/>
                <a:cs typeface="Cambria Math"/>
              </a:rPr>
              <a:t>2</a:t>
            </a:r>
            <a:r>
              <a:rPr sz="2700" spc="-292" baseline="7716" dirty="0">
                <a:solidFill>
                  <a:srgbClr val="FFFFFF"/>
                </a:solidFill>
                <a:latin typeface="Cambria Math"/>
                <a:cs typeface="Cambria Math"/>
              </a:rPr>
              <a:t> </a:t>
            </a:r>
            <a:r>
              <a:rPr sz="2400" spc="-50" dirty="0">
                <a:solidFill>
                  <a:srgbClr val="FFFFFF"/>
                </a:solidFill>
                <a:latin typeface="Calibri"/>
                <a:cs typeface="Calibri"/>
              </a:rPr>
              <a:t>3</a:t>
            </a:r>
            <a:endParaRPr sz="2400">
              <a:latin typeface="Calibri"/>
              <a:cs typeface="Calibri"/>
            </a:endParaRPr>
          </a:p>
        </p:txBody>
      </p:sp>
      <p:sp>
        <p:nvSpPr>
          <p:cNvPr id="94" name="object 94"/>
          <p:cNvSpPr txBox="1"/>
          <p:nvPr/>
        </p:nvSpPr>
        <p:spPr>
          <a:xfrm>
            <a:off x="6373748" y="5261609"/>
            <a:ext cx="126364"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Symbol"/>
                <a:cs typeface="Symbol"/>
              </a:rPr>
              <a:t></a:t>
            </a:r>
            <a:endParaRPr sz="1800">
              <a:latin typeface="Symbol"/>
              <a:cs typeface="Symbol"/>
            </a:endParaRPr>
          </a:p>
        </p:txBody>
      </p:sp>
      <p:grpSp>
        <p:nvGrpSpPr>
          <p:cNvPr id="95" name="object 95"/>
          <p:cNvGrpSpPr/>
          <p:nvPr/>
        </p:nvGrpSpPr>
        <p:grpSpPr>
          <a:xfrm>
            <a:off x="4620704" y="5603684"/>
            <a:ext cx="620395" cy="620395"/>
            <a:chOff x="4620704" y="5603684"/>
            <a:chExt cx="620395" cy="620395"/>
          </a:xfrm>
        </p:grpSpPr>
        <p:sp>
          <p:nvSpPr>
            <p:cNvPr id="96" name="object 96"/>
            <p:cNvSpPr/>
            <p:nvPr/>
          </p:nvSpPr>
          <p:spPr>
            <a:xfrm>
              <a:off x="4626101" y="5609081"/>
              <a:ext cx="609600" cy="609600"/>
            </a:xfrm>
            <a:custGeom>
              <a:avLst/>
              <a:gdLst/>
              <a:ahLst/>
              <a:cxnLst/>
              <a:rect l="l" t="t" r="r" b="b"/>
              <a:pathLst>
                <a:path w="609600" h="609600">
                  <a:moveTo>
                    <a:pt x="304800" y="0"/>
                  </a:moveTo>
                  <a:lnTo>
                    <a:pt x="255374" y="3989"/>
                  </a:lnTo>
                  <a:lnTo>
                    <a:pt x="208483" y="15538"/>
                  </a:lnTo>
                  <a:lnTo>
                    <a:pt x="164753" y="34020"/>
                  </a:lnTo>
                  <a:lnTo>
                    <a:pt x="124815" y="58808"/>
                  </a:lnTo>
                  <a:lnTo>
                    <a:pt x="89296" y="89273"/>
                  </a:lnTo>
                  <a:lnTo>
                    <a:pt x="58826" y="124788"/>
                  </a:lnTo>
                  <a:lnTo>
                    <a:pt x="34032" y="164725"/>
                  </a:lnTo>
                  <a:lnTo>
                    <a:pt x="15544" y="208458"/>
                  </a:lnTo>
                  <a:lnTo>
                    <a:pt x="3990" y="255359"/>
                  </a:lnTo>
                  <a:lnTo>
                    <a:pt x="0" y="304800"/>
                  </a:lnTo>
                  <a:lnTo>
                    <a:pt x="3990" y="354240"/>
                  </a:lnTo>
                  <a:lnTo>
                    <a:pt x="15544" y="401141"/>
                  </a:lnTo>
                  <a:lnTo>
                    <a:pt x="34032" y="444874"/>
                  </a:lnTo>
                  <a:lnTo>
                    <a:pt x="58826" y="484811"/>
                  </a:lnTo>
                  <a:lnTo>
                    <a:pt x="89296" y="520326"/>
                  </a:lnTo>
                  <a:lnTo>
                    <a:pt x="124815" y="550791"/>
                  </a:lnTo>
                  <a:lnTo>
                    <a:pt x="164753" y="575579"/>
                  </a:lnTo>
                  <a:lnTo>
                    <a:pt x="208483" y="594061"/>
                  </a:lnTo>
                  <a:lnTo>
                    <a:pt x="255374" y="605610"/>
                  </a:lnTo>
                  <a:lnTo>
                    <a:pt x="304800" y="609600"/>
                  </a:lnTo>
                  <a:lnTo>
                    <a:pt x="354225" y="605610"/>
                  </a:lnTo>
                  <a:lnTo>
                    <a:pt x="401116" y="594061"/>
                  </a:lnTo>
                  <a:lnTo>
                    <a:pt x="444846" y="575579"/>
                  </a:lnTo>
                  <a:lnTo>
                    <a:pt x="484784" y="550791"/>
                  </a:lnTo>
                  <a:lnTo>
                    <a:pt x="520303" y="520326"/>
                  </a:lnTo>
                  <a:lnTo>
                    <a:pt x="550773" y="484811"/>
                  </a:lnTo>
                  <a:lnTo>
                    <a:pt x="575567" y="444874"/>
                  </a:lnTo>
                  <a:lnTo>
                    <a:pt x="594055" y="401141"/>
                  </a:lnTo>
                  <a:lnTo>
                    <a:pt x="605609" y="354240"/>
                  </a:lnTo>
                  <a:lnTo>
                    <a:pt x="609600" y="304800"/>
                  </a:lnTo>
                  <a:lnTo>
                    <a:pt x="605609" y="255359"/>
                  </a:lnTo>
                  <a:lnTo>
                    <a:pt x="594055" y="208458"/>
                  </a:lnTo>
                  <a:lnTo>
                    <a:pt x="575567" y="164725"/>
                  </a:lnTo>
                  <a:lnTo>
                    <a:pt x="550773" y="124788"/>
                  </a:lnTo>
                  <a:lnTo>
                    <a:pt x="520303" y="89273"/>
                  </a:lnTo>
                  <a:lnTo>
                    <a:pt x="484784" y="58808"/>
                  </a:lnTo>
                  <a:lnTo>
                    <a:pt x="444846" y="34020"/>
                  </a:lnTo>
                  <a:lnTo>
                    <a:pt x="401116" y="15538"/>
                  </a:lnTo>
                  <a:lnTo>
                    <a:pt x="354225" y="3989"/>
                  </a:lnTo>
                  <a:lnTo>
                    <a:pt x="304800" y="0"/>
                  </a:lnTo>
                  <a:close/>
                </a:path>
              </a:pathLst>
            </a:custGeom>
            <a:solidFill>
              <a:srgbClr val="40B9D2"/>
            </a:solidFill>
          </p:spPr>
          <p:txBody>
            <a:bodyPr wrap="square" lIns="0" tIns="0" rIns="0" bIns="0" rtlCol="0"/>
            <a:lstStyle/>
            <a:p>
              <a:endParaRPr/>
            </a:p>
          </p:txBody>
        </p:sp>
        <p:sp>
          <p:nvSpPr>
            <p:cNvPr id="97" name="object 97"/>
            <p:cNvSpPr/>
            <p:nvPr/>
          </p:nvSpPr>
          <p:spPr>
            <a:xfrm>
              <a:off x="4626101" y="5609081"/>
              <a:ext cx="609600" cy="609600"/>
            </a:xfrm>
            <a:custGeom>
              <a:avLst/>
              <a:gdLst/>
              <a:ahLst/>
              <a:cxnLst/>
              <a:rect l="l" t="t" r="r" b="b"/>
              <a:pathLst>
                <a:path w="609600" h="609600">
                  <a:moveTo>
                    <a:pt x="0" y="304800"/>
                  </a:moveTo>
                  <a:lnTo>
                    <a:pt x="3990" y="255359"/>
                  </a:lnTo>
                  <a:lnTo>
                    <a:pt x="15544" y="208458"/>
                  </a:lnTo>
                  <a:lnTo>
                    <a:pt x="34032" y="164725"/>
                  </a:lnTo>
                  <a:lnTo>
                    <a:pt x="58826" y="124788"/>
                  </a:lnTo>
                  <a:lnTo>
                    <a:pt x="89296" y="89273"/>
                  </a:lnTo>
                  <a:lnTo>
                    <a:pt x="124815" y="58808"/>
                  </a:lnTo>
                  <a:lnTo>
                    <a:pt x="164753" y="34020"/>
                  </a:lnTo>
                  <a:lnTo>
                    <a:pt x="208483" y="15538"/>
                  </a:lnTo>
                  <a:lnTo>
                    <a:pt x="255374" y="3989"/>
                  </a:lnTo>
                  <a:lnTo>
                    <a:pt x="304800" y="0"/>
                  </a:lnTo>
                  <a:lnTo>
                    <a:pt x="354225" y="3989"/>
                  </a:lnTo>
                  <a:lnTo>
                    <a:pt x="401116" y="15538"/>
                  </a:lnTo>
                  <a:lnTo>
                    <a:pt x="444846" y="34020"/>
                  </a:lnTo>
                  <a:lnTo>
                    <a:pt x="484784" y="58808"/>
                  </a:lnTo>
                  <a:lnTo>
                    <a:pt x="520303" y="89273"/>
                  </a:lnTo>
                  <a:lnTo>
                    <a:pt x="550773" y="124788"/>
                  </a:lnTo>
                  <a:lnTo>
                    <a:pt x="575567" y="164725"/>
                  </a:lnTo>
                  <a:lnTo>
                    <a:pt x="594055" y="208458"/>
                  </a:lnTo>
                  <a:lnTo>
                    <a:pt x="605609" y="255359"/>
                  </a:lnTo>
                  <a:lnTo>
                    <a:pt x="609600" y="304800"/>
                  </a:lnTo>
                  <a:lnTo>
                    <a:pt x="605609" y="354240"/>
                  </a:lnTo>
                  <a:lnTo>
                    <a:pt x="594055" y="401141"/>
                  </a:lnTo>
                  <a:lnTo>
                    <a:pt x="575567" y="444874"/>
                  </a:lnTo>
                  <a:lnTo>
                    <a:pt x="550773" y="484811"/>
                  </a:lnTo>
                  <a:lnTo>
                    <a:pt x="520303" y="520326"/>
                  </a:lnTo>
                  <a:lnTo>
                    <a:pt x="484784" y="550791"/>
                  </a:lnTo>
                  <a:lnTo>
                    <a:pt x="444846" y="575579"/>
                  </a:lnTo>
                  <a:lnTo>
                    <a:pt x="401116" y="594061"/>
                  </a:lnTo>
                  <a:lnTo>
                    <a:pt x="354225" y="605610"/>
                  </a:lnTo>
                  <a:lnTo>
                    <a:pt x="304800" y="609600"/>
                  </a:lnTo>
                  <a:lnTo>
                    <a:pt x="255374" y="605610"/>
                  </a:lnTo>
                  <a:lnTo>
                    <a:pt x="208483" y="594061"/>
                  </a:lnTo>
                  <a:lnTo>
                    <a:pt x="164753" y="575579"/>
                  </a:lnTo>
                  <a:lnTo>
                    <a:pt x="124815" y="550791"/>
                  </a:lnTo>
                  <a:lnTo>
                    <a:pt x="89296" y="520326"/>
                  </a:lnTo>
                  <a:lnTo>
                    <a:pt x="58826" y="484811"/>
                  </a:lnTo>
                  <a:lnTo>
                    <a:pt x="34032" y="444874"/>
                  </a:lnTo>
                  <a:lnTo>
                    <a:pt x="15544" y="401141"/>
                  </a:lnTo>
                  <a:lnTo>
                    <a:pt x="3990" y="354240"/>
                  </a:lnTo>
                  <a:lnTo>
                    <a:pt x="0" y="304800"/>
                  </a:lnTo>
                  <a:close/>
                </a:path>
              </a:pathLst>
            </a:custGeom>
            <a:ln w="10668">
              <a:solidFill>
                <a:srgbClr val="2C879A"/>
              </a:solidFill>
            </a:ln>
          </p:spPr>
          <p:txBody>
            <a:bodyPr wrap="square" lIns="0" tIns="0" rIns="0" bIns="0" rtlCol="0"/>
            <a:lstStyle/>
            <a:p>
              <a:endParaRPr/>
            </a:p>
          </p:txBody>
        </p:sp>
      </p:grpSp>
      <p:sp>
        <p:nvSpPr>
          <p:cNvPr id="98" name="object 98"/>
          <p:cNvSpPr txBox="1"/>
          <p:nvPr/>
        </p:nvSpPr>
        <p:spPr>
          <a:xfrm>
            <a:off x="4807711" y="5748934"/>
            <a:ext cx="245745" cy="300355"/>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orbel"/>
                <a:cs typeface="Corbel"/>
              </a:rPr>
              <a:t>14</a:t>
            </a:r>
            <a:endParaRPr sz="1800">
              <a:latin typeface="Corbel"/>
              <a:cs typeface="Corbel"/>
            </a:endParaRPr>
          </a:p>
        </p:txBody>
      </p:sp>
      <p:grpSp>
        <p:nvGrpSpPr>
          <p:cNvPr id="99" name="object 99"/>
          <p:cNvGrpSpPr/>
          <p:nvPr/>
        </p:nvGrpSpPr>
        <p:grpSpPr>
          <a:xfrm>
            <a:off x="5728652" y="5606732"/>
            <a:ext cx="620395" cy="620395"/>
            <a:chOff x="5728652" y="5606732"/>
            <a:chExt cx="620395" cy="620395"/>
          </a:xfrm>
        </p:grpSpPr>
        <p:sp>
          <p:nvSpPr>
            <p:cNvPr id="100" name="object 100"/>
            <p:cNvSpPr/>
            <p:nvPr/>
          </p:nvSpPr>
          <p:spPr>
            <a:xfrm>
              <a:off x="5734050" y="5612130"/>
              <a:ext cx="609600" cy="609600"/>
            </a:xfrm>
            <a:custGeom>
              <a:avLst/>
              <a:gdLst/>
              <a:ahLst/>
              <a:cxnLst/>
              <a:rect l="l" t="t" r="r" b="b"/>
              <a:pathLst>
                <a:path w="609600" h="609600">
                  <a:moveTo>
                    <a:pt x="304800" y="0"/>
                  </a:moveTo>
                  <a:lnTo>
                    <a:pt x="255374" y="3989"/>
                  </a:lnTo>
                  <a:lnTo>
                    <a:pt x="208483" y="15538"/>
                  </a:lnTo>
                  <a:lnTo>
                    <a:pt x="164753" y="34020"/>
                  </a:lnTo>
                  <a:lnTo>
                    <a:pt x="124815" y="58808"/>
                  </a:lnTo>
                  <a:lnTo>
                    <a:pt x="89296" y="89273"/>
                  </a:lnTo>
                  <a:lnTo>
                    <a:pt x="58826" y="124788"/>
                  </a:lnTo>
                  <a:lnTo>
                    <a:pt x="34032" y="164725"/>
                  </a:lnTo>
                  <a:lnTo>
                    <a:pt x="15544" y="208458"/>
                  </a:lnTo>
                  <a:lnTo>
                    <a:pt x="3990" y="255359"/>
                  </a:lnTo>
                  <a:lnTo>
                    <a:pt x="0" y="304800"/>
                  </a:lnTo>
                  <a:lnTo>
                    <a:pt x="3990" y="354240"/>
                  </a:lnTo>
                  <a:lnTo>
                    <a:pt x="15544" y="401141"/>
                  </a:lnTo>
                  <a:lnTo>
                    <a:pt x="34032" y="444874"/>
                  </a:lnTo>
                  <a:lnTo>
                    <a:pt x="58826" y="484811"/>
                  </a:lnTo>
                  <a:lnTo>
                    <a:pt x="89296" y="520326"/>
                  </a:lnTo>
                  <a:lnTo>
                    <a:pt x="124815" y="550791"/>
                  </a:lnTo>
                  <a:lnTo>
                    <a:pt x="164753" y="575579"/>
                  </a:lnTo>
                  <a:lnTo>
                    <a:pt x="208483" y="594061"/>
                  </a:lnTo>
                  <a:lnTo>
                    <a:pt x="255374" y="605610"/>
                  </a:lnTo>
                  <a:lnTo>
                    <a:pt x="304800" y="609600"/>
                  </a:lnTo>
                  <a:lnTo>
                    <a:pt x="354225" y="605610"/>
                  </a:lnTo>
                  <a:lnTo>
                    <a:pt x="401116" y="594061"/>
                  </a:lnTo>
                  <a:lnTo>
                    <a:pt x="444846" y="575579"/>
                  </a:lnTo>
                  <a:lnTo>
                    <a:pt x="484784" y="550791"/>
                  </a:lnTo>
                  <a:lnTo>
                    <a:pt x="520303" y="520326"/>
                  </a:lnTo>
                  <a:lnTo>
                    <a:pt x="550773" y="484811"/>
                  </a:lnTo>
                  <a:lnTo>
                    <a:pt x="575567" y="444874"/>
                  </a:lnTo>
                  <a:lnTo>
                    <a:pt x="594055" y="401141"/>
                  </a:lnTo>
                  <a:lnTo>
                    <a:pt x="605609" y="354240"/>
                  </a:lnTo>
                  <a:lnTo>
                    <a:pt x="609600" y="304800"/>
                  </a:lnTo>
                  <a:lnTo>
                    <a:pt x="605609" y="255359"/>
                  </a:lnTo>
                  <a:lnTo>
                    <a:pt x="594055" y="208458"/>
                  </a:lnTo>
                  <a:lnTo>
                    <a:pt x="575567" y="164725"/>
                  </a:lnTo>
                  <a:lnTo>
                    <a:pt x="550773" y="124788"/>
                  </a:lnTo>
                  <a:lnTo>
                    <a:pt x="520303" y="89273"/>
                  </a:lnTo>
                  <a:lnTo>
                    <a:pt x="484784" y="58808"/>
                  </a:lnTo>
                  <a:lnTo>
                    <a:pt x="444846" y="34020"/>
                  </a:lnTo>
                  <a:lnTo>
                    <a:pt x="401116" y="15538"/>
                  </a:lnTo>
                  <a:lnTo>
                    <a:pt x="354225" y="3989"/>
                  </a:lnTo>
                  <a:lnTo>
                    <a:pt x="304800" y="0"/>
                  </a:lnTo>
                  <a:close/>
                </a:path>
              </a:pathLst>
            </a:custGeom>
            <a:solidFill>
              <a:srgbClr val="40B9D2"/>
            </a:solidFill>
          </p:spPr>
          <p:txBody>
            <a:bodyPr wrap="square" lIns="0" tIns="0" rIns="0" bIns="0" rtlCol="0"/>
            <a:lstStyle/>
            <a:p>
              <a:endParaRPr/>
            </a:p>
          </p:txBody>
        </p:sp>
        <p:sp>
          <p:nvSpPr>
            <p:cNvPr id="101" name="object 101"/>
            <p:cNvSpPr/>
            <p:nvPr/>
          </p:nvSpPr>
          <p:spPr>
            <a:xfrm>
              <a:off x="5734050" y="5612130"/>
              <a:ext cx="609600" cy="609600"/>
            </a:xfrm>
            <a:custGeom>
              <a:avLst/>
              <a:gdLst/>
              <a:ahLst/>
              <a:cxnLst/>
              <a:rect l="l" t="t" r="r" b="b"/>
              <a:pathLst>
                <a:path w="609600" h="609600">
                  <a:moveTo>
                    <a:pt x="0" y="304800"/>
                  </a:moveTo>
                  <a:lnTo>
                    <a:pt x="3990" y="255359"/>
                  </a:lnTo>
                  <a:lnTo>
                    <a:pt x="15544" y="208458"/>
                  </a:lnTo>
                  <a:lnTo>
                    <a:pt x="34032" y="164725"/>
                  </a:lnTo>
                  <a:lnTo>
                    <a:pt x="58826" y="124788"/>
                  </a:lnTo>
                  <a:lnTo>
                    <a:pt x="89296" y="89273"/>
                  </a:lnTo>
                  <a:lnTo>
                    <a:pt x="124815" y="58808"/>
                  </a:lnTo>
                  <a:lnTo>
                    <a:pt x="164753" y="34020"/>
                  </a:lnTo>
                  <a:lnTo>
                    <a:pt x="208483" y="15538"/>
                  </a:lnTo>
                  <a:lnTo>
                    <a:pt x="255374" y="3989"/>
                  </a:lnTo>
                  <a:lnTo>
                    <a:pt x="304800" y="0"/>
                  </a:lnTo>
                  <a:lnTo>
                    <a:pt x="354225" y="3989"/>
                  </a:lnTo>
                  <a:lnTo>
                    <a:pt x="401116" y="15538"/>
                  </a:lnTo>
                  <a:lnTo>
                    <a:pt x="444846" y="34020"/>
                  </a:lnTo>
                  <a:lnTo>
                    <a:pt x="484784" y="58808"/>
                  </a:lnTo>
                  <a:lnTo>
                    <a:pt x="520303" y="89273"/>
                  </a:lnTo>
                  <a:lnTo>
                    <a:pt x="550773" y="124788"/>
                  </a:lnTo>
                  <a:lnTo>
                    <a:pt x="575567" y="164725"/>
                  </a:lnTo>
                  <a:lnTo>
                    <a:pt x="594055" y="208458"/>
                  </a:lnTo>
                  <a:lnTo>
                    <a:pt x="605609" y="255359"/>
                  </a:lnTo>
                  <a:lnTo>
                    <a:pt x="609600" y="304800"/>
                  </a:lnTo>
                  <a:lnTo>
                    <a:pt x="605609" y="354240"/>
                  </a:lnTo>
                  <a:lnTo>
                    <a:pt x="594055" y="401141"/>
                  </a:lnTo>
                  <a:lnTo>
                    <a:pt x="575567" y="444874"/>
                  </a:lnTo>
                  <a:lnTo>
                    <a:pt x="550773" y="484811"/>
                  </a:lnTo>
                  <a:lnTo>
                    <a:pt x="520303" y="520326"/>
                  </a:lnTo>
                  <a:lnTo>
                    <a:pt x="484784" y="550791"/>
                  </a:lnTo>
                  <a:lnTo>
                    <a:pt x="444846" y="575579"/>
                  </a:lnTo>
                  <a:lnTo>
                    <a:pt x="401116" y="594061"/>
                  </a:lnTo>
                  <a:lnTo>
                    <a:pt x="354225" y="605610"/>
                  </a:lnTo>
                  <a:lnTo>
                    <a:pt x="304800" y="609600"/>
                  </a:lnTo>
                  <a:lnTo>
                    <a:pt x="255374" y="605610"/>
                  </a:lnTo>
                  <a:lnTo>
                    <a:pt x="208483" y="594061"/>
                  </a:lnTo>
                  <a:lnTo>
                    <a:pt x="164753" y="575579"/>
                  </a:lnTo>
                  <a:lnTo>
                    <a:pt x="124815" y="550791"/>
                  </a:lnTo>
                  <a:lnTo>
                    <a:pt x="89296" y="520326"/>
                  </a:lnTo>
                  <a:lnTo>
                    <a:pt x="58826" y="484811"/>
                  </a:lnTo>
                  <a:lnTo>
                    <a:pt x="34032" y="444874"/>
                  </a:lnTo>
                  <a:lnTo>
                    <a:pt x="15544" y="401141"/>
                  </a:lnTo>
                  <a:lnTo>
                    <a:pt x="3990" y="354240"/>
                  </a:lnTo>
                  <a:lnTo>
                    <a:pt x="0" y="304800"/>
                  </a:lnTo>
                  <a:close/>
                </a:path>
              </a:pathLst>
            </a:custGeom>
            <a:ln w="10667">
              <a:solidFill>
                <a:srgbClr val="2C879A"/>
              </a:solidFill>
            </a:ln>
          </p:spPr>
          <p:txBody>
            <a:bodyPr wrap="square" lIns="0" tIns="0" rIns="0" bIns="0" rtlCol="0"/>
            <a:lstStyle/>
            <a:p>
              <a:endParaRPr/>
            </a:p>
          </p:txBody>
        </p:sp>
      </p:grpSp>
      <p:sp>
        <p:nvSpPr>
          <p:cNvPr id="102" name="object 102"/>
          <p:cNvSpPr txBox="1"/>
          <p:nvPr/>
        </p:nvSpPr>
        <p:spPr>
          <a:xfrm>
            <a:off x="5875401" y="5754116"/>
            <a:ext cx="27876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ambria Math"/>
                <a:cs typeface="Cambria Math"/>
              </a:rPr>
              <a:t>15</a:t>
            </a:r>
            <a:endParaRPr sz="1800">
              <a:latin typeface="Cambria Math"/>
              <a:cs typeface="Cambria Math"/>
            </a:endParaRPr>
          </a:p>
        </p:txBody>
      </p:sp>
      <p:grpSp>
        <p:nvGrpSpPr>
          <p:cNvPr id="103" name="object 103"/>
          <p:cNvGrpSpPr/>
          <p:nvPr/>
        </p:nvGrpSpPr>
        <p:grpSpPr>
          <a:xfrm>
            <a:off x="6363334" y="5620448"/>
            <a:ext cx="1106170" cy="620395"/>
            <a:chOff x="6363334" y="5620448"/>
            <a:chExt cx="1106170" cy="620395"/>
          </a:xfrm>
        </p:grpSpPr>
        <p:sp>
          <p:nvSpPr>
            <p:cNvPr id="104" name="object 104"/>
            <p:cNvSpPr/>
            <p:nvPr/>
          </p:nvSpPr>
          <p:spPr>
            <a:xfrm>
              <a:off x="6363335" y="5625845"/>
              <a:ext cx="1100455" cy="609600"/>
            </a:xfrm>
            <a:custGeom>
              <a:avLst/>
              <a:gdLst/>
              <a:ahLst/>
              <a:cxnLst/>
              <a:rect l="l" t="t" r="r" b="b"/>
              <a:pathLst>
                <a:path w="1100454" h="609600">
                  <a:moveTo>
                    <a:pt x="1100455" y="304800"/>
                  </a:moveTo>
                  <a:lnTo>
                    <a:pt x="1096454" y="255371"/>
                  </a:lnTo>
                  <a:lnTo>
                    <a:pt x="1084910" y="208470"/>
                  </a:lnTo>
                  <a:lnTo>
                    <a:pt x="1066419" y="164731"/>
                  </a:lnTo>
                  <a:lnTo>
                    <a:pt x="1041628" y="124790"/>
                  </a:lnTo>
                  <a:lnTo>
                    <a:pt x="1011148" y="89281"/>
                  </a:lnTo>
                  <a:lnTo>
                    <a:pt x="975639" y="58813"/>
                  </a:lnTo>
                  <a:lnTo>
                    <a:pt x="935697" y="34023"/>
                  </a:lnTo>
                  <a:lnTo>
                    <a:pt x="891971" y="15544"/>
                  </a:lnTo>
                  <a:lnTo>
                    <a:pt x="845070" y="4000"/>
                  </a:lnTo>
                  <a:lnTo>
                    <a:pt x="795655" y="0"/>
                  </a:lnTo>
                  <a:lnTo>
                    <a:pt x="746226" y="4000"/>
                  </a:lnTo>
                  <a:lnTo>
                    <a:pt x="699338" y="15544"/>
                  </a:lnTo>
                  <a:lnTo>
                    <a:pt x="655599" y="34023"/>
                  </a:lnTo>
                  <a:lnTo>
                    <a:pt x="615670" y="58813"/>
                  </a:lnTo>
                  <a:lnTo>
                    <a:pt x="580148" y="89281"/>
                  </a:lnTo>
                  <a:lnTo>
                    <a:pt x="549681" y="124790"/>
                  </a:lnTo>
                  <a:lnTo>
                    <a:pt x="524878" y="164731"/>
                  </a:lnTo>
                  <a:lnTo>
                    <a:pt x="506399" y="208470"/>
                  </a:lnTo>
                  <a:lnTo>
                    <a:pt x="494842" y="255371"/>
                  </a:lnTo>
                  <a:lnTo>
                    <a:pt x="491401" y="298005"/>
                  </a:lnTo>
                  <a:lnTo>
                    <a:pt x="395351" y="241147"/>
                  </a:lnTo>
                  <a:lnTo>
                    <a:pt x="387477" y="243179"/>
                  </a:lnTo>
                  <a:lnTo>
                    <a:pt x="380111" y="255498"/>
                  </a:lnTo>
                  <a:lnTo>
                    <a:pt x="382143" y="263448"/>
                  </a:lnTo>
                  <a:lnTo>
                    <a:pt x="424573" y="288531"/>
                  </a:lnTo>
                  <a:lnTo>
                    <a:pt x="254" y="285750"/>
                  </a:lnTo>
                  <a:lnTo>
                    <a:pt x="215" y="288836"/>
                  </a:lnTo>
                  <a:lnTo>
                    <a:pt x="88" y="301612"/>
                  </a:lnTo>
                  <a:lnTo>
                    <a:pt x="0" y="311658"/>
                  </a:lnTo>
                  <a:lnTo>
                    <a:pt x="424357" y="314439"/>
                  </a:lnTo>
                  <a:lnTo>
                    <a:pt x="387858" y="335381"/>
                  </a:lnTo>
                  <a:lnTo>
                    <a:pt x="381762" y="338950"/>
                  </a:lnTo>
                  <a:lnTo>
                    <a:pt x="379603" y="346875"/>
                  </a:lnTo>
                  <a:lnTo>
                    <a:pt x="386715" y="359270"/>
                  </a:lnTo>
                  <a:lnTo>
                    <a:pt x="394589" y="361416"/>
                  </a:lnTo>
                  <a:lnTo>
                    <a:pt x="475830" y="314744"/>
                  </a:lnTo>
                  <a:lnTo>
                    <a:pt x="490943" y="306057"/>
                  </a:lnTo>
                  <a:lnTo>
                    <a:pt x="494842" y="354241"/>
                  </a:lnTo>
                  <a:lnTo>
                    <a:pt x="506399" y="401142"/>
                  </a:lnTo>
                  <a:lnTo>
                    <a:pt x="524878" y="444881"/>
                  </a:lnTo>
                  <a:lnTo>
                    <a:pt x="549681" y="484822"/>
                  </a:lnTo>
                  <a:lnTo>
                    <a:pt x="580148" y="520331"/>
                  </a:lnTo>
                  <a:lnTo>
                    <a:pt x="615670" y="550799"/>
                  </a:lnTo>
                  <a:lnTo>
                    <a:pt x="655599" y="575589"/>
                  </a:lnTo>
                  <a:lnTo>
                    <a:pt x="699338" y="594067"/>
                  </a:lnTo>
                  <a:lnTo>
                    <a:pt x="746226" y="605612"/>
                  </a:lnTo>
                  <a:lnTo>
                    <a:pt x="795655" y="609600"/>
                  </a:lnTo>
                  <a:lnTo>
                    <a:pt x="845070" y="605612"/>
                  </a:lnTo>
                  <a:lnTo>
                    <a:pt x="891959" y="594067"/>
                  </a:lnTo>
                  <a:lnTo>
                    <a:pt x="935697" y="575589"/>
                  </a:lnTo>
                  <a:lnTo>
                    <a:pt x="975639" y="550799"/>
                  </a:lnTo>
                  <a:lnTo>
                    <a:pt x="1011148" y="520331"/>
                  </a:lnTo>
                  <a:lnTo>
                    <a:pt x="1041628" y="484822"/>
                  </a:lnTo>
                  <a:lnTo>
                    <a:pt x="1066419" y="444881"/>
                  </a:lnTo>
                  <a:lnTo>
                    <a:pt x="1084910" y="401142"/>
                  </a:lnTo>
                  <a:lnTo>
                    <a:pt x="1096454" y="354241"/>
                  </a:lnTo>
                  <a:lnTo>
                    <a:pt x="1100455" y="304800"/>
                  </a:lnTo>
                  <a:close/>
                </a:path>
              </a:pathLst>
            </a:custGeom>
            <a:solidFill>
              <a:srgbClr val="40B9D2"/>
            </a:solidFill>
          </p:spPr>
          <p:txBody>
            <a:bodyPr wrap="square" lIns="0" tIns="0" rIns="0" bIns="0" rtlCol="0"/>
            <a:lstStyle/>
            <a:p>
              <a:endParaRPr/>
            </a:p>
          </p:txBody>
        </p:sp>
        <p:sp>
          <p:nvSpPr>
            <p:cNvPr id="105" name="object 105"/>
            <p:cNvSpPr/>
            <p:nvPr/>
          </p:nvSpPr>
          <p:spPr>
            <a:xfrm>
              <a:off x="6854189" y="5625845"/>
              <a:ext cx="609600" cy="609600"/>
            </a:xfrm>
            <a:custGeom>
              <a:avLst/>
              <a:gdLst/>
              <a:ahLst/>
              <a:cxnLst/>
              <a:rect l="l" t="t" r="r" b="b"/>
              <a:pathLst>
                <a:path w="609600" h="609600">
                  <a:moveTo>
                    <a:pt x="0" y="304799"/>
                  </a:moveTo>
                  <a:lnTo>
                    <a:pt x="3990" y="255359"/>
                  </a:lnTo>
                  <a:lnTo>
                    <a:pt x="15544" y="208458"/>
                  </a:lnTo>
                  <a:lnTo>
                    <a:pt x="34032" y="164725"/>
                  </a:lnTo>
                  <a:lnTo>
                    <a:pt x="58826" y="124788"/>
                  </a:lnTo>
                  <a:lnTo>
                    <a:pt x="89296" y="89273"/>
                  </a:lnTo>
                  <a:lnTo>
                    <a:pt x="124815" y="58808"/>
                  </a:lnTo>
                  <a:lnTo>
                    <a:pt x="164753" y="34020"/>
                  </a:lnTo>
                  <a:lnTo>
                    <a:pt x="208483" y="15538"/>
                  </a:lnTo>
                  <a:lnTo>
                    <a:pt x="255374" y="3989"/>
                  </a:lnTo>
                  <a:lnTo>
                    <a:pt x="304800" y="0"/>
                  </a:lnTo>
                  <a:lnTo>
                    <a:pt x="354225" y="3989"/>
                  </a:lnTo>
                  <a:lnTo>
                    <a:pt x="401116" y="15538"/>
                  </a:lnTo>
                  <a:lnTo>
                    <a:pt x="444846" y="34020"/>
                  </a:lnTo>
                  <a:lnTo>
                    <a:pt x="484784" y="58808"/>
                  </a:lnTo>
                  <a:lnTo>
                    <a:pt x="520303" y="89273"/>
                  </a:lnTo>
                  <a:lnTo>
                    <a:pt x="550773" y="124788"/>
                  </a:lnTo>
                  <a:lnTo>
                    <a:pt x="575567" y="164725"/>
                  </a:lnTo>
                  <a:lnTo>
                    <a:pt x="594055" y="208458"/>
                  </a:lnTo>
                  <a:lnTo>
                    <a:pt x="605609" y="255359"/>
                  </a:lnTo>
                  <a:lnTo>
                    <a:pt x="609600" y="304799"/>
                  </a:lnTo>
                  <a:lnTo>
                    <a:pt x="605609" y="354240"/>
                  </a:lnTo>
                  <a:lnTo>
                    <a:pt x="594055" y="401141"/>
                  </a:lnTo>
                  <a:lnTo>
                    <a:pt x="575567" y="444874"/>
                  </a:lnTo>
                  <a:lnTo>
                    <a:pt x="550773" y="484811"/>
                  </a:lnTo>
                  <a:lnTo>
                    <a:pt x="520303" y="520326"/>
                  </a:lnTo>
                  <a:lnTo>
                    <a:pt x="484784" y="550791"/>
                  </a:lnTo>
                  <a:lnTo>
                    <a:pt x="444846" y="575579"/>
                  </a:lnTo>
                  <a:lnTo>
                    <a:pt x="401116" y="594061"/>
                  </a:lnTo>
                  <a:lnTo>
                    <a:pt x="354225" y="605610"/>
                  </a:lnTo>
                  <a:lnTo>
                    <a:pt x="304800" y="609599"/>
                  </a:lnTo>
                  <a:lnTo>
                    <a:pt x="255374" y="605610"/>
                  </a:lnTo>
                  <a:lnTo>
                    <a:pt x="208483" y="594061"/>
                  </a:lnTo>
                  <a:lnTo>
                    <a:pt x="164753" y="575579"/>
                  </a:lnTo>
                  <a:lnTo>
                    <a:pt x="124815" y="550791"/>
                  </a:lnTo>
                  <a:lnTo>
                    <a:pt x="89296" y="520326"/>
                  </a:lnTo>
                  <a:lnTo>
                    <a:pt x="58826" y="484811"/>
                  </a:lnTo>
                  <a:lnTo>
                    <a:pt x="34032" y="444874"/>
                  </a:lnTo>
                  <a:lnTo>
                    <a:pt x="15544" y="401141"/>
                  </a:lnTo>
                  <a:lnTo>
                    <a:pt x="3990" y="354240"/>
                  </a:lnTo>
                  <a:lnTo>
                    <a:pt x="0" y="304799"/>
                  </a:lnTo>
                  <a:close/>
                </a:path>
              </a:pathLst>
            </a:custGeom>
            <a:ln w="10667">
              <a:solidFill>
                <a:srgbClr val="2C879A"/>
              </a:solidFill>
            </a:ln>
          </p:spPr>
          <p:txBody>
            <a:bodyPr wrap="square" lIns="0" tIns="0" rIns="0" bIns="0" rtlCol="0"/>
            <a:lstStyle/>
            <a:p>
              <a:endParaRPr/>
            </a:p>
          </p:txBody>
        </p:sp>
      </p:grpSp>
      <p:sp>
        <p:nvSpPr>
          <p:cNvPr id="106" name="object 106"/>
          <p:cNvSpPr txBox="1"/>
          <p:nvPr/>
        </p:nvSpPr>
        <p:spPr>
          <a:xfrm>
            <a:off x="6996430" y="5767832"/>
            <a:ext cx="27876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ambria Math"/>
                <a:cs typeface="Cambria Math"/>
              </a:rPr>
              <a:t>16</a:t>
            </a:r>
            <a:endParaRPr sz="1800">
              <a:latin typeface="Cambria Math"/>
              <a:cs typeface="Cambria Math"/>
            </a:endParaRPr>
          </a:p>
        </p:txBody>
      </p:sp>
      <p:grpSp>
        <p:nvGrpSpPr>
          <p:cNvPr id="107" name="object 107"/>
          <p:cNvGrpSpPr/>
          <p:nvPr/>
        </p:nvGrpSpPr>
        <p:grpSpPr>
          <a:xfrm>
            <a:off x="4925377" y="5868517"/>
            <a:ext cx="3313429" cy="620395"/>
            <a:chOff x="4925377" y="5868517"/>
            <a:chExt cx="3313429" cy="620395"/>
          </a:xfrm>
        </p:grpSpPr>
        <p:sp>
          <p:nvSpPr>
            <p:cNvPr id="108" name="object 108"/>
            <p:cNvSpPr/>
            <p:nvPr/>
          </p:nvSpPr>
          <p:spPr>
            <a:xfrm>
              <a:off x="7457567" y="5868517"/>
              <a:ext cx="498475" cy="120650"/>
            </a:xfrm>
            <a:custGeom>
              <a:avLst/>
              <a:gdLst/>
              <a:ahLst/>
              <a:cxnLst/>
              <a:rect l="l" t="t" r="r" b="b"/>
              <a:pathLst>
                <a:path w="498475" h="120650">
                  <a:moveTo>
                    <a:pt x="424358" y="73283"/>
                  </a:moveTo>
                  <a:lnTo>
                    <a:pt x="387857" y="94234"/>
                  </a:lnTo>
                  <a:lnTo>
                    <a:pt x="381761" y="97802"/>
                  </a:lnTo>
                  <a:lnTo>
                    <a:pt x="379602" y="105727"/>
                  </a:lnTo>
                  <a:lnTo>
                    <a:pt x="386714" y="118122"/>
                  </a:lnTo>
                  <a:lnTo>
                    <a:pt x="394588" y="120269"/>
                  </a:lnTo>
                  <a:lnTo>
                    <a:pt x="475832" y="73596"/>
                  </a:lnTo>
                  <a:lnTo>
                    <a:pt x="472312" y="73596"/>
                  </a:lnTo>
                  <a:lnTo>
                    <a:pt x="424358" y="73283"/>
                  </a:lnTo>
                  <a:close/>
                </a:path>
                <a:path w="498475" h="120650">
                  <a:moveTo>
                    <a:pt x="446692" y="60463"/>
                  </a:moveTo>
                  <a:lnTo>
                    <a:pt x="424358" y="73283"/>
                  </a:lnTo>
                  <a:lnTo>
                    <a:pt x="472312" y="73596"/>
                  </a:lnTo>
                  <a:lnTo>
                    <a:pt x="472321" y="71793"/>
                  </a:lnTo>
                  <a:lnTo>
                    <a:pt x="465835" y="71793"/>
                  </a:lnTo>
                  <a:lnTo>
                    <a:pt x="446692" y="60463"/>
                  </a:lnTo>
                  <a:close/>
                </a:path>
                <a:path w="498475" h="120650">
                  <a:moveTo>
                    <a:pt x="395350" y="0"/>
                  </a:moveTo>
                  <a:lnTo>
                    <a:pt x="387476" y="2032"/>
                  </a:lnTo>
                  <a:lnTo>
                    <a:pt x="380110" y="14351"/>
                  </a:lnTo>
                  <a:lnTo>
                    <a:pt x="382142" y="22301"/>
                  </a:lnTo>
                  <a:lnTo>
                    <a:pt x="424576" y="47375"/>
                  </a:lnTo>
                  <a:lnTo>
                    <a:pt x="472439" y="47688"/>
                  </a:lnTo>
                  <a:lnTo>
                    <a:pt x="472312" y="73596"/>
                  </a:lnTo>
                  <a:lnTo>
                    <a:pt x="475832" y="73596"/>
                  </a:lnTo>
                  <a:lnTo>
                    <a:pt x="498093" y="60807"/>
                  </a:lnTo>
                  <a:lnTo>
                    <a:pt x="395350" y="0"/>
                  </a:lnTo>
                  <a:close/>
                </a:path>
                <a:path w="498475" h="120650">
                  <a:moveTo>
                    <a:pt x="253" y="44602"/>
                  </a:moveTo>
                  <a:lnTo>
                    <a:pt x="223" y="47688"/>
                  </a:lnTo>
                  <a:lnTo>
                    <a:pt x="98" y="60463"/>
                  </a:lnTo>
                  <a:lnTo>
                    <a:pt x="0" y="70510"/>
                  </a:lnTo>
                  <a:lnTo>
                    <a:pt x="424358" y="73283"/>
                  </a:lnTo>
                  <a:lnTo>
                    <a:pt x="446692" y="60463"/>
                  </a:lnTo>
                  <a:lnTo>
                    <a:pt x="424576" y="47375"/>
                  </a:lnTo>
                  <a:lnTo>
                    <a:pt x="253" y="44602"/>
                  </a:lnTo>
                  <a:close/>
                </a:path>
                <a:path w="498475" h="120650">
                  <a:moveTo>
                    <a:pt x="465962" y="49403"/>
                  </a:moveTo>
                  <a:lnTo>
                    <a:pt x="446692" y="60463"/>
                  </a:lnTo>
                  <a:lnTo>
                    <a:pt x="465835" y="71793"/>
                  </a:lnTo>
                  <a:lnTo>
                    <a:pt x="465962" y="49403"/>
                  </a:lnTo>
                  <a:close/>
                </a:path>
                <a:path w="498475" h="120650">
                  <a:moveTo>
                    <a:pt x="472431" y="49403"/>
                  </a:moveTo>
                  <a:lnTo>
                    <a:pt x="465962" y="49403"/>
                  </a:lnTo>
                  <a:lnTo>
                    <a:pt x="465835" y="71793"/>
                  </a:lnTo>
                  <a:lnTo>
                    <a:pt x="472321" y="71793"/>
                  </a:lnTo>
                  <a:lnTo>
                    <a:pt x="472431" y="49403"/>
                  </a:lnTo>
                  <a:close/>
                </a:path>
                <a:path w="498475" h="120650">
                  <a:moveTo>
                    <a:pt x="424576" y="47375"/>
                  </a:moveTo>
                  <a:lnTo>
                    <a:pt x="446692" y="60463"/>
                  </a:lnTo>
                  <a:lnTo>
                    <a:pt x="465962" y="49403"/>
                  </a:lnTo>
                  <a:lnTo>
                    <a:pt x="472431" y="49403"/>
                  </a:lnTo>
                  <a:lnTo>
                    <a:pt x="472439" y="47688"/>
                  </a:lnTo>
                  <a:lnTo>
                    <a:pt x="424576" y="47375"/>
                  </a:lnTo>
                  <a:close/>
                </a:path>
              </a:pathLst>
            </a:custGeom>
            <a:solidFill>
              <a:srgbClr val="40B9D2"/>
            </a:solidFill>
          </p:spPr>
          <p:txBody>
            <a:bodyPr wrap="square" lIns="0" tIns="0" rIns="0" bIns="0" rtlCol="0"/>
            <a:lstStyle/>
            <a:p>
              <a:endParaRPr/>
            </a:p>
          </p:txBody>
        </p:sp>
        <p:sp>
          <p:nvSpPr>
            <p:cNvPr id="109" name="object 109"/>
            <p:cNvSpPr/>
            <p:nvPr/>
          </p:nvSpPr>
          <p:spPr>
            <a:xfrm>
              <a:off x="4930140" y="6473952"/>
              <a:ext cx="3303904" cy="10160"/>
            </a:xfrm>
            <a:custGeom>
              <a:avLst/>
              <a:gdLst/>
              <a:ahLst/>
              <a:cxnLst/>
              <a:rect l="l" t="t" r="r" b="b"/>
              <a:pathLst>
                <a:path w="3303904" h="10160">
                  <a:moveTo>
                    <a:pt x="0" y="0"/>
                  </a:moveTo>
                  <a:lnTo>
                    <a:pt x="3303905" y="9817"/>
                  </a:lnTo>
                </a:path>
              </a:pathLst>
            </a:custGeom>
            <a:ln w="9144">
              <a:solidFill>
                <a:srgbClr val="40B9D2"/>
              </a:solidFill>
            </a:ln>
          </p:spPr>
          <p:txBody>
            <a:bodyPr wrap="square" lIns="0" tIns="0" rIns="0" bIns="0" rtlCol="0"/>
            <a:lstStyle/>
            <a:p>
              <a:endParaRPr/>
            </a:p>
          </p:txBody>
        </p:sp>
        <p:sp>
          <p:nvSpPr>
            <p:cNvPr id="110" name="object 110"/>
            <p:cNvSpPr/>
            <p:nvPr/>
          </p:nvSpPr>
          <p:spPr>
            <a:xfrm>
              <a:off x="5218811" y="5868517"/>
              <a:ext cx="498475" cy="120650"/>
            </a:xfrm>
            <a:custGeom>
              <a:avLst/>
              <a:gdLst/>
              <a:ahLst/>
              <a:cxnLst/>
              <a:rect l="l" t="t" r="r" b="b"/>
              <a:pathLst>
                <a:path w="498475" h="120650">
                  <a:moveTo>
                    <a:pt x="424358" y="73283"/>
                  </a:moveTo>
                  <a:lnTo>
                    <a:pt x="387858" y="94234"/>
                  </a:lnTo>
                  <a:lnTo>
                    <a:pt x="381762" y="97802"/>
                  </a:lnTo>
                  <a:lnTo>
                    <a:pt x="379602" y="105727"/>
                  </a:lnTo>
                  <a:lnTo>
                    <a:pt x="386714" y="118122"/>
                  </a:lnTo>
                  <a:lnTo>
                    <a:pt x="394588" y="120269"/>
                  </a:lnTo>
                  <a:lnTo>
                    <a:pt x="475832" y="73596"/>
                  </a:lnTo>
                  <a:lnTo>
                    <a:pt x="472313" y="73596"/>
                  </a:lnTo>
                  <a:lnTo>
                    <a:pt x="424358" y="73283"/>
                  </a:lnTo>
                  <a:close/>
                </a:path>
                <a:path w="498475" h="120650">
                  <a:moveTo>
                    <a:pt x="446692" y="60463"/>
                  </a:moveTo>
                  <a:lnTo>
                    <a:pt x="424358" y="73283"/>
                  </a:lnTo>
                  <a:lnTo>
                    <a:pt x="472313" y="73596"/>
                  </a:lnTo>
                  <a:lnTo>
                    <a:pt x="472321" y="71793"/>
                  </a:lnTo>
                  <a:lnTo>
                    <a:pt x="465836" y="71793"/>
                  </a:lnTo>
                  <a:lnTo>
                    <a:pt x="446692" y="60463"/>
                  </a:lnTo>
                  <a:close/>
                </a:path>
                <a:path w="498475" h="120650">
                  <a:moveTo>
                    <a:pt x="395350" y="0"/>
                  </a:moveTo>
                  <a:lnTo>
                    <a:pt x="387476" y="2032"/>
                  </a:lnTo>
                  <a:lnTo>
                    <a:pt x="380111" y="14351"/>
                  </a:lnTo>
                  <a:lnTo>
                    <a:pt x="382142" y="22301"/>
                  </a:lnTo>
                  <a:lnTo>
                    <a:pt x="424576" y="47375"/>
                  </a:lnTo>
                  <a:lnTo>
                    <a:pt x="472439" y="47688"/>
                  </a:lnTo>
                  <a:lnTo>
                    <a:pt x="472313" y="73596"/>
                  </a:lnTo>
                  <a:lnTo>
                    <a:pt x="475832" y="73596"/>
                  </a:lnTo>
                  <a:lnTo>
                    <a:pt x="498093" y="60807"/>
                  </a:lnTo>
                  <a:lnTo>
                    <a:pt x="395350" y="0"/>
                  </a:lnTo>
                  <a:close/>
                </a:path>
                <a:path w="498475" h="120650">
                  <a:moveTo>
                    <a:pt x="253" y="44602"/>
                  </a:moveTo>
                  <a:lnTo>
                    <a:pt x="223" y="47688"/>
                  </a:lnTo>
                  <a:lnTo>
                    <a:pt x="98" y="60463"/>
                  </a:lnTo>
                  <a:lnTo>
                    <a:pt x="0" y="70510"/>
                  </a:lnTo>
                  <a:lnTo>
                    <a:pt x="424358" y="73283"/>
                  </a:lnTo>
                  <a:lnTo>
                    <a:pt x="446692" y="60463"/>
                  </a:lnTo>
                  <a:lnTo>
                    <a:pt x="424576" y="47375"/>
                  </a:lnTo>
                  <a:lnTo>
                    <a:pt x="253" y="44602"/>
                  </a:lnTo>
                  <a:close/>
                </a:path>
                <a:path w="498475" h="120650">
                  <a:moveTo>
                    <a:pt x="465963" y="49403"/>
                  </a:moveTo>
                  <a:lnTo>
                    <a:pt x="446692" y="60463"/>
                  </a:lnTo>
                  <a:lnTo>
                    <a:pt x="465836" y="71793"/>
                  </a:lnTo>
                  <a:lnTo>
                    <a:pt x="465963" y="49403"/>
                  </a:lnTo>
                  <a:close/>
                </a:path>
                <a:path w="498475" h="120650">
                  <a:moveTo>
                    <a:pt x="472431" y="49403"/>
                  </a:moveTo>
                  <a:lnTo>
                    <a:pt x="465963" y="49403"/>
                  </a:lnTo>
                  <a:lnTo>
                    <a:pt x="465836" y="71793"/>
                  </a:lnTo>
                  <a:lnTo>
                    <a:pt x="472321" y="71793"/>
                  </a:lnTo>
                  <a:lnTo>
                    <a:pt x="472431" y="49403"/>
                  </a:lnTo>
                  <a:close/>
                </a:path>
                <a:path w="498475" h="120650">
                  <a:moveTo>
                    <a:pt x="424576" y="47375"/>
                  </a:moveTo>
                  <a:lnTo>
                    <a:pt x="446692" y="60463"/>
                  </a:lnTo>
                  <a:lnTo>
                    <a:pt x="465963" y="49403"/>
                  </a:lnTo>
                  <a:lnTo>
                    <a:pt x="472431" y="49403"/>
                  </a:lnTo>
                  <a:lnTo>
                    <a:pt x="472439" y="47688"/>
                  </a:lnTo>
                  <a:lnTo>
                    <a:pt x="424576" y="47375"/>
                  </a:lnTo>
                  <a:close/>
                </a:path>
              </a:pathLst>
            </a:custGeom>
            <a:solidFill>
              <a:srgbClr val="40B9D2"/>
            </a:solidFill>
          </p:spPr>
          <p:txBody>
            <a:bodyPr wrap="square" lIns="0" tIns="0" rIns="0" bIns="0" rtlCol="0"/>
            <a:lstStyle/>
            <a:p>
              <a:endParaRPr/>
            </a:p>
          </p:txBody>
        </p:sp>
      </p:grpSp>
      <p:sp>
        <p:nvSpPr>
          <p:cNvPr id="111" name="object 111"/>
          <p:cNvSpPr txBox="1"/>
          <p:nvPr/>
        </p:nvSpPr>
        <p:spPr>
          <a:xfrm>
            <a:off x="3884421" y="5762955"/>
            <a:ext cx="2927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F</a:t>
            </a:r>
            <a:r>
              <a:rPr sz="1800" spc="345" dirty="0">
                <a:latin typeface="Corbel"/>
                <a:cs typeface="Corbel"/>
              </a:rPr>
              <a:t> </a:t>
            </a:r>
            <a:r>
              <a:rPr sz="1800" spc="-50" dirty="0">
                <a:latin typeface="Corbel"/>
                <a:cs typeface="Corbel"/>
              </a:rPr>
              <a:t>:</a:t>
            </a:r>
            <a:endParaRPr sz="1800">
              <a:latin typeface="Corbel"/>
              <a:cs typeface="Corbel"/>
            </a:endParaRPr>
          </a:p>
        </p:txBody>
      </p:sp>
      <p:sp>
        <p:nvSpPr>
          <p:cNvPr id="112" name="object 112"/>
          <p:cNvSpPr txBox="1"/>
          <p:nvPr/>
        </p:nvSpPr>
        <p:spPr>
          <a:xfrm>
            <a:off x="6430771" y="6396938"/>
            <a:ext cx="21717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ambria"/>
                <a:cs typeface="Cambria"/>
              </a:rPr>
              <a:t>id</a:t>
            </a:r>
            <a:endParaRPr sz="1800">
              <a:latin typeface="Cambria"/>
              <a:cs typeface="Cambria"/>
            </a:endParaRPr>
          </a:p>
        </p:txBody>
      </p:sp>
      <p:grpSp>
        <p:nvGrpSpPr>
          <p:cNvPr id="113" name="object 113"/>
          <p:cNvGrpSpPr/>
          <p:nvPr/>
        </p:nvGrpSpPr>
        <p:grpSpPr>
          <a:xfrm>
            <a:off x="4928615" y="5588508"/>
            <a:ext cx="3656329" cy="885825"/>
            <a:chOff x="4928615" y="5588508"/>
            <a:chExt cx="3656329" cy="885825"/>
          </a:xfrm>
        </p:grpSpPr>
        <p:sp>
          <p:nvSpPr>
            <p:cNvPr id="114" name="object 114"/>
            <p:cNvSpPr/>
            <p:nvPr/>
          </p:nvSpPr>
          <p:spPr>
            <a:xfrm>
              <a:off x="4933187" y="6231636"/>
              <a:ext cx="0" cy="242570"/>
            </a:xfrm>
            <a:custGeom>
              <a:avLst/>
              <a:gdLst/>
              <a:ahLst/>
              <a:cxnLst/>
              <a:rect l="l" t="t" r="r" b="b"/>
              <a:pathLst>
                <a:path h="242570">
                  <a:moveTo>
                    <a:pt x="0" y="0"/>
                  </a:moveTo>
                  <a:lnTo>
                    <a:pt x="0" y="242125"/>
                  </a:lnTo>
                </a:path>
              </a:pathLst>
            </a:custGeom>
            <a:ln w="9144">
              <a:solidFill>
                <a:srgbClr val="40B9D2"/>
              </a:solidFill>
            </a:ln>
          </p:spPr>
          <p:txBody>
            <a:bodyPr wrap="square" lIns="0" tIns="0" rIns="0" bIns="0" rtlCol="0"/>
            <a:lstStyle/>
            <a:p>
              <a:endParaRPr/>
            </a:p>
          </p:txBody>
        </p:sp>
        <p:sp>
          <p:nvSpPr>
            <p:cNvPr id="115" name="object 115"/>
            <p:cNvSpPr/>
            <p:nvPr/>
          </p:nvSpPr>
          <p:spPr>
            <a:xfrm>
              <a:off x="7969758" y="5593842"/>
              <a:ext cx="609600" cy="880744"/>
            </a:xfrm>
            <a:custGeom>
              <a:avLst/>
              <a:gdLst/>
              <a:ahLst/>
              <a:cxnLst/>
              <a:rect l="l" t="t" r="r" b="b"/>
              <a:pathLst>
                <a:path w="609600" h="880745">
                  <a:moveTo>
                    <a:pt x="310769" y="685050"/>
                  </a:moveTo>
                  <a:lnTo>
                    <a:pt x="304241" y="670483"/>
                  </a:lnTo>
                  <a:lnTo>
                    <a:pt x="275971" y="607314"/>
                  </a:lnTo>
                  <a:lnTo>
                    <a:pt x="234696" y="681837"/>
                  </a:lnTo>
                  <a:lnTo>
                    <a:pt x="266407" y="683183"/>
                  </a:lnTo>
                  <a:lnTo>
                    <a:pt x="266928" y="671029"/>
                  </a:lnTo>
                  <a:lnTo>
                    <a:pt x="266471" y="681837"/>
                  </a:lnTo>
                  <a:lnTo>
                    <a:pt x="266407" y="683183"/>
                  </a:lnTo>
                  <a:lnTo>
                    <a:pt x="258064" y="879919"/>
                  </a:lnTo>
                  <a:lnTo>
                    <a:pt x="270764" y="880452"/>
                  </a:lnTo>
                  <a:lnTo>
                    <a:pt x="279057" y="685050"/>
                  </a:lnTo>
                  <a:lnTo>
                    <a:pt x="279107" y="683717"/>
                  </a:lnTo>
                  <a:lnTo>
                    <a:pt x="310769" y="685050"/>
                  </a:lnTo>
                  <a:close/>
                </a:path>
                <a:path w="609600" h="880745">
                  <a:moveTo>
                    <a:pt x="609600" y="304800"/>
                  </a:moveTo>
                  <a:lnTo>
                    <a:pt x="605599" y="255371"/>
                  </a:lnTo>
                  <a:lnTo>
                    <a:pt x="594055" y="208470"/>
                  </a:lnTo>
                  <a:lnTo>
                    <a:pt x="575564" y="164731"/>
                  </a:lnTo>
                  <a:lnTo>
                    <a:pt x="550773" y="124790"/>
                  </a:lnTo>
                  <a:lnTo>
                    <a:pt x="520293" y="89281"/>
                  </a:lnTo>
                  <a:lnTo>
                    <a:pt x="484784" y="58813"/>
                  </a:lnTo>
                  <a:lnTo>
                    <a:pt x="444842" y="34023"/>
                  </a:lnTo>
                  <a:lnTo>
                    <a:pt x="401104" y="15544"/>
                  </a:lnTo>
                  <a:lnTo>
                    <a:pt x="354215" y="4000"/>
                  </a:lnTo>
                  <a:lnTo>
                    <a:pt x="304800" y="0"/>
                  </a:lnTo>
                  <a:lnTo>
                    <a:pt x="255371" y="4000"/>
                  </a:lnTo>
                  <a:lnTo>
                    <a:pt x="208483" y="15544"/>
                  </a:lnTo>
                  <a:lnTo>
                    <a:pt x="164744" y="34023"/>
                  </a:lnTo>
                  <a:lnTo>
                    <a:pt x="124815" y="58813"/>
                  </a:lnTo>
                  <a:lnTo>
                    <a:pt x="89293" y="89281"/>
                  </a:lnTo>
                  <a:lnTo>
                    <a:pt x="58826" y="124790"/>
                  </a:lnTo>
                  <a:lnTo>
                    <a:pt x="34023" y="164731"/>
                  </a:lnTo>
                  <a:lnTo>
                    <a:pt x="15544" y="208470"/>
                  </a:lnTo>
                  <a:lnTo>
                    <a:pt x="3987" y="255371"/>
                  </a:lnTo>
                  <a:lnTo>
                    <a:pt x="0" y="304800"/>
                  </a:lnTo>
                  <a:lnTo>
                    <a:pt x="3987" y="354241"/>
                  </a:lnTo>
                  <a:lnTo>
                    <a:pt x="15532" y="401142"/>
                  </a:lnTo>
                  <a:lnTo>
                    <a:pt x="34023" y="444881"/>
                  </a:lnTo>
                  <a:lnTo>
                    <a:pt x="58813" y="484822"/>
                  </a:lnTo>
                  <a:lnTo>
                    <a:pt x="89293" y="520331"/>
                  </a:lnTo>
                  <a:lnTo>
                    <a:pt x="124802" y="550799"/>
                  </a:lnTo>
                  <a:lnTo>
                    <a:pt x="164744" y="575589"/>
                  </a:lnTo>
                  <a:lnTo>
                    <a:pt x="208483" y="594067"/>
                  </a:lnTo>
                  <a:lnTo>
                    <a:pt x="255371" y="605612"/>
                  </a:lnTo>
                  <a:lnTo>
                    <a:pt x="304800" y="609600"/>
                  </a:lnTo>
                  <a:lnTo>
                    <a:pt x="354215" y="605612"/>
                  </a:lnTo>
                  <a:lnTo>
                    <a:pt x="401104" y="594067"/>
                  </a:lnTo>
                  <a:lnTo>
                    <a:pt x="444842" y="575589"/>
                  </a:lnTo>
                  <a:lnTo>
                    <a:pt x="484771" y="550799"/>
                  </a:lnTo>
                  <a:lnTo>
                    <a:pt x="520293" y="520331"/>
                  </a:lnTo>
                  <a:lnTo>
                    <a:pt x="550760" y="484822"/>
                  </a:lnTo>
                  <a:lnTo>
                    <a:pt x="575564" y="444881"/>
                  </a:lnTo>
                  <a:lnTo>
                    <a:pt x="594042" y="401142"/>
                  </a:lnTo>
                  <a:lnTo>
                    <a:pt x="605599" y="354241"/>
                  </a:lnTo>
                  <a:lnTo>
                    <a:pt x="609600" y="304800"/>
                  </a:lnTo>
                  <a:close/>
                </a:path>
              </a:pathLst>
            </a:custGeom>
            <a:solidFill>
              <a:srgbClr val="40B9D2"/>
            </a:solidFill>
          </p:spPr>
          <p:txBody>
            <a:bodyPr wrap="square" lIns="0" tIns="0" rIns="0" bIns="0" rtlCol="0"/>
            <a:lstStyle/>
            <a:p>
              <a:endParaRPr/>
            </a:p>
          </p:txBody>
        </p:sp>
        <p:sp>
          <p:nvSpPr>
            <p:cNvPr id="116" name="object 116"/>
            <p:cNvSpPr/>
            <p:nvPr/>
          </p:nvSpPr>
          <p:spPr>
            <a:xfrm>
              <a:off x="7969757" y="5593842"/>
              <a:ext cx="609600" cy="609600"/>
            </a:xfrm>
            <a:custGeom>
              <a:avLst/>
              <a:gdLst/>
              <a:ahLst/>
              <a:cxnLst/>
              <a:rect l="l" t="t" r="r" b="b"/>
              <a:pathLst>
                <a:path w="609600" h="609600">
                  <a:moveTo>
                    <a:pt x="0" y="304800"/>
                  </a:moveTo>
                  <a:lnTo>
                    <a:pt x="3990" y="255359"/>
                  </a:lnTo>
                  <a:lnTo>
                    <a:pt x="15544" y="208458"/>
                  </a:lnTo>
                  <a:lnTo>
                    <a:pt x="34032" y="164725"/>
                  </a:lnTo>
                  <a:lnTo>
                    <a:pt x="58826" y="124788"/>
                  </a:lnTo>
                  <a:lnTo>
                    <a:pt x="89296" y="89273"/>
                  </a:lnTo>
                  <a:lnTo>
                    <a:pt x="124815" y="58808"/>
                  </a:lnTo>
                  <a:lnTo>
                    <a:pt x="164753" y="34020"/>
                  </a:lnTo>
                  <a:lnTo>
                    <a:pt x="208483" y="15538"/>
                  </a:lnTo>
                  <a:lnTo>
                    <a:pt x="255374" y="3989"/>
                  </a:lnTo>
                  <a:lnTo>
                    <a:pt x="304800" y="0"/>
                  </a:lnTo>
                  <a:lnTo>
                    <a:pt x="354225" y="3989"/>
                  </a:lnTo>
                  <a:lnTo>
                    <a:pt x="401116" y="15538"/>
                  </a:lnTo>
                  <a:lnTo>
                    <a:pt x="444846" y="34020"/>
                  </a:lnTo>
                  <a:lnTo>
                    <a:pt x="484784" y="58808"/>
                  </a:lnTo>
                  <a:lnTo>
                    <a:pt x="520303" y="89273"/>
                  </a:lnTo>
                  <a:lnTo>
                    <a:pt x="550773" y="124788"/>
                  </a:lnTo>
                  <a:lnTo>
                    <a:pt x="575567" y="164725"/>
                  </a:lnTo>
                  <a:lnTo>
                    <a:pt x="594055" y="208458"/>
                  </a:lnTo>
                  <a:lnTo>
                    <a:pt x="605609" y="255359"/>
                  </a:lnTo>
                  <a:lnTo>
                    <a:pt x="609600" y="304800"/>
                  </a:lnTo>
                  <a:lnTo>
                    <a:pt x="605609" y="354240"/>
                  </a:lnTo>
                  <a:lnTo>
                    <a:pt x="594055" y="401141"/>
                  </a:lnTo>
                  <a:lnTo>
                    <a:pt x="575567" y="444874"/>
                  </a:lnTo>
                  <a:lnTo>
                    <a:pt x="550773" y="484811"/>
                  </a:lnTo>
                  <a:lnTo>
                    <a:pt x="520303" y="520326"/>
                  </a:lnTo>
                  <a:lnTo>
                    <a:pt x="484784" y="550791"/>
                  </a:lnTo>
                  <a:lnTo>
                    <a:pt x="444846" y="575579"/>
                  </a:lnTo>
                  <a:lnTo>
                    <a:pt x="401116" y="594061"/>
                  </a:lnTo>
                  <a:lnTo>
                    <a:pt x="354225" y="605610"/>
                  </a:lnTo>
                  <a:lnTo>
                    <a:pt x="304800" y="609600"/>
                  </a:lnTo>
                  <a:lnTo>
                    <a:pt x="255374" y="605610"/>
                  </a:lnTo>
                  <a:lnTo>
                    <a:pt x="208483" y="594061"/>
                  </a:lnTo>
                  <a:lnTo>
                    <a:pt x="164753" y="575579"/>
                  </a:lnTo>
                  <a:lnTo>
                    <a:pt x="124815" y="550791"/>
                  </a:lnTo>
                  <a:lnTo>
                    <a:pt x="89296" y="520326"/>
                  </a:lnTo>
                  <a:lnTo>
                    <a:pt x="58826" y="484811"/>
                  </a:lnTo>
                  <a:lnTo>
                    <a:pt x="34032" y="444874"/>
                  </a:lnTo>
                  <a:lnTo>
                    <a:pt x="15544" y="401141"/>
                  </a:lnTo>
                  <a:lnTo>
                    <a:pt x="3990" y="354240"/>
                  </a:lnTo>
                  <a:lnTo>
                    <a:pt x="0" y="304800"/>
                  </a:lnTo>
                  <a:close/>
                </a:path>
              </a:pathLst>
            </a:custGeom>
            <a:ln w="10668">
              <a:solidFill>
                <a:srgbClr val="2C879A"/>
              </a:solidFill>
            </a:ln>
          </p:spPr>
          <p:txBody>
            <a:bodyPr wrap="square" lIns="0" tIns="0" rIns="0" bIns="0" rtlCol="0"/>
            <a:lstStyle/>
            <a:p>
              <a:endParaRPr/>
            </a:p>
          </p:txBody>
        </p:sp>
        <p:sp>
          <p:nvSpPr>
            <p:cNvPr id="117" name="object 117"/>
            <p:cNvSpPr/>
            <p:nvPr/>
          </p:nvSpPr>
          <p:spPr>
            <a:xfrm>
              <a:off x="8013191" y="5696712"/>
              <a:ext cx="523240" cy="447040"/>
            </a:xfrm>
            <a:custGeom>
              <a:avLst/>
              <a:gdLst/>
              <a:ahLst/>
              <a:cxnLst/>
              <a:rect l="l" t="t" r="r" b="b"/>
              <a:pathLst>
                <a:path w="523240" h="447039">
                  <a:moveTo>
                    <a:pt x="261365" y="0"/>
                  </a:moveTo>
                  <a:lnTo>
                    <a:pt x="208677" y="4536"/>
                  </a:lnTo>
                  <a:lnTo>
                    <a:pt x="159609" y="17545"/>
                  </a:lnTo>
                  <a:lnTo>
                    <a:pt x="115211" y="38130"/>
                  </a:lnTo>
                  <a:lnTo>
                    <a:pt x="76533" y="65393"/>
                  </a:lnTo>
                  <a:lnTo>
                    <a:pt x="44623" y="98436"/>
                  </a:lnTo>
                  <a:lnTo>
                    <a:pt x="20532" y="136361"/>
                  </a:lnTo>
                  <a:lnTo>
                    <a:pt x="5307" y="178270"/>
                  </a:lnTo>
                  <a:lnTo>
                    <a:pt x="0" y="223265"/>
                  </a:lnTo>
                  <a:lnTo>
                    <a:pt x="5307" y="268261"/>
                  </a:lnTo>
                  <a:lnTo>
                    <a:pt x="20532" y="310170"/>
                  </a:lnTo>
                  <a:lnTo>
                    <a:pt x="44623" y="348095"/>
                  </a:lnTo>
                  <a:lnTo>
                    <a:pt x="76533" y="381138"/>
                  </a:lnTo>
                  <a:lnTo>
                    <a:pt x="115211" y="408401"/>
                  </a:lnTo>
                  <a:lnTo>
                    <a:pt x="159609" y="428986"/>
                  </a:lnTo>
                  <a:lnTo>
                    <a:pt x="208677" y="441995"/>
                  </a:lnTo>
                  <a:lnTo>
                    <a:pt x="261365" y="446531"/>
                  </a:lnTo>
                  <a:lnTo>
                    <a:pt x="314054" y="441995"/>
                  </a:lnTo>
                  <a:lnTo>
                    <a:pt x="363122" y="428986"/>
                  </a:lnTo>
                  <a:lnTo>
                    <a:pt x="407520" y="408401"/>
                  </a:lnTo>
                  <a:lnTo>
                    <a:pt x="446198" y="381138"/>
                  </a:lnTo>
                  <a:lnTo>
                    <a:pt x="478108" y="348095"/>
                  </a:lnTo>
                  <a:lnTo>
                    <a:pt x="502199" y="310170"/>
                  </a:lnTo>
                  <a:lnTo>
                    <a:pt x="517424" y="268261"/>
                  </a:lnTo>
                  <a:lnTo>
                    <a:pt x="522731" y="223265"/>
                  </a:lnTo>
                  <a:lnTo>
                    <a:pt x="517424" y="178270"/>
                  </a:lnTo>
                  <a:lnTo>
                    <a:pt x="502199" y="136361"/>
                  </a:lnTo>
                  <a:lnTo>
                    <a:pt x="478108" y="98436"/>
                  </a:lnTo>
                  <a:lnTo>
                    <a:pt x="446198" y="65393"/>
                  </a:lnTo>
                  <a:lnTo>
                    <a:pt x="407520" y="38130"/>
                  </a:lnTo>
                  <a:lnTo>
                    <a:pt x="363122" y="17545"/>
                  </a:lnTo>
                  <a:lnTo>
                    <a:pt x="314054" y="4536"/>
                  </a:lnTo>
                  <a:lnTo>
                    <a:pt x="261365" y="0"/>
                  </a:lnTo>
                  <a:close/>
                </a:path>
              </a:pathLst>
            </a:custGeom>
            <a:solidFill>
              <a:srgbClr val="A6D5E2"/>
            </a:solidFill>
          </p:spPr>
          <p:txBody>
            <a:bodyPr wrap="square" lIns="0" tIns="0" rIns="0" bIns="0" rtlCol="0"/>
            <a:lstStyle/>
            <a:p>
              <a:endParaRPr/>
            </a:p>
          </p:txBody>
        </p:sp>
        <p:sp>
          <p:nvSpPr>
            <p:cNvPr id="118" name="object 118"/>
            <p:cNvSpPr/>
            <p:nvPr/>
          </p:nvSpPr>
          <p:spPr>
            <a:xfrm>
              <a:off x="8013191" y="5696712"/>
              <a:ext cx="523240" cy="447040"/>
            </a:xfrm>
            <a:custGeom>
              <a:avLst/>
              <a:gdLst/>
              <a:ahLst/>
              <a:cxnLst/>
              <a:rect l="l" t="t" r="r" b="b"/>
              <a:pathLst>
                <a:path w="523240" h="447039">
                  <a:moveTo>
                    <a:pt x="0" y="223265"/>
                  </a:moveTo>
                  <a:lnTo>
                    <a:pt x="5307" y="178270"/>
                  </a:lnTo>
                  <a:lnTo>
                    <a:pt x="20532" y="136361"/>
                  </a:lnTo>
                  <a:lnTo>
                    <a:pt x="44623" y="98436"/>
                  </a:lnTo>
                  <a:lnTo>
                    <a:pt x="76533" y="65393"/>
                  </a:lnTo>
                  <a:lnTo>
                    <a:pt x="115211" y="38130"/>
                  </a:lnTo>
                  <a:lnTo>
                    <a:pt x="159609" y="17545"/>
                  </a:lnTo>
                  <a:lnTo>
                    <a:pt x="208677" y="4536"/>
                  </a:lnTo>
                  <a:lnTo>
                    <a:pt x="261365" y="0"/>
                  </a:lnTo>
                  <a:lnTo>
                    <a:pt x="314054" y="4536"/>
                  </a:lnTo>
                  <a:lnTo>
                    <a:pt x="363122" y="17545"/>
                  </a:lnTo>
                  <a:lnTo>
                    <a:pt x="407520" y="38130"/>
                  </a:lnTo>
                  <a:lnTo>
                    <a:pt x="446198" y="65393"/>
                  </a:lnTo>
                  <a:lnTo>
                    <a:pt x="478108" y="98436"/>
                  </a:lnTo>
                  <a:lnTo>
                    <a:pt x="502199" y="136361"/>
                  </a:lnTo>
                  <a:lnTo>
                    <a:pt x="517424" y="178270"/>
                  </a:lnTo>
                  <a:lnTo>
                    <a:pt x="522731" y="223265"/>
                  </a:lnTo>
                  <a:lnTo>
                    <a:pt x="517424" y="268261"/>
                  </a:lnTo>
                  <a:lnTo>
                    <a:pt x="502199" y="310170"/>
                  </a:lnTo>
                  <a:lnTo>
                    <a:pt x="478108" y="348095"/>
                  </a:lnTo>
                  <a:lnTo>
                    <a:pt x="446198" y="381138"/>
                  </a:lnTo>
                  <a:lnTo>
                    <a:pt x="407520" y="408401"/>
                  </a:lnTo>
                  <a:lnTo>
                    <a:pt x="363122" y="428986"/>
                  </a:lnTo>
                  <a:lnTo>
                    <a:pt x="314054" y="441995"/>
                  </a:lnTo>
                  <a:lnTo>
                    <a:pt x="261365" y="446531"/>
                  </a:lnTo>
                  <a:lnTo>
                    <a:pt x="208677" y="441995"/>
                  </a:lnTo>
                  <a:lnTo>
                    <a:pt x="159609" y="428986"/>
                  </a:lnTo>
                  <a:lnTo>
                    <a:pt x="115211" y="408401"/>
                  </a:lnTo>
                  <a:lnTo>
                    <a:pt x="76533" y="381138"/>
                  </a:lnTo>
                  <a:lnTo>
                    <a:pt x="44623" y="348095"/>
                  </a:lnTo>
                  <a:lnTo>
                    <a:pt x="20532" y="310170"/>
                  </a:lnTo>
                  <a:lnTo>
                    <a:pt x="5307" y="268261"/>
                  </a:lnTo>
                  <a:lnTo>
                    <a:pt x="0" y="223265"/>
                  </a:lnTo>
                  <a:close/>
                </a:path>
              </a:pathLst>
            </a:custGeom>
            <a:ln w="9144">
              <a:solidFill>
                <a:srgbClr val="40B9D2"/>
              </a:solidFill>
            </a:ln>
          </p:spPr>
          <p:txBody>
            <a:bodyPr wrap="square" lIns="0" tIns="0" rIns="0" bIns="0" rtlCol="0"/>
            <a:lstStyle/>
            <a:p>
              <a:endParaRPr/>
            </a:p>
          </p:txBody>
        </p:sp>
      </p:grpSp>
      <p:sp>
        <p:nvSpPr>
          <p:cNvPr id="119" name="object 119"/>
          <p:cNvSpPr txBox="1"/>
          <p:nvPr/>
        </p:nvSpPr>
        <p:spPr>
          <a:xfrm>
            <a:off x="8142478" y="5705652"/>
            <a:ext cx="384175" cy="391160"/>
          </a:xfrm>
          <a:prstGeom prst="rect">
            <a:avLst/>
          </a:prstGeom>
        </p:spPr>
        <p:txBody>
          <a:bodyPr vert="horz" wrap="square" lIns="0" tIns="12700" rIns="0" bIns="0" rtlCol="0">
            <a:spAutoFit/>
          </a:bodyPr>
          <a:lstStyle/>
          <a:p>
            <a:pPr marL="38100">
              <a:lnSpc>
                <a:spcPct val="100000"/>
              </a:lnSpc>
              <a:spcBef>
                <a:spcPts val="100"/>
              </a:spcBef>
            </a:pPr>
            <a:r>
              <a:rPr sz="2400" spc="-1180" dirty="0">
                <a:solidFill>
                  <a:srgbClr val="FFFFFF"/>
                </a:solidFill>
                <a:latin typeface="Calibri"/>
                <a:cs typeface="Calibri"/>
              </a:rPr>
              <a:t>1</a:t>
            </a:r>
            <a:r>
              <a:rPr sz="2700" spc="172" baseline="10802" dirty="0">
                <a:solidFill>
                  <a:srgbClr val="FFFFFF"/>
                </a:solidFill>
                <a:latin typeface="Cambria Math"/>
                <a:cs typeface="Cambria Math"/>
              </a:rPr>
              <a:t>2</a:t>
            </a:r>
            <a:r>
              <a:rPr sz="2400" spc="-35" dirty="0">
                <a:solidFill>
                  <a:srgbClr val="FFFFFF"/>
                </a:solidFill>
                <a:latin typeface="Calibri"/>
                <a:cs typeface="Calibri"/>
              </a:rPr>
              <a:t>7</a:t>
            </a:r>
            <a:endParaRPr sz="2400">
              <a:latin typeface="Calibri"/>
              <a:cs typeface="Calibri"/>
            </a:endParaRPr>
          </a:p>
        </p:txBody>
      </p:sp>
      <p:sp>
        <p:nvSpPr>
          <p:cNvPr id="120" name="object 120"/>
          <p:cNvSpPr txBox="1"/>
          <p:nvPr/>
        </p:nvSpPr>
        <p:spPr>
          <a:xfrm>
            <a:off x="6477127" y="5562396"/>
            <a:ext cx="15176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E</a:t>
            </a:r>
            <a:endParaRPr sz="1800">
              <a:latin typeface="Corbel"/>
              <a:cs typeface="Corbel"/>
            </a:endParaRPr>
          </a:p>
        </p:txBody>
      </p:sp>
      <p:sp>
        <p:nvSpPr>
          <p:cNvPr id="121" name="object 121"/>
          <p:cNvSpPr txBox="1"/>
          <p:nvPr/>
        </p:nvSpPr>
        <p:spPr>
          <a:xfrm>
            <a:off x="7607554" y="5564835"/>
            <a:ext cx="9398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a:t>
            </a:r>
            <a:endParaRPr sz="1800">
              <a:latin typeface="Corbel"/>
              <a:cs typeface="Corbel"/>
            </a:endParaRPr>
          </a:p>
        </p:txBody>
      </p:sp>
      <p:sp>
        <p:nvSpPr>
          <p:cNvPr id="122" name="object 122"/>
          <p:cNvSpPr txBox="1"/>
          <p:nvPr/>
        </p:nvSpPr>
        <p:spPr>
          <a:xfrm>
            <a:off x="5363717" y="5563616"/>
            <a:ext cx="9398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a:t>
            </a:r>
            <a:endParaRPr sz="1800">
              <a:latin typeface="Corbel"/>
              <a:cs typeface="Corbe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700"/>
              </a:spcBef>
            </a:pPr>
            <a:endParaRPr sz="3600">
              <a:latin typeface="Times New Roman"/>
              <a:cs typeface="Times New Roman"/>
            </a:endParaRPr>
          </a:p>
          <a:p>
            <a:pPr marL="344170" marR="643890">
              <a:lnSpc>
                <a:spcPct val="90000"/>
              </a:lnSpc>
            </a:pPr>
            <a:r>
              <a:rPr sz="3600" b="1" spc="-10" dirty="0">
                <a:solidFill>
                  <a:srgbClr val="FFFFFF"/>
                </a:solidFill>
                <a:latin typeface="Cambria"/>
                <a:cs typeface="Cambria"/>
              </a:rPr>
              <a:t>Transition </a:t>
            </a:r>
            <a:r>
              <a:rPr sz="3600" b="1" spc="-80" dirty="0">
                <a:solidFill>
                  <a:srgbClr val="FFFFFF"/>
                </a:solidFill>
                <a:latin typeface="Cambria"/>
                <a:cs typeface="Cambria"/>
              </a:rPr>
              <a:t>Diagram</a:t>
            </a:r>
            <a:r>
              <a:rPr sz="3600" b="1" spc="-70" dirty="0">
                <a:solidFill>
                  <a:srgbClr val="FFFFFF"/>
                </a:solidFill>
                <a:latin typeface="Cambria"/>
                <a:cs typeface="Cambria"/>
              </a:rPr>
              <a:t> </a:t>
            </a:r>
            <a:r>
              <a:rPr sz="3600" b="1" spc="-30" dirty="0">
                <a:solidFill>
                  <a:srgbClr val="FFFFFF"/>
                </a:solidFill>
                <a:latin typeface="Cambria"/>
                <a:cs typeface="Cambria"/>
              </a:rPr>
              <a:t>for </a:t>
            </a:r>
            <a:r>
              <a:rPr sz="3600" b="1" spc="-10" dirty="0">
                <a:solidFill>
                  <a:srgbClr val="FFFFFF"/>
                </a:solidFill>
                <a:latin typeface="Cambria"/>
                <a:cs typeface="Cambria"/>
              </a:rPr>
              <a:t>Predictive Parser</a:t>
            </a:r>
            <a:endParaRPr sz="3600">
              <a:latin typeface="Cambria"/>
              <a:cs typeface="Cambria"/>
            </a:endParaRPr>
          </a:p>
        </p:txBody>
      </p:sp>
      <p:grpSp>
        <p:nvGrpSpPr>
          <p:cNvPr id="3" name="object 3"/>
          <p:cNvGrpSpPr/>
          <p:nvPr/>
        </p:nvGrpSpPr>
        <p:grpSpPr>
          <a:xfrm>
            <a:off x="4506404" y="999680"/>
            <a:ext cx="620395" cy="620395"/>
            <a:chOff x="4506404" y="999680"/>
            <a:chExt cx="620395" cy="620395"/>
          </a:xfrm>
        </p:grpSpPr>
        <p:sp>
          <p:nvSpPr>
            <p:cNvPr id="4" name="object 4"/>
            <p:cNvSpPr/>
            <p:nvPr/>
          </p:nvSpPr>
          <p:spPr>
            <a:xfrm>
              <a:off x="4511801" y="1005077"/>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5" name="object 5"/>
            <p:cNvSpPr/>
            <p:nvPr/>
          </p:nvSpPr>
          <p:spPr>
            <a:xfrm>
              <a:off x="4511801" y="1005077"/>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6" name="object 6"/>
          <p:cNvSpPr txBox="1"/>
          <p:nvPr/>
        </p:nvSpPr>
        <p:spPr>
          <a:xfrm>
            <a:off x="4751959" y="1144270"/>
            <a:ext cx="129539"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orbel"/>
                <a:cs typeface="Corbel"/>
              </a:rPr>
              <a:t>3</a:t>
            </a:r>
            <a:endParaRPr sz="1800">
              <a:latin typeface="Corbel"/>
              <a:cs typeface="Corbel"/>
            </a:endParaRPr>
          </a:p>
        </p:txBody>
      </p:sp>
      <p:grpSp>
        <p:nvGrpSpPr>
          <p:cNvPr id="7" name="object 7"/>
          <p:cNvGrpSpPr/>
          <p:nvPr/>
        </p:nvGrpSpPr>
        <p:grpSpPr>
          <a:xfrm>
            <a:off x="5614352" y="1002728"/>
            <a:ext cx="620395" cy="620395"/>
            <a:chOff x="5614352" y="1002728"/>
            <a:chExt cx="620395" cy="620395"/>
          </a:xfrm>
        </p:grpSpPr>
        <p:sp>
          <p:nvSpPr>
            <p:cNvPr id="8" name="object 8"/>
            <p:cNvSpPr/>
            <p:nvPr/>
          </p:nvSpPr>
          <p:spPr>
            <a:xfrm>
              <a:off x="5619750" y="1008126"/>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9" name="object 9"/>
            <p:cNvSpPr/>
            <p:nvPr/>
          </p:nvSpPr>
          <p:spPr>
            <a:xfrm>
              <a:off x="5619750" y="1008126"/>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10" name="object 10"/>
          <p:cNvSpPr txBox="1"/>
          <p:nvPr/>
        </p:nvSpPr>
        <p:spPr>
          <a:xfrm>
            <a:off x="5825744" y="1149222"/>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4</a:t>
            </a:r>
            <a:endParaRPr sz="1800">
              <a:latin typeface="Cambria Math"/>
              <a:cs typeface="Cambria Math"/>
            </a:endParaRPr>
          </a:p>
        </p:txBody>
      </p:sp>
      <p:sp>
        <p:nvSpPr>
          <p:cNvPr id="11" name="object 11"/>
          <p:cNvSpPr txBox="1"/>
          <p:nvPr/>
        </p:nvSpPr>
        <p:spPr>
          <a:xfrm>
            <a:off x="6333490" y="933703"/>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T</a:t>
            </a:r>
            <a:endParaRPr sz="1800">
              <a:latin typeface="Corbel"/>
              <a:cs typeface="Corbel"/>
            </a:endParaRPr>
          </a:p>
        </p:txBody>
      </p:sp>
      <p:grpSp>
        <p:nvGrpSpPr>
          <p:cNvPr id="12" name="object 12"/>
          <p:cNvGrpSpPr/>
          <p:nvPr/>
        </p:nvGrpSpPr>
        <p:grpSpPr>
          <a:xfrm>
            <a:off x="5148707" y="958532"/>
            <a:ext cx="2218690" cy="620395"/>
            <a:chOff x="5148707" y="958532"/>
            <a:chExt cx="2218690" cy="620395"/>
          </a:xfrm>
        </p:grpSpPr>
        <p:sp>
          <p:nvSpPr>
            <p:cNvPr id="13" name="object 13"/>
            <p:cNvSpPr/>
            <p:nvPr/>
          </p:nvSpPr>
          <p:spPr>
            <a:xfrm>
              <a:off x="5148707" y="963929"/>
              <a:ext cx="2212975" cy="609600"/>
            </a:xfrm>
            <a:custGeom>
              <a:avLst/>
              <a:gdLst/>
              <a:ahLst/>
              <a:cxnLst/>
              <a:rect l="l" t="t" r="r" b="b"/>
              <a:pathLst>
                <a:path w="2212975" h="609600">
                  <a:moveTo>
                    <a:pt x="498094" y="362966"/>
                  </a:moveTo>
                  <a:lnTo>
                    <a:pt x="395351" y="302133"/>
                  </a:lnTo>
                  <a:lnTo>
                    <a:pt x="387477" y="304165"/>
                  </a:lnTo>
                  <a:lnTo>
                    <a:pt x="383794" y="310261"/>
                  </a:lnTo>
                  <a:lnTo>
                    <a:pt x="380111" y="316484"/>
                  </a:lnTo>
                  <a:lnTo>
                    <a:pt x="382143" y="324358"/>
                  </a:lnTo>
                  <a:lnTo>
                    <a:pt x="424535" y="349453"/>
                  </a:lnTo>
                  <a:lnTo>
                    <a:pt x="254" y="346710"/>
                  </a:lnTo>
                  <a:lnTo>
                    <a:pt x="215" y="349758"/>
                  </a:lnTo>
                  <a:lnTo>
                    <a:pt x="88" y="362585"/>
                  </a:lnTo>
                  <a:lnTo>
                    <a:pt x="0" y="372618"/>
                  </a:lnTo>
                  <a:lnTo>
                    <a:pt x="424459" y="375361"/>
                  </a:lnTo>
                  <a:lnTo>
                    <a:pt x="381762" y="399923"/>
                  </a:lnTo>
                  <a:lnTo>
                    <a:pt x="379603" y="407797"/>
                  </a:lnTo>
                  <a:lnTo>
                    <a:pt x="386715" y="420243"/>
                  </a:lnTo>
                  <a:lnTo>
                    <a:pt x="394589" y="422402"/>
                  </a:lnTo>
                  <a:lnTo>
                    <a:pt x="475983" y="375666"/>
                  </a:lnTo>
                  <a:lnTo>
                    <a:pt x="498094" y="362966"/>
                  </a:lnTo>
                  <a:close/>
                </a:path>
                <a:path w="2212975" h="609600">
                  <a:moveTo>
                    <a:pt x="1598422" y="359918"/>
                  </a:moveTo>
                  <a:lnTo>
                    <a:pt x="1495666" y="299085"/>
                  </a:lnTo>
                  <a:lnTo>
                    <a:pt x="1487792" y="301117"/>
                  </a:lnTo>
                  <a:lnTo>
                    <a:pt x="1484122" y="307213"/>
                  </a:lnTo>
                  <a:lnTo>
                    <a:pt x="1480439" y="313436"/>
                  </a:lnTo>
                  <a:lnTo>
                    <a:pt x="1482471" y="321310"/>
                  </a:lnTo>
                  <a:lnTo>
                    <a:pt x="1524863" y="346405"/>
                  </a:lnTo>
                  <a:lnTo>
                    <a:pt x="1100582" y="343662"/>
                  </a:lnTo>
                  <a:lnTo>
                    <a:pt x="1100543" y="346710"/>
                  </a:lnTo>
                  <a:lnTo>
                    <a:pt x="1100416" y="359537"/>
                  </a:lnTo>
                  <a:lnTo>
                    <a:pt x="1100328" y="369570"/>
                  </a:lnTo>
                  <a:lnTo>
                    <a:pt x="1524787" y="372313"/>
                  </a:lnTo>
                  <a:lnTo>
                    <a:pt x="1482090" y="396875"/>
                  </a:lnTo>
                  <a:lnTo>
                    <a:pt x="1479931" y="404749"/>
                  </a:lnTo>
                  <a:lnTo>
                    <a:pt x="1487043" y="417195"/>
                  </a:lnTo>
                  <a:lnTo>
                    <a:pt x="1494917" y="419354"/>
                  </a:lnTo>
                  <a:lnTo>
                    <a:pt x="1576311" y="372618"/>
                  </a:lnTo>
                  <a:lnTo>
                    <a:pt x="1598422" y="359918"/>
                  </a:lnTo>
                  <a:close/>
                </a:path>
                <a:path w="2212975" h="609600">
                  <a:moveTo>
                    <a:pt x="2212975" y="304800"/>
                  </a:moveTo>
                  <a:lnTo>
                    <a:pt x="2208974" y="255384"/>
                  </a:lnTo>
                  <a:lnTo>
                    <a:pt x="2197430" y="208483"/>
                  </a:lnTo>
                  <a:lnTo>
                    <a:pt x="2178939" y="164757"/>
                  </a:lnTo>
                  <a:lnTo>
                    <a:pt x="2154148" y="124815"/>
                  </a:lnTo>
                  <a:lnTo>
                    <a:pt x="2123668" y="89306"/>
                  </a:lnTo>
                  <a:lnTo>
                    <a:pt x="2088159" y="58826"/>
                  </a:lnTo>
                  <a:lnTo>
                    <a:pt x="2048217" y="34036"/>
                  </a:lnTo>
                  <a:lnTo>
                    <a:pt x="2004479" y="15544"/>
                  </a:lnTo>
                  <a:lnTo>
                    <a:pt x="1957590" y="4000"/>
                  </a:lnTo>
                  <a:lnTo>
                    <a:pt x="1908175" y="0"/>
                  </a:lnTo>
                  <a:lnTo>
                    <a:pt x="1858746" y="4000"/>
                  </a:lnTo>
                  <a:lnTo>
                    <a:pt x="1811858" y="15544"/>
                  </a:lnTo>
                  <a:lnTo>
                    <a:pt x="1768119" y="34036"/>
                  </a:lnTo>
                  <a:lnTo>
                    <a:pt x="1728190" y="58839"/>
                  </a:lnTo>
                  <a:lnTo>
                    <a:pt x="1692668" y="89306"/>
                  </a:lnTo>
                  <a:lnTo>
                    <a:pt x="1662201" y="124815"/>
                  </a:lnTo>
                  <a:lnTo>
                    <a:pt x="1637398" y="164757"/>
                  </a:lnTo>
                  <a:lnTo>
                    <a:pt x="1618919" y="208483"/>
                  </a:lnTo>
                  <a:lnTo>
                    <a:pt x="1607362" y="255384"/>
                  </a:lnTo>
                  <a:lnTo>
                    <a:pt x="1603375" y="304800"/>
                  </a:lnTo>
                  <a:lnTo>
                    <a:pt x="1607362" y="354228"/>
                  </a:lnTo>
                  <a:lnTo>
                    <a:pt x="1618907" y="401129"/>
                  </a:lnTo>
                  <a:lnTo>
                    <a:pt x="1637398" y="444855"/>
                  </a:lnTo>
                  <a:lnTo>
                    <a:pt x="1662188" y="484784"/>
                  </a:lnTo>
                  <a:lnTo>
                    <a:pt x="1692668" y="520306"/>
                  </a:lnTo>
                  <a:lnTo>
                    <a:pt x="1728190" y="550773"/>
                  </a:lnTo>
                  <a:lnTo>
                    <a:pt x="1768119" y="575576"/>
                  </a:lnTo>
                  <a:lnTo>
                    <a:pt x="1811858" y="594055"/>
                  </a:lnTo>
                  <a:lnTo>
                    <a:pt x="1858746" y="605612"/>
                  </a:lnTo>
                  <a:lnTo>
                    <a:pt x="1908175" y="609600"/>
                  </a:lnTo>
                  <a:lnTo>
                    <a:pt x="1957590" y="605612"/>
                  </a:lnTo>
                  <a:lnTo>
                    <a:pt x="2004479" y="594055"/>
                  </a:lnTo>
                  <a:lnTo>
                    <a:pt x="2048217" y="575576"/>
                  </a:lnTo>
                  <a:lnTo>
                    <a:pt x="2088146" y="550773"/>
                  </a:lnTo>
                  <a:lnTo>
                    <a:pt x="2123668" y="520306"/>
                  </a:lnTo>
                  <a:lnTo>
                    <a:pt x="2154136" y="484784"/>
                  </a:lnTo>
                  <a:lnTo>
                    <a:pt x="2178939" y="444855"/>
                  </a:lnTo>
                  <a:lnTo>
                    <a:pt x="2197417" y="401116"/>
                  </a:lnTo>
                  <a:lnTo>
                    <a:pt x="2208974" y="354228"/>
                  </a:lnTo>
                  <a:lnTo>
                    <a:pt x="2212975" y="304800"/>
                  </a:lnTo>
                  <a:close/>
                </a:path>
              </a:pathLst>
            </a:custGeom>
            <a:solidFill>
              <a:srgbClr val="40B9D2"/>
            </a:solidFill>
          </p:spPr>
          <p:txBody>
            <a:bodyPr wrap="square" lIns="0" tIns="0" rIns="0" bIns="0" rtlCol="0"/>
            <a:lstStyle/>
            <a:p>
              <a:endParaRPr/>
            </a:p>
          </p:txBody>
        </p:sp>
        <p:sp>
          <p:nvSpPr>
            <p:cNvPr id="14" name="object 14"/>
            <p:cNvSpPr/>
            <p:nvPr/>
          </p:nvSpPr>
          <p:spPr>
            <a:xfrm>
              <a:off x="6752082" y="963929"/>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15" name="object 15"/>
          <p:cNvSpPr txBox="1"/>
          <p:nvPr/>
        </p:nvSpPr>
        <p:spPr>
          <a:xfrm>
            <a:off x="6958965" y="1104391"/>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5</a:t>
            </a:r>
            <a:endParaRPr sz="1800">
              <a:latin typeface="Cambria Math"/>
              <a:cs typeface="Cambria Math"/>
            </a:endParaRPr>
          </a:p>
        </p:txBody>
      </p:sp>
      <p:sp>
        <p:nvSpPr>
          <p:cNvPr id="16" name="object 16"/>
          <p:cNvSpPr txBox="1"/>
          <p:nvPr/>
        </p:nvSpPr>
        <p:spPr>
          <a:xfrm>
            <a:off x="5810503" y="322326"/>
            <a:ext cx="126364"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Symbol"/>
                <a:cs typeface="Symbol"/>
              </a:rPr>
              <a:t></a:t>
            </a:r>
            <a:endParaRPr sz="1800">
              <a:latin typeface="Symbol"/>
              <a:cs typeface="Symbol"/>
            </a:endParaRPr>
          </a:p>
        </p:txBody>
      </p:sp>
      <p:sp>
        <p:nvSpPr>
          <p:cNvPr id="17" name="object 17"/>
          <p:cNvSpPr txBox="1"/>
          <p:nvPr/>
        </p:nvSpPr>
        <p:spPr>
          <a:xfrm>
            <a:off x="5256657" y="922401"/>
            <a:ext cx="14287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a:t>
            </a:r>
            <a:endParaRPr sz="1800">
              <a:latin typeface="Corbel"/>
              <a:cs typeface="Corbel"/>
            </a:endParaRPr>
          </a:p>
        </p:txBody>
      </p:sp>
      <p:sp>
        <p:nvSpPr>
          <p:cNvPr id="18" name="object 18"/>
          <p:cNvSpPr txBox="1"/>
          <p:nvPr/>
        </p:nvSpPr>
        <p:spPr>
          <a:xfrm>
            <a:off x="3770757" y="1157985"/>
            <a:ext cx="35433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E’</a:t>
            </a:r>
            <a:r>
              <a:rPr sz="1800" spc="340" dirty="0">
                <a:latin typeface="Corbel"/>
                <a:cs typeface="Corbel"/>
              </a:rPr>
              <a:t> </a:t>
            </a:r>
            <a:r>
              <a:rPr sz="1800" spc="-50" dirty="0">
                <a:latin typeface="Corbel"/>
                <a:cs typeface="Corbel"/>
              </a:rPr>
              <a:t>:</a:t>
            </a:r>
            <a:endParaRPr sz="1800">
              <a:latin typeface="Corbel"/>
              <a:cs typeface="Corbel"/>
            </a:endParaRPr>
          </a:p>
        </p:txBody>
      </p:sp>
      <p:grpSp>
        <p:nvGrpSpPr>
          <p:cNvPr id="19" name="object 19"/>
          <p:cNvGrpSpPr/>
          <p:nvPr/>
        </p:nvGrpSpPr>
        <p:grpSpPr>
          <a:xfrm>
            <a:off x="4300664" y="3017456"/>
            <a:ext cx="620395" cy="620395"/>
            <a:chOff x="4300664" y="3017456"/>
            <a:chExt cx="620395" cy="620395"/>
          </a:xfrm>
        </p:grpSpPr>
        <p:sp>
          <p:nvSpPr>
            <p:cNvPr id="20" name="object 20"/>
            <p:cNvSpPr/>
            <p:nvPr/>
          </p:nvSpPr>
          <p:spPr>
            <a:xfrm>
              <a:off x="4306062" y="3022854"/>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21" name="object 21"/>
            <p:cNvSpPr/>
            <p:nvPr/>
          </p:nvSpPr>
          <p:spPr>
            <a:xfrm>
              <a:off x="4306062" y="3022854"/>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22" name="object 22"/>
          <p:cNvSpPr txBox="1"/>
          <p:nvPr/>
        </p:nvSpPr>
        <p:spPr>
          <a:xfrm>
            <a:off x="4512690" y="3163570"/>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0</a:t>
            </a:r>
            <a:endParaRPr sz="1800">
              <a:latin typeface="Cambria Math"/>
              <a:cs typeface="Cambria Math"/>
            </a:endParaRPr>
          </a:p>
        </p:txBody>
      </p:sp>
      <p:grpSp>
        <p:nvGrpSpPr>
          <p:cNvPr id="23" name="object 23"/>
          <p:cNvGrpSpPr/>
          <p:nvPr/>
        </p:nvGrpSpPr>
        <p:grpSpPr>
          <a:xfrm>
            <a:off x="4915534" y="3029648"/>
            <a:ext cx="1147445" cy="620395"/>
            <a:chOff x="4915534" y="3029648"/>
            <a:chExt cx="1147445" cy="620395"/>
          </a:xfrm>
        </p:grpSpPr>
        <p:sp>
          <p:nvSpPr>
            <p:cNvPr id="24" name="object 24"/>
            <p:cNvSpPr/>
            <p:nvPr/>
          </p:nvSpPr>
          <p:spPr>
            <a:xfrm>
              <a:off x="4915534" y="3270122"/>
              <a:ext cx="498475" cy="120650"/>
            </a:xfrm>
            <a:custGeom>
              <a:avLst/>
              <a:gdLst/>
              <a:ahLst/>
              <a:cxnLst/>
              <a:rect l="l" t="t" r="r" b="b"/>
              <a:pathLst>
                <a:path w="498475" h="120650">
                  <a:moveTo>
                    <a:pt x="424461" y="73224"/>
                  </a:moveTo>
                  <a:lnTo>
                    <a:pt x="381762" y="97789"/>
                  </a:lnTo>
                  <a:lnTo>
                    <a:pt x="379602" y="105663"/>
                  </a:lnTo>
                  <a:lnTo>
                    <a:pt x="386714" y="118110"/>
                  </a:lnTo>
                  <a:lnTo>
                    <a:pt x="394588" y="120268"/>
                  </a:lnTo>
                  <a:lnTo>
                    <a:pt x="475984" y="73532"/>
                  </a:lnTo>
                  <a:lnTo>
                    <a:pt x="472313" y="73532"/>
                  </a:lnTo>
                  <a:lnTo>
                    <a:pt x="424461" y="73224"/>
                  </a:lnTo>
                  <a:close/>
                </a:path>
                <a:path w="498475" h="120650">
                  <a:moveTo>
                    <a:pt x="446725" y="60445"/>
                  </a:moveTo>
                  <a:lnTo>
                    <a:pt x="424461" y="73224"/>
                  </a:lnTo>
                  <a:lnTo>
                    <a:pt x="472313" y="73532"/>
                  </a:lnTo>
                  <a:lnTo>
                    <a:pt x="472321" y="71754"/>
                  </a:lnTo>
                  <a:lnTo>
                    <a:pt x="465836" y="71754"/>
                  </a:lnTo>
                  <a:lnTo>
                    <a:pt x="446725" y="60445"/>
                  </a:lnTo>
                  <a:close/>
                </a:path>
                <a:path w="498475" h="120650">
                  <a:moveTo>
                    <a:pt x="395350" y="0"/>
                  </a:moveTo>
                  <a:lnTo>
                    <a:pt x="387476" y="2031"/>
                  </a:lnTo>
                  <a:lnTo>
                    <a:pt x="383793" y="8127"/>
                  </a:lnTo>
                  <a:lnTo>
                    <a:pt x="380111" y="14350"/>
                  </a:lnTo>
                  <a:lnTo>
                    <a:pt x="382142" y="22225"/>
                  </a:lnTo>
                  <a:lnTo>
                    <a:pt x="424540" y="47315"/>
                  </a:lnTo>
                  <a:lnTo>
                    <a:pt x="472439" y="47625"/>
                  </a:lnTo>
                  <a:lnTo>
                    <a:pt x="472313" y="73532"/>
                  </a:lnTo>
                  <a:lnTo>
                    <a:pt x="475984" y="73532"/>
                  </a:lnTo>
                  <a:lnTo>
                    <a:pt x="498093" y="60832"/>
                  </a:lnTo>
                  <a:lnTo>
                    <a:pt x="395350" y="0"/>
                  </a:lnTo>
                  <a:close/>
                </a:path>
                <a:path w="498475" h="120650">
                  <a:moveTo>
                    <a:pt x="253" y="44576"/>
                  </a:moveTo>
                  <a:lnTo>
                    <a:pt x="224" y="47625"/>
                  </a:lnTo>
                  <a:lnTo>
                    <a:pt x="98" y="60445"/>
                  </a:lnTo>
                  <a:lnTo>
                    <a:pt x="0" y="70485"/>
                  </a:lnTo>
                  <a:lnTo>
                    <a:pt x="424461" y="73224"/>
                  </a:lnTo>
                  <a:lnTo>
                    <a:pt x="446725" y="60445"/>
                  </a:lnTo>
                  <a:lnTo>
                    <a:pt x="424540" y="47315"/>
                  </a:lnTo>
                  <a:lnTo>
                    <a:pt x="253" y="44576"/>
                  </a:lnTo>
                  <a:close/>
                </a:path>
                <a:path w="498475" h="120650">
                  <a:moveTo>
                    <a:pt x="465963" y="49402"/>
                  </a:moveTo>
                  <a:lnTo>
                    <a:pt x="446725" y="60445"/>
                  </a:lnTo>
                  <a:lnTo>
                    <a:pt x="465836" y="71754"/>
                  </a:lnTo>
                  <a:lnTo>
                    <a:pt x="465963" y="49402"/>
                  </a:lnTo>
                  <a:close/>
                </a:path>
                <a:path w="498475" h="120650">
                  <a:moveTo>
                    <a:pt x="472431" y="49402"/>
                  </a:moveTo>
                  <a:lnTo>
                    <a:pt x="465963" y="49402"/>
                  </a:lnTo>
                  <a:lnTo>
                    <a:pt x="465836" y="71754"/>
                  </a:lnTo>
                  <a:lnTo>
                    <a:pt x="472321" y="71754"/>
                  </a:lnTo>
                  <a:lnTo>
                    <a:pt x="472431" y="49402"/>
                  </a:lnTo>
                  <a:close/>
                </a:path>
                <a:path w="498475" h="120650">
                  <a:moveTo>
                    <a:pt x="424540" y="47315"/>
                  </a:moveTo>
                  <a:lnTo>
                    <a:pt x="446725" y="60445"/>
                  </a:lnTo>
                  <a:lnTo>
                    <a:pt x="465963" y="49402"/>
                  </a:lnTo>
                  <a:lnTo>
                    <a:pt x="472431" y="49402"/>
                  </a:lnTo>
                  <a:lnTo>
                    <a:pt x="472439" y="47625"/>
                  </a:lnTo>
                  <a:lnTo>
                    <a:pt x="424540" y="47315"/>
                  </a:lnTo>
                  <a:close/>
                </a:path>
              </a:pathLst>
            </a:custGeom>
            <a:solidFill>
              <a:srgbClr val="40B9D2"/>
            </a:solidFill>
          </p:spPr>
          <p:txBody>
            <a:bodyPr wrap="square" lIns="0" tIns="0" rIns="0" bIns="0" rtlCol="0"/>
            <a:lstStyle/>
            <a:p>
              <a:endParaRPr/>
            </a:p>
          </p:txBody>
        </p:sp>
        <p:sp>
          <p:nvSpPr>
            <p:cNvPr id="25" name="object 25"/>
            <p:cNvSpPr/>
            <p:nvPr/>
          </p:nvSpPr>
          <p:spPr>
            <a:xfrm>
              <a:off x="5447537" y="3035045"/>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599"/>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26" name="object 26"/>
            <p:cNvSpPr/>
            <p:nvPr/>
          </p:nvSpPr>
          <p:spPr>
            <a:xfrm>
              <a:off x="5447537" y="3035045"/>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599"/>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27" name="object 27"/>
          <p:cNvSpPr txBox="1"/>
          <p:nvPr/>
        </p:nvSpPr>
        <p:spPr>
          <a:xfrm>
            <a:off x="3827526" y="3157473"/>
            <a:ext cx="3041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E</a:t>
            </a:r>
            <a:r>
              <a:rPr sz="1800" spc="360" dirty="0">
                <a:latin typeface="Corbel"/>
                <a:cs typeface="Corbel"/>
              </a:rPr>
              <a:t> </a:t>
            </a:r>
            <a:r>
              <a:rPr sz="1800" spc="-50" dirty="0">
                <a:latin typeface="Corbel"/>
                <a:cs typeface="Corbel"/>
              </a:rPr>
              <a:t>:</a:t>
            </a:r>
            <a:endParaRPr sz="1800">
              <a:latin typeface="Corbel"/>
              <a:cs typeface="Corbel"/>
            </a:endParaRPr>
          </a:p>
        </p:txBody>
      </p:sp>
      <p:sp>
        <p:nvSpPr>
          <p:cNvPr id="28" name="object 28"/>
          <p:cNvSpPr txBox="1"/>
          <p:nvPr/>
        </p:nvSpPr>
        <p:spPr>
          <a:xfrm>
            <a:off x="5022341" y="2927350"/>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T</a:t>
            </a:r>
            <a:endParaRPr sz="1800">
              <a:latin typeface="Corbel"/>
              <a:cs typeface="Corbel"/>
            </a:endParaRPr>
          </a:p>
        </p:txBody>
      </p:sp>
      <p:grpSp>
        <p:nvGrpSpPr>
          <p:cNvPr id="29" name="object 29"/>
          <p:cNvGrpSpPr/>
          <p:nvPr/>
        </p:nvGrpSpPr>
        <p:grpSpPr>
          <a:xfrm>
            <a:off x="4777485" y="691895"/>
            <a:ext cx="2328545" cy="1606550"/>
            <a:chOff x="4777485" y="691895"/>
            <a:chExt cx="2328545" cy="1606550"/>
          </a:xfrm>
        </p:grpSpPr>
        <p:sp>
          <p:nvSpPr>
            <p:cNvPr id="30" name="object 30"/>
            <p:cNvSpPr/>
            <p:nvPr/>
          </p:nvSpPr>
          <p:spPr>
            <a:xfrm>
              <a:off x="4814315" y="696467"/>
              <a:ext cx="2287270" cy="266700"/>
            </a:xfrm>
            <a:custGeom>
              <a:avLst/>
              <a:gdLst/>
              <a:ahLst/>
              <a:cxnLst/>
              <a:rect l="l" t="t" r="r" b="b"/>
              <a:pathLst>
                <a:path w="2287270" h="266700">
                  <a:moveTo>
                    <a:pt x="2241804" y="266192"/>
                  </a:moveTo>
                  <a:lnTo>
                    <a:pt x="2245741" y="19812"/>
                  </a:lnTo>
                </a:path>
                <a:path w="2287270" h="266700">
                  <a:moveTo>
                    <a:pt x="0" y="0"/>
                  </a:moveTo>
                  <a:lnTo>
                    <a:pt x="2286889" y="6477"/>
                  </a:lnTo>
                </a:path>
              </a:pathLst>
            </a:custGeom>
            <a:ln w="9144">
              <a:solidFill>
                <a:srgbClr val="40B9D2"/>
              </a:solidFill>
            </a:ln>
          </p:spPr>
          <p:txBody>
            <a:bodyPr wrap="square" lIns="0" tIns="0" rIns="0" bIns="0" rtlCol="0"/>
            <a:lstStyle/>
            <a:p>
              <a:endParaRPr/>
            </a:p>
          </p:txBody>
        </p:sp>
        <p:sp>
          <p:nvSpPr>
            <p:cNvPr id="31" name="object 31"/>
            <p:cNvSpPr/>
            <p:nvPr/>
          </p:nvSpPr>
          <p:spPr>
            <a:xfrm>
              <a:off x="4777485" y="702563"/>
              <a:ext cx="76200" cy="301625"/>
            </a:xfrm>
            <a:custGeom>
              <a:avLst/>
              <a:gdLst/>
              <a:ahLst/>
              <a:cxnLst/>
              <a:rect l="l" t="t" r="r" b="b"/>
              <a:pathLst>
                <a:path w="76200" h="301625">
                  <a:moveTo>
                    <a:pt x="31682" y="225266"/>
                  </a:moveTo>
                  <a:lnTo>
                    <a:pt x="0" y="225425"/>
                  </a:lnTo>
                  <a:lnTo>
                    <a:pt x="38480" y="301371"/>
                  </a:lnTo>
                  <a:lnTo>
                    <a:pt x="69798" y="237998"/>
                  </a:lnTo>
                  <a:lnTo>
                    <a:pt x="31750" y="237998"/>
                  </a:lnTo>
                  <a:lnTo>
                    <a:pt x="31682" y="225266"/>
                  </a:lnTo>
                  <a:close/>
                </a:path>
                <a:path w="76200" h="301625">
                  <a:moveTo>
                    <a:pt x="43179" y="0"/>
                  </a:moveTo>
                  <a:lnTo>
                    <a:pt x="30479" y="0"/>
                  </a:lnTo>
                  <a:lnTo>
                    <a:pt x="31680" y="225044"/>
                  </a:lnTo>
                  <a:lnTo>
                    <a:pt x="31750" y="237998"/>
                  </a:lnTo>
                  <a:lnTo>
                    <a:pt x="44450" y="237998"/>
                  </a:lnTo>
                  <a:lnTo>
                    <a:pt x="43179" y="0"/>
                  </a:lnTo>
                  <a:close/>
                </a:path>
                <a:path w="76200" h="301625">
                  <a:moveTo>
                    <a:pt x="76090" y="225266"/>
                  </a:moveTo>
                  <a:lnTo>
                    <a:pt x="44382" y="225266"/>
                  </a:lnTo>
                  <a:lnTo>
                    <a:pt x="44450" y="237998"/>
                  </a:lnTo>
                  <a:lnTo>
                    <a:pt x="69798" y="237998"/>
                  </a:lnTo>
                  <a:lnTo>
                    <a:pt x="76011" y="225425"/>
                  </a:lnTo>
                  <a:lnTo>
                    <a:pt x="76090" y="225266"/>
                  </a:lnTo>
                  <a:close/>
                </a:path>
                <a:path w="76200" h="301625">
                  <a:moveTo>
                    <a:pt x="76200" y="225044"/>
                  </a:moveTo>
                  <a:lnTo>
                    <a:pt x="31682" y="225266"/>
                  </a:lnTo>
                  <a:lnTo>
                    <a:pt x="76090" y="225266"/>
                  </a:lnTo>
                  <a:lnTo>
                    <a:pt x="76200" y="225044"/>
                  </a:lnTo>
                  <a:close/>
                </a:path>
              </a:pathLst>
            </a:custGeom>
            <a:solidFill>
              <a:srgbClr val="40B9D2"/>
            </a:solidFill>
          </p:spPr>
          <p:txBody>
            <a:bodyPr wrap="square" lIns="0" tIns="0" rIns="0" bIns="0" rtlCol="0"/>
            <a:lstStyle/>
            <a:p>
              <a:endParaRPr/>
            </a:p>
          </p:txBody>
        </p:sp>
        <p:sp>
          <p:nvSpPr>
            <p:cNvPr id="32" name="object 32"/>
            <p:cNvSpPr/>
            <p:nvPr/>
          </p:nvSpPr>
          <p:spPr>
            <a:xfrm>
              <a:off x="4814315" y="1613915"/>
              <a:ext cx="1905" cy="327660"/>
            </a:xfrm>
            <a:custGeom>
              <a:avLst/>
              <a:gdLst/>
              <a:ahLst/>
              <a:cxnLst/>
              <a:rect l="l" t="t" r="r" b="b"/>
              <a:pathLst>
                <a:path w="1904" h="327660">
                  <a:moveTo>
                    <a:pt x="1650" y="0"/>
                  </a:moveTo>
                  <a:lnTo>
                    <a:pt x="0" y="327406"/>
                  </a:lnTo>
                </a:path>
              </a:pathLst>
            </a:custGeom>
            <a:ln w="9144">
              <a:solidFill>
                <a:srgbClr val="40B9D2"/>
              </a:solidFill>
            </a:ln>
          </p:spPr>
          <p:txBody>
            <a:bodyPr wrap="square" lIns="0" tIns="0" rIns="0" bIns="0" rtlCol="0"/>
            <a:lstStyle/>
            <a:p>
              <a:endParaRPr/>
            </a:p>
          </p:txBody>
        </p:sp>
        <p:sp>
          <p:nvSpPr>
            <p:cNvPr id="33" name="object 33"/>
            <p:cNvSpPr/>
            <p:nvPr/>
          </p:nvSpPr>
          <p:spPr>
            <a:xfrm>
              <a:off x="4829556" y="1683257"/>
              <a:ext cx="1525270" cy="609600"/>
            </a:xfrm>
            <a:custGeom>
              <a:avLst/>
              <a:gdLst/>
              <a:ahLst/>
              <a:cxnLst/>
              <a:rect l="l" t="t" r="r" b="b"/>
              <a:pathLst>
                <a:path w="1525270" h="609600">
                  <a:moveTo>
                    <a:pt x="912368" y="249174"/>
                  </a:moveTo>
                  <a:lnTo>
                    <a:pt x="899668" y="242824"/>
                  </a:lnTo>
                  <a:lnTo>
                    <a:pt x="836168" y="211074"/>
                  </a:lnTo>
                  <a:lnTo>
                    <a:pt x="836168" y="242824"/>
                  </a:lnTo>
                  <a:lnTo>
                    <a:pt x="0" y="242824"/>
                  </a:lnTo>
                  <a:lnTo>
                    <a:pt x="0" y="255524"/>
                  </a:lnTo>
                  <a:lnTo>
                    <a:pt x="836168" y="255524"/>
                  </a:lnTo>
                  <a:lnTo>
                    <a:pt x="836168" y="287274"/>
                  </a:lnTo>
                  <a:lnTo>
                    <a:pt x="899668" y="255524"/>
                  </a:lnTo>
                  <a:lnTo>
                    <a:pt x="912368" y="249174"/>
                  </a:lnTo>
                  <a:close/>
                </a:path>
                <a:path w="1525270" h="609600">
                  <a:moveTo>
                    <a:pt x="1524762" y="304800"/>
                  </a:moveTo>
                  <a:lnTo>
                    <a:pt x="1520761" y="255384"/>
                  </a:lnTo>
                  <a:lnTo>
                    <a:pt x="1509204" y="208483"/>
                  </a:lnTo>
                  <a:lnTo>
                    <a:pt x="1490726" y="164757"/>
                  </a:lnTo>
                  <a:lnTo>
                    <a:pt x="1465922" y="124815"/>
                  </a:lnTo>
                  <a:lnTo>
                    <a:pt x="1435455" y="89306"/>
                  </a:lnTo>
                  <a:lnTo>
                    <a:pt x="1399933" y="58826"/>
                  </a:lnTo>
                  <a:lnTo>
                    <a:pt x="1360004" y="34036"/>
                  </a:lnTo>
                  <a:lnTo>
                    <a:pt x="1316278" y="15544"/>
                  </a:lnTo>
                  <a:lnTo>
                    <a:pt x="1269377" y="4000"/>
                  </a:lnTo>
                  <a:lnTo>
                    <a:pt x="1219962" y="0"/>
                  </a:lnTo>
                  <a:lnTo>
                    <a:pt x="1170533" y="4000"/>
                  </a:lnTo>
                  <a:lnTo>
                    <a:pt x="1123632" y="15557"/>
                  </a:lnTo>
                  <a:lnTo>
                    <a:pt x="1079906" y="34036"/>
                  </a:lnTo>
                  <a:lnTo>
                    <a:pt x="1039964" y="58839"/>
                  </a:lnTo>
                  <a:lnTo>
                    <a:pt x="1004455" y="89306"/>
                  </a:lnTo>
                  <a:lnTo>
                    <a:pt x="973988" y="124828"/>
                  </a:lnTo>
                  <a:lnTo>
                    <a:pt x="949185" y="164757"/>
                  </a:lnTo>
                  <a:lnTo>
                    <a:pt x="930694" y="208483"/>
                  </a:lnTo>
                  <a:lnTo>
                    <a:pt x="919149" y="255384"/>
                  </a:lnTo>
                  <a:lnTo>
                    <a:pt x="915162" y="304800"/>
                  </a:lnTo>
                  <a:lnTo>
                    <a:pt x="919149" y="354228"/>
                  </a:lnTo>
                  <a:lnTo>
                    <a:pt x="930706" y="401129"/>
                  </a:lnTo>
                  <a:lnTo>
                    <a:pt x="949185" y="444855"/>
                  </a:lnTo>
                  <a:lnTo>
                    <a:pt x="973988" y="484797"/>
                  </a:lnTo>
                  <a:lnTo>
                    <a:pt x="1004455" y="520306"/>
                  </a:lnTo>
                  <a:lnTo>
                    <a:pt x="1039977" y="550773"/>
                  </a:lnTo>
                  <a:lnTo>
                    <a:pt x="1079906" y="575576"/>
                  </a:lnTo>
                  <a:lnTo>
                    <a:pt x="1123645" y="594067"/>
                  </a:lnTo>
                  <a:lnTo>
                    <a:pt x="1170533" y="605612"/>
                  </a:lnTo>
                  <a:lnTo>
                    <a:pt x="1219962" y="609600"/>
                  </a:lnTo>
                  <a:lnTo>
                    <a:pt x="1269377" y="605612"/>
                  </a:lnTo>
                  <a:lnTo>
                    <a:pt x="1316278" y="594055"/>
                  </a:lnTo>
                  <a:lnTo>
                    <a:pt x="1360004" y="575576"/>
                  </a:lnTo>
                  <a:lnTo>
                    <a:pt x="1399946" y="550773"/>
                  </a:lnTo>
                  <a:lnTo>
                    <a:pt x="1435455" y="520306"/>
                  </a:lnTo>
                  <a:lnTo>
                    <a:pt x="1465922" y="484784"/>
                  </a:lnTo>
                  <a:lnTo>
                    <a:pt x="1490726" y="444855"/>
                  </a:lnTo>
                  <a:lnTo>
                    <a:pt x="1509217" y="401116"/>
                  </a:lnTo>
                  <a:lnTo>
                    <a:pt x="1520761" y="354228"/>
                  </a:lnTo>
                  <a:lnTo>
                    <a:pt x="1524762" y="304800"/>
                  </a:lnTo>
                  <a:close/>
                </a:path>
              </a:pathLst>
            </a:custGeom>
            <a:solidFill>
              <a:srgbClr val="40B9D2"/>
            </a:solidFill>
          </p:spPr>
          <p:txBody>
            <a:bodyPr wrap="square" lIns="0" tIns="0" rIns="0" bIns="0" rtlCol="0"/>
            <a:lstStyle/>
            <a:p>
              <a:endParaRPr/>
            </a:p>
          </p:txBody>
        </p:sp>
        <p:sp>
          <p:nvSpPr>
            <p:cNvPr id="34" name="object 34"/>
            <p:cNvSpPr/>
            <p:nvPr/>
          </p:nvSpPr>
          <p:spPr>
            <a:xfrm>
              <a:off x="5744717" y="1683257"/>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sp>
          <p:nvSpPr>
            <p:cNvPr id="35" name="object 35"/>
            <p:cNvSpPr/>
            <p:nvPr/>
          </p:nvSpPr>
          <p:spPr>
            <a:xfrm>
              <a:off x="5788151" y="1726692"/>
              <a:ext cx="523240" cy="512445"/>
            </a:xfrm>
            <a:custGeom>
              <a:avLst/>
              <a:gdLst/>
              <a:ahLst/>
              <a:cxnLst/>
              <a:rect l="l" t="t" r="r" b="b"/>
              <a:pathLst>
                <a:path w="523239" h="512444">
                  <a:moveTo>
                    <a:pt x="261365" y="0"/>
                  </a:moveTo>
                  <a:lnTo>
                    <a:pt x="214371" y="4126"/>
                  </a:lnTo>
                  <a:lnTo>
                    <a:pt x="170146" y="16023"/>
                  </a:lnTo>
                  <a:lnTo>
                    <a:pt x="129427" y="34967"/>
                  </a:lnTo>
                  <a:lnTo>
                    <a:pt x="92950" y="60232"/>
                  </a:lnTo>
                  <a:lnTo>
                    <a:pt x="61453" y="91095"/>
                  </a:lnTo>
                  <a:lnTo>
                    <a:pt x="35672" y="126830"/>
                  </a:lnTo>
                  <a:lnTo>
                    <a:pt x="16345" y="166714"/>
                  </a:lnTo>
                  <a:lnTo>
                    <a:pt x="4209" y="210023"/>
                  </a:lnTo>
                  <a:lnTo>
                    <a:pt x="0" y="256032"/>
                  </a:lnTo>
                  <a:lnTo>
                    <a:pt x="4209" y="302040"/>
                  </a:lnTo>
                  <a:lnTo>
                    <a:pt x="16345" y="345349"/>
                  </a:lnTo>
                  <a:lnTo>
                    <a:pt x="35672" y="385233"/>
                  </a:lnTo>
                  <a:lnTo>
                    <a:pt x="61453" y="420968"/>
                  </a:lnTo>
                  <a:lnTo>
                    <a:pt x="92950" y="451831"/>
                  </a:lnTo>
                  <a:lnTo>
                    <a:pt x="129427" y="477096"/>
                  </a:lnTo>
                  <a:lnTo>
                    <a:pt x="170146" y="496040"/>
                  </a:lnTo>
                  <a:lnTo>
                    <a:pt x="214371" y="507937"/>
                  </a:lnTo>
                  <a:lnTo>
                    <a:pt x="261365" y="512063"/>
                  </a:lnTo>
                  <a:lnTo>
                    <a:pt x="308360" y="507937"/>
                  </a:lnTo>
                  <a:lnTo>
                    <a:pt x="352585" y="496040"/>
                  </a:lnTo>
                  <a:lnTo>
                    <a:pt x="393304" y="477096"/>
                  </a:lnTo>
                  <a:lnTo>
                    <a:pt x="429781" y="451831"/>
                  </a:lnTo>
                  <a:lnTo>
                    <a:pt x="461278" y="420968"/>
                  </a:lnTo>
                  <a:lnTo>
                    <a:pt x="487059" y="385233"/>
                  </a:lnTo>
                  <a:lnTo>
                    <a:pt x="506386" y="345349"/>
                  </a:lnTo>
                  <a:lnTo>
                    <a:pt x="518522" y="302040"/>
                  </a:lnTo>
                  <a:lnTo>
                    <a:pt x="522732" y="256032"/>
                  </a:lnTo>
                  <a:lnTo>
                    <a:pt x="518522" y="210023"/>
                  </a:lnTo>
                  <a:lnTo>
                    <a:pt x="506386" y="166714"/>
                  </a:lnTo>
                  <a:lnTo>
                    <a:pt x="487059" y="126830"/>
                  </a:lnTo>
                  <a:lnTo>
                    <a:pt x="461278" y="91095"/>
                  </a:lnTo>
                  <a:lnTo>
                    <a:pt x="429781" y="60232"/>
                  </a:lnTo>
                  <a:lnTo>
                    <a:pt x="393304" y="34967"/>
                  </a:lnTo>
                  <a:lnTo>
                    <a:pt x="352585" y="16023"/>
                  </a:lnTo>
                  <a:lnTo>
                    <a:pt x="308360" y="4126"/>
                  </a:lnTo>
                  <a:lnTo>
                    <a:pt x="261365" y="0"/>
                  </a:lnTo>
                  <a:close/>
                </a:path>
              </a:pathLst>
            </a:custGeom>
            <a:solidFill>
              <a:srgbClr val="A6D5E2"/>
            </a:solidFill>
          </p:spPr>
          <p:txBody>
            <a:bodyPr wrap="square" lIns="0" tIns="0" rIns="0" bIns="0" rtlCol="0"/>
            <a:lstStyle/>
            <a:p>
              <a:endParaRPr/>
            </a:p>
          </p:txBody>
        </p:sp>
        <p:sp>
          <p:nvSpPr>
            <p:cNvPr id="36" name="object 36"/>
            <p:cNvSpPr/>
            <p:nvPr/>
          </p:nvSpPr>
          <p:spPr>
            <a:xfrm>
              <a:off x="5788151" y="1726692"/>
              <a:ext cx="523240" cy="512445"/>
            </a:xfrm>
            <a:custGeom>
              <a:avLst/>
              <a:gdLst/>
              <a:ahLst/>
              <a:cxnLst/>
              <a:rect l="l" t="t" r="r" b="b"/>
              <a:pathLst>
                <a:path w="523239" h="512444">
                  <a:moveTo>
                    <a:pt x="0" y="256032"/>
                  </a:moveTo>
                  <a:lnTo>
                    <a:pt x="4209" y="210023"/>
                  </a:lnTo>
                  <a:lnTo>
                    <a:pt x="16345" y="166714"/>
                  </a:lnTo>
                  <a:lnTo>
                    <a:pt x="35672" y="126830"/>
                  </a:lnTo>
                  <a:lnTo>
                    <a:pt x="61453" y="91095"/>
                  </a:lnTo>
                  <a:lnTo>
                    <a:pt x="92950" y="60232"/>
                  </a:lnTo>
                  <a:lnTo>
                    <a:pt x="129427" y="34967"/>
                  </a:lnTo>
                  <a:lnTo>
                    <a:pt x="170146" y="16023"/>
                  </a:lnTo>
                  <a:lnTo>
                    <a:pt x="214371" y="4126"/>
                  </a:lnTo>
                  <a:lnTo>
                    <a:pt x="261365" y="0"/>
                  </a:lnTo>
                  <a:lnTo>
                    <a:pt x="308360" y="4126"/>
                  </a:lnTo>
                  <a:lnTo>
                    <a:pt x="352585" y="16023"/>
                  </a:lnTo>
                  <a:lnTo>
                    <a:pt x="393304" y="34967"/>
                  </a:lnTo>
                  <a:lnTo>
                    <a:pt x="429781" y="60232"/>
                  </a:lnTo>
                  <a:lnTo>
                    <a:pt x="461278" y="91095"/>
                  </a:lnTo>
                  <a:lnTo>
                    <a:pt x="487059" y="126830"/>
                  </a:lnTo>
                  <a:lnTo>
                    <a:pt x="506386" y="166714"/>
                  </a:lnTo>
                  <a:lnTo>
                    <a:pt x="518522" y="210023"/>
                  </a:lnTo>
                  <a:lnTo>
                    <a:pt x="522732" y="256032"/>
                  </a:lnTo>
                  <a:lnTo>
                    <a:pt x="518522" y="302040"/>
                  </a:lnTo>
                  <a:lnTo>
                    <a:pt x="506386" y="345349"/>
                  </a:lnTo>
                  <a:lnTo>
                    <a:pt x="487059" y="385233"/>
                  </a:lnTo>
                  <a:lnTo>
                    <a:pt x="461278" y="420968"/>
                  </a:lnTo>
                  <a:lnTo>
                    <a:pt x="429781" y="451831"/>
                  </a:lnTo>
                  <a:lnTo>
                    <a:pt x="393304" y="477096"/>
                  </a:lnTo>
                  <a:lnTo>
                    <a:pt x="352585" y="496040"/>
                  </a:lnTo>
                  <a:lnTo>
                    <a:pt x="308360" y="507937"/>
                  </a:lnTo>
                  <a:lnTo>
                    <a:pt x="261365" y="512063"/>
                  </a:lnTo>
                  <a:lnTo>
                    <a:pt x="214371" y="507937"/>
                  </a:lnTo>
                  <a:lnTo>
                    <a:pt x="170146" y="496040"/>
                  </a:lnTo>
                  <a:lnTo>
                    <a:pt x="129427" y="477096"/>
                  </a:lnTo>
                  <a:lnTo>
                    <a:pt x="92950" y="451831"/>
                  </a:lnTo>
                  <a:lnTo>
                    <a:pt x="61453" y="420968"/>
                  </a:lnTo>
                  <a:lnTo>
                    <a:pt x="35672" y="385233"/>
                  </a:lnTo>
                  <a:lnTo>
                    <a:pt x="16345" y="345349"/>
                  </a:lnTo>
                  <a:lnTo>
                    <a:pt x="4209" y="302040"/>
                  </a:lnTo>
                  <a:lnTo>
                    <a:pt x="0" y="256032"/>
                  </a:lnTo>
                  <a:close/>
                </a:path>
              </a:pathLst>
            </a:custGeom>
            <a:ln w="9143">
              <a:solidFill>
                <a:srgbClr val="40B9D2"/>
              </a:solidFill>
            </a:ln>
          </p:spPr>
          <p:txBody>
            <a:bodyPr wrap="square" lIns="0" tIns="0" rIns="0" bIns="0" rtlCol="0"/>
            <a:lstStyle/>
            <a:p>
              <a:endParaRPr/>
            </a:p>
          </p:txBody>
        </p:sp>
      </p:grpSp>
      <p:sp>
        <p:nvSpPr>
          <p:cNvPr id="37" name="object 37"/>
          <p:cNvSpPr txBox="1"/>
          <p:nvPr/>
        </p:nvSpPr>
        <p:spPr>
          <a:xfrm>
            <a:off x="5942838" y="1746961"/>
            <a:ext cx="161290" cy="391795"/>
          </a:xfrm>
          <a:prstGeom prst="rect">
            <a:avLst/>
          </a:prstGeom>
        </p:spPr>
        <p:txBody>
          <a:bodyPr vert="horz" wrap="square" lIns="0" tIns="12700" rIns="0" bIns="0" rtlCol="0">
            <a:spAutoFit/>
          </a:bodyPr>
          <a:lstStyle/>
          <a:p>
            <a:pPr marL="12700">
              <a:lnSpc>
                <a:spcPct val="100000"/>
              </a:lnSpc>
              <a:spcBef>
                <a:spcPts val="100"/>
              </a:spcBef>
            </a:pPr>
            <a:r>
              <a:rPr sz="3600" spc="-1770" baseline="-3472" dirty="0">
                <a:solidFill>
                  <a:srgbClr val="FFFFFF"/>
                </a:solidFill>
                <a:latin typeface="Calibri"/>
                <a:cs typeface="Calibri"/>
              </a:rPr>
              <a:t>6</a:t>
            </a:r>
            <a:r>
              <a:rPr sz="1800" spc="-30" dirty="0">
                <a:solidFill>
                  <a:srgbClr val="FFFFFF"/>
                </a:solidFill>
                <a:latin typeface="Cambria Math"/>
                <a:cs typeface="Cambria Math"/>
              </a:rPr>
              <a:t>2</a:t>
            </a:r>
            <a:endParaRPr sz="1800">
              <a:latin typeface="Cambria Math"/>
              <a:cs typeface="Cambria Math"/>
            </a:endParaRPr>
          </a:p>
        </p:txBody>
      </p:sp>
      <p:sp>
        <p:nvSpPr>
          <p:cNvPr id="38" name="object 38"/>
          <p:cNvSpPr txBox="1"/>
          <p:nvPr/>
        </p:nvSpPr>
        <p:spPr>
          <a:xfrm>
            <a:off x="5153659" y="1638046"/>
            <a:ext cx="126364"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Symbol"/>
                <a:cs typeface="Symbol"/>
              </a:rPr>
              <a:t></a:t>
            </a:r>
            <a:endParaRPr sz="1800">
              <a:latin typeface="Symbol"/>
              <a:cs typeface="Symbol"/>
            </a:endParaRPr>
          </a:p>
        </p:txBody>
      </p:sp>
      <p:grpSp>
        <p:nvGrpSpPr>
          <p:cNvPr id="39" name="object 39"/>
          <p:cNvGrpSpPr/>
          <p:nvPr/>
        </p:nvGrpSpPr>
        <p:grpSpPr>
          <a:xfrm>
            <a:off x="9241472" y="1037780"/>
            <a:ext cx="620395" cy="620395"/>
            <a:chOff x="9241472" y="1037780"/>
            <a:chExt cx="620395" cy="620395"/>
          </a:xfrm>
        </p:grpSpPr>
        <p:sp>
          <p:nvSpPr>
            <p:cNvPr id="40" name="object 40"/>
            <p:cNvSpPr/>
            <p:nvPr/>
          </p:nvSpPr>
          <p:spPr>
            <a:xfrm>
              <a:off x="9246869" y="1043177"/>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41" name="object 41"/>
            <p:cNvSpPr/>
            <p:nvPr/>
          </p:nvSpPr>
          <p:spPr>
            <a:xfrm>
              <a:off x="9246869" y="1043177"/>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42" name="object 42"/>
          <p:cNvSpPr txBox="1"/>
          <p:nvPr/>
        </p:nvSpPr>
        <p:spPr>
          <a:xfrm>
            <a:off x="9487916" y="1183004"/>
            <a:ext cx="129539"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orbel"/>
                <a:cs typeface="Corbel"/>
              </a:rPr>
              <a:t>3</a:t>
            </a:r>
            <a:endParaRPr sz="1800">
              <a:latin typeface="Corbel"/>
              <a:cs typeface="Corbel"/>
            </a:endParaRPr>
          </a:p>
        </p:txBody>
      </p:sp>
      <p:grpSp>
        <p:nvGrpSpPr>
          <p:cNvPr id="43" name="object 43"/>
          <p:cNvGrpSpPr/>
          <p:nvPr/>
        </p:nvGrpSpPr>
        <p:grpSpPr>
          <a:xfrm>
            <a:off x="10436288" y="1034732"/>
            <a:ext cx="620395" cy="620395"/>
            <a:chOff x="10436288" y="1034732"/>
            <a:chExt cx="620395" cy="620395"/>
          </a:xfrm>
        </p:grpSpPr>
        <p:sp>
          <p:nvSpPr>
            <p:cNvPr id="44" name="object 44"/>
            <p:cNvSpPr/>
            <p:nvPr/>
          </p:nvSpPr>
          <p:spPr>
            <a:xfrm>
              <a:off x="10441686" y="1040129"/>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45" name="object 45"/>
            <p:cNvSpPr/>
            <p:nvPr/>
          </p:nvSpPr>
          <p:spPr>
            <a:xfrm>
              <a:off x="10441686" y="1040129"/>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46" name="object 46"/>
          <p:cNvSpPr txBox="1"/>
          <p:nvPr/>
        </p:nvSpPr>
        <p:spPr>
          <a:xfrm>
            <a:off x="10649204" y="1180338"/>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4</a:t>
            </a:r>
            <a:endParaRPr sz="1800">
              <a:latin typeface="Cambria Math"/>
              <a:cs typeface="Cambria Math"/>
            </a:endParaRPr>
          </a:p>
        </p:txBody>
      </p:sp>
      <p:grpSp>
        <p:nvGrpSpPr>
          <p:cNvPr id="47" name="object 47"/>
          <p:cNvGrpSpPr/>
          <p:nvPr/>
        </p:nvGrpSpPr>
        <p:grpSpPr>
          <a:xfrm>
            <a:off x="9491218" y="725423"/>
            <a:ext cx="1583690" cy="1629410"/>
            <a:chOff x="9491218" y="725423"/>
            <a:chExt cx="1583690" cy="1629410"/>
          </a:xfrm>
        </p:grpSpPr>
        <p:sp>
          <p:nvSpPr>
            <p:cNvPr id="48" name="object 48"/>
            <p:cNvSpPr/>
            <p:nvPr/>
          </p:nvSpPr>
          <p:spPr>
            <a:xfrm>
              <a:off x="9856343" y="1285493"/>
              <a:ext cx="586105" cy="120650"/>
            </a:xfrm>
            <a:custGeom>
              <a:avLst/>
              <a:gdLst/>
              <a:ahLst/>
              <a:cxnLst/>
              <a:rect l="l" t="t" r="r" b="b"/>
              <a:pathLst>
                <a:path w="586104" h="120650">
                  <a:moveTo>
                    <a:pt x="563266" y="46608"/>
                  </a:moveTo>
                  <a:lnTo>
                    <a:pt x="559815" y="46608"/>
                  </a:lnTo>
                  <a:lnTo>
                    <a:pt x="559819" y="46956"/>
                  </a:lnTo>
                  <a:lnTo>
                    <a:pt x="559945" y="59823"/>
                  </a:lnTo>
                  <a:lnTo>
                    <a:pt x="560070" y="72516"/>
                  </a:lnTo>
                  <a:lnTo>
                    <a:pt x="512255" y="72864"/>
                  </a:lnTo>
                  <a:lnTo>
                    <a:pt x="469773" y="98043"/>
                  </a:lnTo>
                  <a:lnTo>
                    <a:pt x="467740" y="105917"/>
                  </a:lnTo>
                  <a:lnTo>
                    <a:pt x="471424" y="112140"/>
                  </a:lnTo>
                  <a:lnTo>
                    <a:pt x="475106" y="118236"/>
                  </a:lnTo>
                  <a:lnTo>
                    <a:pt x="482980" y="120268"/>
                  </a:lnTo>
                  <a:lnTo>
                    <a:pt x="489203" y="116712"/>
                  </a:lnTo>
                  <a:lnTo>
                    <a:pt x="585597" y="59435"/>
                  </a:lnTo>
                  <a:lnTo>
                    <a:pt x="563266" y="46608"/>
                  </a:lnTo>
                  <a:close/>
                </a:path>
                <a:path w="586104" h="120650">
                  <a:moveTo>
                    <a:pt x="511879" y="46956"/>
                  </a:moveTo>
                  <a:lnTo>
                    <a:pt x="0" y="50672"/>
                  </a:lnTo>
                  <a:lnTo>
                    <a:pt x="85" y="59435"/>
                  </a:lnTo>
                  <a:lnTo>
                    <a:pt x="197" y="70865"/>
                  </a:lnTo>
                  <a:lnTo>
                    <a:pt x="253" y="76580"/>
                  </a:lnTo>
                  <a:lnTo>
                    <a:pt x="512255" y="72864"/>
                  </a:lnTo>
                  <a:lnTo>
                    <a:pt x="534258" y="59823"/>
                  </a:lnTo>
                  <a:lnTo>
                    <a:pt x="511879" y="46956"/>
                  </a:lnTo>
                  <a:close/>
                </a:path>
                <a:path w="586104" h="120650">
                  <a:moveTo>
                    <a:pt x="534258" y="59823"/>
                  </a:moveTo>
                  <a:lnTo>
                    <a:pt x="512255" y="72864"/>
                  </a:lnTo>
                  <a:lnTo>
                    <a:pt x="560070" y="72516"/>
                  </a:lnTo>
                  <a:lnTo>
                    <a:pt x="560053" y="70865"/>
                  </a:lnTo>
                  <a:lnTo>
                    <a:pt x="553465" y="70865"/>
                  </a:lnTo>
                  <a:lnTo>
                    <a:pt x="534258" y="59823"/>
                  </a:lnTo>
                  <a:close/>
                </a:path>
                <a:path w="586104" h="120650">
                  <a:moveTo>
                    <a:pt x="553338" y="48513"/>
                  </a:moveTo>
                  <a:lnTo>
                    <a:pt x="534258" y="59823"/>
                  </a:lnTo>
                  <a:lnTo>
                    <a:pt x="553465" y="70865"/>
                  </a:lnTo>
                  <a:lnTo>
                    <a:pt x="553338" y="48513"/>
                  </a:lnTo>
                  <a:close/>
                </a:path>
                <a:path w="586104" h="120650">
                  <a:moveTo>
                    <a:pt x="559834" y="48513"/>
                  </a:moveTo>
                  <a:lnTo>
                    <a:pt x="553338" y="48513"/>
                  </a:lnTo>
                  <a:lnTo>
                    <a:pt x="553465" y="70865"/>
                  </a:lnTo>
                  <a:lnTo>
                    <a:pt x="560053" y="70865"/>
                  </a:lnTo>
                  <a:lnTo>
                    <a:pt x="559941" y="59435"/>
                  </a:lnTo>
                  <a:lnTo>
                    <a:pt x="559834" y="48513"/>
                  </a:lnTo>
                  <a:close/>
                </a:path>
                <a:path w="586104" h="120650">
                  <a:moveTo>
                    <a:pt x="559815" y="46608"/>
                  </a:moveTo>
                  <a:lnTo>
                    <a:pt x="511879" y="46956"/>
                  </a:lnTo>
                  <a:lnTo>
                    <a:pt x="534258" y="59823"/>
                  </a:lnTo>
                  <a:lnTo>
                    <a:pt x="553338" y="48513"/>
                  </a:lnTo>
                  <a:lnTo>
                    <a:pt x="559834" y="48513"/>
                  </a:lnTo>
                  <a:lnTo>
                    <a:pt x="559815" y="46608"/>
                  </a:lnTo>
                  <a:close/>
                </a:path>
                <a:path w="586104" h="120650">
                  <a:moveTo>
                    <a:pt x="482091" y="0"/>
                  </a:moveTo>
                  <a:lnTo>
                    <a:pt x="474217" y="2158"/>
                  </a:lnTo>
                  <a:lnTo>
                    <a:pt x="467105" y="14604"/>
                  </a:lnTo>
                  <a:lnTo>
                    <a:pt x="469264" y="22478"/>
                  </a:lnTo>
                  <a:lnTo>
                    <a:pt x="511879" y="46956"/>
                  </a:lnTo>
                  <a:lnTo>
                    <a:pt x="563266" y="46608"/>
                  </a:lnTo>
                  <a:lnTo>
                    <a:pt x="482091" y="0"/>
                  </a:lnTo>
                  <a:close/>
                </a:path>
              </a:pathLst>
            </a:custGeom>
            <a:solidFill>
              <a:srgbClr val="40B9D2"/>
            </a:solidFill>
          </p:spPr>
          <p:txBody>
            <a:bodyPr wrap="square" lIns="0" tIns="0" rIns="0" bIns="0" rtlCol="0"/>
            <a:lstStyle/>
            <a:p>
              <a:endParaRPr/>
            </a:p>
          </p:txBody>
        </p:sp>
        <p:sp>
          <p:nvSpPr>
            <p:cNvPr id="49" name="object 49"/>
            <p:cNvSpPr/>
            <p:nvPr/>
          </p:nvSpPr>
          <p:spPr>
            <a:xfrm>
              <a:off x="9511284" y="729995"/>
              <a:ext cx="1247775" cy="278765"/>
            </a:xfrm>
            <a:custGeom>
              <a:avLst/>
              <a:gdLst/>
              <a:ahLst/>
              <a:cxnLst/>
              <a:rect l="l" t="t" r="r" b="b"/>
              <a:pathLst>
                <a:path w="1247775" h="278765">
                  <a:moveTo>
                    <a:pt x="1243584" y="278383"/>
                  </a:moveTo>
                  <a:lnTo>
                    <a:pt x="1247521" y="32003"/>
                  </a:lnTo>
                </a:path>
                <a:path w="1247775" h="278765">
                  <a:moveTo>
                    <a:pt x="0" y="0"/>
                  </a:moveTo>
                  <a:lnTo>
                    <a:pt x="1242568" y="13207"/>
                  </a:lnTo>
                </a:path>
              </a:pathLst>
            </a:custGeom>
            <a:ln w="9144">
              <a:solidFill>
                <a:srgbClr val="40B9D2"/>
              </a:solidFill>
            </a:ln>
          </p:spPr>
          <p:txBody>
            <a:bodyPr wrap="square" lIns="0" tIns="0" rIns="0" bIns="0" rtlCol="0"/>
            <a:lstStyle/>
            <a:p>
              <a:endParaRPr/>
            </a:p>
          </p:txBody>
        </p:sp>
        <p:sp>
          <p:nvSpPr>
            <p:cNvPr id="50" name="object 50"/>
            <p:cNvSpPr/>
            <p:nvPr/>
          </p:nvSpPr>
          <p:spPr>
            <a:xfrm>
              <a:off x="9491218" y="737615"/>
              <a:ext cx="76200" cy="301625"/>
            </a:xfrm>
            <a:custGeom>
              <a:avLst/>
              <a:gdLst/>
              <a:ahLst/>
              <a:cxnLst/>
              <a:rect l="l" t="t" r="r" b="b"/>
              <a:pathLst>
                <a:path w="76200" h="301625">
                  <a:moveTo>
                    <a:pt x="31682" y="225266"/>
                  </a:moveTo>
                  <a:lnTo>
                    <a:pt x="0" y="225425"/>
                  </a:lnTo>
                  <a:lnTo>
                    <a:pt x="38480" y="301371"/>
                  </a:lnTo>
                  <a:lnTo>
                    <a:pt x="69798" y="237998"/>
                  </a:lnTo>
                  <a:lnTo>
                    <a:pt x="31750" y="237998"/>
                  </a:lnTo>
                  <a:lnTo>
                    <a:pt x="31682" y="225266"/>
                  </a:lnTo>
                  <a:close/>
                </a:path>
                <a:path w="76200" h="301625">
                  <a:moveTo>
                    <a:pt x="43179" y="0"/>
                  </a:moveTo>
                  <a:lnTo>
                    <a:pt x="30479" y="0"/>
                  </a:lnTo>
                  <a:lnTo>
                    <a:pt x="31680" y="225044"/>
                  </a:lnTo>
                  <a:lnTo>
                    <a:pt x="31750" y="237998"/>
                  </a:lnTo>
                  <a:lnTo>
                    <a:pt x="44450" y="237998"/>
                  </a:lnTo>
                  <a:lnTo>
                    <a:pt x="43179" y="0"/>
                  </a:lnTo>
                  <a:close/>
                </a:path>
                <a:path w="76200" h="301625">
                  <a:moveTo>
                    <a:pt x="76090" y="225266"/>
                  </a:moveTo>
                  <a:lnTo>
                    <a:pt x="44382" y="225266"/>
                  </a:lnTo>
                  <a:lnTo>
                    <a:pt x="44450" y="237998"/>
                  </a:lnTo>
                  <a:lnTo>
                    <a:pt x="69798" y="237998"/>
                  </a:lnTo>
                  <a:lnTo>
                    <a:pt x="76011" y="225425"/>
                  </a:lnTo>
                  <a:lnTo>
                    <a:pt x="76090" y="225266"/>
                  </a:lnTo>
                  <a:close/>
                </a:path>
                <a:path w="76200" h="301625">
                  <a:moveTo>
                    <a:pt x="76200" y="225044"/>
                  </a:moveTo>
                  <a:lnTo>
                    <a:pt x="31682" y="225266"/>
                  </a:lnTo>
                  <a:lnTo>
                    <a:pt x="76090" y="225266"/>
                  </a:lnTo>
                  <a:lnTo>
                    <a:pt x="76200" y="225044"/>
                  </a:lnTo>
                  <a:close/>
                </a:path>
              </a:pathLst>
            </a:custGeom>
            <a:solidFill>
              <a:srgbClr val="40B9D2"/>
            </a:solidFill>
          </p:spPr>
          <p:txBody>
            <a:bodyPr wrap="square" lIns="0" tIns="0" rIns="0" bIns="0" rtlCol="0"/>
            <a:lstStyle/>
            <a:p>
              <a:endParaRPr/>
            </a:p>
          </p:txBody>
        </p:sp>
        <p:sp>
          <p:nvSpPr>
            <p:cNvPr id="51" name="object 51"/>
            <p:cNvSpPr/>
            <p:nvPr/>
          </p:nvSpPr>
          <p:spPr>
            <a:xfrm>
              <a:off x="9529572" y="1671827"/>
              <a:ext cx="1905" cy="327660"/>
            </a:xfrm>
            <a:custGeom>
              <a:avLst/>
              <a:gdLst/>
              <a:ahLst/>
              <a:cxnLst/>
              <a:rect l="l" t="t" r="r" b="b"/>
              <a:pathLst>
                <a:path w="1904" h="327660">
                  <a:moveTo>
                    <a:pt x="1650" y="0"/>
                  </a:moveTo>
                  <a:lnTo>
                    <a:pt x="0" y="327406"/>
                  </a:lnTo>
                </a:path>
              </a:pathLst>
            </a:custGeom>
            <a:ln w="9144">
              <a:solidFill>
                <a:srgbClr val="40B9D2"/>
              </a:solidFill>
            </a:ln>
          </p:spPr>
          <p:txBody>
            <a:bodyPr wrap="square" lIns="0" tIns="0" rIns="0" bIns="0" rtlCol="0"/>
            <a:lstStyle/>
            <a:p>
              <a:endParaRPr/>
            </a:p>
          </p:txBody>
        </p:sp>
        <p:sp>
          <p:nvSpPr>
            <p:cNvPr id="52" name="object 52"/>
            <p:cNvSpPr/>
            <p:nvPr/>
          </p:nvSpPr>
          <p:spPr>
            <a:xfrm>
              <a:off x="9544812" y="1739645"/>
              <a:ext cx="1525270" cy="609600"/>
            </a:xfrm>
            <a:custGeom>
              <a:avLst/>
              <a:gdLst/>
              <a:ahLst/>
              <a:cxnLst/>
              <a:rect l="l" t="t" r="r" b="b"/>
              <a:pathLst>
                <a:path w="1525270" h="609600">
                  <a:moveTo>
                    <a:pt x="912368" y="249174"/>
                  </a:moveTo>
                  <a:lnTo>
                    <a:pt x="899668" y="242824"/>
                  </a:lnTo>
                  <a:lnTo>
                    <a:pt x="836168" y="211074"/>
                  </a:lnTo>
                  <a:lnTo>
                    <a:pt x="836168" y="242824"/>
                  </a:lnTo>
                  <a:lnTo>
                    <a:pt x="0" y="242824"/>
                  </a:lnTo>
                  <a:lnTo>
                    <a:pt x="0" y="255524"/>
                  </a:lnTo>
                  <a:lnTo>
                    <a:pt x="836168" y="255524"/>
                  </a:lnTo>
                  <a:lnTo>
                    <a:pt x="836168" y="287274"/>
                  </a:lnTo>
                  <a:lnTo>
                    <a:pt x="899668" y="255524"/>
                  </a:lnTo>
                  <a:lnTo>
                    <a:pt x="912368" y="249174"/>
                  </a:lnTo>
                  <a:close/>
                </a:path>
                <a:path w="1525270" h="609600">
                  <a:moveTo>
                    <a:pt x="1524762" y="304800"/>
                  </a:moveTo>
                  <a:lnTo>
                    <a:pt x="1520761" y="255384"/>
                  </a:lnTo>
                  <a:lnTo>
                    <a:pt x="1509217" y="208483"/>
                  </a:lnTo>
                  <a:lnTo>
                    <a:pt x="1490726" y="164757"/>
                  </a:lnTo>
                  <a:lnTo>
                    <a:pt x="1465935" y="124815"/>
                  </a:lnTo>
                  <a:lnTo>
                    <a:pt x="1435455" y="89306"/>
                  </a:lnTo>
                  <a:lnTo>
                    <a:pt x="1399946" y="58826"/>
                  </a:lnTo>
                  <a:lnTo>
                    <a:pt x="1360004" y="34036"/>
                  </a:lnTo>
                  <a:lnTo>
                    <a:pt x="1316278" y="15544"/>
                  </a:lnTo>
                  <a:lnTo>
                    <a:pt x="1269377" y="4000"/>
                  </a:lnTo>
                  <a:lnTo>
                    <a:pt x="1219962" y="0"/>
                  </a:lnTo>
                  <a:lnTo>
                    <a:pt x="1170533" y="4000"/>
                  </a:lnTo>
                  <a:lnTo>
                    <a:pt x="1123645" y="15557"/>
                  </a:lnTo>
                  <a:lnTo>
                    <a:pt x="1079906" y="34036"/>
                  </a:lnTo>
                  <a:lnTo>
                    <a:pt x="1039977" y="58839"/>
                  </a:lnTo>
                  <a:lnTo>
                    <a:pt x="1004455" y="89306"/>
                  </a:lnTo>
                  <a:lnTo>
                    <a:pt x="973988" y="124828"/>
                  </a:lnTo>
                  <a:lnTo>
                    <a:pt x="949185" y="164757"/>
                  </a:lnTo>
                  <a:lnTo>
                    <a:pt x="930706" y="208483"/>
                  </a:lnTo>
                  <a:lnTo>
                    <a:pt x="919149" y="255384"/>
                  </a:lnTo>
                  <a:lnTo>
                    <a:pt x="915162" y="304800"/>
                  </a:lnTo>
                  <a:lnTo>
                    <a:pt x="919149" y="354228"/>
                  </a:lnTo>
                  <a:lnTo>
                    <a:pt x="930694" y="401129"/>
                  </a:lnTo>
                  <a:lnTo>
                    <a:pt x="949185" y="444855"/>
                  </a:lnTo>
                  <a:lnTo>
                    <a:pt x="973988" y="484797"/>
                  </a:lnTo>
                  <a:lnTo>
                    <a:pt x="1004455" y="520306"/>
                  </a:lnTo>
                  <a:lnTo>
                    <a:pt x="1039977" y="550773"/>
                  </a:lnTo>
                  <a:lnTo>
                    <a:pt x="1079906" y="575576"/>
                  </a:lnTo>
                  <a:lnTo>
                    <a:pt x="1123645" y="594055"/>
                  </a:lnTo>
                  <a:lnTo>
                    <a:pt x="1170533" y="605612"/>
                  </a:lnTo>
                  <a:lnTo>
                    <a:pt x="1219962" y="609600"/>
                  </a:lnTo>
                  <a:lnTo>
                    <a:pt x="1269377" y="605612"/>
                  </a:lnTo>
                  <a:lnTo>
                    <a:pt x="1316266" y="594055"/>
                  </a:lnTo>
                  <a:lnTo>
                    <a:pt x="1360004" y="575576"/>
                  </a:lnTo>
                  <a:lnTo>
                    <a:pt x="1399933" y="550773"/>
                  </a:lnTo>
                  <a:lnTo>
                    <a:pt x="1435455" y="520306"/>
                  </a:lnTo>
                  <a:lnTo>
                    <a:pt x="1465935" y="484784"/>
                  </a:lnTo>
                  <a:lnTo>
                    <a:pt x="1490726" y="444855"/>
                  </a:lnTo>
                  <a:lnTo>
                    <a:pt x="1509217" y="401116"/>
                  </a:lnTo>
                  <a:lnTo>
                    <a:pt x="1520761" y="354228"/>
                  </a:lnTo>
                  <a:lnTo>
                    <a:pt x="1524762" y="304800"/>
                  </a:lnTo>
                  <a:close/>
                </a:path>
              </a:pathLst>
            </a:custGeom>
            <a:solidFill>
              <a:srgbClr val="40B9D2"/>
            </a:solidFill>
          </p:spPr>
          <p:txBody>
            <a:bodyPr wrap="square" lIns="0" tIns="0" rIns="0" bIns="0" rtlCol="0"/>
            <a:lstStyle/>
            <a:p>
              <a:endParaRPr/>
            </a:p>
          </p:txBody>
        </p:sp>
        <p:sp>
          <p:nvSpPr>
            <p:cNvPr id="53" name="object 53"/>
            <p:cNvSpPr/>
            <p:nvPr/>
          </p:nvSpPr>
          <p:spPr>
            <a:xfrm>
              <a:off x="10459974" y="1739645"/>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sp>
          <p:nvSpPr>
            <p:cNvPr id="54" name="object 54"/>
            <p:cNvSpPr/>
            <p:nvPr/>
          </p:nvSpPr>
          <p:spPr>
            <a:xfrm>
              <a:off x="10503408" y="1784604"/>
              <a:ext cx="521334" cy="510540"/>
            </a:xfrm>
            <a:custGeom>
              <a:avLst/>
              <a:gdLst/>
              <a:ahLst/>
              <a:cxnLst/>
              <a:rect l="l" t="t" r="r" b="b"/>
              <a:pathLst>
                <a:path w="521334" h="510539">
                  <a:moveTo>
                    <a:pt x="260603" y="0"/>
                  </a:moveTo>
                  <a:lnTo>
                    <a:pt x="213769" y="4113"/>
                  </a:lnTo>
                  <a:lnTo>
                    <a:pt x="169685" y="15971"/>
                  </a:lnTo>
                  <a:lnTo>
                    <a:pt x="129088" y="34854"/>
                  </a:lnTo>
                  <a:lnTo>
                    <a:pt x="92715" y="60040"/>
                  </a:lnTo>
                  <a:lnTo>
                    <a:pt x="61302" y="90807"/>
                  </a:lnTo>
                  <a:lnTo>
                    <a:pt x="35588" y="126435"/>
                  </a:lnTo>
                  <a:lnTo>
                    <a:pt x="16308" y="166202"/>
                  </a:lnTo>
                  <a:lnTo>
                    <a:pt x="4199" y="209387"/>
                  </a:lnTo>
                  <a:lnTo>
                    <a:pt x="0" y="255270"/>
                  </a:lnTo>
                  <a:lnTo>
                    <a:pt x="4199" y="301152"/>
                  </a:lnTo>
                  <a:lnTo>
                    <a:pt x="16308" y="344337"/>
                  </a:lnTo>
                  <a:lnTo>
                    <a:pt x="35588" y="384104"/>
                  </a:lnTo>
                  <a:lnTo>
                    <a:pt x="61302" y="419732"/>
                  </a:lnTo>
                  <a:lnTo>
                    <a:pt x="92715" y="450499"/>
                  </a:lnTo>
                  <a:lnTo>
                    <a:pt x="129088" y="475685"/>
                  </a:lnTo>
                  <a:lnTo>
                    <a:pt x="169685" y="494568"/>
                  </a:lnTo>
                  <a:lnTo>
                    <a:pt x="213769" y="506426"/>
                  </a:lnTo>
                  <a:lnTo>
                    <a:pt x="260603" y="510540"/>
                  </a:lnTo>
                  <a:lnTo>
                    <a:pt x="307438" y="506426"/>
                  </a:lnTo>
                  <a:lnTo>
                    <a:pt x="351522" y="494568"/>
                  </a:lnTo>
                  <a:lnTo>
                    <a:pt x="392119" y="475685"/>
                  </a:lnTo>
                  <a:lnTo>
                    <a:pt x="428492" y="450499"/>
                  </a:lnTo>
                  <a:lnTo>
                    <a:pt x="459905" y="419732"/>
                  </a:lnTo>
                  <a:lnTo>
                    <a:pt x="485619" y="384104"/>
                  </a:lnTo>
                  <a:lnTo>
                    <a:pt x="504899" y="344337"/>
                  </a:lnTo>
                  <a:lnTo>
                    <a:pt x="517008" y="301152"/>
                  </a:lnTo>
                  <a:lnTo>
                    <a:pt x="521208" y="255270"/>
                  </a:lnTo>
                  <a:lnTo>
                    <a:pt x="517008" y="209387"/>
                  </a:lnTo>
                  <a:lnTo>
                    <a:pt x="504899" y="166202"/>
                  </a:lnTo>
                  <a:lnTo>
                    <a:pt x="485619" y="126435"/>
                  </a:lnTo>
                  <a:lnTo>
                    <a:pt x="459905" y="90807"/>
                  </a:lnTo>
                  <a:lnTo>
                    <a:pt x="428492" y="60040"/>
                  </a:lnTo>
                  <a:lnTo>
                    <a:pt x="392119" y="34854"/>
                  </a:lnTo>
                  <a:lnTo>
                    <a:pt x="351522" y="15971"/>
                  </a:lnTo>
                  <a:lnTo>
                    <a:pt x="307438" y="4113"/>
                  </a:lnTo>
                  <a:lnTo>
                    <a:pt x="260603" y="0"/>
                  </a:lnTo>
                  <a:close/>
                </a:path>
              </a:pathLst>
            </a:custGeom>
            <a:solidFill>
              <a:srgbClr val="A6D5E2"/>
            </a:solidFill>
          </p:spPr>
          <p:txBody>
            <a:bodyPr wrap="square" lIns="0" tIns="0" rIns="0" bIns="0" rtlCol="0"/>
            <a:lstStyle/>
            <a:p>
              <a:endParaRPr/>
            </a:p>
          </p:txBody>
        </p:sp>
        <p:sp>
          <p:nvSpPr>
            <p:cNvPr id="55" name="object 55"/>
            <p:cNvSpPr/>
            <p:nvPr/>
          </p:nvSpPr>
          <p:spPr>
            <a:xfrm>
              <a:off x="10503408" y="1784604"/>
              <a:ext cx="521334" cy="510540"/>
            </a:xfrm>
            <a:custGeom>
              <a:avLst/>
              <a:gdLst/>
              <a:ahLst/>
              <a:cxnLst/>
              <a:rect l="l" t="t" r="r" b="b"/>
              <a:pathLst>
                <a:path w="521334" h="510539">
                  <a:moveTo>
                    <a:pt x="0" y="255270"/>
                  </a:moveTo>
                  <a:lnTo>
                    <a:pt x="4199" y="209387"/>
                  </a:lnTo>
                  <a:lnTo>
                    <a:pt x="16308" y="166202"/>
                  </a:lnTo>
                  <a:lnTo>
                    <a:pt x="35588" y="126435"/>
                  </a:lnTo>
                  <a:lnTo>
                    <a:pt x="61302" y="90807"/>
                  </a:lnTo>
                  <a:lnTo>
                    <a:pt x="92715" y="60040"/>
                  </a:lnTo>
                  <a:lnTo>
                    <a:pt x="129088" y="34854"/>
                  </a:lnTo>
                  <a:lnTo>
                    <a:pt x="169685" y="15971"/>
                  </a:lnTo>
                  <a:lnTo>
                    <a:pt x="213769" y="4113"/>
                  </a:lnTo>
                  <a:lnTo>
                    <a:pt x="260603" y="0"/>
                  </a:lnTo>
                  <a:lnTo>
                    <a:pt x="307438" y="4113"/>
                  </a:lnTo>
                  <a:lnTo>
                    <a:pt x="351522" y="15971"/>
                  </a:lnTo>
                  <a:lnTo>
                    <a:pt x="392119" y="34854"/>
                  </a:lnTo>
                  <a:lnTo>
                    <a:pt x="428492" y="60040"/>
                  </a:lnTo>
                  <a:lnTo>
                    <a:pt x="459905" y="90807"/>
                  </a:lnTo>
                  <a:lnTo>
                    <a:pt x="485619" y="126435"/>
                  </a:lnTo>
                  <a:lnTo>
                    <a:pt x="504899" y="166202"/>
                  </a:lnTo>
                  <a:lnTo>
                    <a:pt x="517008" y="209387"/>
                  </a:lnTo>
                  <a:lnTo>
                    <a:pt x="521208" y="255270"/>
                  </a:lnTo>
                  <a:lnTo>
                    <a:pt x="517008" y="301152"/>
                  </a:lnTo>
                  <a:lnTo>
                    <a:pt x="504899" y="344337"/>
                  </a:lnTo>
                  <a:lnTo>
                    <a:pt x="485619" y="384104"/>
                  </a:lnTo>
                  <a:lnTo>
                    <a:pt x="459905" y="419732"/>
                  </a:lnTo>
                  <a:lnTo>
                    <a:pt x="428492" y="450499"/>
                  </a:lnTo>
                  <a:lnTo>
                    <a:pt x="392119" y="475685"/>
                  </a:lnTo>
                  <a:lnTo>
                    <a:pt x="351522" y="494568"/>
                  </a:lnTo>
                  <a:lnTo>
                    <a:pt x="307438" y="506426"/>
                  </a:lnTo>
                  <a:lnTo>
                    <a:pt x="260603" y="510540"/>
                  </a:lnTo>
                  <a:lnTo>
                    <a:pt x="213769" y="506426"/>
                  </a:lnTo>
                  <a:lnTo>
                    <a:pt x="169685" y="494568"/>
                  </a:lnTo>
                  <a:lnTo>
                    <a:pt x="129088" y="475685"/>
                  </a:lnTo>
                  <a:lnTo>
                    <a:pt x="92715" y="450499"/>
                  </a:lnTo>
                  <a:lnTo>
                    <a:pt x="61302" y="419732"/>
                  </a:lnTo>
                  <a:lnTo>
                    <a:pt x="35588" y="384104"/>
                  </a:lnTo>
                  <a:lnTo>
                    <a:pt x="16308" y="344337"/>
                  </a:lnTo>
                  <a:lnTo>
                    <a:pt x="4199" y="301152"/>
                  </a:lnTo>
                  <a:lnTo>
                    <a:pt x="0" y="255270"/>
                  </a:lnTo>
                  <a:close/>
                </a:path>
              </a:pathLst>
            </a:custGeom>
            <a:ln w="9143">
              <a:solidFill>
                <a:srgbClr val="40B9D2"/>
              </a:solidFill>
            </a:ln>
          </p:spPr>
          <p:txBody>
            <a:bodyPr wrap="square" lIns="0" tIns="0" rIns="0" bIns="0" rtlCol="0"/>
            <a:lstStyle/>
            <a:p>
              <a:endParaRPr/>
            </a:p>
          </p:txBody>
        </p:sp>
      </p:grpSp>
      <p:sp>
        <p:nvSpPr>
          <p:cNvPr id="56" name="object 56"/>
          <p:cNvSpPr txBox="1"/>
          <p:nvPr/>
        </p:nvSpPr>
        <p:spPr>
          <a:xfrm>
            <a:off x="10077068" y="903223"/>
            <a:ext cx="14287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a:t>
            </a:r>
            <a:endParaRPr sz="1800">
              <a:latin typeface="Corbel"/>
              <a:cs typeface="Corbel"/>
            </a:endParaRPr>
          </a:p>
        </p:txBody>
      </p:sp>
      <p:sp>
        <p:nvSpPr>
          <p:cNvPr id="57" name="object 57"/>
          <p:cNvSpPr txBox="1"/>
          <p:nvPr/>
        </p:nvSpPr>
        <p:spPr>
          <a:xfrm>
            <a:off x="10007600" y="418591"/>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T</a:t>
            </a:r>
            <a:endParaRPr sz="1800">
              <a:latin typeface="Corbel"/>
              <a:cs typeface="Corbel"/>
            </a:endParaRPr>
          </a:p>
        </p:txBody>
      </p:sp>
      <p:sp>
        <p:nvSpPr>
          <p:cNvPr id="58" name="object 58"/>
          <p:cNvSpPr txBox="1"/>
          <p:nvPr/>
        </p:nvSpPr>
        <p:spPr>
          <a:xfrm>
            <a:off x="10658093" y="1804542"/>
            <a:ext cx="161290" cy="391160"/>
          </a:xfrm>
          <a:prstGeom prst="rect">
            <a:avLst/>
          </a:prstGeom>
        </p:spPr>
        <p:txBody>
          <a:bodyPr vert="horz" wrap="square" lIns="0" tIns="12700" rIns="0" bIns="0" rtlCol="0">
            <a:spAutoFit/>
          </a:bodyPr>
          <a:lstStyle/>
          <a:p>
            <a:pPr marL="12700">
              <a:lnSpc>
                <a:spcPct val="100000"/>
              </a:lnSpc>
              <a:spcBef>
                <a:spcPts val="100"/>
              </a:spcBef>
            </a:pPr>
            <a:r>
              <a:rPr sz="3600" spc="-1770" baseline="-3472" dirty="0">
                <a:solidFill>
                  <a:srgbClr val="FFFFFF"/>
                </a:solidFill>
                <a:latin typeface="Calibri"/>
                <a:cs typeface="Calibri"/>
              </a:rPr>
              <a:t>6</a:t>
            </a:r>
            <a:r>
              <a:rPr sz="1800" spc="-30" dirty="0">
                <a:solidFill>
                  <a:srgbClr val="FFFFFF"/>
                </a:solidFill>
                <a:latin typeface="Cambria Math"/>
                <a:cs typeface="Cambria Math"/>
              </a:rPr>
              <a:t>2</a:t>
            </a:r>
            <a:endParaRPr sz="1800">
              <a:latin typeface="Cambria Math"/>
              <a:cs typeface="Cambria Math"/>
            </a:endParaRPr>
          </a:p>
        </p:txBody>
      </p:sp>
      <p:sp>
        <p:nvSpPr>
          <p:cNvPr id="59" name="object 59"/>
          <p:cNvSpPr txBox="1"/>
          <p:nvPr/>
        </p:nvSpPr>
        <p:spPr>
          <a:xfrm>
            <a:off x="9868916" y="1695450"/>
            <a:ext cx="126364"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Symbol"/>
                <a:cs typeface="Symbol"/>
              </a:rPr>
              <a:t></a:t>
            </a:r>
            <a:endParaRPr sz="1800">
              <a:latin typeface="Symbol"/>
              <a:cs typeface="Symbol"/>
            </a:endParaRPr>
          </a:p>
        </p:txBody>
      </p:sp>
      <p:sp>
        <p:nvSpPr>
          <p:cNvPr id="60" name="object 60"/>
          <p:cNvSpPr txBox="1"/>
          <p:nvPr/>
        </p:nvSpPr>
        <p:spPr>
          <a:xfrm>
            <a:off x="8741409" y="1262888"/>
            <a:ext cx="35433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E’</a:t>
            </a:r>
            <a:r>
              <a:rPr sz="1800" spc="340" dirty="0">
                <a:latin typeface="Corbel"/>
                <a:cs typeface="Corbel"/>
              </a:rPr>
              <a:t> </a:t>
            </a:r>
            <a:r>
              <a:rPr sz="1800" spc="-50" dirty="0">
                <a:latin typeface="Corbel"/>
                <a:cs typeface="Corbel"/>
              </a:rPr>
              <a:t>:</a:t>
            </a:r>
            <a:endParaRPr sz="1800">
              <a:latin typeface="Corbel"/>
              <a:cs typeface="Corbel"/>
            </a:endParaRPr>
          </a:p>
        </p:txBody>
      </p:sp>
      <p:pic>
        <p:nvPicPr>
          <p:cNvPr id="61" name="object 61"/>
          <p:cNvPicPr/>
          <p:nvPr/>
        </p:nvPicPr>
        <p:blipFill>
          <a:blip r:embed="rId2" cstate="print"/>
          <a:stretch>
            <a:fillRect/>
          </a:stretch>
        </p:blipFill>
        <p:spPr>
          <a:xfrm>
            <a:off x="7462970" y="3227526"/>
            <a:ext cx="865005" cy="365595"/>
          </a:xfrm>
          <a:prstGeom prst="rect">
            <a:avLst/>
          </a:prstGeom>
        </p:spPr>
      </p:pic>
      <p:sp>
        <p:nvSpPr>
          <p:cNvPr id="62" name="object 62"/>
          <p:cNvSpPr txBox="1"/>
          <p:nvPr/>
        </p:nvSpPr>
        <p:spPr>
          <a:xfrm>
            <a:off x="5686805" y="3174238"/>
            <a:ext cx="129539"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orbel"/>
                <a:cs typeface="Corbel"/>
              </a:rPr>
              <a:t>3</a:t>
            </a:r>
            <a:endParaRPr sz="1800">
              <a:latin typeface="Corbel"/>
              <a:cs typeface="Corbel"/>
            </a:endParaRPr>
          </a:p>
        </p:txBody>
      </p:sp>
      <p:grpSp>
        <p:nvGrpSpPr>
          <p:cNvPr id="63" name="object 63"/>
          <p:cNvGrpSpPr/>
          <p:nvPr/>
        </p:nvGrpSpPr>
        <p:grpSpPr>
          <a:xfrm>
            <a:off x="6636956" y="3025076"/>
            <a:ext cx="620395" cy="620395"/>
            <a:chOff x="6636956" y="3025076"/>
            <a:chExt cx="620395" cy="620395"/>
          </a:xfrm>
        </p:grpSpPr>
        <p:sp>
          <p:nvSpPr>
            <p:cNvPr id="64" name="object 64"/>
            <p:cNvSpPr/>
            <p:nvPr/>
          </p:nvSpPr>
          <p:spPr>
            <a:xfrm>
              <a:off x="6642353" y="3030474"/>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65" name="object 65"/>
            <p:cNvSpPr/>
            <p:nvPr/>
          </p:nvSpPr>
          <p:spPr>
            <a:xfrm>
              <a:off x="6642353" y="3030474"/>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66" name="object 66"/>
          <p:cNvSpPr txBox="1"/>
          <p:nvPr/>
        </p:nvSpPr>
        <p:spPr>
          <a:xfrm>
            <a:off x="6848347" y="3171571"/>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4</a:t>
            </a:r>
            <a:endParaRPr sz="1800">
              <a:latin typeface="Cambria Math"/>
              <a:cs typeface="Cambria Math"/>
            </a:endParaRPr>
          </a:p>
        </p:txBody>
      </p:sp>
      <p:grpSp>
        <p:nvGrpSpPr>
          <p:cNvPr id="67" name="object 67"/>
          <p:cNvGrpSpPr/>
          <p:nvPr/>
        </p:nvGrpSpPr>
        <p:grpSpPr>
          <a:xfrm>
            <a:off x="5690361" y="2717292"/>
            <a:ext cx="1583690" cy="1628139"/>
            <a:chOff x="5690361" y="2717292"/>
            <a:chExt cx="1583690" cy="1628139"/>
          </a:xfrm>
        </p:grpSpPr>
        <p:sp>
          <p:nvSpPr>
            <p:cNvPr id="68" name="object 68"/>
            <p:cNvSpPr/>
            <p:nvPr/>
          </p:nvSpPr>
          <p:spPr>
            <a:xfrm>
              <a:off x="6057010" y="3275838"/>
              <a:ext cx="586105" cy="120650"/>
            </a:xfrm>
            <a:custGeom>
              <a:avLst/>
              <a:gdLst/>
              <a:ahLst/>
              <a:cxnLst/>
              <a:rect l="l" t="t" r="r" b="b"/>
              <a:pathLst>
                <a:path w="586104" h="120650">
                  <a:moveTo>
                    <a:pt x="563266" y="46609"/>
                  </a:moveTo>
                  <a:lnTo>
                    <a:pt x="559815" y="46609"/>
                  </a:lnTo>
                  <a:lnTo>
                    <a:pt x="559819" y="46956"/>
                  </a:lnTo>
                  <a:lnTo>
                    <a:pt x="559945" y="59823"/>
                  </a:lnTo>
                  <a:lnTo>
                    <a:pt x="560069" y="72516"/>
                  </a:lnTo>
                  <a:lnTo>
                    <a:pt x="512255" y="72864"/>
                  </a:lnTo>
                  <a:lnTo>
                    <a:pt x="469772" y="98044"/>
                  </a:lnTo>
                  <a:lnTo>
                    <a:pt x="467740" y="105917"/>
                  </a:lnTo>
                  <a:lnTo>
                    <a:pt x="471423" y="112140"/>
                  </a:lnTo>
                  <a:lnTo>
                    <a:pt x="475107" y="118237"/>
                  </a:lnTo>
                  <a:lnTo>
                    <a:pt x="482981" y="120269"/>
                  </a:lnTo>
                  <a:lnTo>
                    <a:pt x="489204" y="116712"/>
                  </a:lnTo>
                  <a:lnTo>
                    <a:pt x="585596" y="59436"/>
                  </a:lnTo>
                  <a:lnTo>
                    <a:pt x="563266" y="46609"/>
                  </a:lnTo>
                  <a:close/>
                </a:path>
                <a:path w="586104" h="120650">
                  <a:moveTo>
                    <a:pt x="511879" y="46956"/>
                  </a:moveTo>
                  <a:lnTo>
                    <a:pt x="0" y="50673"/>
                  </a:lnTo>
                  <a:lnTo>
                    <a:pt x="85" y="59436"/>
                  </a:lnTo>
                  <a:lnTo>
                    <a:pt x="197" y="70865"/>
                  </a:lnTo>
                  <a:lnTo>
                    <a:pt x="253" y="76581"/>
                  </a:lnTo>
                  <a:lnTo>
                    <a:pt x="512255" y="72864"/>
                  </a:lnTo>
                  <a:lnTo>
                    <a:pt x="534258" y="59823"/>
                  </a:lnTo>
                  <a:lnTo>
                    <a:pt x="511879" y="46956"/>
                  </a:lnTo>
                  <a:close/>
                </a:path>
                <a:path w="586104" h="120650">
                  <a:moveTo>
                    <a:pt x="534258" y="59823"/>
                  </a:moveTo>
                  <a:lnTo>
                    <a:pt x="512255" y="72864"/>
                  </a:lnTo>
                  <a:lnTo>
                    <a:pt x="560069" y="72516"/>
                  </a:lnTo>
                  <a:lnTo>
                    <a:pt x="560053" y="70865"/>
                  </a:lnTo>
                  <a:lnTo>
                    <a:pt x="553465" y="70865"/>
                  </a:lnTo>
                  <a:lnTo>
                    <a:pt x="534258" y="59823"/>
                  </a:lnTo>
                  <a:close/>
                </a:path>
                <a:path w="586104" h="120650">
                  <a:moveTo>
                    <a:pt x="553338" y="48513"/>
                  </a:moveTo>
                  <a:lnTo>
                    <a:pt x="534258" y="59823"/>
                  </a:lnTo>
                  <a:lnTo>
                    <a:pt x="553465" y="70865"/>
                  </a:lnTo>
                  <a:lnTo>
                    <a:pt x="553338" y="48513"/>
                  </a:lnTo>
                  <a:close/>
                </a:path>
                <a:path w="586104" h="120650">
                  <a:moveTo>
                    <a:pt x="559834" y="48513"/>
                  </a:moveTo>
                  <a:lnTo>
                    <a:pt x="553338" y="48513"/>
                  </a:lnTo>
                  <a:lnTo>
                    <a:pt x="553465" y="70865"/>
                  </a:lnTo>
                  <a:lnTo>
                    <a:pt x="560053" y="70865"/>
                  </a:lnTo>
                  <a:lnTo>
                    <a:pt x="559941" y="59436"/>
                  </a:lnTo>
                  <a:lnTo>
                    <a:pt x="559834" y="48513"/>
                  </a:lnTo>
                  <a:close/>
                </a:path>
                <a:path w="586104" h="120650">
                  <a:moveTo>
                    <a:pt x="559815" y="46609"/>
                  </a:moveTo>
                  <a:lnTo>
                    <a:pt x="511879" y="46956"/>
                  </a:lnTo>
                  <a:lnTo>
                    <a:pt x="534258" y="59823"/>
                  </a:lnTo>
                  <a:lnTo>
                    <a:pt x="553338" y="48513"/>
                  </a:lnTo>
                  <a:lnTo>
                    <a:pt x="559834" y="48513"/>
                  </a:lnTo>
                  <a:lnTo>
                    <a:pt x="559815" y="46609"/>
                  </a:lnTo>
                  <a:close/>
                </a:path>
                <a:path w="586104" h="120650">
                  <a:moveTo>
                    <a:pt x="482091" y="0"/>
                  </a:moveTo>
                  <a:lnTo>
                    <a:pt x="474217" y="2159"/>
                  </a:lnTo>
                  <a:lnTo>
                    <a:pt x="467106" y="14604"/>
                  </a:lnTo>
                  <a:lnTo>
                    <a:pt x="469264" y="22478"/>
                  </a:lnTo>
                  <a:lnTo>
                    <a:pt x="511879" y="46956"/>
                  </a:lnTo>
                  <a:lnTo>
                    <a:pt x="563266" y="46609"/>
                  </a:lnTo>
                  <a:lnTo>
                    <a:pt x="482091" y="0"/>
                  </a:lnTo>
                  <a:close/>
                </a:path>
              </a:pathLst>
            </a:custGeom>
            <a:solidFill>
              <a:srgbClr val="40B9D2"/>
            </a:solidFill>
          </p:spPr>
          <p:txBody>
            <a:bodyPr wrap="square" lIns="0" tIns="0" rIns="0" bIns="0" rtlCol="0"/>
            <a:lstStyle/>
            <a:p>
              <a:endParaRPr/>
            </a:p>
          </p:txBody>
        </p:sp>
        <p:sp>
          <p:nvSpPr>
            <p:cNvPr id="69" name="object 69"/>
            <p:cNvSpPr/>
            <p:nvPr/>
          </p:nvSpPr>
          <p:spPr>
            <a:xfrm>
              <a:off x="5710427" y="2721864"/>
              <a:ext cx="1247775" cy="276860"/>
            </a:xfrm>
            <a:custGeom>
              <a:avLst/>
              <a:gdLst/>
              <a:ahLst/>
              <a:cxnLst/>
              <a:rect l="l" t="t" r="r" b="b"/>
              <a:pathLst>
                <a:path w="1247775" h="276860">
                  <a:moveTo>
                    <a:pt x="1243583" y="276860"/>
                  </a:moveTo>
                  <a:lnTo>
                    <a:pt x="1247521" y="30480"/>
                  </a:lnTo>
                </a:path>
                <a:path w="1247775" h="276860">
                  <a:moveTo>
                    <a:pt x="0" y="0"/>
                  </a:moveTo>
                  <a:lnTo>
                    <a:pt x="1242568" y="13208"/>
                  </a:lnTo>
                </a:path>
              </a:pathLst>
            </a:custGeom>
            <a:ln w="9144">
              <a:solidFill>
                <a:srgbClr val="40B9D2"/>
              </a:solidFill>
            </a:ln>
          </p:spPr>
          <p:txBody>
            <a:bodyPr wrap="square" lIns="0" tIns="0" rIns="0" bIns="0" rtlCol="0"/>
            <a:lstStyle/>
            <a:p>
              <a:endParaRPr/>
            </a:p>
          </p:txBody>
        </p:sp>
        <p:sp>
          <p:nvSpPr>
            <p:cNvPr id="70" name="object 70"/>
            <p:cNvSpPr/>
            <p:nvPr/>
          </p:nvSpPr>
          <p:spPr>
            <a:xfrm>
              <a:off x="5690361" y="2727960"/>
              <a:ext cx="76200" cy="301625"/>
            </a:xfrm>
            <a:custGeom>
              <a:avLst/>
              <a:gdLst/>
              <a:ahLst/>
              <a:cxnLst/>
              <a:rect l="l" t="t" r="r" b="b"/>
              <a:pathLst>
                <a:path w="76200" h="301625">
                  <a:moveTo>
                    <a:pt x="31682" y="225266"/>
                  </a:moveTo>
                  <a:lnTo>
                    <a:pt x="0" y="225425"/>
                  </a:lnTo>
                  <a:lnTo>
                    <a:pt x="38480" y="301370"/>
                  </a:lnTo>
                  <a:lnTo>
                    <a:pt x="69798" y="237998"/>
                  </a:lnTo>
                  <a:lnTo>
                    <a:pt x="31750" y="237998"/>
                  </a:lnTo>
                  <a:lnTo>
                    <a:pt x="31682" y="225266"/>
                  </a:lnTo>
                  <a:close/>
                </a:path>
                <a:path w="76200" h="301625">
                  <a:moveTo>
                    <a:pt x="43179" y="0"/>
                  </a:moveTo>
                  <a:lnTo>
                    <a:pt x="30479" y="0"/>
                  </a:lnTo>
                  <a:lnTo>
                    <a:pt x="31680" y="225043"/>
                  </a:lnTo>
                  <a:lnTo>
                    <a:pt x="31750" y="237998"/>
                  </a:lnTo>
                  <a:lnTo>
                    <a:pt x="44450" y="237870"/>
                  </a:lnTo>
                  <a:lnTo>
                    <a:pt x="43179" y="0"/>
                  </a:lnTo>
                  <a:close/>
                </a:path>
                <a:path w="76200" h="301625">
                  <a:moveTo>
                    <a:pt x="76090" y="225266"/>
                  </a:moveTo>
                  <a:lnTo>
                    <a:pt x="44382" y="225266"/>
                  </a:lnTo>
                  <a:lnTo>
                    <a:pt x="44450" y="237870"/>
                  </a:lnTo>
                  <a:lnTo>
                    <a:pt x="31750" y="237998"/>
                  </a:lnTo>
                  <a:lnTo>
                    <a:pt x="69798" y="237998"/>
                  </a:lnTo>
                  <a:lnTo>
                    <a:pt x="76011" y="225425"/>
                  </a:lnTo>
                  <a:lnTo>
                    <a:pt x="76090" y="225266"/>
                  </a:lnTo>
                  <a:close/>
                </a:path>
                <a:path w="76200" h="301625">
                  <a:moveTo>
                    <a:pt x="76200" y="225043"/>
                  </a:moveTo>
                  <a:lnTo>
                    <a:pt x="31682" y="225266"/>
                  </a:lnTo>
                  <a:lnTo>
                    <a:pt x="76090" y="225266"/>
                  </a:lnTo>
                  <a:lnTo>
                    <a:pt x="76200" y="225043"/>
                  </a:lnTo>
                  <a:close/>
                </a:path>
              </a:pathLst>
            </a:custGeom>
            <a:solidFill>
              <a:srgbClr val="40B9D2"/>
            </a:solidFill>
          </p:spPr>
          <p:txBody>
            <a:bodyPr wrap="square" lIns="0" tIns="0" rIns="0" bIns="0" rtlCol="0"/>
            <a:lstStyle/>
            <a:p>
              <a:endParaRPr/>
            </a:p>
          </p:txBody>
        </p:sp>
        <p:sp>
          <p:nvSpPr>
            <p:cNvPr id="71" name="object 71"/>
            <p:cNvSpPr/>
            <p:nvPr/>
          </p:nvSpPr>
          <p:spPr>
            <a:xfrm>
              <a:off x="5728715" y="3662172"/>
              <a:ext cx="1905" cy="327660"/>
            </a:xfrm>
            <a:custGeom>
              <a:avLst/>
              <a:gdLst/>
              <a:ahLst/>
              <a:cxnLst/>
              <a:rect l="l" t="t" r="r" b="b"/>
              <a:pathLst>
                <a:path w="1904" h="327660">
                  <a:moveTo>
                    <a:pt x="1650" y="0"/>
                  </a:moveTo>
                  <a:lnTo>
                    <a:pt x="0" y="327405"/>
                  </a:lnTo>
                </a:path>
              </a:pathLst>
            </a:custGeom>
            <a:ln w="9144">
              <a:solidFill>
                <a:srgbClr val="40B9D2"/>
              </a:solidFill>
            </a:ln>
          </p:spPr>
          <p:txBody>
            <a:bodyPr wrap="square" lIns="0" tIns="0" rIns="0" bIns="0" rtlCol="0"/>
            <a:lstStyle/>
            <a:p>
              <a:endParaRPr/>
            </a:p>
          </p:txBody>
        </p:sp>
        <p:sp>
          <p:nvSpPr>
            <p:cNvPr id="72" name="object 72"/>
            <p:cNvSpPr/>
            <p:nvPr/>
          </p:nvSpPr>
          <p:spPr>
            <a:xfrm>
              <a:off x="5743956" y="3729989"/>
              <a:ext cx="1525270" cy="609600"/>
            </a:xfrm>
            <a:custGeom>
              <a:avLst/>
              <a:gdLst/>
              <a:ahLst/>
              <a:cxnLst/>
              <a:rect l="l" t="t" r="r" b="b"/>
              <a:pathLst>
                <a:path w="1525270" h="609600">
                  <a:moveTo>
                    <a:pt x="912368" y="249174"/>
                  </a:moveTo>
                  <a:lnTo>
                    <a:pt x="899668" y="242824"/>
                  </a:lnTo>
                  <a:lnTo>
                    <a:pt x="836168" y="211074"/>
                  </a:lnTo>
                  <a:lnTo>
                    <a:pt x="836168" y="242824"/>
                  </a:lnTo>
                  <a:lnTo>
                    <a:pt x="0" y="242824"/>
                  </a:lnTo>
                  <a:lnTo>
                    <a:pt x="0" y="255524"/>
                  </a:lnTo>
                  <a:lnTo>
                    <a:pt x="836168" y="255524"/>
                  </a:lnTo>
                  <a:lnTo>
                    <a:pt x="836168" y="287274"/>
                  </a:lnTo>
                  <a:lnTo>
                    <a:pt x="899668" y="255524"/>
                  </a:lnTo>
                  <a:lnTo>
                    <a:pt x="912368" y="249174"/>
                  </a:lnTo>
                  <a:close/>
                </a:path>
                <a:path w="1525270" h="609600">
                  <a:moveTo>
                    <a:pt x="1524762" y="304800"/>
                  </a:moveTo>
                  <a:lnTo>
                    <a:pt x="1520761" y="255384"/>
                  </a:lnTo>
                  <a:lnTo>
                    <a:pt x="1509217" y="208483"/>
                  </a:lnTo>
                  <a:lnTo>
                    <a:pt x="1490726" y="164757"/>
                  </a:lnTo>
                  <a:lnTo>
                    <a:pt x="1465935" y="124815"/>
                  </a:lnTo>
                  <a:lnTo>
                    <a:pt x="1435455" y="89306"/>
                  </a:lnTo>
                  <a:lnTo>
                    <a:pt x="1399946" y="58826"/>
                  </a:lnTo>
                  <a:lnTo>
                    <a:pt x="1360004" y="34036"/>
                  </a:lnTo>
                  <a:lnTo>
                    <a:pt x="1316278" y="15544"/>
                  </a:lnTo>
                  <a:lnTo>
                    <a:pt x="1269377" y="4000"/>
                  </a:lnTo>
                  <a:lnTo>
                    <a:pt x="1219962" y="0"/>
                  </a:lnTo>
                  <a:lnTo>
                    <a:pt x="1170533" y="4000"/>
                  </a:lnTo>
                  <a:lnTo>
                    <a:pt x="1123645" y="15544"/>
                  </a:lnTo>
                  <a:lnTo>
                    <a:pt x="1079906" y="34036"/>
                  </a:lnTo>
                  <a:lnTo>
                    <a:pt x="1039977" y="58826"/>
                  </a:lnTo>
                  <a:lnTo>
                    <a:pt x="1004455" y="89306"/>
                  </a:lnTo>
                  <a:lnTo>
                    <a:pt x="973988" y="124815"/>
                  </a:lnTo>
                  <a:lnTo>
                    <a:pt x="949185" y="164757"/>
                  </a:lnTo>
                  <a:lnTo>
                    <a:pt x="930706" y="208483"/>
                  </a:lnTo>
                  <a:lnTo>
                    <a:pt x="919149" y="255384"/>
                  </a:lnTo>
                  <a:lnTo>
                    <a:pt x="915162" y="304800"/>
                  </a:lnTo>
                  <a:lnTo>
                    <a:pt x="919149" y="354228"/>
                  </a:lnTo>
                  <a:lnTo>
                    <a:pt x="930706" y="401129"/>
                  </a:lnTo>
                  <a:lnTo>
                    <a:pt x="949185" y="444855"/>
                  </a:lnTo>
                  <a:lnTo>
                    <a:pt x="973988" y="484784"/>
                  </a:lnTo>
                  <a:lnTo>
                    <a:pt x="1004455" y="520306"/>
                  </a:lnTo>
                  <a:lnTo>
                    <a:pt x="1039977" y="550773"/>
                  </a:lnTo>
                  <a:lnTo>
                    <a:pt x="1079906" y="575576"/>
                  </a:lnTo>
                  <a:lnTo>
                    <a:pt x="1123645" y="594055"/>
                  </a:lnTo>
                  <a:lnTo>
                    <a:pt x="1170533" y="605612"/>
                  </a:lnTo>
                  <a:lnTo>
                    <a:pt x="1219962" y="609600"/>
                  </a:lnTo>
                  <a:lnTo>
                    <a:pt x="1269377" y="605612"/>
                  </a:lnTo>
                  <a:lnTo>
                    <a:pt x="1316266" y="594055"/>
                  </a:lnTo>
                  <a:lnTo>
                    <a:pt x="1360004" y="575576"/>
                  </a:lnTo>
                  <a:lnTo>
                    <a:pt x="1399946" y="550773"/>
                  </a:lnTo>
                  <a:lnTo>
                    <a:pt x="1435455" y="520306"/>
                  </a:lnTo>
                  <a:lnTo>
                    <a:pt x="1465935" y="484784"/>
                  </a:lnTo>
                  <a:lnTo>
                    <a:pt x="1490726" y="444855"/>
                  </a:lnTo>
                  <a:lnTo>
                    <a:pt x="1509217" y="401116"/>
                  </a:lnTo>
                  <a:lnTo>
                    <a:pt x="1520761" y="354228"/>
                  </a:lnTo>
                  <a:lnTo>
                    <a:pt x="1524762" y="304800"/>
                  </a:lnTo>
                  <a:close/>
                </a:path>
              </a:pathLst>
            </a:custGeom>
            <a:solidFill>
              <a:srgbClr val="40B9D2"/>
            </a:solidFill>
          </p:spPr>
          <p:txBody>
            <a:bodyPr wrap="square" lIns="0" tIns="0" rIns="0" bIns="0" rtlCol="0"/>
            <a:lstStyle/>
            <a:p>
              <a:endParaRPr/>
            </a:p>
          </p:txBody>
        </p:sp>
        <p:sp>
          <p:nvSpPr>
            <p:cNvPr id="73" name="object 73"/>
            <p:cNvSpPr/>
            <p:nvPr/>
          </p:nvSpPr>
          <p:spPr>
            <a:xfrm>
              <a:off x="6659117" y="3729990"/>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sp>
          <p:nvSpPr>
            <p:cNvPr id="74" name="object 74"/>
            <p:cNvSpPr/>
            <p:nvPr/>
          </p:nvSpPr>
          <p:spPr>
            <a:xfrm>
              <a:off x="6702551" y="3774948"/>
              <a:ext cx="523240" cy="512445"/>
            </a:xfrm>
            <a:custGeom>
              <a:avLst/>
              <a:gdLst/>
              <a:ahLst/>
              <a:cxnLst/>
              <a:rect l="l" t="t" r="r" b="b"/>
              <a:pathLst>
                <a:path w="523240" h="512445">
                  <a:moveTo>
                    <a:pt x="261366" y="0"/>
                  </a:moveTo>
                  <a:lnTo>
                    <a:pt x="214371" y="4126"/>
                  </a:lnTo>
                  <a:lnTo>
                    <a:pt x="170146" y="16023"/>
                  </a:lnTo>
                  <a:lnTo>
                    <a:pt x="129427" y="34967"/>
                  </a:lnTo>
                  <a:lnTo>
                    <a:pt x="92950" y="60232"/>
                  </a:lnTo>
                  <a:lnTo>
                    <a:pt x="61453" y="91095"/>
                  </a:lnTo>
                  <a:lnTo>
                    <a:pt x="35672" y="126830"/>
                  </a:lnTo>
                  <a:lnTo>
                    <a:pt x="16345" y="166714"/>
                  </a:lnTo>
                  <a:lnTo>
                    <a:pt x="4209" y="210023"/>
                  </a:lnTo>
                  <a:lnTo>
                    <a:pt x="0" y="256031"/>
                  </a:lnTo>
                  <a:lnTo>
                    <a:pt x="4209" y="302040"/>
                  </a:lnTo>
                  <a:lnTo>
                    <a:pt x="16345" y="345349"/>
                  </a:lnTo>
                  <a:lnTo>
                    <a:pt x="35672" y="385233"/>
                  </a:lnTo>
                  <a:lnTo>
                    <a:pt x="61453" y="420968"/>
                  </a:lnTo>
                  <a:lnTo>
                    <a:pt x="92950" y="451831"/>
                  </a:lnTo>
                  <a:lnTo>
                    <a:pt x="129427" y="477096"/>
                  </a:lnTo>
                  <a:lnTo>
                    <a:pt x="170146" y="496040"/>
                  </a:lnTo>
                  <a:lnTo>
                    <a:pt x="214371" y="507937"/>
                  </a:lnTo>
                  <a:lnTo>
                    <a:pt x="261366" y="512063"/>
                  </a:lnTo>
                  <a:lnTo>
                    <a:pt x="308360" y="507937"/>
                  </a:lnTo>
                  <a:lnTo>
                    <a:pt x="352585" y="496040"/>
                  </a:lnTo>
                  <a:lnTo>
                    <a:pt x="393304" y="477096"/>
                  </a:lnTo>
                  <a:lnTo>
                    <a:pt x="429781" y="451831"/>
                  </a:lnTo>
                  <a:lnTo>
                    <a:pt x="461278" y="420968"/>
                  </a:lnTo>
                  <a:lnTo>
                    <a:pt x="487059" y="385233"/>
                  </a:lnTo>
                  <a:lnTo>
                    <a:pt x="506386" y="345349"/>
                  </a:lnTo>
                  <a:lnTo>
                    <a:pt x="518522" y="302040"/>
                  </a:lnTo>
                  <a:lnTo>
                    <a:pt x="522731" y="256031"/>
                  </a:lnTo>
                  <a:lnTo>
                    <a:pt x="518522" y="210023"/>
                  </a:lnTo>
                  <a:lnTo>
                    <a:pt x="506386" y="166714"/>
                  </a:lnTo>
                  <a:lnTo>
                    <a:pt x="487059" y="126830"/>
                  </a:lnTo>
                  <a:lnTo>
                    <a:pt x="461278" y="91095"/>
                  </a:lnTo>
                  <a:lnTo>
                    <a:pt x="429781" y="60232"/>
                  </a:lnTo>
                  <a:lnTo>
                    <a:pt x="393304" y="34967"/>
                  </a:lnTo>
                  <a:lnTo>
                    <a:pt x="352585" y="16023"/>
                  </a:lnTo>
                  <a:lnTo>
                    <a:pt x="308360" y="4126"/>
                  </a:lnTo>
                  <a:lnTo>
                    <a:pt x="261366" y="0"/>
                  </a:lnTo>
                  <a:close/>
                </a:path>
              </a:pathLst>
            </a:custGeom>
            <a:solidFill>
              <a:srgbClr val="A6D5E2"/>
            </a:solidFill>
          </p:spPr>
          <p:txBody>
            <a:bodyPr wrap="square" lIns="0" tIns="0" rIns="0" bIns="0" rtlCol="0"/>
            <a:lstStyle/>
            <a:p>
              <a:endParaRPr/>
            </a:p>
          </p:txBody>
        </p:sp>
        <p:sp>
          <p:nvSpPr>
            <p:cNvPr id="75" name="object 75"/>
            <p:cNvSpPr/>
            <p:nvPr/>
          </p:nvSpPr>
          <p:spPr>
            <a:xfrm>
              <a:off x="6702551" y="3774948"/>
              <a:ext cx="523240" cy="512445"/>
            </a:xfrm>
            <a:custGeom>
              <a:avLst/>
              <a:gdLst/>
              <a:ahLst/>
              <a:cxnLst/>
              <a:rect l="l" t="t" r="r" b="b"/>
              <a:pathLst>
                <a:path w="523240" h="512445">
                  <a:moveTo>
                    <a:pt x="0" y="256031"/>
                  </a:moveTo>
                  <a:lnTo>
                    <a:pt x="4209" y="210023"/>
                  </a:lnTo>
                  <a:lnTo>
                    <a:pt x="16345" y="166714"/>
                  </a:lnTo>
                  <a:lnTo>
                    <a:pt x="35672" y="126830"/>
                  </a:lnTo>
                  <a:lnTo>
                    <a:pt x="61453" y="91095"/>
                  </a:lnTo>
                  <a:lnTo>
                    <a:pt x="92950" y="60232"/>
                  </a:lnTo>
                  <a:lnTo>
                    <a:pt x="129427" y="34967"/>
                  </a:lnTo>
                  <a:lnTo>
                    <a:pt x="170146" y="16023"/>
                  </a:lnTo>
                  <a:lnTo>
                    <a:pt x="214371" y="4126"/>
                  </a:lnTo>
                  <a:lnTo>
                    <a:pt x="261366" y="0"/>
                  </a:lnTo>
                  <a:lnTo>
                    <a:pt x="308360" y="4126"/>
                  </a:lnTo>
                  <a:lnTo>
                    <a:pt x="352585" y="16023"/>
                  </a:lnTo>
                  <a:lnTo>
                    <a:pt x="393304" y="34967"/>
                  </a:lnTo>
                  <a:lnTo>
                    <a:pt x="429781" y="60232"/>
                  </a:lnTo>
                  <a:lnTo>
                    <a:pt x="461278" y="91095"/>
                  </a:lnTo>
                  <a:lnTo>
                    <a:pt x="487059" y="126830"/>
                  </a:lnTo>
                  <a:lnTo>
                    <a:pt x="506386" y="166714"/>
                  </a:lnTo>
                  <a:lnTo>
                    <a:pt x="518522" y="210023"/>
                  </a:lnTo>
                  <a:lnTo>
                    <a:pt x="522731" y="256031"/>
                  </a:lnTo>
                  <a:lnTo>
                    <a:pt x="518522" y="302040"/>
                  </a:lnTo>
                  <a:lnTo>
                    <a:pt x="506386" y="345349"/>
                  </a:lnTo>
                  <a:lnTo>
                    <a:pt x="487059" y="385233"/>
                  </a:lnTo>
                  <a:lnTo>
                    <a:pt x="461278" y="420968"/>
                  </a:lnTo>
                  <a:lnTo>
                    <a:pt x="429781" y="451831"/>
                  </a:lnTo>
                  <a:lnTo>
                    <a:pt x="393304" y="477096"/>
                  </a:lnTo>
                  <a:lnTo>
                    <a:pt x="352585" y="496040"/>
                  </a:lnTo>
                  <a:lnTo>
                    <a:pt x="308360" y="507937"/>
                  </a:lnTo>
                  <a:lnTo>
                    <a:pt x="261366" y="512063"/>
                  </a:lnTo>
                  <a:lnTo>
                    <a:pt x="214371" y="507937"/>
                  </a:lnTo>
                  <a:lnTo>
                    <a:pt x="170146" y="496040"/>
                  </a:lnTo>
                  <a:lnTo>
                    <a:pt x="129427" y="477096"/>
                  </a:lnTo>
                  <a:lnTo>
                    <a:pt x="92950" y="451831"/>
                  </a:lnTo>
                  <a:lnTo>
                    <a:pt x="61453" y="420968"/>
                  </a:lnTo>
                  <a:lnTo>
                    <a:pt x="35672" y="385233"/>
                  </a:lnTo>
                  <a:lnTo>
                    <a:pt x="16345" y="345349"/>
                  </a:lnTo>
                  <a:lnTo>
                    <a:pt x="4209" y="302040"/>
                  </a:lnTo>
                  <a:lnTo>
                    <a:pt x="0" y="256031"/>
                  </a:lnTo>
                  <a:close/>
                </a:path>
              </a:pathLst>
            </a:custGeom>
            <a:ln w="9144">
              <a:solidFill>
                <a:srgbClr val="40B9D2"/>
              </a:solidFill>
            </a:ln>
          </p:spPr>
          <p:txBody>
            <a:bodyPr wrap="square" lIns="0" tIns="0" rIns="0" bIns="0" rtlCol="0"/>
            <a:lstStyle/>
            <a:p>
              <a:endParaRPr/>
            </a:p>
          </p:txBody>
        </p:sp>
      </p:grpSp>
      <p:sp>
        <p:nvSpPr>
          <p:cNvPr id="76" name="object 76"/>
          <p:cNvSpPr txBox="1"/>
          <p:nvPr/>
        </p:nvSpPr>
        <p:spPr>
          <a:xfrm>
            <a:off x="6239383" y="2931921"/>
            <a:ext cx="14287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a:t>
            </a:r>
            <a:endParaRPr sz="1800">
              <a:latin typeface="Corbel"/>
              <a:cs typeface="Corbel"/>
            </a:endParaRPr>
          </a:p>
        </p:txBody>
      </p:sp>
      <p:sp>
        <p:nvSpPr>
          <p:cNvPr id="77" name="object 77"/>
          <p:cNvSpPr txBox="1"/>
          <p:nvPr/>
        </p:nvSpPr>
        <p:spPr>
          <a:xfrm>
            <a:off x="6206490" y="2409825"/>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T</a:t>
            </a:r>
            <a:endParaRPr sz="1800">
              <a:latin typeface="Corbel"/>
              <a:cs typeface="Corbel"/>
            </a:endParaRPr>
          </a:p>
        </p:txBody>
      </p:sp>
      <p:sp>
        <p:nvSpPr>
          <p:cNvPr id="78" name="object 78"/>
          <p:cNvSpPr txBox="1"/>
          <p:nvPr/>
        </p:nvSpPr>
        <p:spPr>
          <a:xfrm>
            <a:off x="6857238" y="3795776"/>
            <a:ext cx="161290" cy="391160"/>
          </a:xfrm>
          <a:prstGeom prst="rect">
            <a:avLst/>
          </a:prstGeom>
        </p:spPr>
        <p:txBody>
          <a:bodyPr vert="horz" wrap="square" lIns="0" tIns="12700" rIns="0" bIns="0" rtlCol="0">
            <a:spAutoFit/>
          </a:bodyPr>
          <a:lstStyle/>
          <a:p>
            <a:pPr marL="12700">
              <a:lnSpc>
                <a:spcPct val="100000"/>
              </a:lnSpc>
              <a:spcBef>
                <a:spcPts val="100"/>
              </a:spcBef>
            </a:pPr>
            <a:r>
              <a:rPr sz="3600" spc="-1770" baseline="-3472" dirty="0">
                <a:solidFill>
                  <a:srgbClr val="FFFFFF"/>
                </a:solidFill>
                <a:latin typeface="Calibri"/>
                <a:cs typeface="Calibri"/>
              </a:rPr>
              <a:t>6</a:t>
            </a:r>
            <a:r>
              <a:rPr sz="1800" spc="-30" dirty="0">
                <a:solidFill>
                  <a:srgbClr val="FFFFFF"/>
                </a:solidFill>
                <a:latin typeface="Cambria Math"/>
                <a:cs typeface="Cambria Math"/>
              </a:rPr>
              <a:t>2</a:t>
            </a:r>
            <a:endParaRPr sz="1800">
              <a:latin typeface="Cambria Math"/>
              <a:cs typeface="Cambria Math"/>
            </a:endParaRPr>
          </a:p>
        </p:txBody>
      </p:sp>
      <p:sp>
        <p:nvSpPr>
          <p:cNvPr id="79" name="object 79"/>
          <p:cNvSpPr txBox="1"/>
          <p:nvPr/>
        </p:nvSpPr>
        <p:spPr>
          <a:xfrm>
            <a:off x="6068059" y="3685997"/>
            <a:ext cx="126364" cy="300355"/>
          </a:xfrm>
          <a:prstGeom prst="rect">
            <a:avLst/>
          </a:prstGeom>
        </p:spPr>
        <p:txBody>
          <a:bodyPr vert="horz" wrap="square" lIns="0" tIns="12700" rIns="0" bIns="0" rtlCol="0">
            <a:spAutoFit/>
          </a:bodyPr>
          <a:lstStyle/>
          <a:p>
            <a:pPr marL="12700">
              <a:lnSpc>
                <a:spcPct val="100000"/>
              </a:lnSpc>
              <a:spcBef>
                <a:spcPts val="100"/>
              </a:spcBef>
            </a:pPr>
            <a:r>
              <a:rPr sz="1800" spc="-50" dirty="0">
                <a:latin typeface="Symbol"/>
                <a:cs typeface="Symbol"/>
              </a:rPr>
              <a:t></a:t>
            </a:r>
            <a:endParaRPr sz="1800">
              <a:latin typeface="Symbol"/>
              <a:cs typeface="Symbol"/>
            </a:endParaRPr>
          </a:p>
        </p:txBody>
      </p:sp>
      <p:grpSp>
        <p:nvGrpSpPr>
          <p:cNvPr id="80" name="object 80"/>
          <p:cNvGrpSpPr/>
          <p:nvPr/>
        </p:nvGrpSpPr>
        <p:grpSpPr>
          <a:xfrm>
            <a:off x="8842184" y="2980880"/>
            <a:ext cx="620395" cy="620395"/>
            <a:chOff x="8842184" y="2980880"/>
            <a:chExt cx="620395" cy="620395"/>
          </a:xfrm>
        </p:grpSpPr>
        <p:sp>
          <p:nvSpPr>
            <p:cNvPr id="81" name="object 81"/>
            <p:cNvSpPr/>
            <p:nvPr/>
          </p:nvSpPr>
          <p:spPr>
            <a:xfrm>
              <a:off x="8847581" y="2986277"/>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82" name="object 82"/>
            <p:cNvSpPr/>
            <p:nvPr/>
          </p:nvSpPr>
          <p:spPr>
            <a:xfrm>
              <a:off x="8847581" y="2986277"/>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83" name="object 83"/>
          <p:cNvSpPr txBox="1"/>
          <p:nvPr/>
        </p:nvSpPr>
        <p:spPr>
          <a:xfrm>
            <a:off x="9077070" y="3135884"/>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a:cs typeface="Cambria"/>
              </a:rPr>
              <a:t>0</a:t>
            </a:r>
            <a:endParaRPr sz="1800">
              <a:latin typeface="Cambria"/>
              <a:cs typeface="Cambria"/>
            </a:endParaRPr>
          </a:p>
        </p:txBody>
      </p:sp>
      <p:grpSp>
        <p:nvGrpSpPr>
          <p:cNvPr id="84" name="object 84"/>
          <p:cNvGrpSpPr/>
          <p:nvPr/>
        </p:nvGrpSpPr>
        <p:grpSpPr>
          <a:xfrm>
            <a:off x="10037000" y="2977832"/>
            <a:ext cx="620395" cy="620395"/>
            <a:chOff x="10037000" y="2977832"/>
            <a:chExt cx="620395" cy="620395"/>
          </a:xfrm>
        </p:grpSpPr>
        <p:sp>
          <p:nvSpPr>
            <p:cNvPr id="85" name="object 85"/>
            <p:cNvSpPr/>
            <p:nvPr/>
          </p:nvSpPr>
          <p:spPr>
            <a:xfrm>
              <a:off x="10042398" y="2983230"/>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86" name="object 86"/>
            <p:cNvSpPr/>
            <p:nvPr/>
          </p:nvSpPr>
          <p:spPr>
            <a:xfrm>
              <a:off x="10042398" y="2983230"/>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87" name="object 87"/>
          <p:cNvSpPr txBox="1"/>
          <p:nvPr/>
        </p:nvSpPr>
        <p:spPr>
          <a:xfrm>
            <a:off x="10249027" y="3123946"/>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3</a:t>
            </a:r>
            <a:endParaRPr sz="1800">
              <a:latin typeface="Cambria Math"/>
              <a:cs typeface="Cambria Math"/>
            </a:endParaRPr>
          </a:p>
        </p:txBody>
      </p:sp>
      <p:grpSp>
        <p:nvGrpSpPr>
          <p:cNvPr id="88" name="object 88"/>
          <p:cNvGrpSpPr/>
          <p:nvPr/>
        </p:nvGrpSpPr>
        <p:grpSpPr>
          <a:xfrm>
            <a:off x="9090406" y="2668523"/>
            <a:ext cx="2615565" cy="1586865"/>
            <a:chOff x="9090406" y="2668523"/>
            <a:chExt cx="2615565" cy="1586865"/>
          </a:xfrm>
        </p:grpSpPr>
        <p:sp>
          <p:nvSpPr>
            <p:cNvPr id="89" name="object 89"/>
            <p:cNvSpPr/>
            <p:nvPr/>
          </p:nvSpPr>
          <p:spPr>
            <a:xfrm>
              <a:off x="9457055" y="3228593"/>
              <a:ext cx="586105" cy="120650"/>
            </a:xfrm>
            <a:custGeom>
              <a:avLst/>
              <a:gdLst/>
              <a:ahLst/>
              <a:cxnLst/>
              <a:rect l="l" t="t" r="r" b="b"/>
              <a:pathLst>
                <a:path w="586104" h="120650">
                  <a:moveTo>
                    <a:pt x="563266" y="46608"/>
                  </a:moveTo>
                  <a:lnTo>
                    <a:pt x="559816" y="46608"/>
                  </a:lnTo>
                  <a:lnTo>
                    <a:pt x="559819" y="46956"/>
                  </a:lnTo>
                  <a:lnTo>
                    <a:pt x="559945" y="59823"/>
                  </a:lnTo>
                  <a:lnTo>
                    <a:pt x="560070" y="72516"/>
                  </a:lnTo>
                  <a:lnTo>
                    <a:pt x="512255" y="72864"/>
                  </a:lnTo>
                  <a:lnTo>
                    <a:pt x="469773" y="98043"/>
                  </a:lnTo>
                  <a:lnTo>
                    <a:pt x="467741" y="105917"/>
                  </a:lnTo>
                  <a:lnTo>
                    <a:pt x="471424" y="112140"/>
                  </a:lnTo>
                  <a:lnTo>
                    <a:pt x="475106" y="118236"/>
                  </a:lnTo>
                  <a:lnTo>
                    <a:pt x="482980" y="120268"/>
                  </a:lnTo>
                  <a:lnTo>
                    <a:pt x="489203" y="116712"/>
                  </a:lnTo>
                  <a:lnTo>
                    <a:pt x="585597" y="59435"/>
                  </a:lnTo>
                  <a:lnTo>
                    <a:pt x="563266" y="46608"/>
                  </a:lnTo>
                  <a:close/>
                </a:path>
                <a:path w="586104" h="120650">
                  <a:moveTo>
                    <a:pt x="511879" y="46956"/>
                  </a:moveTo>
                  <a:lnTo>
                    <a:pt x="0" y="50672"/>
                  </a:lnTo>
                  <a:lnTo>
                    <a:pt x="85" y="59435"/>
                  </a:lnTo>
                  <a:lnTo>
                    <a:pt x="197" y="70865"/>
                  </a:lnTo>
                  <a:lnTo>
                    <a:pt x="253" y="76580"/>
                  </a:lnTo>
                  <a:lnTo>
                    <a:pt x="512255" y="72864"/>
                  </a:lnTo>
                  <a:lnTo>
                    <a:pt x="534258" y="59823"/>
                  </a:lnTo>
                  <a:lnTo>
                    <a:pt x="511879" y="46956"/>
                  </a:lnTo>
                  <a:close/>
                </a:path>
                <a:path w="586104" h="120650">
                  <a:moveTo>
                    <a:pt x="534258" y="59823"/>
                  </a:moveTo>
                  <a:lnTo>
                    <a:pt x="512255" y="72864"/>
                  </a:lnTo>
                  <a:lnTo>
                    <a:pt x="560070" y="72516"/>
                  </a:lnTo>
                  <a:lnTo>
                    <a:pt x="560053" y="70865"/>
                  </a:lnTo>
                  <a:lnTo>
                    <a:pt x="553466" y="70865"/>
                  </a:lnTo>
                  <a:lnTo>
                    <a:pt x="534258" y="59823"/>
                  </a:lnTo>
                  <a:close/>
                </a:path>
                <a:path w="586104" h="120650">
                  <a:moveTo>
                    <a:pt x="553339" y="48513"/>
                  </a:moveTo>
                  <a:lnTo>
                    <a:pt x="534258" y="59823"/>
                  </a:lnTo>
                  <a:lnTo>
                    <a:pt x="553466" y="70865"/>
                  </a:lnTo>
                  <a:lnTo>
                    <a:pt x="553339" y="48513"/>
                  </a:lnTo>
                  <a:close/>
                </a:path>
                <a:path w="586104" h="120650">
                  <a:moveTo>
                    <a:pt x="559834" y="48513"/>
                  </a:moveTo>
                  <a:lnTo>
                    <a:pt x="553339" y="48513"/>
                  </a:lnTo>
                  <a:lnTo>
                    <a:pt x="553466" y="70865"/>
                  </a:lnTo>
                  <a:lnTo>
                    <a:pt x="560053" y="70865"/>
                  </a:lnTo>
                  <a:lnTo>
                    <a:pt x="559941" y="59435"/>
                  </a:lnTo>
                  <a:lnTo>
                    <a:pt x="559834" y="48513"/>
                  </a:lnTo>
                  <a:close/>
                </a:path>
                <a:path w="586104" h="120650">
                  <a:moveTo>
                    <a:pt x="559816" y="46608"/>
                  </a:moveTo>
                  <a:lnTo>
                    <a:pt x="511879" y="46956"/>
                  </a:lnTo>
                  <a:lnTo>
                    <a:pt x="534258" y="59823"/>
                  </a:lnTo>
                  <a:lnTo>
                    <a:pt x="553339" y="48513"/>
                  </a:lnTo>
                  <a:lnTo>
                    <a:pt x="559834" y="48513"/>
                  </a:lnTo>
                  <a:lnTo>
                    <a:pt x="559816" y="46608"/>
                  </a:lnTo>
                  <a:close/>
                </a:path>
                <a:path w="586104" h="120650">
                  <a:moveTo>
                    <a:pt x="482092" y="0"/>
                  </a:moveTo>
                  <a:lnTo>
                    <a:pt x="474218" y="2158"/>
                  </a:lnTo>
                  <a:lnTo>
                    <a:pt x="467105" y="14604"/>
                  </a:lnTo>
                  <a:lnTo>
                    <a:pt x="469265" y="22478"/>
                  </a:lnTo>
                  <a:lnTo>
                    <a:pt x="511879" y="46956"/>
                  </a:lnTo>
                  <a:lnTo>
                    <a:pt x="563266" y="46608"/>
                  </a:lnTo>
                  <a:lnTo>
                    <a:pt x="482092" y="0"/>
                  </a:lnTo>
                  <a:close/>
                </a:path>
              </a:pathLst>
            </a:custGeom>
            <a:solidFill>
              <a:srgbClr val="40B9D2"/>
            </a:solidFill>
          </p:spPr>
          <p:txBody>
            <a:bodyPr wrap="square" lIns="0" tIns="0" rIns="0" bIns="0" rtlCol="0"/>
            <a:lstStyle/>
            <a:p>
              <a:endParaRPr/>
            </a:p>
          </p:txBody>
        </p:sp>
        <p:sp>
          <p:nvSpPr>
            <p:cNvPr id="90" name="object 90"/>
            <p:cNvSpPr/>
            <p:nvPr/>
          </p:nvSpPr>
          <p:spPr>
            <a:xfrm>
              <a:off x="9111996" y="2673095"/>
              <a:ext cx="1246505" cy="278765"/>
            </a:xfrm>
            <a:custGeom>
              <a:avLst/>
              <a:gdLst/>
              <a:ahLst/>
              <a:cxnLst/>
              <a:rect l="l" t="t" r="r" b="b"/>
              <a:pathLst>
                <a:path w="1246504" h="278764">
                  <a:moveTo>
                    <a:pt x="1242059" y="278383"/>
                  </a:moveTo>
                  <a:lnTo>
                    <a:pt x="1245997" y="32003"/>
                  </a:lnTo>
                </a:path>
                <a:path w="1246504" h="278764">
                  <a:moveTo>
                    <a:pt x="0" y="0"/>
                  </a:moveTo>
                  <a:lnTo>
                    <a:pt x="1242568" y="13207"/>
                  </a:lnTo>
                </a:path>
              </a:pathLst>
            </a:custGeom>
            <a:ln w="9144">
              <a:solidFill>
                <a:srgbClr val="40B9D2"/>
              </a:solidFill>
            </a:ln>
          </p:spPr>
          <p:txBody>
            <a:bodyPr wrap="square" lIns="0" tIns="0" rIns="0" bIns="0" rtlCol="0"/>
            <a:lstStyle/>
            <a:p>
              <a:endParaRPr/>
            </a:p>
          </p:txBody>
        </p:sp>
        <p:sp>
          <p:nvSpPr>
            <p:cNvPr id="91" name="object 91"/>
            <p:cNvSpPr/>
            <p:nvPr/>
          </p:nvSpPr>
          <p:spPr>
            <a:xfrm>
              <a:off x="9090406" y="2680715"/>
              <a:ext cx="76200" cy="301625"/>
            </a:xfrm>
            <a:custGeom>
              <a:avLst/>
              <a:gdLst/>
              <a:ahLst/>
              <a:cxnLst/>
              <a:rect l="l" t="t" r="r" b="b"/>
              <a:pathLst>
                <a:path w="76200" h="301625">
                  <a:moveTo>
                    <a:pt x="31682" y="225266"/>
                  </a:moveTo>
                  <a:lnTo>
                    <a:pt x="0" y="225425"/>
                  </a:lnTo>
                  <a:lnTo>
                    <a:pt x="38480" y="301371"/>
                  </a:lnTo>
                  <a:lnTo>
                    <a:pt x="69798" y="237998"/>
                  </a:lnTo>
                  <a:lnTo>
                    <a:pt x="31750" y="237998"/>
                  </a:lnTo>
                  <a:lnTo>
                    <a:pt x="31682" y="225266"/>
                  </a:lnTo>
                  <a:close/>
                </a:path>
                <a:path w="76200" h="301625">
                  <a:moveTo>
                    <a:pt x="43179" y="0"/>
                  </a:moveTo>
                  <a:lnTo>
                    <a:pt x="30479" y="0"/>
                  </a:lnTo>
                  <a:lnTo>
                    <a:pt x="31680" y="225044"/>
                  </a:lnTo>
                  <a:lnTo>
                    <a:pt x="31750" y="237998"/>
                  </a:lnTo>
                  <a:lnTo>
                    <a:pt x="44450" y="237998"/>
                  </a:lnTo>
                  <a:lnTo>
                    <a:pt x="43179" y="0"/>
                  </a:lnTo>
                  <a:close/>
                </a:path>
                <a:path w="76200" h="301625">
                  <a:moveTo>
                    <a:pt x="76090" y="225266"/>
                  </a:moveTo>
                  <a:lnTo>
                    <a:pt x="44382" y="225266"/>
                  </a:lnTo>
                  <a:lnTo>
                    <a:pt x="44450" y="237998"/>
                  </a:lnTo>
                  <a:lnTo>
                    <a:pt x="69798" y="237998"/>
                  </a:lnTo>
                  <a:lnTo>
                    <a:pt x="76011" y="225425"/>
                  </a:lnTo>
                  <a:lnTo>
                    <a:pt x="76090" y="225266"/>
                  </a:lnTo>
                  <a:close/>
                </a:path>
                <a:path w="76200" h="301625">
                  <a:moveTo>
                    <a:pt x="76200" y="225044"/>
                  </a:moveTo>
                  <a:lnTo>
                    <a:pt x="31682" y="225266"/>
                  </a:lnTo>
                  <a:lnTo>
                    <a:pt x="76090" y="225266"/>
                  </a:lnTo>
                  <a:lnTo>
                    <a:pt x="76200" y="225044"/>
                  </a:lnTo>
                  <a:close/>
                </a:path>
              </a:pathLst>
            </a:custGeom>
            <a:solidFill>
              <a:srgbClr val="40B9D2"/>
            </a:solidFill>
          </p:spPr>
          <p:txBody>
            <a:bodyPr wrap="square" lIns="0" tIns="0" rIns="0" bIns="0" rtlCol="0"/>
            <a:lstStyle/>
            <a:p>
              <a:endParaRPr/>
            </a:p>
          </p:txBody>
        </p:sp>
        <p:sp>
          <p:nvSpPr>
            <p:cNvPr id="92" name="object 92"/>
            <p:cNvSpPr/>
            <p:nvPr/>
          </p:nvSpPr>
          <p:spPr>
            <a:xfrm>
              <a:off x="10300716" y="3604259"/>
              <a:ext cx="1905" cy="327660"/>
            </a:xfrm>
            <a:custGeom>
              <a:avLst/>
              <a:gdLst/>
              <a:ahLst/>
              <a:cxnLst/>
              <a:rect l="l" t="t" r="r" b="b"/>
              <a:pathLst>
                <a:path w="1904" h="327660">
                  <a:moveTo>
                    <a:pt x="1650" y="0"/>
                  </a:moveTo>
                  <a:lnTo>
                    <a:pt x="0" y="327406"/>
                  </a:lnTo>
                </a:path>
              </a:pathLst>
            </a:custGeom>
            <a:ln w="9144">
              <a:solidFill>
                <a:srgbClr val="40B9D2"/>
              </a:solidFill>
            </a:ln>
          </p:spPr>
          <p:txBody>
            <a:bodyPr wrap="square" lIns="0" tIns="0" rIns="0" bIns="0" rtlCol="0"/>
            <a:lstStyle/>
            <a:p>
              <a:endParaRPr/>
            </a:p>
          </p:txBody>
        </p:sp>
        <p:sp>
          <p:nvSpPr>
            <p:cNvPr id="93" name="object 93"/>
            <p:cNvSpPr/>
            <p:nvPr/>
          </p:nvSpPr>
          <p:spPr>
            <a:xfrm>
              <a:off x="10315829" y="3640073"/>
              <a:ext cx="1384935" cy="609600"/>
            </a:xfrm>
            <a:custGeom>
              <a:avLst/>
              <a:gdLst/>
              <a:ahLst/>
              <a:cxnLst/>
              <a:rect l="l" t="t" r="r" b="b"/>
              <a:pathLst>
                <a:path w="1384934" h="609600">
                  <a:moveTo>
                    <a:pt x="741553" y="297688"/>
                  </a:moveTo>
                  <a:lnTo>
                    <a:pt x="689356" y="297688"/>
                  </a:lnTo>
                  <a:lnTo>
                    <a:pt x="676567" y="297688"/>
                  </a:lnTo>
                  <a:lnTo>
                    <a:pt x="676148" y="329311"/>
                  </a:lnTo>
                  <a:lnTo>
                    <a:pt x="741553" y="297688"/>
                  </a:lnTo>
                  <a:close/>
                </a:path>
                <a:path w="1384934" h="609600">
                  <a:moveTo>
                    <a:pt x="752856" y="292227"/>
                  </a:moveTo>
                  <a:lnTo>
                    <a:pt x="677164" y="253111"/>
                  </a:lnTo>
                  <a:lnTo>
                    <a:pt x="676846" y="276352"/>
                  </a:lnTo>
                  <a:lnTo>
                    <a:pt x="676732" y="284835"/>
                  </a:lnTo>
                  <a:lnTo>
                    <a:pt x="254" y="276352"/>
                  </a:lnTo>
                  <a:lnTo>
                    <a:pt x="76" y="284835"/>
                  </a:lnTo>
                  <a:lnTo>
                    <a:pt x="0" y="289052"/>
                  </a:lnTo>
                  <a:lnTo>
                    <a:pt x="676567" y="297535"/>
                  </a:lnTo>
                  <a:lnTo>
                    <a:pt x="689356" y="297535"/>
                  </a:lnTo>
                  <a:lnTo>
                    <a:pt x="741883" y="297535"/>
                  </a:lnTo>
                  <a:lnTo>
                    <a:pt x="752856" y="292227"/>
                  </a:lnTo>
                  <a:close/>
                </a:path>
                <a:path w="1384934" h="609600">
                  <a:moveTo>
                    <a:pt x="1384681" y="304800"/>
                  </a:moveTo>
                  <a:lnTo>
                    <a:pt x="1380680" y="255384"/>
                  </a:lnTo>
                  <a:lnTo>
                    <a:pt x="1369136" y="208483"/>
                  </a:lnTo>
                  <a:lnTo>
                    <a:pt x="1350645" y="164757"/>
                  </a:lnTo>
                  <a:lnTo>
                    <a:pt x="1325854" y="124815"/>
                  </a:lnTo>
                  <a:lnTo>
                    <a:pt x="1295374" y="89306"/>
                  </a:lnTo>
                  <a:lnTo>
                    <a:pt x="1259865" y="58826"/>
                  </a:lnTo>
                  <a:lnTo>
                    <a:pt x="1219923" y="34036"/>
                  </a:lnTo>
                  <a:lnTo>
                    <a:pt x="1176185" y="15544"/>
                  </a:lnTo>
                  <a:lnTo>
                    <a:pt x="1129296" y="4000"/>
                  </a:lnTo>
                  <a:lnTo>
                    <a:pt x="1079881" y="0"/>
                  </a:lnTo>
                  <a:lnTo>
                    <a:pt x="1030452" y="4000"/>
                  </a:lnTo>
                  <a:lnTo>
                    <a:pt x="983564" y="15557"/>
                  </a:lnTo>
                  <a:lnTo>
                    <a:pt x="939825" y="34036"/>
                  </a:lnTo>
                  <a:lnTo>
                    <a:pt x="899896" y="58826"/>
                  </a:lnTo>
                  <a:lnTo>
                    <a:pt x="864374" y="89306"/>
                  </a:lnTo>
                  <a:lnTo>
                    <a:pt x="833907" y="124815"/>
                  </a:lnTo>
                  <a:lnTo>
                    <a:pt x="809104" y="164757"/>
                  </a:lnTo>
                  <a:lnTo>
                    <a:pt x="790625" y="208483"/>
                  </a:lnTo>
                  <a:lnTo>
                    <a:pt x="779068" y="255384"/>
                  </a:lnTo>
                  <a:lnTo>
                    <a:pt x="775081" y="304800"/>
                  </a:lnTo>
                  <a:lnTo>
                    <a:pt x="779068" y="354228"/>
                  </a:lnTo>
                  <a:lnTo>
                    <a:pt x="790613" y="401129"/>
                  </a:lnTo>
                  <a:lnTo>
                    <a:pt x="809104" y="444855"/>
                  </a:lnTo>
                  <a:lnTo>
                    <a:pt x="833894" y="484797"/>
                  </a:lnTo>
                  <a:lnTo>
                    <a:pt x="864374" y="520306"/>
                  </a:lnTo>
                  <a:lnTo>
                    <a:pt x="899883" y="550786"/>
                  </a:lnTo>
                  <a:lnTo>
                    <a:pt x="939825" y="575576"/>
                  </a:lnTo>
                  <a:lnTo>
                    <a:pt x="983564" y="594067"/>
                  </a:lnTo>
                  <a:lnTo>
                    <a:pt x="1030452" y="605612"/>
                  </a:lnTo>
                  <a:lnTo>
                    <a:pt x="1079881" y="609600"/>
                  </a:lnTo>
                  <a:lnTo>
                    <a:pt x="1129296" y="605612"/>
                  </a:lnTo>
                  <a:lnTo>
                    <a:pt x="1176185" y="594055"/>
                  </a:lnTo>
                  <a:lnTo>
                    <a:pt x="1219923" y="575576"/>
                  </a:lnTo>
                  <a:lnTo>
                    <a:pt x="1259852" y="550773"/>
                  </a:lnTo>
                  <a:lnTo>
                    <a:pt x="1295374" y="520306"/>
                  </a:lnTo>
                  <a:lnTo>
                    <a:pt x="1325841" y="484784"/>
                  </a:lnTo>
                  <a:lnTo>
                    <a:pt x="1350645" y="444855"/>
                  </a:lnTo>
                  <a:lnTo>
                    <a:pt x="1369123" y="401116"/>
                  </a:lnTo>
                  <a:lnTo>
                    <a:pt x="1380680" y="354228"/>
                  </a:lnTo>
                  <a:lnTo>
                    <a:pt x="1384681" y="304800"/>
                  </a:lnTo>
                  <a:close/>
                </a:path>
              </a:pathLst>
            </a:custGeom>
            <a:solidFill>
              <a:srgbClr val="40B9D2"/>
            </a:solidFill>
          </p:spPr>
          <p:txBody>
            <a:bodyPr wrap="square" lIns="0" tIns="0" rIns="0" bIns="0" rtlCol="0"/>
            <a:lstStyle/>
            <a:p>
              <a:endParaRPr/>
            </a:p>
          </p:txBody>
        </p:sp>
        <p:sp>
          <p:nvSpPr>
            <p:cNvPr id="94" name="object 94"/>
            <p:cNvSpPr/>
            <p:nvPr/>
          </p:nvSpPr>
          <p:spPr>
            <a:xfrm>
              <a:off x="11090910" y="3640073"/>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sp>
          <p:nvSpPr>
            <p:cNvPr id="95" name="object 95"/>
            <p:cNvSpPr/>
            <p:nvPr/>
          </p:nvSpPr>
          <p:spPr>
            <a:xfrm>
              <a:off x="11128248" y="3688079"/>
              <a:ext cx="523240" cy="512445"/>
            </a:xfrm>
            <a:custGeom>
              <a:avLst/>
              <a:gdLst/>
              <a:ahLst/>
              <a:cxnLst/>
              <a:rect l="l" t="t" r="r" b="b"/>
              <a:pathLst>
                <a:path w="523240" h="512445">
                  <a:moveTo>
                    <a:pt x="261366" y="0"/>
                  </a:moveTo>
                  <a:lnTo>
                    <a:pt x="214371" y="4126"/>
                  </a:lnTo>
                  <a:lnTo>
                    <a:pt x="170146" y="16023"/>
                  </a:lnTo>
                  <a:lnTo>
                    <a:pt x="129427" y="34967"/>
                  </a:lnTo>
                  <a:lnTo>
                    <a:pt x="92950" y="60232"/>
                  </a:lnTo>
                  <a:lnTo>
                    <a:pt x="61453" y="91095"/>
                  </a:lnTo>
                  <a:lnTo>
                    <a:pt x="35672" y="126830"/>
                  </a:lnTo>
                  <a:lnTo>
                    <a:pt x="16345" y="166714"/>
                  </a:lnTo>
                  <a:lnTo>
                    <a:pt x="4209" y="210023"/>
                  </a:lnTo>
                  <a:lnTo>
                    <a:pt x="0" y="256032"/>
                  </a:lnTo>
                  <a:lnTo>
                    <a:pt x="4209" y="302040"/>
                  </a:lnTo>
                  <a:lnTo>
                    <a:pt x="16345" y="345349"/>
                  </a:lnTo>
                  <a:lnTo>
                    <a:pt x="35672" y="385233"/>
                  </a:lnTo>
                  <a:lnTo>
                    <a:pt x="61453" y="420968"/>
                  </a:lnTo>
                  <a:lnTo>
                    <a:pt x="92950" y="451831"/>
                  </a:lnTo>
                  <a:lnTo>
                    <a:pt x="129427" y="477096"/>
                  </a:lnTo>
                  <a:lnTo>
                    <a:pt x="170146" y="496040"/>
                  </a:lnTo>
                  <a:lnTo>
                    <a:pt x="214371" y="507937"/>
                  </a:lnTo>
                  <a:lnTo>
                    <a:pt x="261366" y="512064"/>
                  </a:lnTo>
                  <a:lnTo>
                    <a:pt x="308360" y="507937"/>
                  </a:lnTo>
                  <a:lnTo>
                    <a:pt x="352585" y="496040"/>
                  </a:lnTo>
                  <a:lnTo>
                    <a:pt x="393304" y="477096"/>
                  </a:lnTo>
                  <a:lnTo>
                    <a:pt x="429781" y="451831"/>
                  </a:lnTo>
                  <a:lnTo>
                    <a:pt x="461278" y="420968"/>
                  </a:lnTo>
                  <a:lnTo>
                    <a:pt x="487059" y="385233"/>
                  </a:lnTo>
                  <a:lnTo>
                    <a:pt x="506386" y="345349"/>
                  </a:lnTo>
                  <a:lnTo>
                    <a:pt x="518522" y="302040"/>
                  </a:lnTo>
                  <a:lnTo>
                    <a:pt x="522731" y="256032"/>
                  </a:lnTo>
                  <a:lnTo>
                    <a:pt x="518522" y="210023"/>
                  </a:lnTo>
                  <a:lnTo>
                    <a:pt x="506386" y="166714"/>
                  </a:lnTo>
                  <a:lnTo>
                    <a:pt x="487059" y="126830"/>
                  </a:lnTo>
                  <a:lnTo>
                    <a:pt x="461278" y="91095"/>
                  </a:lnTo>
                  <a:lnTo>
                    <a:pt x="429781" y="60232"/>
                  </a:lnTo>
                  <a:lnTo>
                    <a:pt x="393304" y="34967"/>
                  </a:lnTo>
                  <a:lnTo>
                    <a:pt x="352585" y="16023"/>
                  </a:lnTo>
                  <a:lnTo>
                    <a:pt x="308360" y="4126"/>
                  </a:lnTo>
                  <a:lnTo>
                    <a:pt x="261366" y="0"/>
                  </a:lnTo>
                  <a:close/>
                </a:path>
              </a:pathLst>
            </a:custGeom>
            <a:solidFill>
              <a:srgbClr val="A6D5E2"/>
            </a:solidFill>
          </p:spPr>
          <p:txBody>
            <a:bodyPr wrap="square" lIns="0" tIns="0" rIns="0" bIns="0" rtlCol="0"/>
            <a:lstStyle/>
            <a:p>
              <a:endParaRPr/>
            </a:p>
          </p:txBody>
        </p:sp>
        <p:sp>
          <p:nvSpPr>
            <p:cNvPr id="96" name="object 96"/>
            <p:cNvSpPr/>
            <p:nvPr/>
          </p:nvSpPr>
          <p:spPr>
            <a:xfrm>
              <a:off x="11128248" y="3688079"/>
              <a:ext cx="523240" cy="512445"/>
            </a:xfrm>
            <a:custGeom>
              <a:avLst/>
              <a:gdLst/>
              <a:ahLst/>
              <a:cxnLst/>
              <a:rect l="l" t="t" r="r" b="b"/>
              <a:pathLst>
                <a:path w="523240" h="512445">
                  <a:moveTo>
                    <a:pt x="0" y="256032"/>
                  </a:moveTo>
                  <a:lnTo>
                    <a:pt x="4209" y="210023"/>
                  </a:lnTo>
                  <a:lnTo>
                    <a:pt x="16345" y="166714"/>
                  </a:lnTo>
                  <a:lnTo>
                    <a:pt x="35672" y="126830"/>
                  </a:lnTo>
                  <a:lnTo>
                    <a:pt x="61453" y="91095"/>
                  </a:lnTo>
                  <a:lnTo>
                    <a:pt x="92950" y="60232"/>
                  </a:lnTo>
                  <a:lnTo>
                    <a:pt x="129427" y="34967"/>
                  </a:lnTo>
                  <a:lnTo>
                    <a:pt x="170146" y="16023"/>
                  </a:lnTo>
                  <a:lnTo>
                    <a:pt x="214371" y="4126"/>
                  </a:lnTo>
                  <a:lnTo>
                    <a:pt x="261366" y="0"/>
                  </a:lnTo>
                  <a:lnTo>
                    <a:pt x="308360" y="4126"/>
                  </a:lnTo>
                  <a:lnTo>
                    <a:pt x="352585" y="16023"/>
                  </a:lnTo>
                  <a:lnTo>
                    <a:pt x="393304" y="34967"/>
                  </a:lnTo>
                  <a:lnTo>
                    <a:pt x="429781" y="60232"/>
                  </a:lnTo>
                  <a:lnTo>
                    <a:pt x="461278" y="91095"/>
                  </a:lnTo>
                  <a:lnTo>
                    <a:pt x="487059" y="126830"/>
                  </a:lnTo>
                  <a:lnTo>
                    <a:pt x="506386" y="166714"/>
                  </a:lnTo>
                  <a:lnTo>
                    <a:pt x="518522" y="210023"/>
                  </a:lnTo>
                  <a:lnTo>
                    <a:pt x="522731" y="256032"/>
                  </a:lnTo>
                  <a:lnTo>
                    <a:pt x="518522" y="302040"/>
                  </a:lnTo>
                  <a:lnTo>
                    <a:pt x="506386" y="345349"/>
                  </a:lnTo>
                  <a:lnTo>
                    <a:pt x="487059" y="385233"/>
                  </a:lnTo>
                  <a:lnTo>
                    <a:pt x="461278" y="420968"/>
                  </a:lnTo>
                  <a:lnTo>
                    <a:pt x="429781" y="451831"/>
                  </a:lnTo>
                  <a:lnTo>
                    <a:pt x="393304" y="477096"/>
                  </a:lnTo>
                  <a:lnTo>
                    <a:pt x="352585" y="496040"/>
                  </a:lnTo>
                  <a:lnTo>
                    <a:pt x="308360" y="507937"/>
                  </a:lnTo>
                  <a:lnTo>
                    <a:pt x="261366" y="512064"/>
                  </a:lnTo>
                  <a:lnTo>
                    <a:pt x="214371" y="507937"/>
                  </a:lnTo>
                  <a:lnTo>
                    <a:pt x="170146" y="496040"/>
                  </a:lnTo>
                  <a:lnTo>
                    <a:pt x="129427" y="477096"/>
                  </a:lnTo>
                  <a:lnTo>
                    <a:pt x="92950" y="451831"/>
                  </a:lnTo>
                  <a:lnTo>
                    <a:pt x="61453" y="420968"/>
                  </a:lnTo>
                  <a:lnTo>
                    <a:pt x="35672" y="385233"/>
                  </a:lnTo>
                  <a:lnTo>
                    <a:pt x="16345" y="345349"/>
                  </a:lnTo>
                  <a:lnTo>
                    <a:pt x="4209" y="302040"/>
                  </a:lnTo>
                  <a:lnTo>
                    <a:pt x="0" y="256032"/>
                  </a:lnTo>
                  <a:close/>
                </a:path>
              </a:pathLst>
            </a:custGeom>
            <a:ln w="9144">
              <a:solidFill>
                <a:srgbClr val="40B9D2"/>
              </a:solidFill>
            </a:ln>
          </p:spPr>
          <p:txBody>
            <a:bodyPr wrap="square" lIns="0" tIns="0" rIns="0" bIns="0" rtlCol="0"/>
            <a:lstStyle/>
            <a:p>
              <a:endParaRPr/>
            </a:p>
          </p:txBody>
        </p:sp>
      </p:grpSp>
      <p:sp>
        <p:nvSpPr>
          <p:cNvPr id="97" name="object 97"/>
          <p:cNvSpPr txBox="1"/>
          <p:nvPr/>
        </p:nvSpPr>
        <p:spPr>
          <a:xfrm>
            <a:off x="9661652" y="2846959"/>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T</a:t>
            </a:r>
            <a:endParaRPr sz="1800">
              <a:latin typeface="Corbel"/>
              <a:cs typeface="Corbel"/>
            </a:endParaRPr>
          </a:p>
        </p:txBody>
      </p:sp>
      <p:sp>
        <p:nvSpPr>
          <p:cNvPr id="98" name="object 98"/>
          <p:cNvSpPr txBox="1"/>
          <p:nvPr/>
        </p:nvSpPr>
        <p:spPr>
          <a:xfrm>
            <a:off x="9622663" y="2362327"/>
            <a:ext cx="14287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a:t>
            </a:r>
            <a:endParaRPr sz="1800">
              <a:latin typeface="Corbel"/>
              <a:cs typeface="Corbel"/>
            </a:endParaRPr>
          </a:p>
        </p:txBody>
      </p:sp>
      <p:sp>
        <p:nvSpPr>
          <p:cNvPr id="99" name="object 99"/>
          <p:cNvSpPr txBox="1"/>
          <p:nvPr/>
        </p:nvSpPr>
        <p:spPr>
          <a:xfrm>
            <a:off x="11283188" y="3704970"/>
            <a:ext cx="167005" cy="391160"/>
          </a:xfrm>
          <a:prstGeom prst="rect">
            <a:avLst/>
          </a:prstGeom>
        </p:spPr>
        <p:txBody>
          <a:bodyPr vert="horz" wrap="square" lIns="0" tIns="12700" rIns="0" bIns="0" rtlCol="0">
            <a:spAutoFit/>
          </a:bodyPr>
          <a:lstStyle/>
          <a:p>
            <a:pPr marL="12700">
              <a:lnSpc>
                <a:spcPct val="100000"/>
              </a:lnSpc>
              <a:spcBef>
                <a:spcPts val="100"/>
              </a:spcBef>
            </a:pPr>
            <a:r>
              <a:rPr sz="3600" spc="-1702" baseline="-4629" dirty="0">
                <a:solidFill>
                  <a:srgbClr val="FFFFFF"/>
                </a:solidFill>
                <a:latin typeface="Calibri"/>
                <a:cs typeface="Calibri"/>
              </a:rPr>
              <a:t>6</a:t>
            </a:r>
            <a:r>
              <a:rPr sz="1800" spc="-30" dirty="0">
                <a:solidFill>
                  <a:srgbClr val="FFFFFF"/>
                </a:solidFill>
                <a:latin typeface="Cambria Math"/>
                <a:cs typeface="Cambria Math"/>
              </a:rPr>
              <a:t>2</a:t>
            </a:r>
            <a:endParaRPr sz="1800">
              <a:latin typeface="Cambria Math"/>
              <a:cs typeface="Cambria Math"/>
            </a:endParaRPr>
          </a:p>
        </p:txBody>
      </p:sp>
      <p:sp>
        <p:nvSpPr>
          <p:cNvPr id="100" name="object 100"/>
          <p:cNvSpPr txBox="1"/>
          <p:nvPr/>
        </p:nvSpPr>
        <p:spPr>
          <a:xfrm>
            <a:off x="10640694" y="3629405"/>
            <a:ext cx="126364"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Symbol"/>
                <a:cs typeface="Symbol"/>
              </a:rPr>
              <a:t></a:t>
            </a:r>
            <a:endParaRPr sz="1800">
              <a:latin typeface="Symbol"/>
              <a:cs typeface="Symbol"/>
            </a:endParaRPr>
          </a:p>
        </p:txBody>
      </p:sp>
      <p:sp>
        <p:nvSpPr>
          <p:cNvPr id="101" name="object 101"/>
          <p:cNvSpPr txBox="1"/>
          <p:nvPr/>
        </p:nvSpPr>
        <p:spPr>
          <a:xfrm>
            <a:off x="8489442" y="3168141"/>
            <a:ext cx="3041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E</a:t>
            </a:r>
            <a:r>
              <a:rPr sz="1800" spc="360" dirty="0">
                <a:latin typeface="Corbel"/>
                <a:cs typeface="Corbel"/>
              </a:rPr>
              <a:t> </a:t>
            </a:r>
            <a:r>
              <a:rPr sz="1800" spc="-50" dirty="0">
                <a:latin typeface="Corbel"/>
                <a:cs typeface="Corbel"/>
              </a:rPr>
              <a:t>:</a:t>
            </a:r>
            <a:endParaRPr sz="1800">
              <a:latin typeface="Corbel"/>
              <a:cs typeface="Corbel"/>
            </a:endParaRPr>
          </a:p>
        </p:txBody>
      </p:sp>
      <p:pic>
        <p:nvPicPr>
          <p:cNvPr id="102" name="object 102"/>
          <p:cNvPicPr/>
          <p:nvPr/>
        </p:nvPicPr>
        <p:blipFill>
          <a:blip r:embed="rId3" cstate="print"/>
          <a:stretch>
            <a:fillRect/>
          </a:stretch>
        </p:blipFill>
        <p:spPr>
          <a:xfrm>
            <a:off x="7702192" y="1273758"/>
            <a:ext cx="866648" cy="36559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700"/>
              </a:spcBef>
            </a:pPr>
            <a:endParaRPr sz="3600">
              <a:latin typeface="Times New Roman"/>
              <a:cs typeface="Times New Roman"/>
            </a:endParaRPr>
          </a:p>
          <a:p>
            <a:pPr marL="344170" marR="643890">
              <a:lnSpc>
                <a:spcPct val="90000"/>
              </a:lnSpc>
            </a:pPr>
            <a:r>
              <a:rPr sz="3600" b="1" spc="-10" dirty="0">
                <a:solidFill>
                  <a:srgbClr val="FFFFFF"/>
                </a:solidFill>
                <a:latin typeface="Cambria"/>
                <a:cs typeface="Cambria"/>
              </a:rPr>
              <a:t>Transition </a:t>
            </a:r>
            <a:r>
              <a:rPr sz="3600" b="1" spc="-80" dirty="0">
                <a:solidFill>
                  <a:srgbClr val="FFFFFF"/>
                </a:solidFill>
                <a:latin typeface="Cambria"/>
                <a:cs typeface="Cambria"/>
              </a:rPr>
              <a:t>Diagram</a:t>
            </a:r>
            <a:r>
              <a:rPr sz="3600" b="1" spc="-70" dirty="0">
                <a:solidFill>
                  <a:srgbClr val="FFFFFF"/>
                </a:solidFill>
                <a:latin typeface="Cambria"/>
                <a:cs typeface="Cambria"/>
              </a:rPr>
              <a:t> </a:t>
            </a:r>
            <a:r>
              <a:rPr sz="3600" b="1" spc="-30" dirty="0">
                <a:solidFill>
                  <a:srgbClr val="FFFFFF"/>
                </a:solidFill>
                <a:latin typeface="Cambria"/>
                <a:cs typeface="Cambria"/>
              </a:rPr>
              <a:t>for </a:t>
            </a:r>
            <a:r>
              <a:rPr sz="3600" b="1" spc="-10" dirty="0">
                <a:solidFill>
                  <a:srgbClr val="FFFFFF"/>
                </a:solidFill>
                <a:latin typeface="Cambria"/>
                <a:cs typeface="Cambria"/>
              </a:rPr>
              <a:t>Predictive Parser</a:t>
            </a:r>
            <a:endParaRPr sz="3600">
              <a:latin typeface="Cambria"/>
              <a:cs typeface="Cambria"/>
            </a:endParaRPr>
          </a:p>
        </p:txBody>
      </p:sp>
      <p:sp>
        <p:nvSpPr>
          <p:cNvPr id="3" name="object 3"/>
          <p:cNvSpPr txBox="1"/>
          <p:nvPr/>
        </p:nvSpPr>
        <p:spPr>
          <a:xfrm>
            <a:off x="4221607" y="3605225"/>
            <a:ext cx="30607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T</a:t>
            </a:r>
            <a:r>
              <a:rPr sz="1800" spc="365" dirty="0">
                <a:latin typeface="Corbel"/>
                <a:cs typeface="Corbel"/>
              </a:rPr>
              <a:t> </a:t>
            </a:r>
            <a:r>
              <a:rPr sz="1800" spc="-50" dirty="0">
                <a:latin typeface="Corbel"/>
                <a:cs typeface="Corbel"/>
              </a:rPr>
              <a:t>:</a:t>
            </a:r>
            <a:endParaRPr sz="1800">
              <a:latin typeface="Corbel"/>
              <a:cs typeface="Corbel"/>
            </a:endParaRPr>
          </a:p>
        </p:txBody>
      </p:sp>
      <p:grpSp>
        <p:nvGrpSpPr>
          <p:cNvPr id="4" name="object 4"/>
          <p:cNvGrpSpPr/>
          <p:nvPr/>
        </p:nvGrpSpPr>
        <p:grpSpPr>
          <a:xfrm>
            <a:off x="4574984" y="1456880"/>
            <a:ext cx="620395" cy="620395"/>
            <a:chOff x="4574984" y="1456880"/>
            <a:chExt cx="620395" cy="620395"/>
          </a:xfrm>
        </p:grpSpPr>
        <p:sp>
          <p:nvSpPr>
            <p:cNvPr id="5" name="object 5"/>
            <p:cNvSpPr/>
            <p:nvPr/>
          </p:nvSpPr>
          <p:spPr>
            <a:xfrm>
              <a:off x="4580381" y="1462277"/>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6" name="object 6"/>
            <p:cNvSpPr/>
            <p:nvPr/>
          </p:nvSpPr>
          <p:spPr>
            <a:xfrm>
              <a:off x="4580381" y="1462277"/>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7" name="object 7"/>
          <p:cNvSpPr txBox="1"/>
          <p:nvPr/>
        </p:nvSpPr>
        <p:spPr>
          <a:xfrm>
            <a:off x="4809235" y="1610944"/>
            <a:ext cx="152400" cy="300355"/>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a:cs typeface="Cambria"/>
              </a:rPr>
              <a:t>0</a:t>
            </a:r>
            <a:endParaRPr sz="1800">
              <a:latin typeface="Cambria"/>
              <a:cs typeface="Cambria"/>
            </a:endParaRPr>
          </a:p>
        </p:txBody>
      </p:sp>
      <p:grpSp>
        <p:nvGrpSpPr>
          <p:cNvPr id="8" name="object 8"/>
          <p:cNvGrpSpPr/>
          <p:nvPr/>
        </p:nvGrpSpPr>
        <p:grpSpPr>
          <a:xfrm>
            <a:off x="5769800" y="1453832"/>
            <a:ext cx="620395" cy="620395"/>
            <a:chOff x="5769800" y="1453832"/>
            <a:chExt cx="620395" cy="620395"/>
          </a:xfrm>
        </p:grpSpPr>
        <p:sp>
          <p:nvSpPr>
            <p:cNvPr id="9" name="object 9"/>
            <p:cNvSpPr/>
            <p:nvPr/>
          </p:nvSpPr>
          <p:spPr>
            <a:xfrm>
              <a:off x="5775198" y="1459229"/>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10" name="object 10"/>
            <p:cNvSpPr/>
            <p:nvPr/>
          </p:nvSpPr>
          <p:spPr>
            <a:xfrm>
              <a:off x="5775198" y="1459229"/>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11" name="object 11"/>
          <p:cNvSpPr txBox="1"/>
          <p:nvPr/>
        </p:nvSpPr>
        <p:spPr>
          <a:xfrm>
            <a:off x="5981446" y="1599691"/>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3</a:t>
            </a:r>
            <a:endParaRPr sz="1800">
              <a:latin typeface="Cambria Math"/>
              <a:cs typeface="Cambria Math"/>
            </a:endParaRPr>
          </a:p>
        </p:txBody>
      </p:sp>
      <p:grpSp>
        <p:nvGrpSpPr>
          <p:cNvPr id="12" name="object 12"/>
          <p:cNvGrpSpPr/>
          <p:nvPr/>
        </p:nvGrpSpPr>
        <p:grpSpPr>
          <a:xfrm>
            <a:off x="4823205" y="1144333"/>
            <a:ext cx="2748280" cy="930275"/>
            <a:chOff x="4823205" y="1144333"/>
            <a:chExt cx="2748280" cy="930275"/>
          </a:xfrm>
        </p:grpSpPr>
        <p:sp>
          <p:nvSpPr>
            <p:cNvPr id="13" name="object 13"/>
            <p:cNvSpPr/>
            <p:nvPr/>
          </p:nvSpPr>
          <p:spPr>
            <a:xfrm>
              <a:off x="5189854" y="1704594"/>
              <a:ext cx="586105" cy="120650"/>
            </a:xfrm>
            <a:custGeom>
              <a:avLst/>
              <a:gdLst/>
              <a:ahLst/>
              <a:cxnLst/>
              <a:rect l="l" t="t" r="r" b="b"/>
              <a:pathLst>
                <a:path w="586104" h="120650">
                  <a:moveTo>
                    <a:pt x="563266" y="46608"/>
                  </a:moveTo>
                  <a:lnTo>
                    <a:pt x="559816" y="46608"/>
                  </a:lnTo>
                  <a:lnTo>
                    <a:pt x="559819" y="46956"/>
                  </a:lnTo>
                  <a:lnTo>
                    <a:pt x="559945" y="59823"/>
                  </a:lnTo>
                  <a:lnTo>
                    <a:pt x="560070" y="72516"/>
                  </a:lnTo>
                  <a:lnTo>
                    <a:pt x="512255" y="72864"/>
                  </a:lnTo>
                  <a:lnTo>
                    <a:pt x="469773" y="98043"/>
                  </a:lnTo>
                  <a:lnTo>
                    <a:pt x="467741" y="105917"/>
                  </a:lnTo>
                  <a:lnTo>
                    <a:pt x="471424" y="112140"/>
                  </a:lnTo>
                  <a:lnTo>
                    <a:pt x="475107" y="118236"/>
                  </a:lnTo>
                  <a:lnTo>
                    <a:pt x="482981" y="120268"/>
                  </a:lnTo>
                  <a:lnTo>
                    <a:pt x="489204" y="116712"/>
                  </a:lnTo>
                  <a:lnTo>
                    <a:pt x="585597" y="59435"/>
                  </a:lnTo>
                  <a:lnTo>
                    <a:pt x="563266" y="46608"/>
                  </a:lnTo>
                  <a:close/>
                </a:path>
                <a:path w="586104" h="120650">
                  <a:moveTo>
                    <a:pt x="511879" y="46956"/>
                  </a:moveTo>
                  <a:lnTo>
                    <a:pt x="0" y="50672"/>
                  </a:lnTo>
                  <a:lnTo>
                    <a:pt x="85" y="59435"/>
                  </a:lnTo>
                  <a:lnTo>
                    <a:pt x="197" y="70865"/>
                  </a:lnTo>
                  <a:lnTo>
                    <a:pt x="254" y="76580"/>
                  </a:lnTo>
                  <a:lnTo>
                    <a:pt x="512255" y="72864"/>
                  </a:lnTo>
                  <a:lnTo>
                    <a:pt x="534258" y="59823"/>
                  </a:lnTo>
                  <a:lnTo>
                    <a:pt x="511879" y="46956"/>
                  </a:lnTo>
                  <a:close/>
                </a:path>
                <a:path w="586104" h="120650">
                  <a:moveTo>
                    <a:pt x="534258" y="59823"/>
                  </a:moveTo>
                  <a:lnTo>
                    <a:pt x="512255" y="72864"/>
                  </a:lnTo>
                  <a:lnTo>
                    <a:pt x="560070" y="72516"/>
                  </a:lnTo>
                  <a:lnTo>
                    <a:pt x="560053" y="70865"/>
                  </a:lnTo>
                  <a:lnTo>
                    <a:pt x="553466" y="70865"/>
                  </a:lnTo>
                  <a:lnTo>
                    <a:pt x="534258" y="59823"/>
                  </a:lnTo>
                  <a:close/>
                </a:path>
                <a:path w="586104" h="120650">
                  <a:moveTo>
                    <a:pt x="553339" y="48513"/>
                  </a:moveTo>
                  <a:lnTo>
                    <a:pt x="534258" y="59823"/>
                  </a:lnTo>
                  <a:lnTo>
                    <a:pt x="553466" y="70865"/>
                  </a:lnTo>
                  <a:lnTo>
                    <a:pt x="553339" y="48513"/>
                  </a:lnTo>
                  <a:close/>
                </a:path>
                <a:path w="586104" h="120650">
                  <a:moveTo>
                    <a:pt x="559834" y="48513"/>
                  </a:moveTo>
                  <a:lnTo>
                    <a:pt x="553339" y="48513"/>
                  </a:lnTo>
                  <a:lnTo>
                    <a:pt x="553466" y="70865"/>
                  </a:lnTo>
                  <a:lnTo>
                    <a:pt x="560053" y="70865"/>
                  </a:lnTo>
                  <a:lnTo>
                    <a:pt x="559941" y="59435"/>
                  </a:lnTo>
                  <a:lnTo>
                    <a:pt x="559834" y="48513"/>
                  </a:lnTo>
                  <a:close/>
                </a:path>
                <a:path w="586104" h="120650">
                  <a:moveTo>
                    <a:pt x="559816" y="46608"/>
                  </a:moveTo>
                  <a:lnTo>
                    <a:pt x="511879" y="46956"/>
                  </a:lnTo>
                  <a:lnTo>
                    <a:pt x="534258" y="59823"/>
                  </a:lnTo>
                  <a:lnTo>
                    <a:pt x="553339" y="48513"/>
                  </a:lnTo>
                  <a:lnTo>
                    <a:pt x="559834" y="48513"/>
                  </a:lnTo>
                  <a:lnTo>
                    <a:pt x="559816" y="46608"/>
                  </a:lnTo>
                  <a:close/>
                </a:path>
                <a:path w="586104" h="120650">
                  <a:moveTo>
                    <a:pt x="482092" y="0"/>
                  </a:moveTo>
                  <a:lnTo>
                    <a:pt x="474218" y="2158"/>
                  </a:lnTo>
                  <a:lnTo>
                    <a:pt x="467106" y="14604"/>
                  </a:lnTo>
                  <a:lnTo>
                    <a:pt x="469265" y="22478"/>
                  </a:lnTo>
                  <a:lnTo>
                    <a:pt x="511879" y="46956"/>
                  </a:lnTo>
                  <a:lnTo>
                    <a:pt x="563266" y="46608"/>
                  </a:lnTo>
                  <a:lnTo>
                    <a:pt x="482092" y="0"/>
                  </a:lnTo>
                  <a:close/>
                </a:path>
              </a:pathLst>
            </a:custGeom>
            <a:solidFill>
              <a:srgbClr val="40B9D2"/>
            </a:solidFill>
          </p:spPr>
          <p:txBody>
            <a:bodyPr wrap="square" lIns="0" tIns="0" rIns="0" bIns="0" rtlCol="0"/>
            <a:lstStyle/>
            <a:p>
              <a:endParaRPr/>
            </a:p>
          </p:txBody>
        </p:sp>
        <p:sp>
          <p:nvSpPr>
            <p:cNvPr id="14" name="object 14"/>
            <p:cNvSpPr/>
            <p:nvPr/>
          </p:nvSpPr>
          <p:spPr>
            <a:xfrm>
              <a:off x="4844795" y="1149096"/>
              <a:ext cx="1246505" cy="309245"/>
            </a:xfrm>
            <a:custGeom>
              <a:avLst/>
              <a:gdLst/>
              <a:ahLst/>
              <a:cxnLst/>
              <a:rect l="l" t="t" r="r" b="b"/>
              <a:pathLst>
                <a:path w="1246504" h="309244">
                  <a:moveTo>
                    <a:pt x="1234439" y="308863"/>
                  </a:moveTo>
                  <a:lnTo>
                    <a:pt x="1245996" y="32003"/>
                  </a:lnTo>
                </a:path>
                <a:path w="1246504" h="309244">
                  <a:moveTo>
                    <a:pt x="0" y="0"/>
                  </a:moveTo>
                  <a:lnTo>
                    <a:pt x="1242567" y="13207"/>
                  </a:lnTo>
                </a:path>
              </a:pathLst>
            </a:custGeom>
            <a:ln w="9144">
              <a:solidFill>
                <a:srgbClr val="40B9D2"/>
              </a:solidFill>
            </a:ln>
          </p:spPr>
          <p:txBody>
            <a:bodyPr wrap="square" lIns="0" tIns="0" rIns="0" bIns="0" rtlCol="0"/>
            <a:lstStyle/>
            <a:p>
              <a:endParaRPr/>
            </a:p>
          </p:txBody>
        </p:sp>
        <p:sp>
          <p:nvSpPr>
            <p:cNvPr id="15" name="object 15"/>
            <p:cNvSpPr/>
            <p:nvPr/>
          </p:nvSpPr>
          <p:spPr>
            <a:xfrm>
              <a:off x="4823206" y="1156715"/>
              <a:ext cx="2743200" cy="912494"/>
            </a:xfrm>
            <a:custGeom>
              <a:avLst/>
              <a:gdLst/>
              <a:ahLst/>
              <a:cxnLst/>
              <a:rect l="l" t="t" r="r" b="b"/>
              <a:pathLst>
                <a:path w="2743200" h="912494">
                  <a:moveTo>
                    <a:pt x="76200" y="225044"/>
                  </a:moveTo>
                  <a:lnTo>
                    <a:pt x="44373" y="225209"/>
                  </a:lnTo>
                  <a:lnTo>
                    <a:pt x="43180" y="0"/>
                  </a:lnTo>
                  <a:lnTo>
                    <a:pt x="30480" y="0"/>
                  </a:lnTo>
                  <a:lnTo>
                    <a:pt x="31673" y="225044"/>
                  </a:lnTo>
                  <a:lnTo>
                    <a:pt x="31673" y="225272"/>
                  </a:lnTo>
                  <a:lnTo>
                    <a:pt x="0" y="225425"/>
                  </a:lnTo>
                  <a:lnTo>
                    <a:pt x="38481" y="301371"/>
                  </a:lnTo>
                  <a:lnTo>
                    <a:pt x="69786" y="237998"/>
                  </a:lnTo>
                  <a:lnTo>
                    <a:pt x="76009" y="225425"/>
                  </a:lnTo>
                  <a:lnTo>
                    <a:pt x="76085" y="225272"/>
                  </a:lnTo>
                  <a:lnTo>
                    <a:pt x="76200" y="225044"/>
                  </a:lnTo>
                  <a:close/>
                </a:path>
                <a:path w="2743200" h="912494">
                  <a:moveTo>
                    <a:pt x="2742692" y="607314"/>
                  </a:moveTo>
                  <a:lnTo>
                    <a:pt x="2738691" y="557898"/>
                  </a:lnTo>
                  <a:lnTo>
                    <a:pt x="2727147" y="510997"/>
                  </a:lnTo>
                  <a:lnTo>
                    <a:pt x="2708656" y="467271"/>
                  </a:lnTo>
                  <a:lnTo>
                    <a:pt x="2683865" y="427329"/>
                  </a:lnTo>
                  <a:lnTo>
                    <a:pt x="2653385" y="391820"/>
                  </a:lnTo>
                  <a:lnTo>
                    <a:pt x="2617876" y="361340"/>
                  </a:lnTo>
                  <a:lnTo>
                    <a:pt x="2577935" y="336550"/>
                  </a:lnTo>
                  <a:lnTo>
                    <a:pt x="2534208" y="318058"/>
                  </a:lnTo>
                  <a:lnTo>
                    <a:pt x="2487307" y="306514"/>
                  </a:lnTo>
                  <a:lnTo>
                    <a:pt x="2437892" y="302514"/>
                  </a:lnTo>
                  <a:lnTo>
                    <a:pt x="2388463" y="306514"/>
                  </a:lnTo>
                  <a:lnTo>
                    <a:pt x="2341575" y="318058"/>
                  </a:lnTo>
                  <a:lnTo>
                    <a:pt x="2297836" y="336550"/>
                  </a:lnTo>
                  <a:lnTo>
                    <a:pt x="2257907" y="361353"/>
                  </a:lnTo>
                  <a:lnTo>
                    <a:pt x="2222385" y="391820"/>
                  </a:lnTo>
                  <a:lnTo>
                    <a:pt x="2191918" y="427329"/>
                  </a:lnTo>
                  <a:lnTo>
                    <a:pt x="2167115" y="467271"/>
                  </a:lnTo>
                  <a:lnTo>
                    <a:pt x="2148636" y="510997"/>
                  </a:lnTo>
                  <a:lnTo>
                    <a:pt x="2137079" y="557898"/>
                  </a:lnTo>
                  <a:lnTo>
                    <a:pt x="2133092" y="607314"/>
                  </a:lnTo>
                  <a:lnTo>
                    <a:pt x="2137079" y="656742"/>
                  </a:lnTo>
                  <a:lnTo>
                    <a:pt x="2148636" y="703643"/>
                  </a:lnTo>
                  <a:lnTo>
                    <a:pt x="2167115" y="747369"/>
                  </a:lnTo>
                  <a:lnTo>
                    <a:pt x="2191918" y="787298"/>
                  </a:lnTo>
                  <a:lnTo>
                    <a:pt x="2222385" y="822820"/>
                  </a:lnTo>
                  <a:lnTo>
                    <a:pt x="2257907" y="853287"/>
                  </a:lnTo>
                  <a:lnTo>
                    <a:pt x="2297836" y="878090"/>
                  </a:lnTo>
                  <a:lnTo>
                    <a:pt x="2341575" y="896569"/>
                  </a:lnTo>
                  <a:lnTo>
                    <a:pt x="2388463" y="908126"/>
                  </a:lnTo>
                  <a:lnTo>
                    <a:pt x="2437892" y="912114"/>
                  </a:lnTo>
                  <a:lnTo>
                    <a:pt x="2487307" y="908126"/>
                  </a:lnTo>
                  <a:lnTo>
                    <a:pt x="2534196" y="896569"/>
                  </a:lnTo>
                  <a:lnTo>
                    <a:pt x="2577935" y="878090"/>
                  </a:lnTo>
                  <a:lnTo>
                    <a:pt x="2617863" y="853287"/>
                  </a:lnTo>
                  <a:lnTo>
                    <a:pt x="2653385" y="822820"/>
                  </a:lnTo>
                  <a:lnTo>
                    <a:pt x="2683865" y="787298"/>
                  </a:lnTo>
                  <a:lnTo>
                    <a:pt x="2708656" y="747369"/>
                  </a:lnTo>
                  <a:lnTo>
                    <a:pt x="2727147" y="703630"/>
                  </a:lnTo>
                  <a:lnTo>
                    <a:pt x="2738691" y="656742"/>
                  </a:lnTo>
                  <a:lnTo>
                    <a:pt x="2742692" y="607314"/>
                  </a:lnTo>
                  <a:close/>
                </a:path>
              </a:pathLst>
            </a:custGeom>
            <a:solidFill>
              <a:srgbClr val="40B9D2"/>
            </a:solidFill>
          </p:spPr>
          <p:txBody>
            <a:bodyPr wrap="square" lIns="0" tIns="0" rIns="0" bIns="0" rtlCol="0"/>
            <a:lstStyle/>
            <a:p>
              <a:endParaRPr/>
            </a:p>
          </p:txBody>
        </p:sp>
        <p:sp>
          <p:nvSpPr>
            <p:cNvPr id="16" name="object 16"/>
            <p:cNvSpPr/>
            <p:nvPr/>
          </p:nvSpPr>
          <p:spPr>
            <a:xfrm>
              <a:off x="6956298" y="1459230"/>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sp>
          <p:nvSpPr>
            <p:cNvPr id="17" name="object 17"/>
            <p:cNvSpPr/>
            <p:nvPr/>
          </p:nvSpPr>
          <p:spPr>
            <a:xfrm>
              <a:off x="6370955" y="1704594"/>
              <a:ext cx="586105" cy="120650"/>
            </a:xfrm>
            <a:custGeom>
              <a:avLst/>
              <a:gdLst/>
              <a:ahLst/>
              <a:cxnLst/>
              <a:rect l="l" t="t" r="r" b="b"/>
              <a:pathLst>
                <a:path w="586104" h="120650">
                  <a:moveTo>
                    <a:pt x="563266" y="46608"/>
                  </a:moveTo>
                  <a:lnTo>
                    <a:pt x="559816" y="46608"/>
                  </a:lnTo>
                  <a:lnTo>
                    <a:pt x="559819" y="46956"/>
                  </a:lnTo>
                  <a:lnTo>
                    <a:pt x="559945" y="59823"/>
                  </a:lnTo>
                  <a:lnTo>
                    <a:pt x="560070" y="72516"/>
                  </a:lnTo>
                  <a:lnTo>
                    <a:pt x="512255" y="72864"/>
                  </a:lnTo>
                  <a:lnTo>
                    <a:pt x="469773" y="98043"/>
                  </a:lnTo>
                  <a:lnTo>
                    <a:pt x="467741" y="105917"/>
                  </a:lnTo>
                  <a:lnTo>
                    <a:pt x="471424" y="112140"/>
                  </a:lnTo>
                  <a:lnTo>
                    <a:pt x="475106" y="118236"/>
                  </a:lnTo>
                  <a:lnTo>
                    <a:pt x="482980" y="120268"/>
                  </a:lnTo>
                  <a:lnTo>
                    <a:pt x="489203" y="116712"/>
                  </a:lnTo>
                  <a:lnTo>
                    <a:pt x="585597" y="59435"/>
                  </a:lnTo>
                  <a:lnTo>
                    <a:pt x="563266" y="46608"/>
                  </a:lnTo>
                  <a:close/>
                </a:path>
                <a:path w="586104" h="120650">
                  <a:moveTo>
                    <a:pt x="511879" y="46956"/>
                  </a:moveTo>
                  <a:lnTo>
                    <a:pt x="0" y="50672"/>
                  </a:lnTo>
                  <a:lnTo>
                    <a:pt x="85" y="59435"/>
                  </a:lnTo>
                  <a:lnTo>
                    <a:pt x="197" y="70865"/>
                  </a:lnTo>
                  <a:lnTo>
                    <a:pt x="254" y="76580"/>
                  </a:lnTo>
                  <a:lnTo>
                    <a:pt x="512255" y="72864"/>
                  </a:lnTo>
                  <a:lnTo>
                    <a:pt x="534258" y="59823"/>
                  </a:lnTo>
                  <a:lnTo>
                    <a:pt x="511879" y="46956"/>
                  </a:lnTo>
                  <a:close/>
                </a:path>
                <a:path w="586104" h="120650">
                  <a:moveTo>
                    <a:pt x="534258" y="59823"/>
                  </a:moveTo>
                  <a:lnTo>
                    <a:pt x="512255" y="72864"/>
                  </a:lnTo>
                  <a:lnTo>
                    <a:pt x="560070" y="72516"/>
                  </a:lnTo>
                  <a:lnTo>
                    <a:pt x="560053" y="70865"/>
                  </a:lnTo>
                  <a:lnTo>
                    <a:pt x="553466" y="70865"/>
                  </a:lnTo>
                  <a:lnTo>
                    <a:pt x="534258" y="59823"/>
                  </a:lnTo>
                  <a:close/>
                </a:path>
                <a:path w="586104" h="120650">
                  <a:moveTo>
                    <a:pt x="553339" y="48513"/>
                  </a:moveTo>
                  <a:lnTo>
                    <a:pt x="534258" y="59823"/>
                  </a:lnTo>
                  <a:lnTo>
                    <a:pt x="553466" y="70865"/>
                  </a:lnTo>
                  <a:lnTo>
                    <a:pt x="553339" y="48513"/>
                  </a:lnTo>
                  <a:close/>
                </a:path>
                <a:path w="586104" h="120650">
                  <a:moveTo>
                    <a:pt x="559834" y="48513"/>
                  </a:moveTo>
                  <a:lnTo>
                    <a:pt x="553339" y="48513"/>
                  </a:lnTo>
                  <a:lnTo>
                    <a:pt x="553466" y="70865"/>
                  </a:lnTo>
                  <a:lnTo>
                    <a:pt x="560053" y="70865"/>
                  </a:lnTo>
                  <a:lnTo>
                    <a:pt x="559941" y="59435"/>
                  </a:lnTo>
                  <a:lnTo>
                    <a:pt x="559834" y="48513"/>
                  </a:lnTo>
                  <a:close/>
                </a:path>
                <a:path w="586104" h="120650">
                  <a:moveTo>
                    <a:pt x="559816" y="46608"/>
                  </a:moveTo>
                  <a:lnTo>
                    <a:pt x="511879" y="46956"/>
                  </a:lnTo>
                  <a:lnTo>
                    <a:pt x="534258" y="59823"/>
                  </a:lnTo>
                  <a:lnTo>
                    <a:pt x="553339" y="48513"/>
                  </a:lnTo>
                  <a:lnTo>
                    <a:pt x="559834" y="48513"/>
                  </a:lnTo>
                  <a:lnTo>
                    <a:pt x="559816" y="46608"/>
                  </a:lnTo>
                  <a:close/>
                </a:path>
                <a:path w="586104" h="120650">
                  <a:moveTo>
                    <a:pt x="482092" y="0"/>
                  </a:moveTo>
                  <a:lnTo>
                    <a:pt x="474218" y="2158"/>
                  </a:lnTo>
                  <a:lnTo>
                    <a:pt x="467105" y="14604"/>
                  </a:lnTo>
                  <a:lnTo>
                    <a:pt x="469265" y="22478"/>
                  </a:lnTo>
                  <a:lnTo>
                    <a:pt x="511879" y="46956"/>
                  </a:lnTo>
                  <a:lnTo>
                    <a:pt x="563266" y="46608"/>
                  </a:lnTo>
                  <a:lnTo>
                    <a:pt x="482092" y="0"/>
                  </a:lnTo>
                  <a:close/>
                </a:path>
              </a:pathLst>
            </a:custGeom>
            <a:solidFill>
              <a:srgbClr val="40B9D2"/>
            </a:solidFill>
          </p:spPr>
          <p:txBody>
            <a:bodyPr wrap="square" lIns="0" tIns="0" rIns="0" bIns="0" rtlCol="0"/>
            <a:lstStyle/>
            <a:p>
              <a:endParaRPr/>
            </a:p>
          </p:txBody>
        </p:sp>
      </p:grpSp>
      <p:sp>
        <p:nvSpPr>
          <p:cNvPr id="18" name="object 18"/>
          <p:cNvSpPr txBox="1"/>
          <p:nvPr/>
        </p:nvSpPr>
        <p:spPr>
          <a:xfrm>
            <a:off x="5393816" y="1322019"/>
            <a:ext cx="153035" cy="300355"/>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T</a:t>
            </a:r>
            <a:endParaRPr sz="1800">
              <a:latin typeface="Corbel"/>
              <a:cs typeface="Corbel"/>
            </a:endParaRPr>
          </a:p>
        </p:txBody>
      </p:sp>
      <p:sp>
        <p:nvSpPr>
          <p:cNvPr id="19" name="object 19"/>
          <p:cNvSpPr txBox="1"/>
          <p:nvPr/>
        </p:nvSpPr>
        <p:spPr>
          <a:xfrm>
            <a:off x="5354828" y="837946"/>
            <a:ext cx="14287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a:t>
            </a:r>
            <a:endParaRPr sz="1800">
              <a:latin typeface="Corbel"/>
              <a:cs typeface="Corbel"/>
            </a:endParaRPr>
          </a:p>
        </p:txBody>
      </p:sp>
      <p:sp>
        <p:nvSpPr>
          <p:cNvPr id="20" name="object 20"/>
          <p:cNvSpPr txBox="1"/>
          <p:nvPr/>
        </p:nvSpPr>
        <p:spPr>
          <a:xfrm>
            <a:off x="4221607" y="1643888"/>
            <a:ext cx="3041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E</a:t>
            </a:r>
            <a:r>
              <a:rPr sz="1800" spc="360" dirty="0">
                <a:latin typeface="Corbel"/>
                <a:cs typeface="Corbel"/>
              </a:rPr>
              <a:t> </a:t>
            </a:r>
            <a:r>
              <a:rPr sz="1800" spc="-50" dirty="0">
                <a:latin typeface="Corbel"/>
                <a:cs typeface="Corbel"/>
              </a:rPr>
              <a:t>:</a:t>
            </a:r>
            <a:endParaRPr sz="1800">
              <a:latin typeface="Corbel"/>
              <a:cs typeface="Corbel"/>
            </a:endParaRPr>
          </a:p>
        </p:txBody>
      </p:sp>
      <p:sp>
        <p:nvSpPr>
          <p:cNvPr id="21" name="object 21"/>
          <p:cNvSpPr txBox="1"/>
          <p:nvPr/>
        </p:nvSpPr>
        <p:spPr>
          <a:xfrm>
            <a:off x="6509384" y="1382014"/>
            <a:ext cx="126364"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Symbol"/>
                <a:cs typeface="Symbol"/>
              </a:rPr>
              <a:t></a:t>
            </a:r>
            <a:endParaRPr sz="1800">
              <a:latin typeface="Symbol"/>
              <a:cs typeface="Symbol"/>
            </a:endParaRPr>
          </a:p>
        </p:txBody>
      </p:sp>
      <p:grpSp>
        <p:nvGrpSpPr>
          <p:cNvPr id="22" name="object 22"/>
          <p:cNvGrpSpPr/>
          <p:nvPr/>
        </p:nvGrpSpPr>
        <p:grpSpPr>
          <a:xfrm>
            <a:off x="6999731" y="1511808"/>
            <a:ext cx="532130" cy="520065"/>
            <a:chOff x="6999731" y="1511808"/>
            <a:chExt cx="532130" cy="520065"/>
          </a:xfrm>
        </p:grpSpPr>
        <p:sp>
          <p:nvSpPr>
            <p:cNvPr id="23" name="object 23"/>
            <p:cNvSpPr/>
            <p:nvPr/>
          </p:nvSpPr>
          <p:spPr>
            <a:xfrm>
              <a:off x="7004303" y="1516380"/>
              <a:ext cx="523240" cy="510540"/>
            </a:xfrm>
            <a:custGeom>
              <a:avLst/>
              <a:gdLst/>
              <a:ahLst/>
              <a:cxnLst/>
              <a:rect l="l" t="t" r="r" b="b"/>
              <a:pathLst>
                <a:path w="523240" h="510539">
                  <a:moveTo>
                    <a:pt x="261366" y="0"/>
                  </a:moveTo>
                  <a:lnTo>
                    <a:pt x="214371" y="4113"/>
                  </a:lnTo>
                  <a:lnTo>
                    <a:pt x="170146" y="15971"/>
                  </a:lnTo>
                  <a:lnTo>
                    <a:pt x="129427" y="34854"/>
                  </a:lnTo>
                  <a:lnTo>
                    <a:pt x="92950" y="60040"/>
                  </a:lnTo>
                  <a:lnTo>
                    <a:pt x="61453" y="90807"/>
                  </a:lnTo>
                  <a:lnTo>
                    <a:pt x="35672" y="126435"/>
                  </a:lnTo>
                  <a:lnTo>
                    <a:pt x="16345" y="166202"/>
                  </a:lnTo>
                  <a:lnTo>
                    <a:pt x="4209" y="209387"/>
                  </a:lnTo>
                  <a:lnTo>
                    <a:pt x="0" y="255270"/>
                  </a:lnTo>
                  <a:lnTo>
                    <a:pt x="4209" y="301152"/>
                  </a:lnTo>
                  <a:lnTo>
                    <a:pt x="16345" y="344337"/>
                  </a:lnTo>
                  <a:lnTo>
                    <a:pt x="35672" y="384104"/>
                  </a:lnTo>
                  <a:lnTo>
                    <a:pt x="61453" y="419732"/>
                  </a:lnTo>
                  <a:lnTo>
                    <a:pt x="92950" y="450499"/>
                  </a:lnTo>
                  <a:lnTo>
                    <a:pt x="129427" y="475685"/>
                  </a:lnTo>
                  <a:lnTo>
                    <a:pt x="170146" y="494568"/>
                  </a:lnTo>
                  <a:lnTo>
                    <a:pt x="214371" y="506426"/>
                  </a:lnTo>
                  <a:lnTo>
                    <a:pt x="261366" y="510540"/>
                  </a:lnTo>
                  <a:lnTo>
                    <a:pt x="308360" y="506426"/>
                  </a:lnTo>
                  <a:lnTo>
                    <a:pt x="352585" y="494568"/>
                  </a:lnTo>
                  <a:lnTo>
                    <a:pt x="393304" y="475685"/>
                  </a:lnTo>
                  <a:lnTo>
                    <a:pt x="429781" y="450499"/>
                  </a:lnTo>
                  <a:lnTo>
                    <a:pt x="461278" y="419732"/>
                  </a:lnTo>
                  <a:lnTo>
                    <a:pt x="487059" y="384104"/>
                  </a:lnTo>
                  <a:lnTo>
                    <a:pt x="506386" y="344337"/>
                  </a:lnTo>
                  <a:lnTo>
                    <a:pt x="518522" y="301152"/>
                  </a:lnTo>
                  <a:lnTo>
                    <a:pt x="522731" y="255270"/>
                  </a:lnTo>
                  <a:lnTo>
                    <a:pt x="518522" y="209387"/>
                  </a:lnTo>
                  <a:lnTo>
                    <a:pt x="506386" y="166202"/>
                  </a:lnTo>
                  <a:lnTo>
                    <a:pt x="487059" y="126435"/>
                  </a:lnTo>
                  <a:lnTo>
                    <a:pt x="461278" y="90807"/>
                  </a:lnTo>
                  <a:lnTo>
                    <a:pt x="429781" y="60040"/>
                  </a:lnTo>
                  <a:lnTo>
                    <a:pt x="393304" y="34854"/>
                  </a:lnTo>
                  <a:lnTo>
                    <a:pt x="352585" y="15971"/>
                  </a:lnTo>
                  <a:lnTo>
                    <a:pt x="308360" y="4113"/>
                  </a:lnTo>
                  <a:lnTo>
                    <a:pt x="261366" y="0"/>
                  </a:lnTo>
                  <a:close/>
                </a:path>
              </a:pathLst>
            </a:custGeom>
            <a:solidFill>
              <a:srgbClr val="A6D5E2"/>
            </a:solidFill>
          </p:spPr>
          <p:txBody>
            <a:bodyPr wrap="square" lIns="0" tIns="0" rIns="0" bIns="0" rtlCol="0"/>
            <a:lstStyle/>
            <a:p>
              <a:endParaRPr/>
            </a:p>
          </p:txBody>
        </p:sp>
        <p:sp>
          <p:nvSpPr>
            <p:cNvPr id="24" name="object 24"/>
            <p:cNvSpPr/>
            <p:nvPr/>
          </p:nvSpPr>
          <p:spPr>
            <a:xfrm>
              <a:off x="7004303" y="1516380"/>
              <a:ext cx="523240" cy="510540"/>
            </a:xfrm>
            <a:custGeom>
              <a:avLst/>
              <a:gdLst/>
              <a:ahLst/>
              <a:cxnLst/>
              <a:rect l="l" t="t" r="r" b="b"/>
              <a:pathLst>
                <a:path w="523240" h="510539">
                  <a:moveTo>
                    <a:pt x="0" y="255270"/>
                  </a:moveTo>
                  <a:lnTo>
                    <a:pt x="4209" y="209387"/>
                  </a:lnTo>
                  <a:lnTo>
                    <a:pt x="16345" y="166202"/>
                  </a:lnTo>
                  <a:lnTo>
                    <a:pt x="35672" y="126435"/>
                  </a:lnTo>
                  <a:lnTo>
                    <a:pt x="61453" y="90807"/>
                  </a:lnTo>
                  <a:lnTo>
                    <a:pt x="92950" y="60040"/>
                  </a:lnTo>
                  <a:lnTo>
                    <a:pt x="129427" y="34854"/>
                  </a:lnTo>
                  <a:lnTo>
                    <a:pt x="170146" y="15971"/>
                  </a:lnTo>
                  <a:lnTo>
                    <a:pt x="214371" y="4113"/>
                  </a:lnTo>
                  <a:lnTo>
                    <a:pt x="261366" y="0"/>
                  </a:lnTo>
                  <a:lnTo>
                    <a:pt x="308360" y="4113"/>
                  </a:lnTo>
                  <a:lnTo>
                    <a:pt x="352585" y="15971"/>
                  </a:lnTo>
                  <a:lnTo>
                    <a:pt x="393304" y="34854"/>
                  </a:lnTo>
                  <a:lnTo>
                    <a:pt x="429781" y="60040"/>
                  </a:lnTo>
                  <a:lnTo>
                    <a:pt x="461278" y="90807"/>
                  </a:lnTo>
                  <a:lnTo>
                    <a:pt x="487059" y="126435"/>
                  </a:lnTo>
                  <a:lnTo>
                    <a:pt x="506386" y="166202"/>
                  </a:lnTo>
                  <a:lnTo>
                    <a:pt x="518522" y="209387"/>
                  </a:lnTo>
                  <a:lnTo>
                    <a:pt x="522731" y="255270"/>
                  </a:lnTo>
                  <a:lnTo>
                    <a:pt x="518522" y="301152"/>
                  </a:lnTo>
                  <a:lnTo>
                    <a:pt x="506386" y="344337"/>
                  </a:lnTo>
                  <a:lnTo>
                    <a:pt x="487059" y="384104"/>
                  </a:lnTo>
                  <a:lnTo>
                    <a:pt x="461278" y="419732"/>
                  </a:lnTo>
                  <a:lnTo>
                    <a:pt x="429781" y="450499"/>
                  </a:lnTo>
                  <a:lnTo>
                    <a:pt x="393304" y="475685"/>
                  </a:lnTo>
                  <a:lnTo>
                    <a:pt x="352585" y="494568"/>
                  </a:lnTo>
                  <a:lnTo>
                    <a:pt x="308360" y="506426"/>
                  </a:lnTo>
                  <a:lnTo>
                    <a:pt x="261366" y="510540"/>
                  </a:lnTo>
                  <a:lnTo>
                    <a:pt x="214371" y="506426"/>
                  </a:lnTo>
                  <a:lnTo>
                    <a:pt x="170146" y="494568"/>
                  </a:lnTo>
                  <a:lnTo>
                    <a:pt x="129427" y="475685"/>
                  </a:lnTo>
                  <a:lnTo>
                    <a:pt x="92950" y="450499"/>
                  </a:lnTo>
                  <a:lnTo>
                    <a:pt x="61453" y="419732"/>
                  </a:lnTo>
                  <a:lnTo>
                    <a:pt x="35672" y="384104"/>
                  </a:lnTo>
                  <a:lnTo>
                    <a:pt x="16345" y="344337"/>
                  </a:lnTo>
                  <a:lnTo>
                    <a:pt x="4209" y="301152"/>
                  </a:lnTo>
                  <a:lnTo>
                    <a:pt x="0" y="255270"/>
                  </a:lnTo>
                  <a:close/>
                </a:path>
              </a:pathLst>
            </a:custGeom>
            <a:ln w="9144">
              <a:solidFill>
                <a:srgbClr val="40B9D2"/>
              </a:solidFill>
            </a:ln>
          </p:spPr>
          <p:txBody>
            <a:bodyPr wrap="square" lIns="0" tIns="0" rIns="0" bIns="0" rtlCol="0"/>
            <a:lstStyle/>
            <a:p>
              <a:endParaRPr/>
            </a:p>
          </p:txBody>
        </p:sp>
      </p:grpSp>
      <p:sp>
        <p:nvSpPr>
          <p:cNvPr id="25" name="object 25"/>
          <p:cNvSpPr txBox="1"/>
          <p:nvPr/>
        </p:nvSpPr>
        <p:spPr>
          <a:xfrm>
            <a:off x="7134097" y="1523491"/>
            <a:ext cx="206375" cy="391160"/>
          </a:xfrm>
          <a:prstGeom prst="rect">
            <a:avLst/>
          </a:prstGeom>
        </p:spPr>
        <p:txBody>
          <a:bodyPr vert="horz" wrap="square" lIns="0" tIns="12700" rIns="0" bIns="0" rtlCol="0">
            <a:spAutoFit/>
          </a:bodyPr>
          <a:lstStyle/>
          <a:p>
            <a:pPr marL="38100">
              <a:lnSpc>
                <a:spcPct val="100000"/>
              </a:lnSpc>
              <a:spcBef>
                <a:spcPts val="100"/>
              </a:spcBef>
            </a:pPr>
            <a:r>
              <a:rPr sz="3600" spc="-1867" baseline="-5787" dirty="0">
                <a:solidFill>
                  <a:srgbClr val="FFFFFF"/>
                </a:solidFill>
                <a:latin typeface="Calibri"/>
                <a:cs typeface="Calibri"/>
              </a:rPr>
              <a:t>6</a:t>
            </a:r>
            <a:r>
              <a:rPr sz="1800" spc="-50" dirty="0">
                <a:solidFill>
                  <a:srgbClr val="FFFFFF"/>
                </a:solidFill>
                <a:latin typeface="Cambria Math"/>
                <a:cs typeface="Cambria Math"/>
              </a:rPr>
              <a:t>4</a:t>
            </a:r>
            <a:endParaRPr sz="1800">
              <a:latin typeface="Cambria Math"/>
              <a:cs typeface="Cambria Math"/>
            </a:endParaRPr>
          </a:p>
        </p:txBody>
      </p:sp>
      <p:grpSp>
        <p:nvGrpSpPr>
          <p:cNvPr id="26" name="object 26"/>
          <p:cNvGrpSpPr/>
          <p:nvPr/>
        </p:nvGrpSpPr>
        <p:grpSpPr>
          <a:xfrm>
            <a:off x="4727384" y="3457892"/>
            <a:ext cx="620395" cy="620395"/>
            <a:chOff x="4727384" y="3457892"/>
            <a:chExt cx="620395" cy="620395"/>
          </a:xfrm>
        </p:grpSpPr>
        <p:sp>
          <p:nvSpPr>
            <p:cNvPr id="27" name="object 27"/>
            <p:cNvSpPr/>
            <p:nvPr/>
          </p:nvSpPr>
          <p:spPr>
            <a:xfrm>
              <a:off x="4732781" y="3463289"/>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28" name="object 28"/>
            <p:cNvSpPr/>
            <p:nvPr/>
          </p:nvSpPr>
          <p:spPr>
            <a:xfrm>
              <a:off x="4732781" y="3463289"/>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29" name="object 29"/>
          <p:cNvSpPr txBox="1"/>
          <p:nvPr/>
        </p:nvSpPr>
        <p:spPr>
          <a:xfrm>
            <a:off x="4961635" y="3612260"/>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a:cs typeface="Cambria"/>
              </a:rPr>
              <a:t>7</a:t>
            </a:r>
            <a:endParaRPr sz="1800">
              <a:latin typeface="Cambria"/>
              <a:cs typeface="Cambria"/>
            </a:endParaRPr>
          </a:p>
        </p:txBody>
      </p:sp>
      <p:grpSp>
        <p:nvGrpSpPr>
          <p:cNvPr id="30" name="object 30"/>
          <p:cNvGrpSpPr/>
          <p:nvPr/>
        </p:nvGrpSpPr>
        <p:grpSpPr>
          <a:xfrm>
            <a:off x="5922200" y="3453320"/>
            <a:ext cx="620395" cy="620395"/>
            <a:chOff x="5922200" y="3453320"/>
            <a:chExt cx="620395" cy="620395"/>
          </a:xfrm>
        </p:grpSpPr>
        <p:sp>
          <p:nvSpPr>
            <p:cNvPr id="31" name="object 31"/>
            <p:cNvSpPr/>
            <p:nvPr/>
          </p:nvSpPr>
          <p:spPr>
            <a:xfrm>
              <a:off x="5927598" y="3458718"/>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800"/>
                  </a:lnTo>
                  <a:lnTo>
                    <a:pt x="3990" y="354225"/>
                  </a:lnTo>
                  <a:lnTo>
                    <a:pt x="15544" y="401116"/>
                  </a:lnTo>
                  <a:lnTo>
                    <a:pt x="34032" y="444846"/>
                  </a:lnTo>
                  <a:lnTo>
                    <a:pt x="58826" y="484784"/>
                  </a:lnTo>
                  <a:lnTo>
                    <a:pt x="89296" y="520303"/>
                  </a:lnTo>
                  <a:lnTo>
                    <a:pt x="124815" y="550773"/>
                  </a:lnTo>
                  <a:lnTo>
                    <a:pt x="164753" y="575567"/>
                  </a:lnTo>
                  <a:lnTo>
                    <a:pt x="208483" y="594055"/>
                  </a:lnTo>
                  <a:lnTo>
                    <a:pt x="255374" y="605609"/>
                  </a:lnTo>
                  <a:lnTo>
                    <a:pt x="304800" y="609600"/>
                  </a:lnTo>
                  <a:lnTo>
                    <a:pt x="354225" y="605609"/>
                  </a:lnTo>
                  <a:lnTo>
                    <a:pt x="401116" y="594055"/>
                  </a:lnTo>
                  <a:lnTo>
                    <a:pt x="444846" y="575567"/>
                  </a:lnTo>
                  <a:lnTo>
                    <a:pt x="484784" y="550773"/>
                  </a:lnTo>
                  <a:lnTo>
                    <a:pt x="520303" y="520303"/>
                  </a:lnTo>
                  <a:lnTo>
                    <a:pt x="550773" y="484784"/>
                  </a:lnTo>
                  <a:lnTo>
                    <a:pt x="575567" y="444846"/>
                  </a:lnTo>
                  <a:lnTo>
                    <a:pt x="594055" y="401116"/>
                  </a:lnTo>
                  <a:lnTo>
                    <a:pt x="605609" y="354225"/>
                  </a:lnTo>
                  <a:lnTo>
                    <a:pt x="609600" y="304800"/>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32" name="object 32"/>
            <p:cNvSpPr/>
            <p:nvPr/>
          </p:nvSpPr>
          <p:spPr>
            <a:xfrm>
              <a:off x="5927598" y="3458718"/>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grpSp>
      <p:sp>
        <p:nvSpPr>
          <p:cNvPr id="33" name="object 33"/>
          <p:cNvSpPr txBox="1"/>
          <p:nvPr/>
        </p:nvSpPr>
        <p:spPr>
          <a:xfrm>
            <a:off x="6133846" y="3600450"/>
            <a:ext cx="15240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mbria Math"/>
                <a:cs typeface="Cambria Math"/>
              </a:rPr>
              <a:t>8</a:t>
            </a:r>
            <a:endParaRPr sz="1800">
              <a:latin typeface="Cambria Math"/>
              <a:cs typeface="Cambria Math"/>
            </a:endParaRPr>
          </a:p>
        </p:txBody>
      </p:sp>
      <p:grpSp>
        <p:nvGrpSpPr>
          <p:cNvPr id="34" name="object 34"/>
          <p:cNvGrpSpPr/>
          <p:nvPr/>
        </p:nvGrpSpPr>
        <p:grpSpPr>
          <a:xfrm>
            <a:off x="4975605" y="3145345"/>
            <a:ext cx="2748280" cy="928369"/>
            <a:chOff x="4975605" y="3145345"/>
            <a:chExt cx="2748280" cy="928369"/>
          </a:xfrm>
        </p:grpSpPr>
        <p:sp>
          <p:nvSpPr>
            <p:cNvPr id="35" name="object 35"/>
            <p:cNvSpPr/>
            <p:nvPr/>
          </p:nvSpPr>
          <p:spPr>
            <a:xfrm>
              <a:off x="5342254" y="3704081"/>
              <a:ext cx="586105" cy="120650"/>
            </a:xfrm>
            <a:custGeom>
              <a:avLst/>
              <a:gdLst/>
              <a:ahLst/>
              <a:cxnLst/>
              <a:rect l="l" t="t" r="r" b="b"/>
              <a:pathLst>
                <a:path w="586104" h="120650">
                  <a:moveTo>
                    <a:pt x="563266" y="46609"/>
                  </a:moveTo>
                  <a:lnTo>
                    <a:pt x="559816" y="46609"/>
                  </a:lnTo>
                  <a:lnTo>
                    <a:pt x="559819" y="46956"/>
                  </a:lnTo>
                  <a:lnTo>
                    <a:pt x="559945" y="59823"/>
                  </a:lnTo>
                  <a:lnTo>
                    <a:pt x="560070" y="72517"/>
                  </a:lnTo>
                  <a:lnTo>
                    <a:pt x="512255" y="72864"/>
                  </a:lnTo>
                  <a:lnTo>
                    <a:pt x="469773" y="98044"/>
                  </a:lnTo>
                  <a:lnTo>
                    <a:pt x="467741" y="105918"/>
                  </a:lnTo>
                  <a:lnTo>
                    <a:pt x="471424" y="112141"/>
                  </a:lnTo>
                  <a:lnTo>
                    <a:pt x="475107" y="118237"/>
                  </a:lnTo>
                  <a:lnTo>
                    <a:pt x="482981" y="120269"/>
                  </a:lnTo>
                  <a:lnTo>
                    <a:pt x="489204" y="116713"/>
                  </a:lnTo>
                  <a:lnTo>
                    <a:pt x="585597" y="59436"/>
                  </a:lnTo>
                  <a:lnTo>
                    <a:pt x="563266" y="46609"/>
                  </a:lnTo>
                  <a:close/>
                </a:path>
                <a:path w="586104" h="120650">
                  <a:moveTo>
                    <a:pt x="511879" y="46956"/>
                  </a:moveTo>
                  <a:lnTo>
                    <a:pt x="0" y="50673"/>
                  </a:lnTo>
                  <a:lnTo>
                    <a:pt x="85" y="59436"/>
                  </a:lnTo>
                  <a:lnTo>
                    <a:pt x="197" y="70866"/>
                  </a:lnTo>
                  <a:lnTo>
                    <a:pt x="254" y="76581"/>
                  </a:lnTo>
                  <a:lnTo>
                    <a:pt x="512255" y="72864"/>
                  </a:lnTo>
                  <a:lnTo>
                    <a:pt x="534258" y="59823"/>
                  </a:lnTo>
                  <a:lnTo>
                    <a:pt x="511879" y="46956"/>
                  </a:lnTo>
                  <a:close/>
                </a:path>
                <a:path w="586104" h="120650">
                  <a:moveTo>
                    <a:pt x="534258" y="59823"/>
                  </a:moveTo>
                  <a:lnTo>
                    <a:pt x="512255" y="72864"/>
                  </a:lnTo>
                  <a:lnTo>
                    <a:pt x="560070" y="72517"/>
                  </a:lnTo>
                  <a:lnTo>
                    <a:pt x="560053" y="70866"/>
                  </a:lnTo>
                  <a:lnTo>
                    <a:pt x="553466" y="70866"/>
                  </a:lnTo>
                  <a:lnTo>
                    <a:pt x="534258" y="59823"/>
                  </a:lnTo>
                  <a:close/>
                </a:path>
                <a:path w="586104" h="120650">
                  <a:moveTo>
                    <a:pt x="553339" y="48514"/>
                  </a:moveTo>
                  <a:lnTo>
                    <a:pt x="534258" y="59823"/>
                  </a:lnTo>
                  <a:lnTo>
                    <a:pt x="553466" y="70866"/>
                  </a:lnTo>
                  <a:lnTo>
                    <a:pt x="553339" y="48514"/>
                  </a:lnTo>
                  <a:close/>
                </a:path>
                <a:path w="586104" h="120650">
                  <a:moveTo>
                    <a:pt x="559834" y="48514"/>
                  </a:moveTo>
                  <a:lnTo>
                    <a:pt x="553339" y="48514"/>
                  </a:lnTo>
                  <a:lnTo>
                    <a:pt x="553466" y="70866"/>
                  </a:lnTo>
                  <a:lnTo>
                    <a:pt x="560053" y="70866"/>
                  </a:lnTo>
                  <a:lnTo>
                    <a:pt x="559941" y="59436"/>
                  </a:lnTo>
                  <a:lnTo>
                    <a:pt x="559834" y="48514"/>
                  </a:lnTo>
                  <a:close/>
                </a:path>
                <a:path w="586104" h="120650">
                  <a:moveTo>
                    <a:pt x="559816" y="46609"/>
                  </a:moveTo>
                  <a:lnTo>
                    <a:pt x="511879" y="46956"/>
                  </a:lnTo>
                  <a:lnTo>
                    <a:pt x="534258" y="59823"/>
                  </a:lnTo>
                  <a:lnTo>
                    <a:pt x="553339" y="48514"/>
                  </a:lnTo>
                  <a:lnTo>
                    <a:pt x="559834" y="48514"/>
                  </a:lnTo>
                  <a:lnTo>
                    <a:pt x="559816" y="46609"/>
                  </a:lnTo>
                  <a:close/>
                </a:path>
                <a:path w="586104" h="120650">
                  <a:moveTo>
                    <a:pt x="482092" y="0"/>
                  </a:moveTo>
                  <a:lnTo>
                    <a:pt x="474218" y="2159"/>
                  </a:lnTo>
                  <a:lnTo>
                    <a:pt x="467106" y="14605"/>
                  </a:lnTo>
                  <a:lnTo>
                    <a:pt x="469265" y="22479"/>
                  </a:lnTo>
                  <a:lnTo>
                    <a:pt x="511879" y="46956"/>
                  </a:lnTo>
                  <a:lnTo>
                    <a:pt x="563266" y="46609"/>
                  </a:lnTo>
                  <a:lnTo>
                    <a:pt x="482092" y="0"/>
                  </a:lnTo>
                  <a:close/>
                </a:path>
              </a:pathLst>
            </a:custGeom>
            <a:solidFill>
              <a:srgbClr val="40B9D2"/>
            </a:solidFill>
          </p:spPr>
          <p:txBody>
            <a:bodyPr wrap="square" lIns="0" tIns="0" rIns="0" bIns="0" rtlCol="0"/>
            <a:lstStyle/>
            <a:p>
              <a:endParaRPr/>
            </a:p>
          </p:txBody>
        </p:sp>
        <p:sp>
          <p:nvSpPr>
            <p:cNvPr id="36" name="object 36"/>
            <p:cNvSpPr/>
            <p:nvPr/>
          </p:nvSpPr>
          <p:spPr>
            <a:xfrm>
              <a:off x="4997195" y="3150107"/>
              <a:ext cx="1242695" cy="13335"/>
            </a:xfrm>
            <a:custGeom>
              <a:avLst/>
              <a:gdLst/>
              <a:ahLst/>
              <a:cxnLst/>
              <a:rect l="l" t="t" r="r" b="b"/>
              <a:pathLst>
                <a:path w="1242695" h="13335">
                  <a:moveTo>
                    <a:pt x="0" y="0"/>
                  </a:moveTo>
                  <a:lnTo>
                    <a:pt x="1242567" y="13207"/>
                  </a:lnTo>
                </a:path>
              </a:pathLst>
            </a:custGeom>
            <a:ln w="9144">
              <a:solidFill>
                <a:srgbClr val="40B9D2"/>
              </a:solidFill>
            </a:ln>
          </p:spPr>
          <p:txBody>
            <a:bodyPr wrap="square" lIns="0" tIns="0" rIns="0" bIns="0" rtlCol="0"/>
            <a:lstStyle/>
            <a:p>
              <a:endParaRPr/>
            </a:p>
          </p:txBody>
        </p:sp>
        <p:sp>
          <p:nvSpPr>
            <p:cNvPr id="37" name="object 37"/>
            <p:cNvSpPr/>
            <p:nvPr/>
          </p:nvSpPr>
          <p:spPr>
            <a:xfrm>
              <a:off x="4975606" y="3156203"/>
              <a:ext cx="2743200" cy="912494"/>
            </a:xfrm>
            <a:custGeom>
              <a:avLst/>
              <a:gdLst/>
              <a:ahLst/>
              <a:cxnLst/>
              <a:rect l="l" t="t" r="r" b="b"/>
              <a:pathLst>
                <a:path w="2743200" h="912495">
                  <a:moveTo>
                    <a:pt x="76200" y="225044"/>
                  </a:moveTo>
                  <a:lnTo>
                    <a:pt x="44373" y="225209"/>
                  </a:lnTo>
                  <a:lnTo>
                    <a:pt x="43180" y="0"/>
                  </a:lnTo>
                  <a:lnTo>
                    <a:pt x="30480" y="0"/>
                  </a:lnTo>
                  <a:lnTo>
                    <a:pt x="31673" y="225044"/>
                  </a:lnTo>
                  <a:lnTo>
                    <a:pt x="31673" y="225272"/>
                  </a:lnTo>
                  <a:lnTo>
                    <a:pt x="0" y="225425"/>
                  </a:lnTo>
                  <a:lnTo>
                    <a:pt x="38481" y="301371"/>
                  </a:lnTo>
                  <a:lnTo>
                    <a:pt x="69786" y="237998"/>
                  </a:lnTo>
                  <a:lnTo>
                    <a:pt x="76009" y="225425"/>
                  </a:lnTo>
                  <a:lnTo>
                    <a:pt x="76085" y="225272"/>
                  </a:lnTo>
                  <a:lnTo>
                    <a:pt x="76200" y="225044"/>
                  </a:lnTo>
                  <a:close/>
                </a:path>
                <a:path w="2743200" h="912495">
                  <a:moveTo>
                    <a:pt x="2742692" y="607314"/>
                  </a:moveTo>
                  <a:lnTo>
                    <a:pt x="2738691" y="557898"/>
                  </a:lnTo>
                  <a:lnTo>
                    <a:pt x="2727147" y="511009"/>
                  </a:lnTo>
                  <a:lnTo>
                    <a:pt x="2708656" y="467271"/>
                  </a:lnTo>
                  <a:lnTo>
                    <a:pt x="2683865" y="427329"/>
                  </a:lnTo>
                  <a:lnTo>
                    <a:pt x="2653385" y="391820"/>
                  </a:lnTo>
                  <a:lnTo>
                    <a:pt x="2617876" y="361340"/>
                  </a:lnTo>
                  <a:lnTo>
                    <a:pt x="2577935" y="336550"/>
                  </a:lnTo>
                  <a:lnTo>
                    <a:pt x="2534208" y="318058"/>
                  </a:lnTo>
                  <a:lnTo>
                    <a:pt x="2487307" y="306514"/>
                  </a:lnTo>
                  <a:lnTo>
                    <a:pt x="2437892" y="302514"/>
                  </a:lnTo>
                  <a:lnTo>
                    <a:pt x="2388463" y="306514"/>
                  </a:lnTo>
                  <a:lnTo>
                    <a:pt x="2341575" y="318071"/>
                  </a:lnTo>
                  <a:lnTo>
                    <a:pt x="2297836" y="336550"/>
                  </a:lnTo>
                  <a:lnTo>
                    <a:pt x="2257907" y="361353"/>
                  </a:lnTo>
                  <a:lnTo>
                    <a:pt x="2222385" y="391820"/>
                  </a:lnTo>
                  <a:lnTo>
                    <a:pt x="2191918" y="427329"/>
                  </a:lnTo>
                  <a:lnTo>
                    <a:pt x="2167115" y="467271"/>
                  </a:lnTo>
                  <a:lnTo>
                    <a:pt x="2148636" y="510997"/>
                  </a:lnTo>
                  <a:lnTo>
                    <a:pt x="2137079" y="557898"/>
                  </a:lnTo>
                  <a:lnTo>
                    <a:pt x="2133092" y="607314"/>
                  </a:lnTo>
                  <a:lnTo>
                    <a:pt x="2137079" y="656742"/>
                  </a:lnTo>
                  <a:lnTo>
                    <a:pt x="2148636" y="703643"/>
                  </a:lnTo>
                  <a:lnTo>
                    <a:pt x="2167115" y="747369"/>
                  </a:lnTo>
                  <a:lnTo>
                    <a:pt x="2191918" y="787311"/>
                  </a:lnTo>
                  <a:lnTo>
                    <a:pt x="2222385" y="822820"/>
                  </a:lnTo>
                  <a:lnTo>
                    <a:pt x="2257907" y="853300"/>
                  </a:lnTo>
                  <a:lnTo>
                    <a:pt x="2297836" y="878090"/>
                  </a:lnTo>
                  <a:lnTo>
                    <a:pt x="2341575" y="896569"/>
                  </a:lnTo>
                  <a:lnTo>
                    <a:pt x="2388463" y="908126"/>
                  </a:lnTo>
                  <a:lnTo>
                    <a:pt x="2437892" y="912114"/>
                  </a:lnTo>
                  <a:lnTo>
                    <a:pt x="2487307" y="908126"/>
                  </a:lnTo>
                  <a:lnTo>
                    <a:pt x="2534196" y="896569"/>
                  </a:lnTo>
                  <a:lnTo>
                    <a:pt x="2577935" y="878090"/>
                  </a:lnTo>
                  <a:lnTo>
                    <a:pt x="2617863" y="853287"/>
                  </a:lnTo>
                  <a:lnTo>
                    <a:pt x="2653385" y="822820"/>
                  </a:lnTo>
                  <a:lnTo>
                    <a:pt x="2683865" y="787298"/>
                  </a:lnTo>
                  <a:lnTo>
                    <a:pt x="2708656" y="747369"/>
                  </a:lnTo>
                  <a:lnTo>
                    <a:pt x="2727147" y="703630"/>
                  </a:lnTo>
                  <a:lnTo>
                    <a:pt x="2738691" y="656742"/>
                  </a:lnTo>
                  <a:lnTo>
                    <a:pt x="2742692" y="607314"/>
                  </a:lnTo>
                  <a:close/>
                </a:path>
              </a:pathLst>
            </a:custGeom>
            <a:solidFill>
              <a:srgbClr val="40B9D2"/>
            </a:solidFill>
          </p:spPr>
          <p:txBody>
            <a:bodyPr wrap="square" lIns="0" tIns="0" rIns="0" bIns="0" rtlCol="0"/>
            <a:lstStyle/>
            <a:p>
              <a:endParaRPr/>
            </a:p>
          </p:txBody>
        </p:sp>
        <p:sp>
          <p:nvSpPr>
            <p:cNvPr id="38" name="object 38"/>
            <p:cNvSpPr/>
            <p:nvPr/>
          </p:nvSpPr>
          <p:spPr>
            <a:xfrm>
              <a:off x="7108698" y="3458717"/>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25"/>
                  </a:lnTo>
                  <a:lnTo>
                    <a:pt x="594055" y="401116"/>
                  </a:lnTo>
                  <a:lnTo>
                    <a:pt x="575567" y="444846"/>
                  </a:lnTo>
                  <a:lnTo>
                    <a:pt x="550773" y="484784"/>
                  </a:lnTo>
                  <a:lnTo>
                    <a:pt x="520303" y="520303"/>
                  </a:lnTo>
                  <a:lnTo>
                    <a:pt x="484784" y="550773"/>
                  </a:lnTo>
                  <a:lnTo>
                    <a:pt x="444846" y="575567"/>
                  </a:lnTo>
                  <a:lnTo>
                    <a:pt x="401116" y="594055"/>
                  </a:lnTo>
                  <a:lnTo>
                    <a:pt x="354225" y="605609"/>
                  </a:lnTo>
                  <a:lnTo>
                    <a:pt x="304800" y="609600"/>
                  </a:lnTo>
                  <a:lnTo>
                    <a:pt x="255374" y="605609"/>
                  </a:lnTo>
                  <a:lnTo>
                    <a:pt x="208483" y="594055"/>
                  </a:lnTo>
                  <a:lnTo>
                    <a:pt x="164753" y="575567"/>
                  </a:lnTo>
                  <a:lnTo>
                    <a:pt x="124815" y="550773"/>
                  </a:lnTo>
                  <a:lnTo>
                    <a:pt x="89296" y="520303"/>
                  </a:lnTo>
                  <a:lnTo>
                    <a:pt x="58826" y="484784"/>
                  </a:lnTo>
                  <a:lnTo>
                    <a:pt x="34032" y="444846"/>
                  </a:lnTo>
                  <a:lnTo>
                    <a:pt x="15544" y="401116"/>
                  </a:lnTo>
                  <a:lnTo>
                    <a:pt x="3990" y="354225"/>
                  </a:lnTo>
                  <a:lnTo>
                    <a:pt x="0" y="304800"/>
                  </a:lnTo>
                  <a:close/>
                </a:path>
              </a:pathLst>
            </a:custGeom>
            <a:ln w="10668">
              <a:solidFill>
                <a:srgbClr val="2C879A"/>
              </a:solidFill>
            </a:ln>
          </p:spPr>
          <p:txBody>
            <a:bodyPr wrap="square" lIns="0" tIns="0" rIns="0" bIns="0" rtlCol="0"/>
            <a:lstStyle/>
            <a:p>
              <a:endParaRPr/>
            </a:p>
          </p:txBody>
        </p:sp>
        <p:sp>
          <p:nvSpPr>
            <p:cNvPr id="39" name="object 39"/>
            <p:cNvSpPr/>
            <p:nvPr/>
          </p:nvSpPr>
          <p:spPr>
            <a:xfrm>
              <a:off x="6523355" y="3704081"/>
              <a:ext cx="586105" cy="120650"/>
            </a:xfrm>
            <a:custGeom>
              <a:avLst/>
              <a:gdLst/>
              <a:ahLst/>
              <a:cxnLst/>
              <a:rect l="l" t="t" r="r" b="b"/>
              <a:pathLst>
                <a:path w="586104" h="120650">
                  <a:moveTo>
                    <a:pt x="563266" y="46609"/>
                  </a:moveTo>
                  <a:lnTo>
                    <a:pt x="559816" y="46609"/>
                  </a:lnTo>
                  <a:lnTo>
                    <a:pt x="559819" y="46956"/>
                  </a:lnTo>
                  <a:lnTo>
                    <a:pt x="559945" y="59823"/>
                  </a:lnTo>
                  <a:lnTo>
                    <a:pt x="560070" y="72517"/>
                  </a:lnTo>
                  <a:lnTo>
                    <a:pt x="512255" y="72864"/>
                  </a:lnTo>
                  <a:lnTo>
                    <a:pt x="469773" y="98044"/>
                  </a:lnTo>
                  <a:lnTo>
                    <a:pt x="467741" y="105918"/>
                  </a:lnTo>
                  <a:lnTo>
                    <a:pt x="471424" y="112141"/>
                  </a:lnTo>
                  <a:lnTo>
                    <a:pt x="475106" y="118237"/>
                  </a:lnTo>
                  <a:lnTo>
                    <a:pt x="482980" y="120269"/>
                  </a:lnTo>
                  <a:lnTo>
                    <a:pt x="489203" y="116713"/>
                  </a:lnTo>
                  <a:lnTo>
                    <a:pt x="585597" y="59436"/>
                  </a:lnTo>
                  <a:lnTo>
                    <a:pt x="563266" y="46609"/>
                  </a:lnTo>
                  <a:close/>
                </a:path>
                <a:path w="586104" h="120650">
                  <a:moveTo>
                    <a:pt x="511879" y="46956"/>
                  </a:moveTo>
                  <a:lnTo>
                    <a:pt x="0" y="50673"/>
                  </a:lnTo>
                  <a:lnTo>
                    <a:pt x="85" y="59436"/>
                  </a:lnTo>
                  <a:lnTo>
                    <a:pt x="197" y="70866"/>
                  </a:lnTo>
                  <a:lnTo>
                    <a:pt x="253" y="76581"/>
                  </a:lnTo>
                  <a:lnTo>
                    <a:pt x="512255" y="72864"/>
                  </a:lnTo>
                  <a:lnTo>
                    <a:pt x="534258" y="59823"/>
                  </a:lnTo>
                  <a:lnTo>
                    <a:pt x="511879" y="46956"/>
                  </a:lnTo>
                  <a:close/>
                </a:path>
                <a:path w="586104" h="120650">
                  <a:moveTo>
                    <a:pt x="534258" y="59823"/>
                  </a:moveTo>
                  <a:lnTo>
                    <a:pt x="512255" y="72864"/>
                  </a:lnTo>
                  <a:lnTo>
                    <a:pt x="560070" y="72517"/>
                  </a:lnTo>
                  <a:lnTo>
                    <a:pt x="560053" y="70866"/>
                  </a:lnTo>
                  <a:lnTo>
                    <a:pt x="553466" y="70866"/>
                  </a:lnTo>
                  <a:lnTo>
                    <a:pt x="534258" y="59823"/>
                  </a:lnTo>
                  <a:close/>
                </a:path>
                <a:path w="586104" h="120650">
                  <a:moveTo>
                    <a:pt x="553339" y="48514"/>
                  </a:moveTo>
                  <a:lnTo>
                    <a:pt x="534258" y="59823"/>
                  </a:lnTo>
                  <a:lnTo>
                    <a:pt x="553466" y="70866"/>
                  </a:lnTo>
                  <a:lnTo>
                    <a:pt x="553339" y="48514"/>
                  </a:lnTo>
                  <a:close/>
                </a:path>
                <a:path w="586104" h="120650">
                  <a:moveTo>
                    <a:pt x="559834" y="48514"/>
                  </a:moveTo>
                  <a:lnTo>
                    <a:pt x="553339" y="48514"/>
                  </a:lnTo>
                  <a:lnTo>
                    <a:pt x="553466" y="70866"/>
                  </a:lnTo>
                  <a:lnTo>
                    <a:pt x="560053" y="70866"/>
                  </a:lnTo>
                  <a:lnTo>
                    <a:pt x="559941" y="59436"/>
                  </a:lnTo>
                  <a:lnTo>
                    <a:pt x="559834" y="48514"/>
                  </a:lnTo>
                  <a:close/>
                </a:path>
                <a:path w="586104" h="120650">
                  <a:moveTo>
                    <a:pt x="559816" y="46609"/>
                  </a:moveTo>
                  <a:lnTo>
                    <a:pt x="511879" y="46956"/>
                  </a:lnTo>
                  <a:lnTo>
                    <a:pt x="534258" y="59823"/>
                  </a:lnTo>
                  <a:lnTo>
                    <a:pt x="553339" y="48514"/>
                  </a:lnTo>
                  <a:lnTo>
                    <a:pt x="559834" y="48514"/>
                  </a:lnTo>
                  <a:lnTo>
                    <a:pt x="559816" y="46609"/>
                  </a:lnTo>
                  <a:close/>
                </a:path>
                <a:path w="586104" h="120650">
                  <a:moveTo>
                    <a:pt x="482092" y="0"/>
                  </a:moveTo>
                  <a:lnTo>
                    <a:pt x="474218" y="2159"/>
                  </a:lnTo>
                  <a:lnTo>
                    <a:pt x="467105" y="14605"/>
                  </a:lnTo>
                  <a:lnTo>
                    <a:pt x="469265" y="22479"/>
                  </a:lnTo>
                  <a:lnTo>
                    <a:pt x="511879" y="46956"/>
                  </a:lnTo>
                  <a:lnTo>
                    <a:pt x="563266" y="46609"/>
                  </a:lnTo>
                  <a:lnTo>
                    <a:pt x="482092" y="0"/>
                  </a:lnTo>
                  <a:close/>
                </a:path>
              </a:pathLst>
            </a:custGeom>
            <a:solidFill>
              <a:srgbClr val="40B9D2"/>
            </a:solidFill>
          </p:spPr>
          <p:txBody>
            <a:bodyPr wrap="square" lIns="0" tIns="0" rIns="0" bIns="0" rtlCol="0"/>
            <a:lstStyle/>
            <a:p>
              <a:endParaRPr/>
            </a:p>
          </p:txBody>
        </p:sp>
      </p:grpSp>
      <p:sp>
        <p:nvSpPr>
          <p:cNvPr id="40" name="object 40"/>
          <p:cNvSpPr txBox="1"/>
          <p:nvPr/>
        </p:nvSpPr>
        <p:spPr>
          <a:xfrm>
            <a:off x="5561457" y="3322777"/>
            <a:ext cx="140970" cy="300355"/>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F</a:t>
            </a:r>
            <a:endParaRPr sz="1800">
              <a:latin typeface="Corbel"/>
              <a:cs typeface="Corbel"/>
            </a:endParaRPr>
          </a:p>
        </p:txBody>
      </p:sp>
      <p:sp>
        <p:nvSpPr>
          <p:cNvPr id="41" name="object 41"/>
          <p:cNvSpPr txBox="1"/>
          <p:nvPr/>
        </p:nvSpPr>
        <p:spPr>
          <a:xfrm>
            <a:off x="6661784" y="3382771"/>
            <a:ext cx="126364"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Symbol"/>
                <a:cs typeface="Symbol"/>
              </a:rPr>
              <a:t></a:t>
            </a:r>
            <a:endParaRPr sz="1800">
              <a:latin typeface="Symbol"/>
              <a:cs typeface="Symbol"/>
            </a:endParaRPr>
          </a:p>
        </p:txBody>
      </p:sp>
      <p:grpSp>
        <p:nvGrpSpPr>
          <p:cNvPr id="42" name="object 42"/>
          <p:cNvGrpSpPr/>
          <p:nvPr/>
        </p:nvGrpSpPr>
        <p:grpSpPr>
          <a:xfrm>
            <a:off x="7151941" y="3511105"/>
            <a:ext cx="532765" cy="521970"/>
            <a:chOff x="7151941" y="3511105"/>
            <a:chExt cx="532765" cy="521970"/>
          </a:xfrm>
        </p:grpSpPr>
        <p:sp>
          <p:nvSpPr>
            <p:cNvPr id="43" name="object 43"/>
            <p:cNvSpPr/>
            <p:nvPr/>
          </p:nvSpPr>
          <p:spPr>
            <a:xfrm>
              <a:off x="7156704" y="3515867"/>
              <a:ext cx="523240" cy="512445"/>
            </a:xfrm>
            <a:custGeom>
              <a:avLst/>
              <a:gdLst/>
              <a:ahLst/>
              <a:cxnLst/>
              <a:rect l="l" t="t" r="r" b="b"/>
              <a:pathLst>
                <a:path w="523240" h="512445">
                  <a:moveTo>
                    <a:pt x="261366" y="0"/>
                  </a:moveTo>
                  <a:lnTo>
                    <a:pt x="214371" y="4126"/>
                  </a:lnTo>
                  <a:lnTo>
                    <a:pt x="170146" y="16023"/>
                  </a:lnTo>
                  <a:lnTo>
                    <a:pt x="129427" y="34967"/>
                  </a:lnTo>
                  <a:lnTo>
                    <a:pt x="92950" y="60232"/>
                  </a:lnTo>
                  <a:lnTo>
                    <a:pt x="61453" y="91095"/>
                  </a:lnTo>
                  <a:lnTo>
                    <a:pt x="35672" y="126830"/>
                  </a:lnTo>
                  <a:lnTo>
                    <a:pt x="16345" y="166714"/>
                  </a:lnTo>
                  <a:lnTo>
                    <a:pt x="4209" y="210023"/>
                  </a:lnTo>
                  <a:lnTo>
                    <a:pt x="0" y="256032"/>
                  </a:lnTo>
                  <a:lnTo>
                    <a:pt x="4209" y="302040"/>
                  </a:lnTo>
                  <a:lnTo>
                    <a:pt x="16345" y="345349"/>
                  </a:lnTo>
                  <a:lnTo>
                    <a:pt x="35672" y="385233"/>
                  </a:lnTo>
                  <a:lnTo>
                    <a:pt x="61453" y="420968"/>
                  </a:lnTo>
                  <a:lnTo>
                    <a:pt x="92950" y="451831"/>
                  </a:lnTo>
                  <a:lnTo>
                    <a:pt x="129427" y="477096"/>
                  </a:lnTo>
                  <a:lnTo>
                    <a:pt x="170146" y="496040"/>
                  </a:lnTo>
                  <a:lnTo>
                    <a:pt x="214371" y="507937"/>
                  </a:lnTo>
                  <a:lnTo>
                    <a:pt x="261366" y="512064"/>
                  </a:lnTo>
                  <a:lnTo>
                    <a:pt x="308360" y="507937"/>
                  </a:lnTo>
                  <a:lnTo>
                    <a:pt x="352585" y="496040"/>
                  </a:lnTo>
                  <a:lnTo>
                    <a:pt x="393304" y="477096"/>
                  </a:lnTo>
                  <a:lnTo>
                    <a:pt x="429781" y="451831"/>
                  </a:lnTo>
                  <a:lnTo>
                    <a:pt x="461278" y="420968"/>
                  </a:lnTo>
                  <a:lnTo>
                    <a:pt x="487059" y="385233"/>
                  </a:lnTo>
                  <a:lnTo>
                    <a:pt x="506386" y="345349"/>
                  </a:lnTo>
                  <a:lnTo>
                    <a:pt x="518522" y="302040"/>
                  </a:lnTo>
                  <a:lnTo>
                    <a:pt x="522731" y="256032"/>
                  </a:lnTo>
                  <a:lnTo>
                    <a:pt x="518522" y="210023"/>
                  </a:lnTo>
                  <a:lnTo>
                    <a:pt x="506386" y="166714"/>
                  </a:lnTo>
                  <a:lnTo>
                    <a:pt x="487059" y="126830"/>
                  </a:lnTo>
                  <a:lnTo>
                    <a:pt x="461278" y="91095"/>
                  </a:lnTo>
                  <a:lnTo>
                    <a:pt x="429781" y="60232"/>
                  </a:lnTo>
                  <a:lnTo>
                    <a:pt x="393304" y="34967"/>
                  </a:lnTo>
                  <a:lnTo>
                    <a:pt x="352585" y="16023"/>
                  </a:lnTo>
                  <a:lnTo>
                    <a:pt x="308360" y="4126"/>
                  </a:lnTo>
                  <a:lnTo>
                    <a:pt x="261366" y="0"/>
                  </a:lnTo>
                  <a:close/>
                </a:path>
              </a:pathLst>
            </a:custGeom>
            <a:solidFill>
              <a:srgbClr val="A6D5E2"/>
            </a:solidFill>
          </p:spPr>
          <p:txBody>
            <a:bodyPr wrap="square" lIns="0" tIns="0" rIns="0" bIns="0" rtlCol="0"/>
            <a:lstStyle/>
            <a:p>
              <a:endParaRPr/>
            </a:p>
          </p:txBody>
        </p:sp>
        <p:sp>
          <p:nvSpPr>
            <p:cNvPr id="44" name="object 44"/>
            <p:cNvSpPr/>
            <p:nvPr/>
          </p:nvSpPr>
          <p:spPr>
            <a:xfrm>
              <a:off x="7156704" y="3515867"/>
              <a:ext cx="523240" cy="512445"/>
            </a:xfrm>
            <a:custGeom>
              <a:avLst/>
              <a:gdLst/>
              <a:ahLst/>
              <a:cxnLst/>
              <a:rect l="l" t="t" r="r" b="b"/>
              <a:pathLst>
                <a:path w="523240" h="512445">
                  <a:moveTo>
                    <a:pt x="0" y="256032"/>
                  </a:moveTo>
                  <a:lnTo>
                    <a:pt x="4209" y="210023"/>
                  </a:lnTo>
                  <a:lnTo>
                    <a:pt x="16345" y="166714"/>
                  </a:lnTo>
                  <a:lnTo>
                    <a:pt x="35672" y="126830"/>
                  </a:lnTo>
                  <a:lnTo>
                    <a:pt x="61453" y="91095"/>
                  </a:lnTo>
                  <a:lnTo>
                    <a:pt x="92950" y="60232"/>
                  </a:lnTo>
                  <a:lnTo>
                    <a:pt x="129427" y="34967"/>
                  </a:lnTo>
                  <a:lnTo>
                    <a:pt x="170146" y="16023"/>
                  </a:lnTo>
                  <a:lnTo>
                    <a:pt x="214371" y="4126"/>
                  </a:lnTo>
                  <a:lnTo>
                    <a:pt x="261366" y="0"/>
                  </a:lnTo>
                  <a:lnTo>
                    <a:pt x="308360" y="4126"/>
                  </a:lnTo>
                  <a:lnTo>
                    <a:pt x="352585" y="16023"/>
                  </a:lnTo>
                  <a:lnTo>
                    <a:pt x="393304" y="34967"/>
                  </a:lnTo>
                  <a:lnTo>
                    <a:pt x="429781" y="60232"/>
                  </a:lnTo>
                  <a:lnTo>
                    <a:pt x="461278" y="91095"/>
                  </a:lnTo>
                  <a:lnTo>
                    <a:pt x="487059" y="126830"/>
                  </a:lnTo>
                  <a:lnTo>
                    <a:pt x="506386" y="166714"/>
                  </a:lnTo>
                  <a:lnTo>
                    <a:pt x="518522" y="210023"/>
                  </a:lnTo>
                  <a:lnTo>
                    <a:pt x="522731" y="256032"/>
                  </a:lnTo>
                  <a:lnTo>
                    <a:pt x="518522" y="302040"/>
                  </a:lnTo>
                  <a:lnTo>
                    <a:pt x="506386" y="345349"/>
                  </a:lnTo>
                  <a:lnTo>
                    <a:pt x="487059" y="385233"/>
                  </a:lnTo>
                  <a:lnTo>
                    <a:pt x="461278" y="420968"/>
                  </a:lnTo>
                  <a:lnTo>
                    <a:pt x="429781" y="451831"/>
                  </a:lnTo>
                  <a:lnTo>
                    <a:pt x="393304" y="477096"/>
                  </a:lnTo>
                  <a:lnTo>
                    <a:pt x="352585" y="496040"/>
                  </a:lnTo>
                  <a:lnTo>
                    <a:pt x="308360" y="507937"/>
                  </a:lnTo>
                  <a:lnTo>
                    <a:pt x="261366" y="512064"/>
                  </a:lnTo>
                  <a:lnTo>
                    <a:pt x="214371" y="507937"/>
                  </a:lnTo>
                  <a:lnTo>
                    <a:pt x="170146" y="496040"/>
                  </a:lnTo>
                  <a:lnTo>
                    <a:pt x="129427" y="477096"/>
                  </a:lnTo>
                  <a:lnTo>
                    <a:pt x="92950" y="451831"/>
                  </a:lnTo>
                  <a:lnTo>
                    <a:pt x="61453" y="420968"/>
                  </a:lnTo>
                  <a:lnTo>
                    <a:pt x="35672" y="385233"/>
                  </a:lnTo>
                  <a:lnTo>
                    <a:pt x="16345" y="345349"/>
                  </a:lnTo>
                  <a:lnTo>
                    <a:pt x="4209" y="302040"/>
                  </a:lnTo>
                  <a:lnTo>
                    <a:pt x="0" y="256032"/>
                  </a:lnTo>
                  <a:close/>
                </a:path>
              </a:pathLst>
            </a:custGeom>
            <a:ln w="9144">
              <a:solidFill>
                <a:srgbClr val="40B9D2"/>
              </a:solidFill>
            </a:ln>
          </p:spPr>
          <p:txBody>
            <a:bodyPr wrap="square" lIns="0" tIns="0" rIns="0" bIns="0" rtlCol="0"/>
            <a:lstStyle/>
            <a:p>
              <a:endParaRPr/>
            </a:p>
          </p:txBody>
        </p:sp>
      </p:grpSp>
      <p:sp>
        <p:nvSpPr>
          <p:cNvPr id="45" name="object 45"/>
          <p:cNvSpPr txBox="1"/>
          <p:nvPr/>
        </p:nvSpPr>
        <p:spPr>
          <a:xfrm>
            <a:off x="7286497" y="3556838"/>
            <a:ext cx="384175" cy="391795"/>
          </a:xfrm>
          <a:prstGeom prst="rect">
            <a:avLst/>
          </a:prstGeom>
        </p:spPr>
        <p:txBody>
          <a:bodyPr vert="horz" wrap="square" lIns="0" tIns="12700" rIns="0" bIns="0" rtlCol="0">
            <a:spAutoFit/>
          </a:bodyPr>
          <a:lstStyle/>
          <a:p>
            <a:pPr marL="38100">
              <a:lnSpc>
                <a:spcPct val="100000"/>
              </a:lnSpc>
              <a:spcBef>
                <a:spcPts val="100"/>
              </a:spcBef>
            </a:pPr>
            <a:r>
              <a:rPr sz="2400" spc="-1200" dirty="0">
                <a:solidFill>
                  <a:srgbClr val="FFFFFF"/>
                </a:solidFill>
                <a:latin typeface="Calibri"/>
                <a:cs typeface="Calibri"/>
              </a:rPr>
              <a:t>1</a:t>
            </a:r>
            <a:r>
              <a:rPr sz="2700" spc="-7" baseline="7716" dirty="0">
                <a:solidFill>
                  <a:srgbClr val="FFFFFF"/>
                </a:solidFill>
                <a:latin typeface="Cambria Math"/>
                <a:cs typeface="Cambria Math"/>
              </a:rPr>
              <a:t>4</a:t>
            </a:r>
            <a:r>
              <a:rPr sz="2700" spc="-315" baseline="7716" dirty="0">
                <a:solidFill>
                  <a:srgbClr val="FFFFFF"/>
                </a:solidFill>
                <a:latin typeface="Cambria Math"/>
                <a:cs typeface="Cambria Math"/>
              </a:rPr>
              <a:t> </a:t>
            </a:r>
            <a:r>
              <a:rPr sz="2400" spc="-50" dirty="0">
                <a:solidFill>
                  <a:srgbClr val="FFFFFF"/>
                </a:solidFill>
                <a:latin typeface="Calibri"/>
                <a:cs typeface="Calibri"/>
              </a:rPr>
              <a:t>3</a:t>
            </a:r>
            <a:endParaRPr sz="2400">
              <a:latin typeface="Calibri"/>
              <a:cs typeface="Calibri"/>
            </a:endParaRPr>
          </a:p>
        </p:txBody>
      </p:sp>
      <p:sp>
        <p:nvSpPr>
          <p:cNvPr id="46" name="object 46"/>
          <p:cNvSpPr/>
          <p:nvPr/>
        </p:nvSpPr>
        <p:spPr>
          <a:xfrm>
            <a:off x="6239255" y="3172967"/>
            <a:ext cx="12065" cy="276860"/>
          </a:xfrm>
          <a:custGeom>
            <a:avLst/>
            <a:gdLst/>
            <a:ahLst/>
            <a:cxnLst/>
            <a:rect l="l" t="t" r="r" b="b"/>
            <a:pathLst>
              <a:path w="12064" h="276860">
                <a:moveTo>
                  <a:pt x="0" y="276860"/>
                </a:moveTo>
                <a:lnTo>
                  <a:pt x="11557" y="0"/>
                </a:lnTo>
              </a:path>
            </a:pathLst>
          </a:custGeom>
          <a:ln w="9144">
            <a:solidFill>
              <a:srgbClr val="40B9D2"/>
            </a:solidFill>
          </a:ln>
        </p:spPr>
        <p:txBody>
          <a:bodyPr wrap="square" lIns="0" tIns="0" rIns="0" bIns="0" rtlCol="0"/>
          <a:lstStyle/>
          <a:p>
            <a:endParaRPr/>
          </a:p>
        </p:txBody>
      </p:sp>
      <p:sp>
        <p:nvSpPr>
          <p:cNvPr id="47" name="object 47"/>
          <p:cNvSpPr txBox="1"/>
          <p:nvPr/>
        </p:nvSpPr>
        <p:spPr>
          <a:xfrm>
            <a:off x="5550153" y="2790190"/>
            <a:ext cx="14859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a:t>
            </a:r>
            <a:endParaRPr sz="1800">
              <a:latin typeface="Corbel"/>
              <a:cs typeface="Corbel"/>
            </a:endParaRPr>
          </a:p>
        </p:txBody>
      </p:sp>
      <p:grpSp>
        <p:nvGrpSpPr>
          <p:cNvPr id="48" name="object 48"/>
          <p:cNvGrpSpPr/>
          <p:nvPr/>
        </p:nvGrpSpPr>
        <p:grpSpPr>
          <a:xfrm>
            <a:off x="4591748" y="5164772"/>
            <a:ext cx="620395" cy="620395"/>
            <a:chOff x="4591748" y="5164772"/>
            <a:chExt cx="620395" cy="620395"/>
          </a:xfrm>
        </p:grpSpPr>
        <p:sp>
          <p:nvSpPr>
            <p:cNvPr id="49" name="object 49"/>
            <p:cNvSpPr/>
            <p:nvPr/>
          </p:nvSpPr>
          <p:spPr>
            <a:xfrm>
              <a:off x="4597145" y="5170169"/>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799"/>
                  </a:lnTo>
                  <a:lnTo>
                    <a:pt x="3990" y="354240"/>
                  </a:lnTo>
                  <a:lnTo>
                    <a:pt x="15544" y="401141"/>
                  </a:lnTo>
                  <a:lnTo>
                    <a:pt x="34032" y="444874"/>
                  </a:lnTo>
                  <a:lnTo>
                    <a:pt x="58826" y="484811"/>
                  </a:lnTo>
                  <a:lnTo>
                    <a:pt x="89296" y="520326"/>
                  </a:lnTo>
                  <a:lnTo>
                    <a:pt x="124815" y="550791"/>
                  </a:lnTo>
                  <a:lnTo>
                    <a:pt x="164753" y="575579"/>
                  </a:lnTo>
                  <a:lnTo>
                    <a:pt x="208483" y="594061"/>
                  </a:lnTo>
                  <a:lnTo>
                    <a:pt x="255374" y="605610"/>
                  </a:lnTo>
                  <a:lnTo>
                    <a:pt x="304800" y="609599"/>
                  </a:lnTo>
                  <a:lnTo>
                    <a:pt x="354225" y="605610"/>
                  </a:lnTo>
                  <a:lnTo>
                    <a:pt x="401116" y="594061"/>
                  </a:lnTo>
                  <a:lnTo>
                    <a:pt x="444846" y="575579"/>
                  </a:lnTo>
                  <a:lnTo>
                    <a:pt x="484784" y="550791"/>
                  </a:lnTo>
                  <a:lnTo>
                    <a:pt x="520303" y="520326"/>
                  </a:lnTo>
                  <a:lnTo>
                    <a:pt x="550773" y="484811"/>
                  </a:lnTo>
                  <a:lnTo>
                    <a:pt x="575567" y="444874"/>
                  </a:lnTo>
                  <a:lnTo>
                    <a:pt x="594055" y="401141"/>
                  </a:lnTo>
                  <a:lnTo>
                    <a:pt x="605609" y="354240"/>
                  </a:lnTo>
                  <a:lnTo>
                    <a:pt x="609600" y="304799"/>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50" name="object 50"/>
            <p:cNvSpPr/>
            <p:nvPr/>
          </p:nvSpPr>
          <p:spPr>
            <a:xfrm>
              <a:off x="4597145" y="5170169"/>
              <a:ext cx="609600" cy="609600"/>
            </a:xfrm>
            <a:custGeom>
              <a:avLst/>
              <a:gdLst/>
              <a:ahLst/>
              <a:cxnLst/>
              <a:rect l="l" t="t" r="r" b="b"/>
              <a:pathLst>
                <a:path w="609600" h="609600">
                  <a:moveTo>
                    <a:pt x="0" y="304799"/>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799"/>
                  </a:lnTo>
                  <a:lnTo>
                    <a:pt x="605609" y="354240"/>
                  </a:lnTo>
                  <a:lnTo>
                    <a:pt x="594055" y="401141"/>
                  </a:lnTo>
                  <a:lnTo>
                    <a:pt x="575567" y="444874"/>
                  </a:lnTo>
                  <a:lnTo>
                    <a:pt x="550773" y="484811"/>
                  </a:lnTo>
                  <a:lnTo>
                    <a:pt x="520303" y="520326"/>
                  </a:lnTo>
                  <a:lnTo>
                    <a:pt x="484784" y="550791"/>
                  </a:lnTo>
                  <a:lnTo>
                    <a:pt x="444846" y="575579"/>
                  </a:lnTo>
                  <a:lnTo>
                    <a:pt x="401116" y="594061"/>
                  </a:lnTo>
                  <a:lnTo>
                    <a:pt x="354225" y="605610"/>
                  </a:lnTo>
                  <a:lnTo>
                    <a:pt x="304800" y="609599"/>
                  </a:lnTo>
                  <a:lnTo>
                    <a:pt x="255374" y="605610"/>
                  </a:lnTo>
                  <a:lnTo>
                    <a:pt x="208483" y="594061"/>
                  </a:lnTo>
                  <a:lnTo>
                    <a:pt x="164753" y="575579"/>
                  </a:lnTo>
                  <a:lnTo>
                    <a:pt x="124815" y="550791"/>
                  </a:lnTo>
                  <a:lnTo>
                    <a:pt x="89296" y="520326"/>
                  </a:lnTo>
                  <a:lnTo>
                    <a:pt x="58826" y="484811"/>
                  </a:lnTo>
                  <a:lnTo>
                    <a:pt x="34032" y="444874"/>
                  </a:lnTo>
                  <a:lnTo>
                    <a:pt x="15544" y="401141"/>
                  </a:lnTo>
                  <a:lnTo>
                    <a:pt x="3990" y="354240"/>
                  </a:lnTo>
                  <a:lnTo>
                    <a:pt x="0" y="304799"/>
                  </a:lnTo>
                  <a:close/>
                </a:path>
              </a:pathLst>
            </a:custGeom>
            <a:ln w="10668">
              <a:solidFill>
                <a:srgbClr val="2C879A"/>
              </a:solidFill>
            </a:ln>
          </p:spPr>
          <p:txBody>
            <a:bodyPr wrap="square" lIns="0" tIns="0" rIns="0" bIns="0" rtlCol="0"/>
            <a:lstStyle/>
            <a:p>
              <a:endParaRPr/>
            </a:p>
          </p:txBody>
        </p:sp>
      </p:grpSp>
      <p:sp>
        <p:nvSpPr>
          <p:cNvPr id="51" name="object 51"/>
          <p:cNvSpPr txBox="1"/>
          <p:nvPr/>
        </p:nvSpPr>
        <p:spPr>
          <a:xfrm>
            <a:off x="4779009" y="5311266"/>
            <a:ext cx="24574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orbel"/>
                <a:cs typeface="Corbel"/>
              </a:rPr>
              <a:t>14</a:t>
            </a:r>
            <a:endParaRPr sz="1800">
              <a:latin typeface="Corbel"/>
              <a:cs typeface="Corbel"/>
            </a:endParaRPr>
          </a:p>
        </p:txBody>
      </p:sp>
      <p:grpSp>
        <p:nvGrpSpPr>
          <p:cNvPr id="52" name="object 52"/>
          <p:cNvGrpSpPr/>
          <p:nvPr/>
        </p:nvGrpSpPr>
        <p:grpSpPr>
          <a:xfrm>
            <a:off x="5699696" y="5169344"/>
            <a:ext cx="620395" cy="620395"/>
            <a:chOff x="5699696" y="5169344"/>
            <a:chExt cx="620395" cy="620395"/>
          </a:xfrm>
        </p:grpSpPr>
        <p:sp>
          <p:nvSpPr>
            <p:cNvPr id="53" name="object 53"/>
            <p:cNvSpPr/>
            <p:nvPr/>
          </p:nvSpPr>
          <p:spPr>
            <a:xfrm>
              <a:off x="5705094" y="5174742"/>
              <a:ext cx="609600" cy="609600"/>
            </a:xfrm>
            <a:custGeom>
              <a:avLst/>
              <a:gdLst/>
              <a:ahLst/>
              <a:cxnLst/>
              <a:rect l="l" t="t" r="r" b="b"/>
              <a:pathLst>
                <a:path w="609600" h="609600">
                  <a:moveTo>
                    <a:pt x="304800" y="0"/>
                  </a:moveTo>
                  <a:lnTo>
                    <a:pt x="255374" y="3990"/>
                  </a:lnTo>
                  <a:lnTo>
                    <a:pt x="208483" y="15544"/>
                  </a:lnTo>
                  <a:lnTo>
                    <a:pt x="164753" y="34032"/>
                  </a:lnTo>
                  <a:lnTo>
                    <a:pt x="124815" y="58826"/>
                  </a:lnTo>
                  <a:lnTo>
                    <a:pt x="89296" y="89296"/>
                  </a:lnTo>
                  <a:lnTo>
                    <a:pt x="58826" y="124815"/>
                  </a:lnTo>
                  <a:lnTo>
                    <a:pt x="34032" y="164753"/>
                  </a:lnTo>
                  <a:lnTo>
                    <a:pt x="15544" y="208483"/>
                  </a:lnTo>
                  <a:lnTo>
                    <a:pt x="3990" y="255374"/>
                  </a:lnTo>
                  <a:lnTo>
                    <a:pt x="0" y="304799"/>
                  </a:lnTo>
                  <a:lnTo>
                    <a:pt x="3990" y="354240"/>
                  </a:lnTo>
                  <a:lnTo>
                    <a:pt x="15544" y="401141"/>
                  </a:lnTo>
                  <a:lnTo>
                    <a:pt x="34032" y="444874"/>
                  </a:lnTo>
                  <a:lnTo>
                    <a:pt x="58826" y="484811"/>
                  </a:lnTo>
                  <a:lnTo>
                    <a:pt x="89296" y="520326"/>
                  </a:lnTo>
                  <a:lnTo>
                    <a:pt x="124815" y="550791"/>
                  </a:lnTo>
                  <a:lnTo>
                    <a:pt x="164753" y="575579"/>
                  </a:lnTo>
                  <a:lnTo>
                    <a:pt x="208483" y="594061"/>
                  </a:lnTo>
                  <a:lnTo>
                    <a:pt x="255374" y="605610"/>
                  </a:lnTo>
                  <a:lnTo>
                    <a:pt x="304800" y="609599"/>
                  </a:lnTo>
                  <a:lnTo>
                    <a:pt x="354225" y="605610"/>
                  </a:lnTo>
                  <a:lnTo>
                    <a:pt x="401116" y="594061"/>
                  </a:lnTo>
                  <a:lnTo>
                    <a:pt x="444846" y="575579"/>
                  </a:lnTo>
                  <a:lnTo>
                    <a:pt x="484784" y="550791"/>
                  </a:lnTo>
                  <a:lnTo>
                    <a:pt x="520303" y="520326"/>
                  </a:lnTo>
                  <a:lnTo>
                    <a:pt x="550773" y="484811"/>
                  </a:lnTo>
                  <a:lnTo>
                    <a:pt x="575567" y="444874"/>
                  </a:lnTo>
                  <a:lnTo>
                    <a:pt x="594055" y="401141"/>
                  </a:lnTo>
                  <a:lnTo>
                    <a:pt x="605609" y="354240"/>
                  </a:lnTo>
                  <a:lnTo>
                    <a:pt x="609600" y="304799"/>
                  </a:lnTo>
                  <a:lnTo>
                    <a:pt x="605609" y="255374"/>
                  </a:lnTo>
                  <a:lnTo>
                    <a:pt x="594055" y="208483"/>
                  </a:lnTo>
                  <a:lnTo>
                    <a:pt x="575567" y="164753"/>
                  </a:lnTo>
                  <a:lnTo>
                    <a:pt x="550773" y="124815"/>
                  </a:lnTo>
                  <a:lnTo>
                    <a:pt x="520303" y="89296"/>
                  </a:lnTo>
                  <a:lnTo>
                    <a:pt x="484784" y="58826"/>
                  </a:lnTo>
                  <a:lnTo>
                    <a:pt x="444846" y="34032"/>
                  </a:lnTo>
                  <a:lnTo>
                    <a:pt x="401116" y="15544"/>
                  </a:lnTo>
                  <a:lnTo>
                    <a:pt x="354225" y="3990"/>
                  </a:lnTo>
                  <a:lnTo>
                    <a:pt x="304800" y="0"/>
                  </a:lnTo>
                  <a:close/>
                </a:path>
              </a:pathLst>
            </a:custGeom>
            <a:solidFill>
              <a:srgbClr val="40B9D2"/>
            </a:solidFill>
          </p:spPr>
          <p:txBody>
            <a:bodyPr wrap="square" lIns="0" tIns="0" rIns="0" bIns="0" rtlCol="0"/>
            <a:lstStyle/>
            <a:p>
              <a:endParaRPr/>
            </a:p>
          </p:txBody>
        </p:sp>
        <p:sp>
          <p:nvSpPr>
            <p:cNvPr id="54" name="object 54"/>
            <p:cNvSpPr/>
            <p:nvPr/>
          </p:nvSpPr>
          <p:spPr>
            <a:xfrm>
              <a:off x="5705094" y="5174742"/>
              <a:ext cx="609600" cy="609600"/>
            </a:xfrm>
            <a:custGeom>
              <a:avLst/>
              <a:gdLst/>
              <a:ahLst/>
              <a:cxnLst/>
              <a:rect l="l" t="t" r="r" b="b"/>
              <a:pathLst>
                <a:path w="609600" h="609600">
                  <a:moveTo>
                    <a:pt x="0" y="304799"/>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799"/>
                  </a:lnTo>
                  <a:lnTo>
                    <a:pt x="605609" y="354240"/>
                  </a:lnTo>
                  <a:lnTo>
                    <a:pt x="594055" y="401141"/>
                  </a:lnTo>
                  <a:lnTo>
                    <a:pt x="575567" y="444874"/>
                  </a:lnTo>
                  <a:lnTo>
                    <a:pt x="550773" y="484811"/>
                  </a:lnTo>
                  <a:lnTo>
                    <a:pt x="520303" y="520326"/>
                  </a:lnTo>
                  <a:lnTo>
                    <a:pt x="484784" y="550791"/>
                  </a:lnTo>
                  <a:lnTo>
                    <a:pt x="444846" y="575579"/>
                  </a:lnTo>
                  <a:lnTo>
                    <a:pt x="401116" y="594061"/>
                  </a:lnTo>
                  <a:lnTo>
                    <a:pt x="354225" y="605610"/>
                  </a:lnTo>
                  <a:lnTo>
                    <a:pt x="304800" y="609599"/>
                  </a:lnTo>
                  <a:lnTo>
                    <a:pt x="255374" y="605610"/>
                  </a:lnTo>
                  <a:lnTo>
                    <a:pt x="208483" y="594061"/>
                  </a:lnTo>
                  <a:lnTo>
                    <a:pt x="164753" y="575579"/>
                  </a:lnTo>
                  <a:lnTo>
                    <a:pt x="124815" y="550791"/>
                  </a:lnTo>
                  <a:lnTo>
                    <a:pt x="89296" y="520326"/>
                  </a:lnTo>
                  <a:lnTo>
                    <a:pt x="58826" y="484811"/>
                  </a:lnTo>
                  <a:lnTo>
                    <a:pt x="34032" y="444874"/>
                  </a:lnTo>
                  <a:lnTo>
                    <a:pt x="15544" y="401141"/>
                  </a:lnTo>
                  <a:lnTo>
                    <a:pt x="3990" y="354240"/>
                  </a:lnTo>
                  <a:lnTo>
                    <a:pt x="0" y="304799"/>
                  </a:lnTo>
                  <a:close/>
                </a:path>
              </a:pathLst>
            </a:custGeom>
            <a:ln w="10668">
              <a:solidFill>
                <a:srgbClr val="2C879A"/>
              </a:solidFill>
            </a:ln>
          </p:spPr>
          <p:txBody>
            <a:bodyPr wrap="square" lIns="0" tIns="0" rIns="0" bIns="0" rtlCol="0"/>
            <a:lstStyle/>
            <a:p>
              <a:endParaRPr/>
            </a:p>
          </p:txBody>
        </p:sp>
      </p:grpSp>
      <p:sp>
        <p:nvSpPr>
          <p:cNvPr id="55" name="object 55"/>
          <p:cNvSpPr txBox="1"/>
          <p:nvPr/>
        </p:nvSpPr>
        <p:spPr>
          <a:xfrm>
            <a:off x="5846826" y="5315839"/>
            <a:ext cx="27876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ambria Math"/>
                <a:cs typeface="Cambria Math"/>
              </a:rPr>
              <a:t>15</a:t>
            </a:r>
            <a:endParaRPr sz="1800">
              <a:latin typeface="Cambria Math"/>
              <a:cs typeface="Cambria Math"/>
            </a:endParaRPr>
          </a:p>
        </p:txBody>
      </p:sp>
      <p:grpSp>
        <p:nvGrpSpPr>
          <p:cNvPr id="56" name="object 56"/>
          <p:cNvGrpSpPr/>
          <p:nvPr/>
        </p:nvGrpSpPr>
        <p:grpSpPr>
          <a:xfrm>
            <a:off x="6334378" y="5183060"/>
            <a:ext cx="1106170" cy="620395"/>
            <a:chOff x="6334378" y="5183060"/>
            <a:chExt cx="1106170" cy="620395"/>
          </a:xfrm>
        </p:grpSpPr>
        <p:sp>
          <p:nvSpPr>
            <p:cNvPr id="57" name="object 57"/>
            <p:cNvSpPr/>
            <p:nvPr/>
          </p:nvSpPr>
          <p:spPr>
            <a:xfrm>
              <a:off x="6334379" y="5188457"/>
              <a:ext cx="1100455" cy="609600"/>
            </a:xfrm>
            <a:custGeom>
              <a:avLst/>
              <a:gdLst/>
              <a:ahLst/>
              <a:cxnLst/>
              <a:rect l="l" t="t" r="r" b="b"/>
              <a:pathLst>
                <a:path w="1100454" h="609600">
                  <a:moveTo>
                    <a:pt x="1100455" y="304800"/>
                  </a:moveTo>
                  <a:lnTo>
                    <a:pt x="1096454" y="255384"/>
                  </a:lnTo>
                  <a:lnTo>
                    <a:pt x="1084910" y="208483"/>
                  </a:lnTo>
                  <a:lnTo>
                    <a:pt x="1066419" y="164757"/>
                  </a:lnTo>
                  <a:lnTo>
                    <a:pt x="1041628" y="124815"/>
                  </a:lnTo>
                  <a:lnTo>
                    <a:pt x="1011148" y="89306"/>
                  </a:lnTo>
                  <a:lnTo>
                    <a:pt x="975639" y="58826"/>
                  </a:lnTo>
                  <a:lnTo>
                    <a:pt x="935697" y="34036"/>
                  </a:lnTo>
                  <a:lnTo>
                    <a:pt x="891959" y="15544"/>
                  </a:lnTo>
                  <a:lnTo>
                    <a:pt x="845070" y="4000"/>
                  </a:lnTo>
                  <a:lnTo>
                    <a:pt x="795655" y="0"/>
                  </a:lnTo>
                  <a:lnTo>
                    <a:pt x="746226" y="4000"/>
                  </a:lnTo>
                  <a:lnTo>
                    <a:pt x="699338" y="15544"/>
                  </a:lnTo>
                  <a:lnTo>
                    <a:pt x="655599" y="34036"/>
                  </a:lnTo>
                  <a:lnTo>
                    <a:pt x="615670" y="58826"/>
                  </a:lnTo>
                  <a:lnTo>
                    <a:pt x="580148" y="89306"/>
                  </a:lnTo>
                  <a:lnTo>
                    <a:pt x="549681" y="124815"/>
                  </a:lnTo>
                  <a:lnTo>
                    <a:pt x="524878" y="164757"/>
                  </a:lnTo>
                  <a:lnTo>
                    <a:pt x="506399" y="208483"/>
                  </a:lnTo>
                  <a:lnTo>
                    <a:pt x="494842" y="255384"/>
                  </a:lnTo>
                  <a:lnTo>
                    <a:pt x="491515" y="296595"/>
                  </a:lnTo>
                  <a:lnTo>
                    <a:pt x="395351" y="239649"/>
                  </a:lnTo>
                  <a:lnTo>
                    <a:pt x="387477" y="241681"/>
                  </a:lnTo>
                  <a:lnTo>
                    <a:pt x="383794" y="247777"/>
                  </a:lnTo>
                  <a:lnTo>
                    <a:pt x="380111" y="254000"/>
                  </a:lnTo>
                  <a:lnTo>
                    <a:pt x="382143" y="261874"/>
                  </a:lnTo>
                  <a:lnTo>
                    <a:pt x="424535" y="286969"/>
                  </a:lnTo>
                  <a:lnTo>
                    <a:pt x="254" y="284226"/>
                  </a:lnTo>
                  <a:lnTo>
                    <a:pt x="215" y="287274"/>
                  </a:lnTo>
                  <a:lnTo>
                    <a:pt x="88" y="300101"/>
                  </a:lnTo>
                  <a:lnTo>
                    <a:pt x="0" y="310134"/>
                  </a:lnTo>
                  <a:lnTo>
                    <a:pt x="424459" y="312877"/>
                  </a:lnTo>
                  <a:lnTo>
                    <a:pt x="381762" y="337439"/>
                  </a:lnTo>
                  <a:lnTo>
                    <a:pt x="379603" y="345313"/>
                  </a:lnTo>
                  <a:lnTo>
                    <a:pt x="386715" y="357759"/>
                  </a:lnTo>
                  <a:lnTo>
                    <a:pt x="394589" y="359918"/>
                  </a:lnTo>
                  <a:lnTo>
                    <a:pt x="475983" y="313182"/>
                  </a:lnTo>
                  <a:lnTo>
                    <a:pt x="490867" y="304634"/>
                  </a:lnTo>
                  <a:lnTo>
                    <a:pt x="490855" y="304800"/>
                  </a:lnTo>
                  <a:lnTo>
                    <a:pt x="494842" y="354241"/>
                  </a:lnTo>
                  <a:lnTo>
                    <a:pt x="506387" y="401142"/>
                  </a:lnTo>
                  <a:lnTo>
                    <a:pt x="524878" y="444881"/>
                  </a:lnTo>
                  <a:lnTo>
                    <a:pt x="549668" y="484822"/>
                  </a:lnTo>
                  <a:lnTo>
                    <a:pt x="580148" y="520331"/>
                  </a:lnTo>
                  <a:lnTo>
                    <a:pt x="615657" y="550799"/>
                  </a:lnTo>
                  <a:lnTo>
                    <a:pt x="655599" y="575589"/>
                  </a:lnTo>
                  <a:lnTo>
                    <a:pt x="699338" y="594067"/>
                  </a:lnTo>
                  <a:lnTo>
                    <a:pt x="746226" y="605612"/>
                  </a:lnTo>
                  <a:lnTo>
                    <a:pt x="795655" y="609600"/>
                  </a:lnTo>
                  <a:lnTo>
                    <a:pt x="845070" y="605612"/>
                  </a:lnTo>
                  <a:lnTo>
                    <a:pt x="891959" y="594067"/>
                  </a:lnTo>
                  <a:lnTo>
                    <a:pt x="935697" y="575589"/>
                  </a:lnTo>
                  <a:lnTo>
                    <a:pt x="975626" y="550799"/>
                  </a:lnTo>
                  <a:lnTo>
                    <a:pt x="1011148" y="520331"/>
                  </a:lnTo>
                  <a:lnTo>
                    <a:pt x="1041615" y="484822"/>
                  </a:lnTo>
                  <a:lnTo>
                    <a:pt x="1066419" y="444881"/>
                  </a:lnTo>
                  <a:lnTo>
                    <a:pt x="1084897" y="401142"/>
                  </a:lnTo>
                  <a:lnTo>
                    <a:pt x="1096454" y="354241"/>
                  </a:lnTo>
                  <a:lnTo>
                    <a:pt x="1100455" y="304800"/>
                  </a:lnTo>
                  <a:close/>
                </a:path>
              </a:pathLst>
            </a:custGeom>
            <a:solidFill>
              <a:srgbClr val="40B9D2"/>
            </a:solidFill>
          </p:spPr>
          <p:txBody>
            <a:bodyPr wrap="square" lIns="0" tIns="0" rIns="0" bIns="0" rtlCol="0"/>
            <a:lstStyle/>
            <a:p>
              <a:endParaRPr/>
            </a:p>
          </p:txBody>
        </p:sp>
        <p:sp>
          <p:nvSpPr>
            <p:cNvPr id="58" name="object 58"/>
            <p:cNvSpPr/>
            <p:nvPr/>
          </p:nvSpPr>
          <p:spPr>
            <a:xfrm>
              <a:off x="6825233" y="5188457"/>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40"/>
                  </a:lnTo>
                  <a:lnTo>
                    <a:pt x="594055" y="401141"/>
                  </a:lnTo>
                  <a:lnTo>
                    <a:pt x="575567" y="444874"/>
                  </a:lnTo>
                  <a:lnTo>
                    <a:pt x="550773" y="484811"/>
                  </a:lnTo>
                  <a:lnTo>
                    <a:pt x="520303" y="520326"/>
                  </a:lnTo>
                  <a:lnTo>
                    <a:pt x="484784" y="550791"/>
                  </a:lnTo>
                  <a:lnTo>
                    <a:pt x="444846" y="575579"/>
                  </a:lnTo>
                  <a:lnTo>
                    <a:pt x="401116" y="594061"/>
                  </a:lnTo>
                  <a:lnTo>
                    <a:pt x="354225" y="605610"/>
                  </a:lnTo>
                  <a:lnTo>
                    <a:pt x="304800" y="609600"/>
                  </a:lnTo>
                  <a:lnTo>
                    <a:pt x="255374" y="605610"/>
                  </a:lnTo>
                  <a:lnTo>
                    <a:pt x="208483" y="594061"/>
                  </a:lnTo>
                  <a:lnTo>
                    <a:pt x="164753" y="575579"/>
                  </a:lnTo>
                  <a:lnTo>
                    <a:pt x="124815" y="550791"/>
                  </a:lnTo>
                  <a:lnTo>
                    <a:pt x="89296" y="520326"/>
                  </a:lnTo>
                  <a:lnTo>
                    <a:pt x="58826" y="484811"/>
                  </a:lnTo>
                  <a:lnTo>
                    <a:pt x="34032" y="444874"/>
                  </a:lnTo>
                  <a:lnTo>
                    <a:pt x="15544" y="401141"/>
                  </a:lnTo>
                  <a:lnTo>
                    <a:pt x="3990" y="354240"/>
                  </a:lnTo>
                  <a:lnTo>
                    <a:pt x="0" y="304800"/>
                  </a:lnTo>
                  <a:close/>
                </a:path>
              </a:pathLst>
            </a:custGeom>
            <a:ln w="10667">
              <a:solidFill>
                <a:srgbClr val="2C879A"/>
              </a:solidFill>
            </a:ln>
          </p:spPr>
          <p:txBody>
            <a:bodyPr wrap="square" lIns="0" tIns="0" rIns="0" bIns="0" rtlCol="0"/>
            <a:lstStyle/>
            <a:p>
              <a:endParaRPr/>
            </a:p>
          </p:txBody>
        </p:sp>
      </p:grpSp>
      <p:sp>
        <p:nvSpPr>
          <p:cNvPr id="59" name="object 59"/>
          <p:cNvSpPr txBox="1"/>
          <p:nvPr/>
        </p:nvSpPr>
        <p:spPr>
          <a:xfrm>
            <a:off x="6967855" y="5329554"/>
            <a:ext cx="27876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ambria Math"/>
                <a:cs typeface="Cambria Math"/>
              </a:rPr>
              <a:t>16</a:t>
            </a:r>
            <a:endParaRPr sz="1800">
              <a:latin typeface="Cambria Math"/>
              <a:cs typeface="Cambria Math"/>
            </a:endParaRPr>
          </a:p>
        </p:txBody>
      </p:sp>
      <p:grpSp>
        <p:nvGrpSpPr>
          <p:cNvPr id="60" name="object 60"/>
          <p:cNvGrpSpPr/>
          <p:nvPr/>
        </p:nvGrpSpPr>
        <p:grpSpPr>
          <a:xfrm>
            <a:off x="4896421" y="5429630"/>
            <a:ext cx="3313429" cy="620395"/>
            <a:chOff x="4896421" y="5429630"/>
            <a:chExt cx="3313429" cy="620395"/>
          </a:xfrm>
        </p:grpSpPr>
        <p:sp>
          <p:nvSpPr>
            <p:cNvPr id="61" name="object 61"/>
            <p:cNvSpPr/>
            <p:nvPr/>
          </p:nvSpPr>
          <p:spPr>
            <a:xfrm>
              <a:off x="7428611" y="5431154"/>
              <a:ext cx="498475" cy="120650"/>
            </a:xfrm>
            <a:custGeom>
              <a:avLst/>
              <a:gdLst/>
              <a:ahLst/>
              <a:cxnLst/>
              <a:rect l="l" t="t" r="r" b="b"/>
              <a:pathLst>
                <a:path w="498475" h="120650">
                  <a:moveTo>
                    <a:pt x="424461" y="73224"/>
                  </a:moveTo>
                  <a:lnTo>
                    <a:pt x="381762" y="97790"/>
                  </a:lnTo>
                  <a:lnTo>
                    <a:pt x="379603" y="105664"/>
                  </a:lnTo>
                  <a:lnTo>
                    <a:pt x="386715" y="118110"/>
                  </a:lnTo>
                  <a:lnTo>
                    <a:pt x="394589" y="120269"/>
                  </a:lnTo>
                  <a:lnTo>
                    <a:pt x="475984" y="73533"/>
                  </a:lnTo>
                  <a:lnTo>
                    <a:pt x="472313" y="73533"/>
                  </a:lnTo>
                  <a:lnTo>
                    <a:pt x="424461" y="73224"/>
                  </a:lnTo>
                  <a:close/>
                </a:path>
                <a:path w="498475" h="120650">
                  <a:moveTo>
                    <a:pt x="446725" y="60445"/>
                  </a:moveTo>
                  <a:lnTo>
                    <a:pt x="424461" y="73224"/>
                  </a:lnTo>
                  <a:lnTo>
                    <a:pt x="472313" y="73533"/>
                  </a:lnTo>
                  <a:lnTo>
                    <a:pt x="472321" y="71755"/>
                  </a:lnTo>
                  <a:lnTo>
                    <a:pt x="465836" y="71755"/>
                  </a:lnTo>
                  <a:lnTo>
                    <a:pt x="446725" y="60445"/>
                  </a:lnTo>
                  <a:close/>
                </a:path>
                <a:path w="498475" h="120650">
                  <a:moveTo>
                    <a:pt x="395350" y="0"/>
                  </a:moveTo>
                  <a:lnTo>
                    <a:pt x="387477" y="2032"/>
                  </a:lnTo>
                  <a:lnTo>
                    <a:pt x="383794" y="8128"/>
                  </a:lnTo>
                  <a:lnTo>
                    <a:pt x="380111" y="14351"/>
                  </a:lnTo>
                  <a:lnTo>
                    <a:pt x="382143" y="22225"/>
                  </a:lnTo>
                  <a:lnTo>
                    <a:pt x="424540" y="47315"/>
                  </a:lnTo>
                  <a:lnTo>
                    <a:pt x="472440" y="47625"/>
                  </a:lnTo>
                  <a:lnTo>
                    <a:pt x="472313" y="73533"/>
                  </a:lnTo>
                  <a:lnTo>
                    <a:pt x="475984" y="73533"/>
                  </a:lnTo>
                  <a:lnTo>
                    <a:pt x="498094" y="60833"/>
                  </a:lnTo>
                  <a:lnTo>
                    <a:pt x="395350" y="0"/>
                  </a:lnTo>
                  <a:close/>
                </a:path>
                <a:path w="498475" h="120650">
                  <a:moveTo>
                    <a:pt x="254" y="44577"/>
                  </a:moveTo>
                  <a:lnTo>
                    <a:pt x="224" y="47625"/>
                  </a:lnTo>
                  <a:lnTo>
                    <a:pt x="98" y="60445"/>
                  </a:lnTo>
                  <a:lnTo>
                    <a:pt x="0" y="70485"/>
                  </a:lnTo>
                  <a:lnTo>
                    <a:pt x="424461" y="73224"/>
                  </a:lnTo>
                  <a:lnTo>
                    <a:pt x="446725" y="60445"/>
                  </a:lnTo>
                  <a:lnTo>
                    <a:pt x="424540" y="47315"/>
                  </a:lnTo>
                  <a:lnTo>
                    <a:pt x="254" y="44577"/>
                  </a:lnTo>
                  <a:close/>
                </a:path>
                <a:path w="498475" h="120650">
                  <a:moveTo>
                    <a:pt x="465963" y="49403"/>
                  </a:moveTo>
                  <a:lnTo>
                    <a:pt x="446725" y="60445"/>
                  </a:lnTo>
                  <a:lnTo>
                    <a:pt x="465836" y="71755"/>
                  </a:lnTo>
                  <a:lnTo>
                    <a:pt x="465963" y="49403"/>
                  </a:lnTo>
                  <a:close/>
                </a:path>
                <a:path w="498475" h="120650">
                  <a:moveTo>
                    <a:pt x="472431" y="49403"/>
                  </a:moveTo>
                  <a:lnTo>
                    <a:pt x="465963" y="49403"/>
                  </a:lnTo>
                  <a:lnTo>
                    <a:pt x="465836" y="71755"/>
                  </a:lnTo>
                  <a:lnTo>
                    <a:pt x="472321" y="71755"/>
                  </a:lnTo>
                  <a:lnTo>
                    <a:pt x="472431" y="49403"/>
                  </a:lnTo>
                  <a:close/>
                </a:path>
                <a:path w="498475" h="120650">
                  <a:moveTo>
                    <a:pt x="424540" y="47315"/>
                  </a:moveTo>
                  <a:lnTo>
                    <a:pt x="446725" y="60445"/>
                  </a:lnTo>
                  <a:lnTo>
                    <a:pt x="465963" y="49403"/>
                  </a:lnTo>
                  <a:lnTo>
                    <a:pt x="472431" y="49403"/>
                  </a:lnTo>
                  <a:lnTo>
                    <a:pt x="472440" y="47625"/>
                  </a:lnTo>
                  <a:lnTo>
                    <a:pt x="424540" y="47315"/>
                  </a:lnTo>
                  <a:close/>
                </a:path>
              </a:pathLst>
            </a:custGeom>
            <a:solidFill>
              <a:srgbClr val="40B9D2"/>
            </a:solidFill>
          </p:spPr>
          <p:txBody>
            <a:bodyPr wrap="square" lIns="0" tIns="0" rIns="0" bIns="0" rtlCol="0"/>
            <a:lstStyle/>
            <a:p>
              <a:endParaRPr/>
            </a:p>
          </p:txBody>
        </p:sp>
        <p:sp>
          <p:nvSpPr>
            <p:cNvPr id="62" name="object 62"/>
            <p:cNvSpPr/>
            <p:nvPr/>
          </p:nvSpPr>
          <p:spPr>
            <a:xfrm>
              <a:off x="4901184" y="6035039"/>
              <a:ext cx="3303904" cy="10160"/>
            </a:xfrm>
            <a:custGeom>
              <a:avLst/>
              <a:gdLst/>
              <a:ahLst/>
              <a:cxnLst/>
              <a:rect l="l" t="t" r="r" b="b"/>
              <a:pathLst>
                <a:path w="3303904" h="10160">
                  <a:moveTo>
                    <a:pt x="0" y="0"/>
                  </a:moveTo>
                  <a:lnTo>
                    <a:pt x="3303905" y="9817"/>
                  </a:lnTo>
                </a:path>
              </a:pathLst>
            </a:custGeom>
            <a:ln w="9144">
              <a:solidFill>
                <a:srgbClr val="40B9D2"/>
              </a:solidFill>
            </a:ln>
          </p:spPr>
          <p:txBody>
            <a:bodyPr wrap="square" lIns="0" tIns="0" rIns="0" bIns="0" rtlCol="0"/>
            <a:lstStyle/>
            <a:p>
              <a:endParaRPr/>
            </a:p>
          </p:txBody>
        </p:sp>
        <p:sp>
          <p:nvSpPr>
            <p:cNvPr id="63" name="object 63"/>
            <p:cNvSpPr/>
            <p:nvPr/>
          </p:nvSpPr>
          <p:spPr>
            <a:xfrm>
              <a:off x="5191379" y="5429630"/>
              <a:ext cx="498475" cy="120650"/>
            </a:xfrm>
            <a:custGeom>
              <a:avLst/>
              <a:gdLst/>
              <a:ahLst/>
              <a:cxnLst/>
              <a:rect l="l" t="t" r="r" b="b"/>
              <a:pathLst>
                <a:path w="498475" h="120650">
                  <a:moveTo>
                    <a:pt x="424461" y="73224"/>
                  </a:moveTo>
                  <a:lnTo>
                    <a:pt x="381762" y="97790"/>
                  </a:lnTo>
                  <a:lnTo>
                    <a:pt x="379603" y="105664"/>
                  </a:lnTo>
                  <a:lnTo>
                    <a:pt x="386715" y="118110"/>
                  </a:lnTo>
                  <a:lnTo>
                    <a:pt x="394588" y="120269"/>
                  </a:lnTo>
                  <a:lnTo>
                    <a:pt x="475984" y="73533"/>
                  </a:lnTo>
                  <a:lnTo>
                    <a:pt x="472313" y="73533"/>
                  </a:lnTo>
                  <a:lnTo>
                    <a:pt x="424461" y="73224"/>
                  </a:lnTo>
                  <a:close/>
                </a:path>
                <a:path w="498475" h="120650">
                  <a:moveTo>
                    <a:pt x="446725" y="60445"/>
                  </a:moveTo>
                  <a:lnTo>
                    <a:pt x="424461" y="73224"/>
                  </a:lnTo>
                  <a:lnTo>
                    <a:pt x="472313" y="73533"/>
                  </a:lnTo>
                  <a:lnTo>
                    <a:pt x="472321" y="71755"/>
                  </a:lnTo>
                  <a:lnTo>
                    <a:pt x="465836" y="71755"/>
                  </a:lnTo>
                  <a:lnTo>
                    <a:pt x="446725" y="60445"/>
                  </a:lnTo>
                  <a:close/>
                </a:path>
                <a:path w="498475" h="120650">
                  <a:moveTo>
                    <a:pt x="395350" y="0"/>
                  </a:moveTo>
                  <a:lnTo>
                    <a:pt x="387476" y="2032"/>
                  </a:lnTo>
                  <a:lnTo>
                    <a:pt x="383794" y="8128"/>
                  </a:lnTo>
                  <a:lnTo>
                    <a:pt x="380111" y="14351"/>
                  </a:lnTo>
                  <a:lnTo>
                    <a:pt x="382143" y="22225"/>
                  </a:lnTo>
                  <a:lnTo>
                    <a:pt x="424540" y="47315"/>
                  </a:lnTo>
                  <a:lnTo>
                    <a:pt x="472440" y="47625"/>
                  </a:lnTo>
                  <a:lnTo>
                    <a:pt x="472431" y="49403"/>
                  </a:lnTo>
                  <a:lnTo>
                    <a:pt x="472313" y="73533"/>
                  </a:lnTo>
                  <a:lnTo>
                    <a:pt x="475984" y="73533"/>
                  </a:lnTo>
                  <a:lnTo>
                    <a:pt x="498094" y="60833"/>
                  </a:lnTo>
                  <a:lnTo>
                    <a:pt x="395350" y="0"/>
                  </a:lnTo>
                  <a:close/>
                </a:path>
                <a:path w="498475" h="120650">
                  <a:moveTo>
                    <a:pt x="254" y="44577"/>
                  </a:moveTo>
                  <a:lnTo>
                    <a:pt x="224" y="47625"/>
                  </a:lnTo>
                  <a:lnTo>
                    <a:pt x="98" y="60445"/>
                  </a:lnTo>
                  <a:lnTo>
                    <a:pt x="0" y="70485"/>
                  </a:lnTo>
                  <a:lnTo>
                    <a:pt x="424461" y="73224"/>
                  </a:lnTo>
                  <a:lnTo>
                    <a:pt x="446725" y="60445"/>
                  </a:lnTo>
                  <a:lnTo>
                    <a:pt x="424540" y="47315"/>
                  </a:lnTo>
                  <a:lnTo>
                    <a:pt x="254" y="44577"/>
                  </a:lnTo>
                  <a:close/>
                </a:path>
                <a:path w="498475" h="120650">
                  <a:moveTo>
                    <a:pt x="465963" y="49403"/>
                  </a:moveTo>
                  <a:lnTo>
                    <a:pt x="446725" y="60445"/>
                  </a:lnTo>
                  <a:lnTo>
                    <a:pt x="465836" y="71755"/>
                  </a:lnTo>
                  <a:lnTo>
                    <a:pt x="465963" y="49403"/>
                  </a:lnTo>
                  <a:close/>
                </a:path>
                <a:path w="498475" h="120650">
                  <a:moveTo>
                    <a:pt x="472431" y="49403"/>
                  </a:moveTo>
                  <a:lnTo>
                    <a:pt x="465963" y="49403"/>
                  </a:lnTo>
                  <a:lnTo>
                    <a:pt x="465836" y="71755"/>
                  </a:lnTo>
                  <a:lnTo>
                    <a:pt x="472321" y="71755"/>
                  </a:lnTo>
                  <a:lnTo>
                    <a:pt x="472431" y="49403"/>
                  </a:lnTo>
                  <a:close/>
                </a:path>
                <a:path w="498475" h="120650">
                  <a:moveTo>
                    <a:pt x="424540" y="47315"/>
                  </a:moveTo>
                  <a:lnTo>
                    <a:pt x="446725" y="60445"/>
                  </a:lnTo>
                  <a:lnTo>
                    <a:pt x="465963" y="49403"/>
                  </a:lnTo>
                  <a:lnTo>
                    <a:pt x="472431" y="49403"/>
                  </a:lnTo>
                  <a:lnTo>
                    <a:pt x="472440" y="47625"/>
                  </a:lnTo>
                  <a:lnTo>
                    <a:pt x="424540" y="47315"/>
                  </a:lnTo>
                  <a:close/>
                </a:path>
              </a:pathLst>
            </a:custGeom>
            <a:solidFill>
              <a:srgbClr val="40B9D2"/>
            </a:solidFill>
          </p:spPr>
          <p:txBody>
            <a:bodyPr wrap="square" lIns="0" tIns="0" rIns="0" bIns="0" rtlCol="0"/>
            <a:lstStyle/>
            <a:p>
              <a:endParaRPr/>
            </a:p>
          </p:txBody>
        </p:sp>
      </p:grpSp>
      <p:sp>
        <p:nvSpPr>
          <p:cNvPr id="64" name="object 64"/>
          <p:cNvSpPr txBox="1"/>
          <p:nvPr/>
        </p:nvSpPr>
        <p:spPr>
          <a:xfrm>
            <a:off x="6406641" y="6014720"/>
            <a:ext cx="21717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ambria"/>
                <a:cs typeface="Cambria"/>
              </a:rPr>
              <a:t>id</a:t>
            </a:r>
            <a:endParaRPr sz="1800">
              <a:latin typeface="Cambria"/>
              <a:cs typeface="Cambria"/>
            </a:endParaRPr>
          </a:p>
        </p:txBody>
      </p:sp>
      <p:grpSp>
        <p:nvGrpSpPr>
          <p:cNvPr id="65" name="object 65"/>
          <p:cNvGrpSpPr/>
          <p:nvPr/>
        </p:nvGrpSpPr>
        <p:grpSpPr>
          <a:xfrm>
            <a:off x="4899659" y="5151120"/>
            <a:ext cx="3657600" cy="884555"/>
            <a:chOff x="4899659" y="5151120"/>
            <a:chExt cx="3657600" cy="884555"/>
          </a:xfrm>
        </p:grpSpPr>
        <p:sp>
          <p:nvSpPr>
            <p:cNvPr id="66" name="object 66"/>
            <p:cNvSpPr/>
            <p:nvPr/>
          </p:nvSpPr>
          <p:spPr>
            <a:xfrm>
              <a:off x="4904231" y="5792724"/>
              <a:ext cx="0" cy="242570"/>
            </a:xfrm>
            <a:custGeom>
              <a:avLst/>
              <a:gdLst/>
              <a:ahLst/>
              <a:cxnLst/>
              <a:rect l="l" t="t" r="r" b="b"/>
              <a:pathLst>
                <a:path h="242570">
                  <a:moveTo>
                    <a:pt x="0" y="0"/>
                  </a:moveTo>
                  <a:lnTo>
                    <a:pt x="0" y="242125"/>
                  </a:lnTo>
                </a:path>
              </a:pathLst>
            </a:custGeom>
            <a:ln w="9144">
              <a:solidFill>
                <a:srgbClr val="40B9D2"/>
              </a:solidFill>
            </a:ln>
          </p:spPr>
          <p:txBody>
            <a:bodyPr wrap="square" lIns="0" tIns="0" rIns="0" bIns="0" rtlCol="0"/>
            <a:lstStyle/>
            <a:p>
              <a:endParaRPr/>
            </a:p>
          </p:txBody>
        </p:sp>
        <p:sp>
          <p:nvSpPr>
            <p:cNvPr id="67" name="object 67"/>
            <p:cNvSpPr/>
            <p:nvPr/>
          </p:nvSpPr>
          <p:spPr>
            <a:xfrm>
              <a:off x="7942326" y="5156453"/>
              <a:ext cx="609600" cy="879475"/>
            </a:xfrm>
            <a:custGeom>
              <a:avLst/>
              <a:gdLst/>
              <a:ahLst/>
              <a:cxnLst/>
              <a:rect l="l" t="t" r="r" b="b"/>
              <a:pathLst>
                <a:path w="609600" h="879475">
                  <a:moveTo>
                    <a:pt x="609600" y="304800"/>
                  </a:moveTo>
                  <a:lnTo>
                    <a:pt x="605599" y="255384"/>
                  </a:lnTo>
                  <a:lnTo>
                    <a:pt x="594055" y="208483"/>
                  </a:lnTo>
                  <a:lnTo>
                    <a:pt x="575564" y="164757"/>
                  </a:lnTo>
                  <a:lnTo>
                    <a:pt x="550773" y="124815"/>
                  </a:lnTo>
                  <a:lnTo>
                    <a:pt x="520293" y="89306"/>
                  </a:lnTo>
                  <a:lnTo>
                    <a:pt x="484784" y="58826"/>
                  </a:lnTo>
                  <a:lnTo>
                    <a:pt x="444842" y="34036"/>
                  </a:lnTo>
                  <a:lnTo>
                    <a:pt x="401116" y="15544"/>
                  </a:lnTo>
                  <a:lnTo>
                    <a:pt x="354215" y="4000"/>
                  </a:lnTo>
                  <a:lnTo>
                    <a:pt x="304800" y="0"/>
                  </a:lnTo>
                  <a:lnTo>
                    <a:pt x="255371" y="4000"/>
                  </a:lnTo>
                  <a:lnTo>
                    <a:pt x="208483" y="15557"/>
                  </a:lnTo>
                  <a:lnTo>
                    <a:pt x="164744" y="34036"/>
                  </a:lnTo>
                  <a:lnTo>
                    <a:pt x="124815" y="58839"/>
                  </a:lnTo>
                  <a:lnTo>
                    <a:pt x="89293" y="89306"/>
                  </a:lnTo>
                  <a:lnTo>
                    <a:pt x="58826" y="124815"/>
                  </a:lnTo>
                  <a:lnTo>
                    <a:pt x="34023" y="164757"/>
                  </a:lnTo>
                  <a:lnTo>
                    <a:pt x="15544" y="208483"/>
                  </a:lnTo>
                  <a:lnTo>
                    <a:pt x="3987" y="255384"/>
                  </a:lnTo>
                  <a:lnTo>
                    <a:pt x="0" y="304800"/>
                  </a:lnTo>
                  <a:lnTo>
                    <a:pt x="3987" y="354241"/>
                  </a:lnTo>
                  <a:lnTo>
                    <a:pt x="15532" y="401142"/>
                  </a:lnTo>
                  <a:lnTo>
                    <a:pt x="34023" y="444881"/>
                  </a:lnTo>
                  <a:lnTo>
                    <a:pt x="58826" y="484822"/>
                  </a:lnTo>
                  <a:lnTo>
                    <a:pt x="89293" y="520331"/>
                  </a:lnTo>
                  <a:lnTo>
                    <a:pt x="124815" y="550799"/>
                  </a:lnTo>
                  <a:lnTo>
                    <a:pt x="164744" y="575589"/>
                  </a:lnTo>
                  <a:lnTo>
                    <a:pt x="208483" y="594067"/>
                  </a:lnTo>
                  <a:lnTo>
                    <a:pt x="255371" y="605612"/>
                  </a:lnTo>
                  <a:lnTo>
                    <a:pt x="273723" y="607098"/>
                  </a:lnTo>
                  <a:lnTo>
                    <a:pt x="233172" y="680313"/>
                  </a:lnTo>
                  <a:lnTo>
                    <a:pt x="264883" y="681659"/>
                  </a:lnTo>
                  <a:lnTo>
                    <a:pt x="265404" y="669505"/>
                  </a:lnTo>
                  <a:lnTo>
                    <a:pt x="264947" y="680313"/>
                  </a:lnTo>
                  <a:lnTo>
                    <a:pt x="264883" y="681659"/>
                  </a:lnTo>
                  <a:lnTo>
                    <a:pt x="256540" y="878395"/>
                  </a:lnTo>
                  <a:lnTo>
                    <a:pt x="269240" y="878941"/>
                  </a:lnTo>
                  <a:lnTo>
                    <a:pt x="277533" y="683526"/>
                  </a:lnTo>
                  <a:lnTo>
                    <a:pt x="277583" y="682193"/>
                  </a:lnTo>
                  <a:lnTo>
                    <a:pt x="309245" y="683526"/>
                  </a:lnTo>
                  <a:lnTo>
                    <a:pt x="302717" y="668959"/>
                  </a:lnTo>
                  <a:lnTo>
                    <a:pt x="275069" y="607212"/>
                  </a:lnTo>
                  <a:lnTo>
                    <a:pt x="304800" y="609600"/>
                  </a:lnTo>
                  <a:lnTo>
                    <a:pt x="354215" y="605612"/>
                  </a:lnTo>
                  <a:lnTo>
                    <a:pt x="401104" y="594067"/>
                  </a:lnTo>
                  <a:lnTo>
                    <a:pt x="444842" y="575589"/>
                  </a:lnTo>
                  <a:lnTo>
                    <a:pt x="484771" y="550799"/>
                  </a:lnTo>
                  <a:lnTo>
                    <a:pt x="520293" y="520331"/>
                  </a:lnTo>
                  <a:lnTo>
                    <a:pt x="550760" y="484822"/>
                  </a:lnTo>
                  <a:lnTo>
                    <a:pt x="575564" y="444881"/>
                  </a:lnTo>
                  <a:lnTo>
                    <a:pt x="594055" y="401142"/>
                  </a:lnTo>
                  <a:lnTo>
                    <a:pt x="605599" y="354241"/>
                  </a:lnTo>
                  <a:lnTo>
                    <a:pt x="609600" y="304800"/>
                  </a:lnTo>
                  <a:close/>
                </a:path>
              </a:pathLst>
            </a:custGeom>
            <a:solidFill>
              <a:srgbClr val="40B9D2"/>
            </a:solidFill>
          </p:spPr>
          <p:txBody>
            <a:bodyPr wrap="square" lIns="0" tIns="0" rIns="0" bIns="0" rtlCol="0"/>
            <a:lstStyle/>
            <a:p>
              <a:endParaRPr/>
            </a:p>
          </p:txBody>
        </p:sp>
        <p:sp>
          <p:nvSpPr>
            <p:cNvPr id="68" name="object 68"/>
            <p:cNvSpPr/>
            <p:nvPr/>
          </p:nvSpPr>
          <p:spPr>
            <a:xfrm>
              <a:off x="7942325" y="5156454"/>
              <a:ext cx="609600" cy="609600"/>
            </a:xfrm>
            <a:custGeom>
              <a:avLst/>
              <a:gdLst/>
              <a:ahLst/>
              <a:cxnLst/>
              <a:rect l="l" t="t" r="r" b="b"/>
              <a:pathLst>
                <a:path w="609600" h="6096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354225" y="3990"/>
                  </a:lnTo>
                  <a:lnTo>
                    <a:pt x="401116" y="15544"/>
                  </a:lnTo>
                  <a:lnTo>
                    <a:pt x="444846" y="34032"/>
                  </a:lnTo>
                  <a:lnTo>
                    <a:pt x="484784" y="58826"/>
                  </a:lnTo>
                  <a:lnTo>
                    <a:pt x="520303" y="89296"/>
                  </a:lnTo>
                  <a:lnTo>
                    <a:pt x="550773" y="124815"/>
                  </a:lnTo>
                  <a:lnTo>
                    <a:pt x="575567" y="164753"/>
                  </a:lnTo>
                  <a:lnTo>
                    <a:pt x="594055" y="208483"/>
                  </a:lnTo>
                  <a:lnTo>
                    <a:pt x="605609" y="255374"/>
                  </a:lnTo>
                  <a:lnTo>
                    <a:pt x="609600" y="304800"/>
                  </a:lnTo>
                  <a:lnTo>
                    <a:pt x="605609" y="354240"/>
                  </a:lnTo>
                  <a:lnTo>
                    <a:pt x="594055" y="401141"/>
                  </a:lnTo>
                  <a:lnTo>
                    <a:pt x="575567" y="444874"/>
                  </a:lnTo>
                  <a:lnTo>
                    <a:pt x="550773" y="484811"/>
                  </a:lnTo>
                  <a:lnTo>
                    <a:pt x="520303" y="520326"/>
                  </a:lnTo>
                  <a:lnTo>
                    <a:pt x="484784" y="550791"/>
                  </a:lnTo>
                  <a:lnTo>
                    <a:pt x="444846" y="575579"/>
                  </a:lnTo>
                  <a:lnTo>
                    <a:pt x="401116" y="594061"/>
                  </a:lnTo>
                  <a:lnTo>
                    <a:pt x="354225" y="605610"/>
                  </a:lnTo>
                  <a:lnTo>
                    <a:pt x="304800" y="609600"/>
                  </a:lnTo>
                  <a:lnTo>
                    <a:pt x="255374" y="605610"/>
                  </a:lnTo>
                  <a:lnTo>
                    <a:pt x="208483" y="594061"/>
                  </a:lnTo>
                  <a:lnTo>
                    <a:pt x="164753" y="575579"/>
                  </a:lnTo>
                  <a:lnTo>
                    <a:pt x="124815" y="550791"/>
                  </a:lnTo>
                  <a:lnTo>
                    <a:pt x="89296" y="520326"/>
                  </a:lnTo>
                  <a:lnTo>
                    <a:pt x="58826" y="484811"/>
                  </a:lnTo>
                  <a:lnTo>
                    <a:pt x="34032" y="444874"/>
                  </a:lnTo>
                  <a:lnTo>
                    <a:pt x="15544" y="401141"/>
                  </a:lnTo>
                  <a:lnTo>
                    <a:pt x="3990" y="354240"/>
                  </a:lnTo>
                  <a:lnTo>
                    <a:pt x="0" y="304800"/>
                  </a:lnTo>
                  <a:close/>
                </a:path>
              </a:pathLst>
            </a:custGeom>
            <a:ln w="10668">
              <a:solidFill>
                <a:srgbClr val="2C879A"/>
              </a:solidFill>
            </a:ln>
          </p:spPr>
          <p:txBody>
            <a:bodyPr wrap="square" lIns="0" tIns="0" rIns="0" bIns="0" rtlCol="0"/>
            <a:lstStyle/>
            <a:p>
              <a:endParaRPr/>
            </a:p>
          </p:txBody>
        </p:sp>
        <p:sp>
          <p:nvSpPr>
            <p:cNvPr id="69" name="object 69"/>
            <p:cNvSpPr/>
            <p:nvPr/>
          </p:nvSpPr>
          <p:spPr>
            <a:xfrm>
              <a:off x="7984235" y="5257800"/>
              <a:ext cx="523240" cy="447040"/>
            </a:xfrm>
            <a:custGeom>
              <a:avLst/>
              <a:gdLst/>
              <a:ahLst/>
              <a:cxnLst/>
              <a:rect l="l" t="t" r="r" b="b"/>
              <a:pathLst>
                <a:path w="523240" h="447039">
                  <a:moveTo>
                    <a:pt x="261366" y="0"/>
                  </a:moveTo>
                  <a:lnTo>
                    <a:pt x="208677" y="4535"/>
                  </a:lnTo>
                  <a:lnTo>
                    <a:pt x="159609" y="17543"/>
                  </a:lnTo>
                  <a:lnTo>
                    <a:pt x="115211" y="38127"/>
                  </a:lnTo>
                  <a:lnTo>
                    <a:pt x="76533" y="65389"/>
                  </a:lnTo>
                  <a:lnTo>
                    <a:pt x="44623" y="98431"/>
                  </a:lnTo>
                  <a:lnTo>
                    <a:pt x="20532" y="136356"/>
                  </a:lnTo>
                  <a:lnTo>
                    <a:pt x="5307" y="178267"/>
                  </a:lnTo>
                  <a:lnTo>
                    <a:pt x="0" y="223265"/>
                  </a:lnTo>
                  <a:lnTo>
                    <a:pt x="5307" y="268261"/>
                  </a:lnTo>
                  <a:lnTo>
                    <a:pt x="20532" y="310170"/>
                  </a:lnTo>
                  <a:lnTo>
                    <a:pt x="44623" y="348095"/>
                  </a:lnTo>
                  <a:lnTo>
                    <a:pt x="76533" y="381138"/>
                  </a:lnTo>
                  <a:lnTo>
                    <a:pt x="115211" y="408401"/>
                  </a:lnTo>
                  <a:lnTo>
                    <a:pt x="159609" y="428986"/>
                  </a:lnTo>
                  <a:lnTo>
                    <a:pt x="208677" y="441995"/>
                  </a:lnTo>
                  <a:lnTo>
                    <a:pt x="261366" y="446531"/>
                  </a:lnTo>
                  <a:lnTo>
                    <a:pt x="314054" y="441995"/>
                  </a:lnTo>
                  <a:lnTo>
                    <a:pt x="363122" y="428986"/>
                  </a:lnTo>
                  <a:lnTo>
                    <a:pt x="407520" y="408401"/>
                  </a:lnTo>
                  <a:lnTo>
                    <a:pt x="446198" y="381138"/>
                  </a:lnTo>
                  <a:lnTo>
                    <a:pt x="478108" y="348095"/>
                  </a:lnTo>
                  <a:lnTo>
                    <a:pt x="502199" y="310170"/>
                  </a:lnTo>
                  <a:lnTo>
                    <a:pt x="517424" y="268261"/>
                  </a:lnTo>
                  <a:lnTo>
                    <a:pt x="522732" y="223265"/>
                  </a:lnTo>
                  <a:lnTo>
                    <a:pt x="517424" y="178267"/>
                  </a:lnTo>
                  <a:lnTo>
                    <a:pt x="502199" y="136356"/>
                  </a:lnTo>
                  <a:lnTo>
                    <a:pt x="478108" y="98431"/>
                  </a:lnTo>
                  <a:lnTo>
                    <a:pt x="446198" y="65389"/>
                  </a:lnTo>
                  <a:lnTo>
                    <a:pt x="407520" y="38127"/>
                  </a:lnTo>
                  <a:lnTo>
                    <a:pt x="363122" y="17543"/>
                  </a:lnTo>
                  <a:lnTo>
                    <a:pt x="314054" y="4535"/>
                  </a:lnTo>
                  <a:lnTo>
                    <a:pt x="261366" y="0"/>
                  </a:lnTo>
                  <a:close/>
                </a:path>
              </a:pathLst>
            </a:custGeom>
            <a:solidFill>
              <a:srgbClr val="A6D5E2"/>
            </a:solidFill>
          </p:spPr>
          <p:txBody>
            <a:bodyPr wrap="square" lIns="0" tIns="0" rIns="0" bIns="0" rtlCol="0"/>
            <a:lstStyle/>
            <a:p>
              <a:endParaRPr/>
            </a:p>
          </p:txBody>
        </p:sp>
        <p:sp>
          <p:nvSpPr>
            <p:cNvPr id="70" name="object 70"/>
            <p:cNvSpPr/>
            <p:nvPr/>
          </p:nvSpPr>
          <p:spPr>
            <a:xfrm>
              <a:off x="7984235" y="5257800"/>
              <a:ext cx="523240" cy="447040"/>
            </a:xfrm>
            <a:custGeom>
              <a:avLst/>
              <a:gdLst/>
              <a:ahLst/>
              <a:cxnLst/>
              <a:rect l="l" t="t" r="r" b="b"/>
              <a:pathLst>
                <a:path w="523240" h="447039">
                  <a:moveTo>
                    <a:pt x="0" y="223265"/>
                  </a:moveTo>
                  <a:lnTo>
                    <a:pt x="5307" y="178267"/>
                  </a:lnTo>
                  <a:lnTo>
                    <a:pt x="20532" y="136356"/>
                  </a:lnTo>
                  <a:lnTo>
                    <a:pt x="44623" y="98431"/>
                  </a:lnTo>
                  <a:lnTo>
                    <a:pt x="76533" y="65389"/>
                  </a:lnTo>
                  <a:lnTo>
                    <a:pt x="115211" y="38127"/>
                  </a:lnTo>
                  <a:lnTo>
                    <a:pt x="159609" y="17543"/>
                  </a:lnTo>
                  <a:lnTo>
                    <a:pt x="208677" y="4535"/>
                  </a:lnTo>
                  <a:lnTo>
                    <a:pt x="261366" y="0"/>
                  </a:lnTo>
                  <a:lnTo>
                    <a:pt x="314054" y="4535"/>
                  </a:lnTo>
                  <a:lnTo>
                    <a:pt x="363122" y="17543"/>
                  </a:lnTo>
                  <a:lnTo>
                    <a:pt x="407520" y="38127"/>
                  </a:lnTo>
                  <a:lnTo>
                    <a:pt x="446198" y="65389"/>
                  </a:lnTo>
                  <a:lnTo>
                    <a:pt x="478108" y="98431"/>
                  </a:lnTo>
                  <a:lnTo>
                    <a:pt x="502199" y="136356"/>
                  </a:lnTo>
                  <a:lnTo>
                    <a:pt x="517424" y="178267"/>
                  </a:lnTo>
                  <a:lnTo>
                    <a:pt x="522732" y="223265"/>
                  </a:lnTo>
                  <a:lnTo>
                    <a:pt x="517424" y="268261"/>
                  </a:lnTo>
                  <a:lnTo>
                    <a:pt x="502199" y="310170"/>
                  </a:lnTo>
                  <a:lnTo>
                    <a:pt x="478108" y="348095"/>
                  </a:lnTo>
                  <a:lnTo>
                    <a:pt x="446198" y="381138"/>
                  </a:lnTo>
                  <a:lnTo>
                    <a:pt x="407520" y="408401"/>
                  </a:lnTo>
                  <a:lnTo>
                    <a:pt x="363122" y="428986"/>
                  </a:lnTo>
                  <a:lnTo>
                    <a:pt x="314054" y="441995"/>
                  </a:lnTo>
                  <a:lnTo>
                    <a:pt x="261366" y="446531"/>
                  </a:lnTo>
                  <a:lnTo>
                    <a:pt x="208677" y="441995"/>
                  </a:lnTo>
                  <a:lnTo>
                    <a:pt x="159609" y="428986"/>
                  </a:lnTo>
                  <a:lnTo>
                    <a:pt x="115211" y="408401"/>
                  </a:lnTo>
                  <a:lnTo>
                    <a:pt x="76533" y="381138"/>
                  </a:lnTo>
                  <a:lnTo>
                    <a:pt x="44623" y="348095"/>
                  </a:lnTo>
                  <a:lnTo>
                    <a:pt x="20532" y="310170"/>
                  </a:lnTo>
                  <a:lnTo>
                    <a:pt x="5307" y="268261"/>
                  </a:lnTo>
                  <a:lnTo>
                    <a:pt x="0" y="223265"/>
                  </a:lnTo>
                  <a:close/>
                </a:path>
              </a:pathLst>
            </a:custGeom>
            <a:ln w="9144">
              <a:solidFill>
                <a:srgbClr val="40B9D2"/>
              </a:solidFill>
            </a:ln>
          </p:spPr>
          <p:txBody>
            <a:bodyPr wrap="square" lIns="0" tIns="0" rIns="0" bIns="0" rtlCol="0"/>
            <a:lstStyle/>
            <a:p>
              <a:endParaRPr/>
            </a:p>
          </p:txBody>
        </p:sp>
      </p:grpSp>
      <p:sp>
        <p:nvSpPr>
          <p:cNvPr id="71" name="object 71"/>
          <p:cNvSpPr txBox="1"/>
          <p:nvPr/>
        </p:nvSpPr>
        <p:spPr>
          <a:xfrm>
            <a:off x="8113776" y="5267325"/>
            <a:ext cx="384175" cy="391160"/>
          </a:xfrm>
          <a:prstGeom prst="rect">
            <a:avLst/>
          </a:prstGeom>
        </p:spPr>
        <p:txBody>
          <a:bodyPr vert="horz" wrap="square" lIns="0" tIns="12700" rIns="0" bIns="0" rtlCol="0">
            <a:spAutoFit/>
          </a:bodyPr>
          <a:lstStyle/>
          <a:p>
            <a:pPr marL="38100">
              <a:lnSpc>
                <a:spcPct val="100000"/>
              </a:lnSpc>
              <a:spcBef>
                <a:spcPts val="100"/>
              </a:spcBef>
            </a:pPr>
            <a:r>
              <a:rPr sz="2400" spc="-1180" dirty="0">
                <a:solidFill>
                  <a:srgbClr val="FFFFFF"/>
                </a:solidFill>
                <a:latin typeface="Calibri"/>
                <a:cs typeface="Calibri"/>
              </a:rPr>
              <a:t>1</a:t>
            </a:r>
            <a:r>
              <a:rPr sz="2700" spc="172" baseline="10802" dirty="0">
                <a:solidFill>
                  <a:srgbClr val="FFFFFF"/>
                </a:solidFill>
                <a:latin typeface="Cambria Math"/>
                <a:cs typeface="Cambria Math"/>
              </a:rPr>
              <a:t>2</a:t>
            </a:r>
            <a:r>
              <a:rPr sz="2400" spc="-35" dirty="0">
                <a:solidFill>
                  <a:srgbClr val="FFFFFF"/>
                </a:solidFill>
                <a:latin typeface="Calibri"/>
                <a:cs typeface="Calibri"/>
              </a:rPr>
              <a:t>7</a:t>
            </a:r>
            <a:endParaRPr sz="2400">
              <a:latin typeface="Calibri"/>
              <a:cs typeface="Calibri"/>
            </a:endParaRPr>
          </a:p>
        </p:txBody>
      </p:sp>
      <p:sp>
        <p:nvSpPr>
          <p:cNvPr id="72" name="object 72"/>
          <p:cNvSpPr txBox="1"/>
          <p:nvPr/>
        </p:nvSpPr>
        <p:spPr>
          <a:xfrm>
            <a:off x="6448805" y="5123764"/>
            <a:ext cx="151765" cy="300355"/>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E</a:t>
            </a:r>
            <a:endParaRPr sz="1800">
              <a:latin typeface="Corbel"/>
              <a:cs typeface="Corbel"/>
            </a:endParaRPr>
          </a:p>
        </p:txBody>
      </p:sp>
      <p:sp>
        <p:nvSpPr>
          <p:cNvPr id="73" name="object 73"/>
          <p:cNvSpPr txBox="1"/>
          <p:nvPr/>
        </p:nvSpPr>
        <p:spPr>
          <a:xfrm>
            <a:off x="7578979" y="5126482"/>
            <a:ext cx="9398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a:t>
            </a:r>
            <a:endParaRPr sz="1800">
              <a:latin typeface="Corbel"/>
              <a:cs typeface="Corbel"/>
            </a:endParaRPr>
          </a:p>
        </p:txBody>
      </p:sp>
      <p:sp>
        <p:nvSpPr>
          <p:cNvPr id="74" name="object 74"/>
          <p:cNvSpPr txBox="1"/>
          <p:nvPr/>
        </p:nvSpPr>
        <p:spPr>
          <a:xfrm>
            <a:off x="5335015" y="5125339"/>
            <a:ext cx="9398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orbel"/>
                <a:cs typeface="Corbel"/>
              </a:rPr>
              <a:t>(</a:t>
            </a:r>
            <a:endParaRPr sz="1800">
              <a:latin typeface="Corbel"/>
              <a:cs typeface="Corbel"/>
            </a:endParaRPr>
          </a:p>
        </p:txBody>
      </p:sp>
      <p:sp>
        <p:nvSpPr>
          <p:cNvPr id="75" name="object 75"/>
          <p:cNvSpPr txBox="1"/>
          <p:nvPr/>
        </p:nvSpPr>
        <p:spPr>
          <a:xfrm>
            <a:off x="3969765" y="5326126"/>
            <a:ext cx="2927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F</a:t>
            </a:r>
            <a:r>
              <a:rPr sz="1800" spc="345" dirty="0">
                <a:latin typeface="Corbel"/>
                <a:cs typeface="Corbel"/>
              </a:rPr>
              <a:t> </a:t>
            </a:r>
            <a:r>
              <a:rPr sz="1800" spc="-50" dirty="0">
                <a:latin typeface="Corbel"/>
                <a:cs typeface="Corbel"/>
              </a:rPr>
              <a:t>:</a:t>
            </a:r>
            <a:endParaRPr sz="1800">
              <a:latin typeface="Corbel"/>
              <a:cs typeface="Corbe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405"/>
              </a:spcBef>
            </a:pPr>
            <a:endParaRPr sz="3600">
              <a:latin typeface="Times New Roman"/>
              <a:cs typeface="Times New Roman"/>
            </a:endParaRPr>
          </a:p>
          <a:p>
            <a:pPr marL="344170" marR="758190">
              <a:lnSpc>
                <a:spcPts val="3890"/>
              </a:lnSpc>
            </a:pPr>
            <a:r>
              <a:rPr sz="3600" b="1" spc="-70" dirty="0">
                <a:solidFill>
                  <a:srgbClr val="FFFFFF"/>
                </a:solidFill>
                <a:latin typeface="Cambria"/>
                <a:cs typeface="Cambria"/>
              </a:rPr>
              <a:t>Handle</a:t>
            </a:r>
            <a:r>
              <a:rPr sz="3600" b="1" spc="-105" dirty="0">
                <a:solidFill>
                  <a:srgbClr val="FFFFFF"/>
                </a:solidFill>
                <a:latin typeface="Cambria"/>
                <a:cs typeface="Cambria"/>
              </a:rPr>
              <a:t> </a:t>
            </a:r>
            <a:r>
              <a:rPr sz="3600" b="1" spc="-25" dirty="0">
                <a:solidFill>
                  <a:srgbClr val="FFFFFF"/>
                </a:solidFill>
                <a:latin typeface="Cambria"/>
                <a:cs typeface="Cambria"/>
              </a:rPr>
              <a:t>and </a:t>
            </a:r>
            <a:r>
              <a:rPr sz="3600" b="1" spc="-10" dirty="0">
                <a:solidFill>
                  <a:srgbClr val="FFFFFF"/>
                </a:solidFill>
                <a:latin typeface="Cambria"/>
                <a:cs typeface="Cambria"/>
              </a:rPr>
              <a:t>Handle Pruning</a:t>
            </a:r>
            <a:endParaRPr sz="3600">
              <a:latin typeface="Cambria"/>
              <a:cs typeface="Cambria"/>
            </a:endParaRPr>
          </a:p>
        </p:txBody>
      </p:sp>
      <p:sp>
        <p:nvSpPr>
          <p:cNvPr id="3" name="object 3"/>
          <p:cNvSpPr txBox="1">
            <a:spLocks noGrp="1"/>
          </p:cNvSpPr>
          <p:nvPr>
            <p:ph type="title"/>
          </p:nvPr>
        </p:nvSpPr>
        <p:spPr>
          <a:xfrm>
            <a:off x="3641216" y="616407"/>
            <a:ext cx="7204075" cy="1379855"/>
          </a:xfrm>
          <a:prstGeom prst="rect">
            <a:avLst/>
          </a:prstGeom>
        </p:spPr>
        <p:txBody>
          <a:bodyPr vert="horz" wrap="square" lIns="0" tIns="49530" rIns="0" bIns="0" rtlCol="0">
            <a:spAutoFit/>
          </a:bodyPr>
          <a:lstStyle/>
          <a:p>
            <a:pPr marL="195580" marR="5080" indent="-182880" algn="just">
              <a:lnSpc>
                <a:spcPct val="90000"/>
              </a:lnSpc>
              <a:spcBef>
                <a:spcPts val="390"/>
              </a:spcBef>
            </a:pPr>
            <a:r>
              <a:rPr spc="-1250" dirty="0">
                <a:solidFill>
                  <a:srgbClr val="40B9D2"/>
                </a:solidFill>
                <a:latin typeface="Arial MT"/>
                <a:cs typeface="Arial MT"/>
              </a:rPr>
              <a:t>🞄</a:t>
            </a:r>
            <a:r>
              <a:rPr spc="-95" dirty="0">
                <a:solidFill>
                  <a:srgbClr val="40B9D2"/>
                </a:solidFill>
                <a:latin typeface="Arial MT"/>
                <a:cs typeface="Arial MT"/>
              </a:rPr>
              <a:t> </a:t>
            </a:r>
            <a:r>
              <a:rPr spc="-15" dirty="0"/>
              <a:t>Handle:-</a:t>
            </a:r>
            <a:r>
              <a:rPr spc="530" dirty="0"/>
              <a:t> </a:t>
            </a:r>
            <a:r>
              <a:rPr spc="-15" dirty="0"/>
              <a:t>A</a:t>
            </a:r>
            <a:r>
              <a:rPr spc="550" dirty="0"/>
              <a:t> </a:t>
            </a:r>
            <a:r>
              <a:rPr spc="-15" dirty="0"/>
              <a:t>handle</a:t>
            </a:r>
            <a:r>
              <a:rPr spc="530" dirty="0"/>
              <a:t> </a:t>
            </a:r>
            <a:r>
              <a:rPr spc="-5" dirty="0"/>
              <a:t>o</a:t>
            </a:r>
            <a:r>
              <a:rPr dirty="0"/>
              <a:t>f</a:t>
            </a:r>
            <a:r>
              <a:rPr spc="550" dirty="0"/>
              <a:t> </a:t>
            </a:r>
            <a:r>
              <a:rPr spc="-15" dirty="0"/>
              <a:t>a</a:t>
            </a:r>
            <a:r>
              <a:rPr spc="540" dirty="0"/>
              <a:t> </a:t>
            </a:r>
            <a:r>
              <a:rPr spc="-5" dirty="0"/>
              <a:t>strin</a:t>
            </a:r>
            <a:r>
              <a:rPr dirty="0"/>
              <a:t>g</a:t>
            </a:r>
            <a:r>
              <a:rPr spc="535" dirty="0"/>
              <a:t> </a:t>
            </a:r>
            <a:r>
              <a:rPr spc="-10" dirty="0"/>
              <a:t>is</a:t>
            </a:r>
            <a:r>
              <a:rPr spc="520" dirty="0"/>
              <a:t> </a:t>
            </a:r>
            <a:r>
              <a:rPr spc="-15" dirty="0"/>
              <a:t>a</a:t>
            </a:r>
            <a:r>
              <a:rPr spc="535" dirty="0"/>
              <a:t> </a:t>
            </a:r>
            <a:r>
              <a:rPr spc="-5" dirty="0"/>
              <a:t>substring</a:t>
            </a:r>
            <a:r>
              <a:rPr dirty="0"/>
              <a:t>  </a:t>
            </a:r>
            <a:r>
              <a:rPr spc="-5" dirty="0"/>
              <a:t>o</a:t>
            </a:r>
            <a:r>
              <a:rPr dirty="0"/>
              <a:t>f</a:t>
            </a:r>
            <a:r>
              <a:rPr spc="540" dirty="0"/>
              <a:t> </a:t>
            </a:r>
            <a:r>
              <a:rPr spc="-70" dirty="0"/>
              <a:t>the</a:t>
            </a:r>
            <a:r>
              <a:rPr spc="-10" dirty="0"/>
              <a:t> </a:t>
            </a:r>
            <a:r>
              <a:rPr spc="-5" dirty="0"/>
              <a:t>strin</a:t>
            </a:r>
            <a:r>
              <a:rPr dirty="0"/>
              <a:t>g</a:t>
            </a:r>
            <a:r>
              <a:rPr spc="35" dirty="0"/>
              <a:t> </a:t>
            </a:r>
            <a:r>
              <a:rPr spc="-15" dirty="0"/>
              <a:t>that</a:t>
            </a:r>
            <a:r>
              <a:rPr spc="20" dirty="0"/>
              <a:t> </a:t>
            </a:r>
            <a:r>
              <a:rPr spc="-20" dirty="0"/>
              <a:t>matches</a:t>
            </a:r>
            <a:r>
              <a:rPr spc="25" dirty="0"/>
              <a:t> </a:t>
            </a:r>
            <a:r>
              <a:rPr spc="-10" dirty="0"/>
              <a:t>the</a:t>
            </a:r>
            <a:r>
              <a:rPr spc="25" dirty="0"/>
              <a:t> </a:t>
            </a:r>
            <a:r>
              <a:rPr spc="-10" dirty="0"/>
              <a:t>r</a:t>
            </a:r>
            <a:r>
              <a:rPr spc="-5" dirty="0"/>
              <a:t>igh</a:t>
            </a:r>
            <a:r>
              <a:rPr dirty="0"/>
              <a:t>t</a:t>
            </a:r>
            <a:r>
              <a:rPr spc="20" dirty="0"/>
              <a:t> </a:t>
            </a:r>
            <a:r>
              <a:rPr spc="-15" dirty="0"/>
              <a:t>side</a:t>
            </a:r>
            <a:r>
              <a:rPr spc="20" dirty="0"/>
              <a:t> </a:t>
            </a:r>
            <a:r>
              <a:rPr spc="-5" dirty="0"/>
              <a:t>o</a:t>
            </a:r>
            <a:r>
              <a:rPr dirty="0"/>
              <a:t>f</a:t>
            </a:r>
            <a:r>
              <a:rPr spc="25" dirty="0"/>
              <a:t> </a:t>
            </a:r>
            <a:r>
              <a:rPr spc="-15" dirty="0"/>
              <a:t>a</a:t>
            </a:r>
            <a:r>
              <a:rPr spc="25" dirty="0"/>
              <a:t> </a:t>
            </a:r>
            <a:r>
              <a:rPr spc="-10" dirty="0"/>
              <a:t>production,</a:t>
            </a:r>
            <a:r>
              <a:rPr spc="30" dirty="0"/>
              <a:t> </a:t>
            </a:r>
            <a:r>
              <a:rPr spc="-10" dirty="0"/>
              <a:t>and</a:t>
            </a:r>
            <a:r>
              <a:rPr spc="-5" dirty="0"/>
              <a:t> </a:t>
            </a:r>
            <a:r>
              <a:rPr spc="-35" dirty="0"/>
              <a:t>we</a:t>
            </a:r>
            <a:r>
              <a:rPr spc="295" dirty="0"/>
              <a:t> </a:t>
            </a:r>
            <a:r>
              <a:rPr spc="-20" dirty="0"/>
              <a:t>can</a:t>
            </a:r>
            <a:r>
              <a:rPr spc="305" dirty="0"/>
              <a:t> </a:t>
            </a:r>
            <a:r>
              <a:rPr spc="-20" dirty="0"/>
              <a:t>reduce</a:t>
            </a:r>
            <a:r>
              <a:rPr spc="310" dirty="0"/>
              <a:t> </a:t>
            </a:r>
            <a:r>
              <a:rPr spc="-15" dirty="0"/>
              <a:t>such</a:t>
            </a:r>
            <a:r>
              <a:rPr spc="305" dirty="0"/>
              <a:t> </a:t>
            </a:r>
            <a:r>
              <a:rPr spc="-5" dirty="0"/>
              <a:t>strin</a:t>
            </a:r>
            <a:r>
              <a:rPr dirty="0"/>
              <a:t>g</a:t>
            </a:r>
            <a:r>
              <a:rPr spc="305" dirty="0"/>
              <a:t> </a:t>
            </a:r>
            <a:r>
              <a:rPr spc="-40" dirty="0"/>
              <a:t>by</a:t>
            </a:r>
            <a:r>
              <a:rPr spc="295" dirty="0"/>
              <a:t> </a:t>
            </a:r>
            <a:r>
              <a:rPr spc="-15" dirty="0"/>
              <a:t>a</a:t>
            </a:r>
            <a:r>
              <a:rPr spc="300" dirty="0"/>
              <a:t> </a:t>
            </a:r>
            <a:r>
              <a:rPr spc="-10" dirty="0"/>
              <a:t>n</a:t>
            </a:r>
            <a:r>
              <a:rPr spc="-5" dirty="0"/>
              <a:t>o</a:t>
            </a:r>
            <a:r>
              <a:rPr dirty="0"/>
              <a:t>n</a:t>
            </a:r>
            <a:r>
              <a:rPr spc="295" dirty="0"/>
              <a:t> </a:t>
            </a:r>
            <a:r>
              <a:rPr spc="-10" dirty="0"/>
              <a:t>terminal</a:t>
            </a:r>
            <a:r>
              <a:rPr spc="305" dirty="0"/>
              <a:t> </a:t>
            </a:r>
            <a:r>
              <a:rPr spc="-5" dirty="0"/>
              <a:t>o</a:t>
            </a:r>
            <a:r>
              <a:rPr dirty="0"/>
              <a:t>n</a:t>
            </a:r>
            <a:r>
              <a:rPr spc="300" dirty="0"/>
              <a:t> </a:t>
            </a:r>
            <a:r>
              <a:rPr spc="-10" dirty="0"/>
              <a:t>left </a:t>
            </a:r>
            <a:r>
              <a:rPr spc="-15" dirty="0"/>
              <a:t>hand</a:t>
            </a:r>
            <a:r>
              <a:rPr spc="5" dirty="0"/>
              <a:t> </a:t>
            </a:r>
            <a:r>
              <a:rPr spc="-15" dirty="0"/>
              <a:t>side</a:t>
            </a:r>
            <a:r>
              <a:rPr spc="10" dirty="0"/>
              <a:t> </a:t>
            </a:r>
            <a:r>
              <a:rPr spc="-10" dirty="0"/>
              <a:t>production.</a:t>
            </a:r>
          </a:p>
        </p:txBody>
      </p:sp>
      <p:sp>
        <p:nvSpPr>
          <p:cNvPr id="4" name="object 4"/>
          <p:cNvSpPr txBox="1"/>
          <p:nvPr/>
        </p:nvSpPr>
        <p:spPr>
          <a:xfrm>
            <a:off x="3641216" y="2086483"/>
            <a:ext cx="7200900" cy="1049655"/>
          </a:xfrm>
          <a:prstGeom prst="rect">
            <a:avLst/>
          </a:prstGeom>
        </p:spPr>
        <p:txBody>
          <a:bodyPr vert="horz" wrap="square" lIns="0" tIns="53975" rIns="0" bIns="0" rtlCol="0">
            <a:spAutoFit/>
          </a:bodyPr>
          <a:lstStyle/>
          <a:p>
            <a:pPr marL="195580" marR="5080" indent="-182880" algn="just">
              <a:lnSpc>
                <a:spcPts val="2590"/>
              </a:lnSpc>
              <a:spcBef>
                <a:spcPts val="42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spc="-15" dirty="0">
                <a:latin typeface="Cambria"/>
                <a:cs typeface="Cambria"/>
              </a:rPr>
              <a:t>Handle</a:t>
            </a:r>
            <a:r>
              <a:rPr sz="2400" spc="90" dirty="0">
                <a:latin typeface="Cambria"/>
                <a:cs typeface="Cambria"/>
              </a:rPr>
              <a:t> </a:t>
            </a:r>
            <a:r>
              <a:rPr sz="2400" spc="-5" dirty="0">
                <a:latin typeface="Cambria"/>
                <a:cs typeface="Cambria"/>
              </a:rPr>
              <a:t>Pruning:-</a:t>
            </a:r>
            <a:r>
              <a:rPr sz="2400" spc="75" dirty="0">
                <a:latin typeface="Cambria"/>
                <a:cs typeface="Cambria"/>
              </a:rPr>
              <a:t> </a:t>
            </a:r>
            <a:r>
              <a:rPr sz="2400" spc="-15" dirty="0">
                <a:latin typeface="Cambria"/>
                <a:cs typeface="Cambria"/>
              </a:rPr>
              <a:t>The</a:t>
            </a:r>
            <a:r>
              <a:rPr sz="2400" spc="75" dirty="0">
                <a:latin typeface="Cambria"/>
                <a:cs typeface="Cambria"/>
              </a:rPr>
              <a:t> </a:t>
            </a:r>
            <a:r>
              <a:rPr sz="2400" spc="-15" dirty="0">
                <a:latin typeface="Cambria"/>
                <a:cs typeface="Cambria"/>
              </a:rPr>
              <a:t>process</a:t>
            </a:r>
            <a:r>
              <a:rPr sz="2400" spc="80" dirty="0">
                <a:latin typeface="Cambria"/>
                <a:cs typeface="Cambria"/>
              </a:rPr>
              <a:t> </a:t>
            </a:r>
            <a:r>
              <a:rPr sz="2400" spc="-5" dirty="0">
                <a:latin typeface="Cambria"/>
                <a:cs typeface="Cambria"/>
              </a:rPr>
              <a:t>o</a:t>
            </a:r>
            <a:r>
              <a:rPr sz="2400" dirty="0">
                <a:latin typeface="Cambria"/>
                <a:cs typeface="Cambria"/>
              </a:rPr>
              <a:t>f</a:t>
            </a:r>
            <a:r>
              <a:rPr sz="2400" spc="100" dirty="0">
                <a:latin typeface="Cambria"/>
                <a:cs typeface="Cambria"/>
              </a:rPr>
              <a:t> </a:t>
            </a:r>
            <a:r>
              <a:rPr sz="2400" spc="-15" dirty="0">
                <a:latin typeface="Cambria"/>
                <a:cs typeface="Cambria"/>
              </a:rPr>
              <a:t>discovering</a:t>
            </a:r>
            <a:r>
              <a:rPr sz="2400" spc="80" dirty="0">
                <a:latin typeface="Cambria"/>
                <a:cs typeface="Cambria"/>
              </a:rPr>
              <a:t> </a:t>
            </a:r>
            <a:r>
              <a:rPr sz="2400" spc="-15" dirty="0">
                <a:latin typeface="Cambria"/>
                <a:cs typeface="Cambria"/>
              </a:rPr>
              <a:t>a</a:t>
            </a:r>
            <a:r>
              <a:rPr sz="2400" spc="85" dirty="0">
                <a:latin typeface="Cambria"/>
                <a:cs typeface="Cambria"/>
              </a:rPr>
              <a:t> </a:t>
            </a:r>
            <a:r>
              <a:rPr sz="2400" spc="-55" dirty="0">
                <a:latin typeface="Cambria"/>
                <a:cs typeface="Cambria"/>
              </a:rPr>
              <a:t>handle</a:t>
            </a:r>
            <a:r>
              <a:rPr sz="2400" spc="-10" dirty="0">
                <a:latin typeface="Cambria"/>
                <a:cs typeface="Cambria"/>
              </a:rPr>
              <a:t> and</a:t>
            </a:r>
            <a:r>
              <a:rPr sz="2400" spc="675" dirty="0">
                <a:latin typeface="Cambria"/>
                <a:cs typeface="Cambria"/>
              </a:rPr>
              <a:t> </a:t>
            </a:r>
            <a:r>
              <a:rPr sz="2400" spc="-15" dirty="0">
                <a:latin typeface="Cambria"/>
                <a:cs typeface="Cambria"/>
              </a:rPr>
              <a:t>reducing</a:t>
            </a:r>
            <a:r>
              <a:rPr sz="2400" spc="670" dirty="0">
                <a:latin typeface="Cambria"/>
                <a:cs typeface="Cambria"/>
              </a:rPr>
              <a:t> </a:t>
            </a:r>
            <a:r>
              <a:rPr sz="2400" dirty="0">
                <a:latin typeface="Cambria"/>
                <a:cs typeface="Cambria"/>
              </a:rPr>
              <a:t>it</a:t>
            </a:r>
            <a:r>
              <a:rPr sz="2400" spc="685" dirty="0">
                <a:latin typeface="Cambria"/>
                <a:cs typeface="Cambria"/>
              </a:rPr>
              <a:t> </a:t>
            </a:r>
            <a:r>
              <a:rPr sz="2400" spc="-25" dirty="0">
                <a:latin typeface="Cambria"/>
                <a:cs typeface="Cambria"/>
              </a:rPr>
              <a:t>to</a:t>
            </a:r>
            <a:r>
              <a:rPr sz="2400" spc="675" dirty="0">
                <a:latin typeface="Cambria"/>
                <a:cs typeface="Cambria"/>
              </a:rPr>
              <a:t> </a:t>
            </a:r>
            <a:r>
              <a:rPr sz="2400" spc="-15" dirty="0">
                <a:latin typeface="Cambria"/>
                <a:cs typeface="Cambria"/>
              </a:rPr>
              <a:t>appropriate</a:t>
            </a:r>
            <a:r>
              <a:rPr sz="2400" spc="685" dirty="0">
                <a:latin typeface="Cambria"/>
                <a:cs typeface="Cambria"/>
              </a:rPr>
              <a:t> </a:t>
            </a:r>
            <a:r>
              <a:rPr sz="2400" spc="-15" dirty="0">
                <a:latin typeface="Cambria"/>
                <a:cs typeface="Cambria"/>
              </a:rPr>
              <a:t>left</a:t>
            </a:r>
            <a:r>
              <a:rPr sz="2400" spc="685" dirty="0">
                <a:latin typeface="Cambria"/>
                <a:cs typeface="Cambria"/>
              </a:rPr>
              <a:t> </a:t>
            </a:r>
            <a:r>
              <a:rPr sz="2400" spc="-15" dirty="0">
                <a:latin typeface="Cambria"/>
                <a:cs typeface="Cambria"/>
              </a:rPr>
              <a:t>hand</a:t>
            </a:r>
            <a:r>
              <a:rPr sz="2400" spc="680" dirty="0">
                <a:latin typeface="Cambria"/>
                <a:cs typeface="Cambria"/>
              </a:rPr>
              <a:t> </a:t>
            </a:r>
            <a:r>
              <a:rPr sz="2400" spc="-15" dirty="0">
                <a:latin typeface="Cambria"/>
                <a:cs typeface="Cambria"/>
              </a:rPr>
              <a:t>side</a:t>
            </a:r>
            <a:r>
              <a:rPr sz="2400" spc="685" dirty="0">
                <a:latin typeface="Cambria"/>
                <a:cs typeface="Cambria"/>
              </a:rPr>
              <a:t> </a:t>
            </a:r>
            <a:r>
              <a:rPr sz="2400" spc="-5" dirty="0">
                <a:latin typeface="Cambria"/>
                <a:cs typeface="Cambria"/>
              </a:rPr>
              <a:t>non </a:t>
            </a:r>
            <a:r>
              <a:rPr sz="2400" spc="-10" dirty="0">
                <a:latin typeface="Cambria"/>
                <a:cs typeface="Cambria"/>
              </a:rPr>
              <a:t>terminal</a:t>
            </a:r>
            <a:r>
              <a:rPr sz="2400" spc="-15" dirty="0">
                <a:latin typeface="Cambria"/>
                <a:cs typeface="Cambria"/>
              </a:rPr>
              <a:t> </a:t>
            </a:r>
            <a:r>
              <a:rPr sz="2400" spc="-10" dirty="0">
                <a:latin typeface="Cambria"/>
                <a:cs typeface="Cambria"/>
              </a:rPr>
              <a:t>is</a:t>
            </a:r>
            <a:r>
              <a:rPr sz="2400" spc="-5" dirty="0">
                <a:latin typeface="Cambria"/>
                <a:cs typeface="Cambria"/>
              </a:rPr>
              <a:t> </a:t>
            </a:r>
            <a:r>
              <a:rPr sz="2400" spc="-20" dirty="0">
                <a:latin typeface="Cambria"/>
                <a:cs typeface="Cambria"/>
              </a:rPr>
              <a:t>known</a:t>
            </a:r>
            <a:r>
              <a:rPr sz="2400" spc="-5" dirty="0">
                <a:latin typeface="Cambria"/>
                <a:cs typeface="Cambria"/>
              </a:rPr>
              <a:t> </a:t>
            </a:r>
            <a:r>
              <a:rPr sz="2400" spc="-10" dirty="0">
                <a:latin typeface="Cambria"/>
                <a:cs typeface="Cambria"/>
              </a:rPr>
              <a:t>as</a:t>
            </a:r>
            <a:r>
              <a:rPr sz="2400" spc="-5" dirty="0">
                <a:latin typeface="Cambria"/>
                <a:cs typeface="Cambria"/>
              </a:rPr>
              <a:t> </a:t>
            </a:r>
            <a:r>
              <a:rPr sz="2400" spc="-15" dirty="0">
                <a:latin typeface="Cambria"/>
                <a:cs typeface="Cambria"/>
              </a:rPr>
              <a:t>handle</a:t>
            </a:r>
            <a:r>
              <a:rPr sz="2400" spc="5" dirty="0">
                <a:latin typeface="Cambria"/>
                <a:cs typeface="Cambria"/>
              </a:rPr>
              <a:t> </a:t>
            </a:r>
            <a:r>
              <a:rPr sz="2400" spc="-5" dirty="0">
                <a:latin typeface="Cambria"/>
                <a:cs typeface="Cambria"/>
              </a:rPr>
              <a:t>pruning.</a:t>
            </a:r>
            <a:endParaRPr sz="2400">
              <a:latin typeface="Cambria"/>
              <a:cs typeface="Cambria"/>
            </a:endParaRPr>
          </a:p>
        </p:txBody>
      </p:sp>
      <p:sp>
        <p:nvSpPr>
          <p:cNvPr id="5" name="object 5"/>
          <p:cNvSpPr/>
          <p:nvPr/>
        </p:nvSpPr>
        <p:spPr>
          <a:xfrm>
            <a:off x="9710265" y="3225614"/>
            <a:ext cx="2360930" cy="3147060"/>
          </a:xfrm>
          <a:custGeom>
            <a:avLst/>
            <a:gdLst/>
            <a:ahLst/>
            <a:cxnLst/>
            <a:rect l="l" t="t" r="r" b="b"/>
            <a:pathLst>
              <a:path w="2360929" h="3147060">
                <a:moveTo>
                  <a:pt x="2360745" y="0"/>
                </a:moveTo>
                <a:lnTo>
                  <a:pt x="0" y="0"/>
                </a:lnTo>
                <a:lnTo>
                  <a:pt x="0" y="3146588"/>
                </a:lnTo>
                <a:lnTo>
                  <a:pt x="2360746" y="3146588"/>
                </a:lnTo>
                <a:lnTo>
                  <a:pt x="2360745" y="0"/>
                </a:lnTo>
                <a:close/>
              </a:path>
            </a:pathLst>
          </a:custGeom>
          <a:solidFill>
            <a:srgbClr val="FFFFFF"/>
          </a:solidFill>
        </p:spPr>
        <p:txBody>
          <a:bodyPr wrap="square" lIns="0" tIns="0" rIns="0" bIns="0" rtlCol="0"/>
          <a:lstStyle/>
          <a:p>
            <a:endParaRPr/>
          </a:p>
        </p:txBody>
      </p:sp>
      <p:graphicFrame>
        <p:nvGraphicFramePr>
          <p:cNvPr id="6" name="object 6"/>
          <p:cNvGraphicFramePr>
            <a:graphicFrameLocks noGrp="1"/>
          </p:cNvGraphicFramePr>
          <p:nvPr/>
        </p:nvGraphicFramePr>
        <p:xfrm>
          <a:off x="3555746" y="3202555"/>
          <a:ext cx="8607425" cy="3161030"/>
        </p:xfrm>
        <a:graphic>
          <a:graphicData uri="http://schemas.openxmlformats.org/drawingml/2006/table">
            <a:tbl>
              <a:tblPr firstRow="1" bandRow="1">
                <a:tableStyleId>{2D5ABB26-0587-4C30-8999-92F81FD0307C}</a:tableStyleId>
              </a:tblPr>
              <a:tblGrid>
                <a:gridCol w="2743200">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gridCol w="2049779">
                  <a:extLst>
                    <a:ext uri="{9D8B030D-6E8A-4147-A177-3AD203B41FA5}">
                      <a16:colId xmlns:a16="http://schemas.microsoft.com/office/drawing/2014/main" val="20002"/>
                    </a:ext>
                  </a:extLst>
                </a:gridCol>
                <a:gridCol w="2383154">
                  <a:extLst>
                    <a:ext uri="{9D8B030D-6E8A-4147-A177-3AD203B41FA5}">
                      <a16:colId xmlns:a16="http://schemas.microsoft.com/office/drawing/2014/main" val="20003"/>
                    </a:ext>
                  </a:extLst>
                </a:gridCol>
              </a:tblGrid>
              <a:tr h="639445">
                <a:tc>
                  <a:txBody>
                    <a:bodyPr/>
                    <a:lstStyle/>
                    <a:p>
                      <a:pPr marL="91440">
                        <a:lnSpc>
                          <a:spcPct val="100000"/>
                        </a:lnSpc>
                        <a:spcBef>
                          <a:spcPts val="315"/>
                        </a:spcBef>
                      </a:pPr>
                      <a:r>
                        <a:rPr sz="1800" b="1" dirty="0">
                          <a:latin typeface="Cambria"/>
                          <a:cs typeface="Cambria"/>
                        </a:rPr>
                        <a:t>Right</a:t>
                      </a:r>
                      <a:r>
                        <a:rPr sz="1800" b="1" spc="-50" dirty="0">
                          <a:latin typeface="Cambria"/>
                          <a:cs typeface="Cambria"/>
                        </a:rPr>
                        <a:t> </a:t>
                      </a:r>
                      <a:r>
                        <a:rPr sz="1800" b="1" dirty="0">
                          <a:latin typeface="Cambria"/>
                          <a:cs typeface="Cambria"/>
                        </a:rPr>
                        <a:t>sentential</a:t>
                      </a:r>
                      <a:r>
                        <a:rPr sz="1800" b="1" spc="-70" dirty="0">
                          <a:latin typeface="Cambria"/>
                          <a:cs typeface="Cambria"/>
                        </a:rPr>
                        <a:t> </a:t>
                      </a:r>
                      <a:r>
                        <a:rPr sz="1800" b="1" spc="-20" dirty="0">
                          <a:latin typeface="Cambria"/>
                          <a:cs typeface="Cambria"/>
                        </a:rPr>
                        <a:t>form</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2075">
                        <a:lnSpc>
                          <a:spcPct val="100000"/>
                        </a:lnSpc>
                        <a:spcBef>
                          <a:spcPts val="315"/>
                        </a:spcBef>
                      </a:pPr>
                      <a:r>
                        <a:rPr sz="1800" b="1" spc="-10" dirty="0">
                          <a:latin typeface="Cambria"/>
                          <a:cs typeface="Cambria"/>
                        </a:rPr>
                        <a:t>Handle</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2075" marR="773430">
                        <a:lnSpc>
                          <a:spcPct val="100000"/>
                        </a:lnSpc>
                        <a:spcBef>
                          <a:spcPts val="315"/>
                        </a:spcBef>
                      </a:pPr>
                      <a:r>
                        <a:rPr sz="1800" b="1" spc="-10" dirty="0">
                          <a:latin typeface="Cambria"/>
                          <a:cs typeface="Cambria"/>
                        </a:rPr>
                        <a:t>Reducing Production</a:t>
                      </a:r>
                      <a:endParaRPr sz="1800">
                        <a:latin typeface="Cambria"/>
                        <a:cs typeface="Cambria"/>
                      </a:endParaRPr>
                    </a:p>
                  </a:txBody>
                  <a:tcPr marL="0" marR="0" marT="40005" marB="0">
                    <a:lnL w="12700">
                      <a:solidFill>
                        <a:srgbClr val="FFFFFF"/>
                      </a:solidFill>
                      <a:prstDash val="solid"/>
                    </a:lnL>
                    <a:lnR w="28575">
                      <a:solidFill>
                        <a:srgbClr val="FFFFFF"/>
                      </a:solidFill>
                      <a:prstDash val="solid"/>
                    </a:lnR>
                    <a:lnT w="12700">
                      <a:solidFill>
                        <a:srgbClr val="FFFFFF"/>
                      </a:solidFill>
                      <a:prstDash val="solid"/>
                    </a:lnT>
                    <a:lnB w="38100">
                      <a:solidFill>
                        <a:srgbClr val="FFFFFF"/>
                      </a:solidFill>
                      <a:prstDash val="solid"/>
                    </a:lnB>
                    <a:solidFill>
                      <a:srgbClr val="40B9D2"/>
                    </a:solidFill>
                  </a:tcPr>
                </a:tc>
                <a:tc rowSpan="8">
                  <a:txBody>
                    <a:bodyPr/>
                    <a:lstStyle/>
                    <a:p>
                      <a:pPr marL="107314" marR="1442085">
                        <a:lnSpc>
                          <a:spcPts val="1650"/>
                        </a:lnSpc>
                        <a:spcBef>
                          <a:spcPts val="285"/>
                        </a:spcBef>
                      </a:pPr>
                      <a:r>
                        <a:rPr sz="1400" dirty="0">
                          <a:latin typeface="Arial MT"/>
                          <a:cs typeface="Arial MT"/>
                        </a:rPr>
                        <a:t>E</a:t>
                      </a:r>
                      <a:r>
                        <a:rPr sz="1400" spc="15" dirty="0">
                          <a:latin typeface="Arial MT"/>
                          <a:cs typeface="Arial MT"/>
                        </a:rPr>
                        <a:t> </a:t>
                      </a:r>
                      <a:r>
                        <a:rPr sz="1400" spc="-25" dirty="0">
                          <a:latin typeface="Arial MT"/>
                          <a:cs typeface="Arial MT"/>
                        </a:rPr>
                        <a:t>-</a:t>
                      </a:r>
                      <a:r>
                        <a:rPr sz="1400" dirty="0">
                          <a:latin typeface="Arial MT"/>
                          <a:cs typeface="Arial MT"/>
                        </a:rPr>
                        <a:t>&gt;</a:t>
                      </a:r>
                      <a:r>
                        <a:rPr sz="1400" spc="-10" dirty="0">
                          <a:latin typeface="Arial MT"/>
                          <a:cs typeface="Arial MT"/>
                        </a:rPr>
                        <a:t> </a:t>
                      </a:r>
                      <a:r>
                        <a:rPr sz="1400" dirty="0">
                          <a:latin typeface="Arial MT"/>
                          <a:cs typeface="Arial MT"/>
                        </a:rPr>
                        <a:t>E</a:t>
                      </a:r>
                      <a:r>
                        <a:rPr sz="1400" spc="15" dirty="0">
                          <a:latin typeface="Arial MT"/>
                          <a:cs typeface="Arial MT"/>
                        </a:rPr>
                        <a:t> </a:t>
                      </a:r>
                      <a:r>
                        <a:rPr sz="1400" dirty="0">
                          <a:latin typeface="Arial MT"/>
                          <a:cs typeface="Arial MT"/>
                        </a:rPr>
                        <a:t>+</a:t>
                      </a:r>
                      <a:r>
                        <a:rPr sz="1400" spc="-10" dirty="0">
                          <a:latin typeface="Arial MT"/>
                          <a:cs typeface="Arial MT"/>
                        </a:rPr>
                        <a:t> </a:t>
                      </a:r>
                      <a:r>
                        <a:rPr sz="1400" spc="-60" dirty="0">
                          <a:latin typeface="Arial MT"/>
                          <a:cs typeface="Arial MT"/>
                        </a:rPr>
                        <a:t>E </a:t>
                      </a:r>
                      <a:r>
                        <a:rPr sz="1400" dirty="0">
                          <a:latin typeface="Arial MT"/>
                          <a:cs typeface="Arial MT"/>
                        </a:rPr>
                        <a:t>E</a:t>
                      </a:r>
                      <a:r>
                        <a:rPr sz="1400" spc="10" dirty="0">
                          <a:latin typeface="Arial MT"/>
                          <a:cs typeface="Arial MT"/>
                        </a:rPr>
                        <a:t> </a:t>
                      </a:r>
                      <a:r>
                        <a:rPr sz="1400" spc="-25" dirty="0">
                          <a:latin typeface="Arial MT"/>
                          <a:cs typeface="Arial MT"/>
                        </a:rPr>
                        <a:t>-</a:t>
                      </a:r>
                      <a:r>
                        <a:rPr sz="1400" dirty="0">
                          <a:latin typeface="Arial MT"/>
                          <a:cs typeface="Arial MT"/>
                        </a:rPr>
                        <a:t>&gt;</a:t>
                      </a:r>
                      <a:r>
                        <a:rPr sz="1400" spc="-10" dirty="0">
                          <a:latin typeface="Arial MT"/>
                          <a:cs typeface="Arial MT"/>
                        </a:rPr>
                        <a:t> </a:t>
                      </a:r>
                      <a:r>
                        <a:rPr sz="1400" dirty="0">
                          <a:latin typeface="Arial MT"/>
                          <a:cs typeface="Arial MT"/>
                        </a:rPr>
                        <a:t>E</a:t>
                      </a:r>
                      <a:r>
                        <a:rPr sz="1400" spc="10" dirty="0">
                          <a:latin typeface="Arial MT"/>
                          <a:cs typeface="Arial MT"/>
                        </a:rPr>
                        <a:t> </a:t>
                      </a:r>
                      <a:r>
                        <a:rPr sz="1400" dirty="0">
                          <a:latin typeface="Arial MT"/>
                          <a:cs typeface="Arial MT"/>
                        </a:rPr>
                        <a:t>*</a:t>
                      </a:r>
                      <a:r>
                        <a:rPr sz="1400" spc="-40" dirty="0">
                          <a:latin typeface="Arial MT"/>
                          <a:cs typeface="Arial MT"/>
                        </a:rPr>
                        <a:t> </a:t>
                      </a:r>
                      <a:r>
                        <a:rPr sz="1400" spc="-50" dirty="0">
                          <a:latin typeface="Arial MT"/>
                          <a:cs typeface="Arial MT"/>
                        </a:rPr>
                        <a:t>E</a:t>
                      </a:r>
                      <a:endParaRPr sz="1400">
                        <a:latin typeface="Arial MT"/>
                        <a:cs typeface="Arial MT"/>
                      </a:endParaRPr>
                    </a:p>
                    <a:p>
                      <a:pPr marL="107314">
                        <a:lnSpc>
                          <a:spcPts val="1605"/>
                        </a:lnSpc>
                      </a:pPr>
                      <a:r>
                        <a:rPr sz="1400" dirty="0">
                          <a:latin typeface="Arial MT"/>
                          <a:cs typeface="Arial MT"/>
                        </a:rPr>
                        <a:t>E</a:t>
                      </a:r>
                      <a:r>
                        <a:rPr sz="1400" spc="15" dirty="0">
                          <a:latin typeface="Arial MT"/>
                          <a:cs typeface="Arial MT"/>
                        </a:rPr>
                        <a:t> </a:t>
                      </a:r>
                      <a:r>
                        <a:rPr sz="1400" spc="-25" dirty="0">
                          <a:latin typeface="Arial MT"/>
                          <a:cs typeface="Arial MT"/>
                        </a:rPr>
                        <a:t>-</a:t>
                      </a:r>
                      <a:r>
                        <a:rPr sz="1400" dirty="0">
                          <a:latin typeface="Arial MT"/>
                          <a:cs typeface="Arial MT"/>
                        </a:rPr>
                        <a:t>&gt;</a:t>
                      </a:r>
                      <a:r>
                        <a:rPr sz="1400" spc="-10" dirty="0">
                          <a:latin typeface="Arial MT"/>
                          <a:cs typeface="Arial MT"/>
                        </a:rPr>
                        <a:t> </a:t>
                      </a:r>
                      <a:r>
                        <a:rPr sz="1400" spc="-25" dirty="0">
                          <a:latin typeface="Arial MT"/>
                          <a:cs typeface="Arial MT"/>
                        </a:rPr>
                        <a:t>id</a:t>
                      </a:r>
                      <a:endParaRPr sz="1400">
                        <a:latin typeface="Arial MT"/>
                        <a:cs typeface="Arial MT"/>
                      </a:endParaRPr>
                    </a:p>
                    <a:p>
                      <a:pPr>
                        <a:lnSpc>
                          <a:spcPct val="100000"/>
                        </a:lnSpc>
                        <a:spcBef>
                          <a:spcPts val="15"/>
                        </a:spcBef>
                      </a:pPr>
                      <a:endParaRPr sz="1400">
                        <a:latin typeface="Times New Roman"/>
                        <a:cs typeface="Times New Roman"/>
                      </a:endParaRPr>
                    </a:p>
                    <a:p>
                      <a:pPr marL="107314">
                        <a:lnSpc>
                          <a:spcPts val="1664"/>
                        </a:lnSpc>
                        <a:tabLst>
                          <a:tab pos="735965" algn="l"/>
                        </a:tabLst>
                      </a:pPr>
                      <a:r>
                        <a:rPr sz="1400" dirty="0">
                          <a:latin typeface="Arial MT"/>
                          <a:cs typeface="Arial MT"/>
                        </a:rPr>
                        <a:t>id</a:t>
                      </a:r>
                      <a:r>
                        <a:rPr sz="1400" spc="15" dirty="0">
                          <a:latin typeface="Arial MT"/>
                          <a:cs typeface="Arial MT"/>
                        </a:rPr>
                        <a:t> </a:t>
                      </a:r>
                      <a:r>
                        <a:rPr sz="1400" dirty="0">
                          <a:latin typeface="Arial MT"/>
                          <a:cs typeface="Arial MT"/>
                        </a:rPr>
                        <a:t>+</a:t>
                      </a:r>
                      <a:r>
                        <a:rPr sz="1400" spc="-20" dirty="0">
                          <a:latin typeface="Arial MT"/>
                          <a:cs typeface="Arial MT"/>
                        </a:rPr>
                        <a:t> </a:t>
                      </a:r>
                      <a:r>
                        <a:rPr sz="1400" spc="-25" dirty="0">
                          <a:latin typeface="Arial MT"/>
                          <a:cs typeface="Arial MT"/>
                        </a:rPr>
                        <a:t>id</a:t>
                      </a:r>
                      <a:r>
                        <a:rPr sz="1400" dirty="0">
                          <a:latin typeface="Arial MT"/>
                          <a:cs typeface="Arial MT"/>
                        </a:rPr>
                        <a:t>	==</a:t>
                      </a:r>
                      <a:r>
                        <a:rPr sz="1400" spc="-5" dirty="0">
                          <a:latin typeface="Arial MT"/>
                          <a:cs typeface="Arial MT"/>
                        </a:rPr>
                        <a:t> </a:t>
                      </a:r>
                      <a:r>
                        <a:rPr sz="1400" spc="-10" dirty="0">
                          <a:latin typeface="Arial MT"/>
                          <a:cs typeface="Arial MT"/>
                        </a:rPr>
                        <a:t>&gt;string</a:t>
                      </a:r>
                      <a:endParaRPr sz="1400">
                        <a:latin typeface="Arial MT"/>
                        <a:cs typeface="Arial MT"/>
                      </a:endParaRPr>
                    </a:p>
                    <a:p>
                      <a:pPr marL="154940" marR="2128520">
                        <a:lnSpc>
                          <a:spcPts val="1650"/>
                        </a:lnSpc>
                        <a:spcBef>
                          <a:spcPts val="65"/>
                        </a:spcBef>
                      </a:pPr>
                      <a:r>
                        <a:rPr sz="1400" spc="-50" dirty="0">
                          <a:latin typeface="Arial MT"/>
                          <a:cs typeface="Arial MT"/>
                        </a:rPr>
                        <a:t>| v</a:t>
                      </a:r>
                      <a:endParaRPr sz="1400">
                        <a:latin typeface="Arial MT"/>
                        <a:cs typeface="Arial MT"/>
                      </a:endParaRPr>
                    </a:p>
                    <a:p>
                      <a:pPr marL="107314">
                        <a:lnSpc>
                          <a:spcPts val="1605"/>
                        </a:lnSpc>
                        <a:tabLst>
                          <a:tab pos="859155" algn="l"/>
                        </a:tabLst>
                      </a:pPr>
                      <a:r>
                        <a:rPr sz="1400" dirty="0">
                          <a:latin typeface="Arial MT"/>
                          <a:cs typeface="Arial MT"/>
                        </a:rPr>
                        <a:t>E</a:t>
                      </a:r>
                      <a:r>
                        <a:rPr sz="1400" spc="10" dirty="0">
                          <a:latin typeface="Arial MT"/>
                          <a:cs typeface="Arial MT"/>
                        </a:rPr>
                        <a:t> </a:t>
                      </a:r>
                      <a:r>
                        <a:rPr sz="1400" dirty="0">
                          <a:latin typeface="Arial MT"/>
                          <a:cs typeface="Arial MT"/>
                        </a:rPr>
                        <a:t>+</a:t>
                      </a:r>
                      <a:r>
                        <a:rPr sz="1400" spc="-10" dirty="0">
                          <a:latin typeface="Arial MT"/>
                          <a:cs typeface="Arial MT"/>
                        </a:rPr>
                        <a:t> </a:t>
                      </a:r>
                      <a:r>
                        <a:rPr sz="1400" spc="-25" dirty="0">
                          <a:latin typeface="Arial MT"/>
                          <a:cs typeface="Arial MT"/>
                        </a:rPr>
                        <a:t>id</a:t>
                      </a:r>
                      <a:r>
                        <a:rPr sz="1400" dirty="0">
                          <a:latin typeface="Arial MT"/>
                          <a:cs typeface="Arial MT"/>
                        </a:rPr>
                        <a:t>	(id</a:t>
                      </a:r>
                      <a:r>
                        <a:rPr sz="1400" spc="-5" dirty="0">
                          <a:latin typeface="Arial MT"/>
                          <a:cs typeface="Arial MT"/>
                        </a:rPr>
                        <a:t> </a:t>
                      </a:r>
                      <a:r>
                        <a:rPr sz="1400" dirty="0">
                          <a:latin typeface="Arial MT"/>
                          <a:cs typeface="Arial MT"/>
                        </a:rPr>
                        <a:t>is</a:t>
                      </a:r>
                      <a:r>
                        <a:rPr sz="1400" spc="5" dirty="0">
                          <a:latin typeface="Arial MT"/>
                          <a:cs typeface="Arial MT"/>
                        </a:rPr>
                        <a:t> </a:t>
                      </a:r>
                      <a:r>
                        <a:rPr sz="1400" spc="-10" dirty="0">
                          <a:latin typeface="Arial MT"/>
                          <a:cs typeface="Arial MT"/>
                        </a:rPr>
                        <a:t>handle)</a:t>
                      </a:r>
                      <a:endParaRPr sz="1400">
                        <a:latin typeface="Arial MT"/>
                        <a:cs typeface="Arial MT"/>
                      </a:endParaRPr>
                    </a:p>
                    <a:p>
                      <a:pPr marL="107314" marR="513715">
                        <a:lnSpc>
                          <a:spcPts val="3300"/>
                        </a:lnSpc>
                        <a:spcBef>
                          <a:spcPts val="385"/>
                        </a:spcBef>
                        <a:tabLst>
                          <a:tab pos="469265" algn="l"/>
                          <a:tab pos="840105" algn="l"/>
                        </a:tabLst>
                      </a:pPr>
                      <a:r>
                        <a:rPr sz="1400" dirty="0">
                          <a:latin typeface="Arial MT"/>
                          <a:cs typeface="Arial MT"/>
                        </a:rPr>
                        <a:t>E</a:t>
                      </a:r>
                      <a:r>
                        <a:rPr sz="1400" spc="10" dirty="0">
                          <a:latin typeface="Arial MT"/>
                          <a:cs typeface="Arial MT"/>
                        </a:rPr>
                        <a:t> </a:t>
                      </a:r>
                      <a:r>
                        <a:rPr sz="1400" dirty="0">
                          <a:latin typeface="Arial MT"/>
                          <a:cs typeface="Arial MT"/>
                        </a:rPr>
                        <a:t>+</a:t>
                      </a:r>
                      <a:r>
                        <a:rPr sz="1400" spc="-10" dirty="0">
                          <a:latin typeface="Arial MT"/>
                          <a:cs typeface="Arial MT"/>
                        </a:rPr>
                        <a:t> </a:t>
                      </a:r>
                      <a:r>
                        <a:rPr sz="1400" spc="-50" dirty="0">
                          <a:latin typeface="Arial MT"/>
                          <a:cs typeface="Arial MT"/>
                        </a:rPr>
                        <a:t>E</a:t>
                      </a:r>
                      <a:r>
                        <a:rPr sz="1400" dirty="0">
                          <a:latin typeface="Arial MT"/>
                          <a:cs typeface="Arial MT"/>
                        </a:rPr>
                        <a:t>	(id</a:t>
                      </a:r>
                      <a:r>
                        <a:rPr sz="1400" spc="-5" dirty="0">
                          <a:latin typeface="Arial MT"/>
                          <a:cs typeface="Arial MT"/>
                        </a:rPr>
                        <a:t> </a:t>
                      </a:r>
                      <a:r>
                        <a:rPr sz="1400" dirty="0">
                          <a:latin typeface="Arial MT"/>
                          <a:cs typeface="Arial MT"/>
                        </a:rPr>
                        <a:t>is</a:t>
                      </a:r>
                      <a:r>
                        <a:rPr sz="1400" spc="5" dirty="0">
                          <a:latin typeface="Arial MT"/>
                          <a:cs typeface="Arial MT"/>
                        </a:rPr>
                        <a:t> </a:t>
                      </a:r>
                      <a:r>
                        <a:rPr sz="1400" spc="-10" dirty="0">
                          <a:latin typeface="Arial MT"/>
                          <a:cs typeface="Arial MT"/>
                        </a:rPr>
                        <a:t>handle) </a:t>
                      </a:r>
                      <a:r>
                        <a:rPr sz="1400" spc="-50" dirty="0">
                          <a:latin typeface="Arial MT"/>
                          <a:cs typeface="Arial MT"/>
                        </a:rPr>
                        <a:t>E</a:t>
                      </a:r>
                      <a:r>
                        <a:rPr sz="1400" dirty="0">
                          <a:latin typeface="Arial MT"/>
                          <a:cs typeface="Arial MT"/>
                        </a:rPr>
                        <a:t>	(E+E</a:t>
                      </a:r>
                      <a:r>
                        <a:rPr sz="1400" spc="10" dirty="0">
                          <a:latin typeface="Arial MT"/>
                          <a:cs typeface="Arial MT"/>
                        </a:rPr>
                        <a:t> </a:t>
                      </a:r>
                      <a:r>
                        <a:rPr sz="1400" dirty="0">
                          <a:latin typeface="Arial MT"/>
                          <a:cs typeface="Arial MT"/>
                        </a:rPr>
                        <a:t>is</a:t>
                      </a:r>
                      <a:r>
                        <a:rPr sz="1400" spc="25" dirty="0">
                          <a:latin typeface="Arial MT"/>
                          <a:cs typeface="Arial MT"/>
                        </a:rPr>
                        <a:t> </a:t>
                      </a:r>
                      <a:r>
                        <a:rPr sz="1400" spc="-10" dirty="0">
                          <a:latin typeface="Arial MT"/>
                          <a:cs typeface="Arial MT"/>
                        </a:rPr>
                        <a:t>handle)</a:t>
                      </a:r>
                      <a:endParaRPr sz="1400">
                        <a:latin typeface="Arial MT"/>
                        <a:cs typeface="Arial MT"/>
                      </a:endParaRPr>
                    </a:p>
                  </a:txBody>
                  <a:tcPr marL="0" marR="0" marT="36195" marB="0">
                    <a:lnL w="28575">
                      <a:solidFill>
                        <a:srgbClr val="FFFFFF"/>
                      </a:solidFill>
                      <a:prstDash val="solid"/>
                    </a:lnL>
                    <a:lnR w="12700">
                      <a:solidFill>
                        <a:srgbClr val="E2E2E2"/>
                      </a:solidFill>
                      <a:prstDash val="solid"/>
                    </a:lnR>
                    <a:lnT w="19050">
                      <a:solidFill>
                        <a:srgbClr val="696969"/>
                      </a:solidFill>
                      <a:prstDash val="solid"/>
                    </a:lnT>
                    <a:lnB w="9525">
                      <a:solidFill>
                        <a:srgbClr val="E2E2E2"/>
                      </a:solidFill>
                      <a:prstDash val="solid"/>
                    </a:lnB>
                    <a:solidFill>
                      <a:srgbClr val="FFFFFF"/>
                    </a:solidFill>
                  </a:tcPr>
                </a:tc>
                <a:extLst>
                  <a:ext uri="{0D108BD9-81ED-4DB2-BD59-A6C34878D82A}">
                    <a16:rowId xmlns:a16="http://schemas.microsoft.com/office/drawing/2014/main" val="10000"/>
                  </a:ext>
                </a:extLst>
              </a:tr>
              <a:tr h="370840">
                <a:tc>
                  <a:txBody>
                    <a:bodyPr/>
                    <a:lstStyle/>
                    <a:p>
                      <a:pPr marL="91440">
                        <a:lnSpc>
                          <a:spcPct val="100000"/>
                        </a:lnSpc>
                        <a:spcBef>
                          <a:spcPts val="320"/>
                        </a:spcBef>
                      </a:pPr>
                      <a:r>
                        <a:rPr sz="1800" b="1" spc="-10" dirty="0">
                          <a:latin typeface="Cambria"/>
                          <a:cs typeface="Cambria"/>
                        </a:rPr>
                        <a:t>id1+id2*id3</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320"/>
                        </a:spcBef>
                      </a:pPr>
                      <a:r>
                        <a:rPr sz="1800" b="1" spc="-25" dirty="0">
                          <a:latin typeface="Cambria"/>
                          <a:cs typeface="Cambria"/>
                        </a:rPr>
                        <a:t>Id1</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320"/>
                        </a:spcBef>
                      </a:pPr>
                      <a:r>
                        <a:rPr sz="1800" b="1" spc="-20" dirty="0">
                          <a:latin typeface="Cambria"/>
                          <a:cs typeface="Cambria"/>
                        </a:rPr>
                        <a:t>E</a:t>
                      </a:r>
                      <a:r>
                        <a:rPr sz="1800" spc="-20" dirty="0">
                          <a:latin typeface="Wingdings"/>
                          <a:cs typeface="Wingdings"/>
                        </a:rPr>
                        <a:t></a:t>
                      </a:r>
                      <a:r>
                        <a:rPr sz="1800" b="1" spc="-20" dirty="0">
                          <a:latin typeface="Cambria"/>
                          <a:cs typeface="Cambria"/>
                        </a:rPr>
                        <a:t>id</a:t>
                      </a:r>
                      <a:endParaRPr sz="1800">
                        <a:latin typeface="Cambria"/>
                        <a:cs typeface="Cambria"/>
                      </a:endParaRPr>
                    </a:p>
                  </a:txBody>
                  <a:tcPr marL="0" marR="0" marT="40640" marB="0">
                    <a:lnL w="12700">
                      <a:solidFill>
                        <a:srgbClr val="FFFFFF"/>
                      </a:solidFill>
                      <a:prstDash val="solid"/>
                    </a:lnL>
                    <a:lnR w="28575">
                      <a:solidFill>
                        <a:srgbClr val="FFFFFF"/>
                      </a:solidFill>
                      <a:prstDash val="solid"/>
                    </a:lnR>
                    <a:lnT w="38100">
                      <a:solidFill>
                        <a:srgbClr val="FFFFFF"/>
                      </a:solidFill>
                      <a:prstDash val="solid"/>
                    </a:lnT>
                    <a:lnB w="12700">
                      <a:solidFill>
                        <a:srgbClr val="FFFFFF"/>
                      </a:solidFill>
                      <a:prstDash val="solid"/>
                    </a:lnB>
                    <a:solidFill>
                      <a:srgbClr val="CEE7ED"/>
                    </a:solidFill>
                  </a:tcPr>
                </a:tc>
                <a:tc vMerge="1">
                  <a:txBody>
                    <a:bodyPr/>
                    <a:lstStyle/>
                    <a:p>
                      <a:endParaRPr/>
                    </a:p>
                  </a:txBody>
                  <a:tcPr marL="0" marR="0" marT="36195" marB="0">
                    <a:lnL w="28575">
                      <a:solidFill>
                        <a:srgbClr val="FFFFFF"/>
                      </a:solidFill>
                      <a:prstDash val="solid"/>
                    </a:lnL>
                    <a:lnR w="12700">
                      <a:solidFill>
                        <a:srgbClr val="E2E2E2"/>
                      </a:solidFill>
                      <a:prstDash val="solid"/>
                    </a:lnR>
                    <a:lnT w="19050">
                      <a:solidFill>
                        <a:srgbClr val="696969"/>
                      </a:solidFill>
                      <a:prstDash val="solid"/>
                    </a:lnT>
                    <a:lnB w="9525">
                      <a:solidFill>
                        <a:srgbClr val="E2E2E2"/>
                      </a:solidFill>
                      <a:prstDash val="solid"/>
                    </a:lnB>
                    <a:solidFill>
                      <a:srgbClr val="FFFFFF"/>
                    </a:solidFill>
                  </a:tcPr>
                </a:tc>
                <a:extLst>
                  <a:ext uri="{0D108BD9-81ED-4DB2-BD59-A6C34878D82A}">
                    <a16:rowId xmlns:a16="http://schemas.microsoft.com/office/drawing/2014/main" val="10001"/>
                  </a:ext>
                </a:extLst>
              </a:tr>
              <a:tr h="370205">
                <a:tc>
                  <a:txBody>
                    <a:bodyPr/>
                    <a:lstStyle/>
                    <a:p>
                      <a:pPr marL="91440">
                        <a:lnSpc>
                          <a:spcPct val="100000"/>
                        </a:lnSpc>
                        <a:spcBef>
                          <a:spcPts val="320"/>
                        </a:spcBef>
                      </a:pPr>
                      <a:r>
                        <a:rPr sz="1800" b="1" spc="-10" dirty="0">
                          <a:latin typeface="Cambria"/>
                          <a:cs typeface="Cambria"/>
                        </a:rPr>
                        <a:t>E+id2*id3</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320"/>
                        </a:spcBef>
                      </a:pPr>
                      <a:r>
                        <a:rPr sz="1800" b="1" spc="-25" dirty="0">
                          <a:latin typeface="Cambria"/>
                          <a:cs typeface="Cambria"/>
                        </a:rPr>
                        <a:t>Id2</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320"/>
                        </a:spcBef>
                      </a:pPr>
                      <a:r>
                        <a:rPr sz="1800" b="1" spc="-20" dirty="0">
                          <a:latin typeface="Cambria"/>
                          <a:cs typeface="Cambria"/>
                        </a:rPr>
                        <a:t>E</a:t>
                      </a:r>
                      <a:r>
                        <a:rPr sz="1800" spc="-20" dirty="0">
                          <a:latin typeface="Wingdings"/>
                          <a:cs typeface="Wingdings"/>
                        </a:rPr>
                        <a:t></a:t>
                      </a:r>
                      <a:r>
                        <a:rPr sz="1800" b="1" spc="-20" dirty="0">
                          <a:latin typeface="Cambria"/>
                          <a:cs typeface="Cambria"/>
                        </a:rPr>
                        <a:t>id</a:t>
                      </a:r>
                      <a:endParaRPr sz="1800">
                        <a:latin typeface="Cambria"/>
                        <a:cs typeface="Cambria"/>
                      </a:endParaRPr>
                    </a:p>
                  </a:txBody>
                  <a:tcPr marL="0" marR="0" marT="40640" marB="0">
                    <a:lnL w="12700">
                      <a:solidFill>
                        <a:srgbClr val="FFFFFF"/>
                      </a:solidFill>
                      <a:prstDash val="solid"/>
                    </a:lnL>
                    <a:lnR w="28575">
                      <a:solidFill>
                        <a:srgbClr val="FFFFFF"/>
                      </a:solidFill>
                      <a:prstDash val="solid"/>
                    </a:lnR>
                    <a:lnT w="12700">
                      <a:solidFill>
                        <a:srgbClr val="FFFFFF"/>
                      </a:solidFill>
                      <a:prstDash val="solid"/>
                    </a:lnT>
                    <a:lnB w="12700">
                      <a:solidFill>
                        <a:srgbClr val="FFFFFF"/>
                      </a:solidFill>
                      <a:prstDash val="solid"/>
                    </a:lnB>
                    <a:solidFill>
                      <a:srgbClr val="E8F3F7"/>
                    </a:solidFill>
                  </a:tcPr>
                </a:tc>
                <a:tc vMerge="1">
                  <a:txBody>
                    <a:bodyPr/>
                    <a:lstStyle/>
                    <a:p>
                      <a:endParaRPr/>
                    </a:p>
                  </a:txBody>
                  <a:tcPr marL="0" marR="0" marT="36195" marB="0">
                    <a:lnL w="28575">
                      <a:solidFill>
                        <a:srgbClr val="FFFFFF"/>
                      </a:solidFill>
                      <a:prstDash val="solid"/>
                    </a:lnL>
                    <a:lnR w="12700">
                      <a:solidFill>
                        <a:srgbClr val="E2E2E2"/>
                      </a:solidFill>
                      <a:prstDash val="solid"/>
                    </a:lnR>
                    <a:lnT w="19050">
                      <a:solidFill>
                        <a:srgbClr val="696969"/>
                      </a:solidFill>
                      <a:prstDash val="solid"/>
                    </a:lnT>
                    <a:lnB w="9525">
                      <a:solidFill>
                        <a:srgbClr val="E2E2E2"/>
                      </a:solidFill>
                      <a:prstDash val="solid"/>
                    </a:lnB>
                    <a:solidFill>
                      <a:srgbClr val="FFFFFF"/>
                    </a:solidFill>
                  </a:tcPr>
                </a:tc>
                <a:extLst>
                  <a:ext uri="{0D108BD9-81ED-4DB2-BD59-A6C34878D82A}">
                    <a16:rowId xmlns:a16="http://schemas.microsoft.com/office/drawing/2014/main" val="10002"/>
                  </a:ext>
                </a:extLst>
              </a:tr>
              <a:tr h="370205">
                <a:tc>
                  <a:txBody>
                    <a:bodyPr/>
                    <a:lstStyle/>
                    <a:p>
                      <a:pPr marL="91440">
                        <a:lnSpc>
                          <a:spcPct val="100000"/>
                        </a:lnSpc>
                        <a:spcBef>
                          <a:spcPts val="320"/>
                        </a:spcBef>
                      </a:pPr>
                      <a:r>
                        <a:rPr sz="1800" b="1" spc="-10" dirty="0">
                          <a:latin typeface="Cambria"/>
                          <a:cs typeface="Cambria"/>
                        </a:rPr>
                        <a:t>E+E*id</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320"/>
                        </a:spcBef>
                      </a:pPr>
                      <a:r>
                        <a:rPr sz="1800" b="1" spc="-25" dirty="0">
                          <a:latin typeface="Cambria"/>
                          <a:cs typeface="Cambria"/>
                        </a:rPr>
                        <a:t>Id3</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320"/>
                        </a:spcBef>
                      </a:pPr>
                      <a:r>
                        <a:rPr sz="1800" b="1" spc="-20" dirty="0">
                          <a:latin typeface="Cambria"/>
                          <a:cs typeface="Cambria"/>
                        </a:rPr>
                        <a:t>E</a:t>
                      </a:r>
                      <a:r>
                        <a:rPr sz="1800" spc="-20" dirty="0">
                          <a:latin typeface="Wingdings"/>
                          <a:cs typeface="Wingdings"/>
                        </a:rPr>
                        <a:t></a:t>
                      </a:r>
                      <a:r>
                        <a:rPr sz="1800" b="1" spc="-20" dirty="0">
                          <a:latin typeface="Cambria"/>
                          <a:cs typeface="Cambria"/>
                        </a:rPr>
                        <a:t>id</a:t>
                      </a:r>
                      <a:endParaRPr sz="1800">
                        <a:latin typeface="Cambria"/>
                        <a:cs typeface="Cambria"/>
                      </a:endParaRPr>
                    </a:p>
                  </a:txBody>
                  <a:tcPr marL="0" marR="0" marT="40640" marB="0">
                    <a:lnL w="12700">
                      <a:solidFill>
                        <a:srgbClr val="FFFFFF"/>
                      </a:solidFill>
                      <a:prstDash val="solid"/>
                    </a:lnL>
                    <a:lnR w="28575">
                      <a:solidFill>
                        <a:srgbClr val="FFFFFF"/>
                      </a:solidFill>
                      <a:prstDash val="solid"/>
                    </a:lnR>
                    <a:lnT w="12700">
                      <a:solidFill>
                        <a:srgbClr val="FFFFFF"/>
                      </a:solidFill>
                      <a:prstDash val="solid"/>
                    </a:lnT>
                    <a:lnB w="12700">
                      <a:solidFill>
                        <a:srgbClr val="FFFFFF"/>
                      </a:solidFill>
                      <a:prstDash val="solid"/>
                    </a:lnB>
                    <a:solidFill>
                      <a:srgbClr val="CEE7ED"/>
                    </a:solidFill>
                  </a:tcPr>
                </a:tc>
                <a:tc vMerge="1">
                  <a:txBody>
                    <a:bodyPr/>
                    <a:lstStyle/>
                    <a:p>
                      <a:endParaRPr/>
                    </a:p>
                  </a:txBody>
                  <a:tcPr marL="0" marR="0" marT="36195" marB="0">
                    <a:lnL w="28575">
                      <a:solidFill>
                        <a:srgbClr val="FFFFFF"/>
                      </a:solidFill>
                      <a:prstDash val="solid"/>
                    </a:lnL>
                    <a:lnR w="12700">
                      <a:solidFill>
                        <a:srgbClr val="E2E2E2"/>
                      </a:solidFill>
                      <a:prstDash val="solid"/>
                    </a:lnR>
                    <a:lnT w="19050">
                      <a:solidFill>
                        <a:srgbClr val="696969"/>
                      </a:solidFill>
                      <a:prstDash val="solid"/>
                    </a:lnT>
                    <a:lnB w="9525">
                      <a:solidFill>
                        <a:srgbClr val="E2E2E2"/>
                      </a:solidFill>
                      <a:prstDash val="solid"/>
                    </a:lnB>
                    <a:solidFill>
                      <a:srgbClr val="FFFFFF"/>
                    </a:solidFill>
                  </a:tcPr>
                </a:tc>
                <a:extLst>
                  <a:ext uri="{0D108BD9-81ED-4DB2-BD59-A6C34878D82A}">
                    <a16:rowId xmlns:a16="http://schemas.microsoft.com/office/drawing/2014/main" val="10003"/>
                  </a:ext>
                </a:extLst>
              </a:tr>
              <a:tr h="370840">
                <a:tc>
                  <a:txBody>
                    <a:bodyPr/>
                    <a:lstStyle/>
                    <a:p>
                      <a:pPr marL="91440">
                        <a:lnSpc>
                          <a:spcPct val="100000"/>
                        </a:lnSpc>
                        <a:spcBef>
                          <a:spcPts val="320"/>
                        </a:spcBef>
                      </a:pPr>
                      <a:r>
                        <a:rPr sz="1800" b="1" spc="-10" dirty="0">
                          <a:latin typeface="Cambria"/>
                          <a:cs typeface="Cambria"/>
                        </a:rPr>
                        <a:t>E+E*E</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320"/>
                        </a:spcBef>
                      </a:pPr>
                      <a:r>
                        <a:rPr sz="1800" b="1" spc="-25" dirty="0">
                          <a:latin typeface="Cambria"/>
                          <a:cs typeface="Cambria"/>
                        </a:rPr>
                        <a:t>E*E</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320"/>
                        </a:spcBef>
                      </a:pPr>
                      <a:r>
                        <a:rPr sz="1800" b="1" spc="-10" dirty="0">
                          <a:latin typeface="Cambria"/>
                          <a:cs typeface="Cambria"/>
                        </a:rPr>
                        <a:t>E</a:t>
                      </a:r>
                      <a:r>
                        <a:rPr sz="1800" spc="-10" dirty="0">
                          <a:latin typeface="Wingdings"/>
                          <a:cs typeface="Wingdings"/>
                        </a:rPr>
                        <a:t></a:t>
                      </a:r>
                      <a:r>
                        <a:rPr sz="1800" b="1" spc="-10" dirty="0">
                          <a:latin typeface="Cambria"/>
                          <a:cs typeface="Cambria"/>
                        </a:rPr>
                        <a:t>E*E</a:t>
                      </a:r>
                      <a:endParaRPr sz="1800">
                        <a:latin typeface="Cambria"/>
                        <a:cs typeface="Cambria"/>
                      </a:endParaRPr>
                    </a:p>
                  </a:txBody>
                  <a:tcPr marL="0" marR="0" marT="40640" marB="0">
                    <a:lnL w="12700">
                      <a:solidFill>
                        <a:srgbClr val="FFFFFF"/>
                      </a:solidFill>
                      <a:prstDash val="solid"/>
                    </a:lnL>
                    <a:lnR w="28575">
                      <a:solidFill>
                        <a:srgbClr val="FFFFFF"/>
                      </a:solidFill>
                      <a:prstDash val="solid"/>
                    </a:lnR>
                    <a:lnT w="12700">
                      <a:solidFill>
                        <a:srgbClr val="FFFFFF"/>
                      </a:solidFill>
                      <a:prstDash val="solid"/>
                    </a:lnT>
                    <a:lnB w="12700">
                      <a:solidFill>
                        <a:srgbClr val="FFFFFF"/>
                      </a:solidFill>
                      <a:prstDash val="solid"/>
                    </a:lnB>
                    <a:solidFill>
                      <a:srgbClr val="E8F3F7"/>
                    </a:solidFill>
                  </a:tcPr>
                </a:tc>
                <a:tc vMerge="1">
                  <a:txBody>
                    <a:bodyPr/>
                    <a:lstStyle/>
                    <a:p>
                      <a:endParaRPr/>
                    </a:p>
                  </a:txBody>
                  <a:tcPr marL="0" marR="0" marT="36195" marB="0">
                    <a:lnL w="28575">
                      <a:solidFill>
                        <a:srgbClr val="FFFFFF"/>
                      </a:solidFill>
                      <a:prstDash val="solid"/>
                    </a:lnL>
                    <a:lnR w="12700">
                      <a:solidFill>
                        <a:srgbClr val="E2E2E2"/>
                      </a:solidFill>
                      <a:prstDash val="solid"/>
                    </a:lnR>
                    <a:lnT w="19050">
                      <a:solidFill>
                        <a:srgbClr val="696969"/>
                      </a:solidFill>
                      <a:prstDash val="solid"/>
                    </a:lnT>
                    <a:lnB w="9525">
                      <a:solidFill>
                        <a:srgbClr val="E2E2E2"/>
                      </a:solidFill>
                      <a:prstDash val="solid"/>
                    </a:lnB>
                    <a:solidFill>
                      <a:srgbClr val="FFFFFF"/>
                    </a:solidFill>
                  </a:tcPr>
                </a:tc>
                <a:extLst>
                  <a:ext uri="{0D108BD9-81ED-4DB2-BD59-A6C34878D82A}">
                    <a16:rowId xmlns:a16="http://schemas.microsoft.com/office/drawing/2014/main" val="10004"/>
                  </a:ext>
                </a:extLst>
              </a:tr>
              <a:tr h="370205">
                <a:tc>
                  <a:txBody>
                    <a:bodyPr/>
                    <a:lstStyle/>
                    <a:p>
                      <a:pPr marL="91440">
                        <a:lnSpc>
                          <a:spcPct val="100000"/>
                        </a:lnSpc>
                        <a:spcBef>
                          <a:spcPts val="320"/>
                        </a:spcBef>
                      </a:pPr>
                      <a:r>
                        <a:rPr sz="1800" b="1" spc="-25" dirty="0">
                          <a:latin typeface="Cambria"/>
                          <a:cs typeface="Cambria"/>
                        </a:rPr>
                        <a:t>E+E</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320"/>
                        </a:spcBef>
                      </a:pPr>
                      <a:r>
                        <a:rPr sz="1800" b="1" spc="-25" dirty="0">
                          <a:latin typeface="Cambria"/>
                          <a:cs typeface="Cambria"/>
                        </a:rPr>
                        <a:t>E+E</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320"/>
                        </a:spcBef>
                      </a:pPr>
                      <a:r>
                        <a:rPr sz="1800" b="1" spc="-10" dirty="0">
                          <a:latin typeface="Cambria"/>
                          <a:cs typeface="Cambria"/>
                        </a:rPr>
                        <a:t>E</a:t>
                      </a:r>
                      <a:r>
                        <a:rPr sz="1800" spc="-10" dirty="0">
                          <a:latin typeface="Wingdings"/>
                          <a:cs typeface="Wingdings"/>
                        </a:rPr>
                        <a:t></a:t>
                      </a:r>
                      <a:r>
                        <a:rPr sz="1800" b="1" spc="-10" dirty="0">
                          <a:latin typeface="Cambria"/>
                          <a:cs typeface="Cambria"/>
                        </a:rPr>
                        <a:t>E+E</a:t>
                      </a:r>
                      <a:endParaRPr sz="1800">
                        <a:latin typeface="Cambria"/>
                        <a:cs typeface="Cambria"/>
                      </a:endParaRPr>
                    </a:p>
                  </a:txBody>
                  <a:tcPr marL="0" marR="0" marT="40640" marB="0">
                    <a:lnL w="12700">
                      <a:solidFill>
                        <a:srgbClr val="FFFFFF"/>
                      </a:solidFill>
                      <a:prstDash val="solid"/>
                    </a:lnL>
                    <a:lnR w="28575">
                      <a:solidFill>
                        <a:srgbClr val="FFFFFF"/>
                      </a:solidFill>
                      <a:prstDash val="solid"/>
                    </a:lnR>
                    <a:lnT w="12700">
                      <a:solidFill>
                        <a:srgbClr val="FFFFFF"/>
                      </a:solidFill>
                      <a:prstDash val="solid"/>
                    </a:lnT>
                    <a:lnB w="12700">
                      <a:solidFill>
                        <a:srgbClr val="FFFFFF"/>
                      </a:solidFill>
                      <a:prstDash val="solid"/>
                    </a:lnB>
                    <a:solidFill>
                      <a:srgbClr val="CEE7ED"/>
                    </a:solidFill>
                  </a:tcPr>
                </a:tc>
                <a:tc vMerge="1">
                  <a:txBody>
                    <a:bodyPr/>
                    <a:lstStyle/>
                    <a:p>
                      <a:endParaRPr/>
                    </a:p>
                  </a:txBody>
                  <a:tcPr marL="0" marR="0" marT="36195" marB="0">
                    <a:lnL w="28575">
                      <a:solidFill>
                        <a:srgbClr val="FFFFFF"/>
                      </a:solidFill>
                      <a:prstDash val="solid"/>
                    </a:lnL>
                    <a:lnR w="12700">
                      <a:solidFill>
                        <a:srgbClr val="E2E2E2"/>
                      </a:solidFill>
                      <a:prstDash val="solid"/>
                    </a:lnR>
                    <a:lnT w="19050">
                      <a:solidFill>
                        <a:srgbClr val="696969"/>
                      </a:solidFill>
                      <a:prstDash val="solid"/>
                    </a:lnT>
                    <a:lnB w="9525">
                      <a:solidFill>
                        <a:srgbClr val="E2E2E2"/>
                      </a:solidFill>
                      <a:prstDash val="solid"/>
                    </a:lnB>
                    <a:solidFill>
                      <a:srgbClr val="FFFFFF"/>
                    </a:solidFill>
                  </a:tcPr>
                </a:tc>
                <a:extLst>
                  <a:ext uri="{0D108BD9-81ED-4DB2-BD59-A6C34878D82A}">
                    <a16:rowId xmlns:a16="http://schemas.microsoft.com/office/drawing/2014/main" val="10005"/>
                  </a:ext>
                </a:extLst>
              </a:tr>
              <a:tr h="370205">
                <a:tc>
                  <a:txBody>
                    <a:bodyPr/>
                    <a:lstStyle/>
                    <a:p>
                      <a:pPr marL="91440">
                        <a:lnSpc>
                          <a:spcPct val="100000"/>
                        </a:lnSpc>
                        <a:spcBef>
                          <a:spcPts val="320"/>
                        </a:spcBef>
                      </a:pPr>
                      <a:r>
                        <a:rPr sz="1800" b="1" spc="-50" dirty="0">
                          <a:latin typeface="Cambria"/>
                          <a:cs typeface="Cambria"/>
                        </a:rPr>
                        <a:t>E</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28575">
                      <a:solidFill>
                        <a:srgbClr val="FFFFFF"/>
                      </a:solidFill>
                      <a:prstDash val="solid"/>
                    </a:lnR>
                    <a:lnT w="12700">
                      <a:solidFill>
                        <a:srgbClr val="FFFFFF"/>
                      </a:solidFill>
                      <a:prstDash val="solid"/>
                    </a:lnT>
                    <a:lnB w="12700">
                      <a:solidFill>
                        <a:srgbClr val="FFFFFF"/>
                      </a:solidFill>
                      <a:prstDash val="solid"/>
                    </a:lnB>
                    <a:solidFill>
                      <a:srgbClr val="E8F3F7"/>
                    </a:solidFill>
                  </a:tcPr>
                </a:tc>
                <a:tc vMerge="1">
                  <a:txBody>
                    <a:bodyPr/>
                    <a:lstStyle/>
                    <a:p>
                      <a:endParaRPr/>
                    </a:p>
                  </a:txBody>
                  <a:tcPr marL="0" marR="0" marT="36195" marB="0">
                    <a:lnL w="28575">
                      <a:solidFill>
                        <a:srgbClr val="FFFFFF"/>
                      </a:solidFill>
                      <a:prstDash val="solid"/>
                    </a:lnL>
                    <a:lnR w="12700">
                      <a:solidFill>
                        <a:srgbClr val="E2E2E2"/>
                      </a:solidFill>
                      <a:prstDash val="solid"/>
                    </a:lnR>
                    <a:lnT w="19050">
                      <a:solidFill>
                        <a:srgbClr val="696969"/>
                      </a:solidFill>
                      <a:prstDash val="solid"/>
                    </a:lnT>
                    <a:lnB w="9525">
                      <a:solidFill>
                        <a:srgbClr val="E2E2E2"/>
                      </a:solidFill>
                      <a:prstDash val="solid"/>
                    </a:lnB>
                    <a:solidFill>
                      <a:srgbClr val="FFFFFF"/>
                    </a:solidFill>
                  </a:tcPr>
                </a:tc>
                <a:extLst>
                  <a:ext uri="{0D108BD9-81ED-4DB2-BD59-A6C34878D82A}">
                    <a16:rowId xmlns:a16="http://schemas.microsoft.com/office/drawing/2014/main" val="10006"/>
                  </a:ext>
                </a:extLst>
              </a:tr>
              <a:tr h="299085">
                <a:tc gridSpan="3">
                  <a:txBody>
                    <a:bodyPr/>
                    <a:lstStyle/>
                    <a:p>
                      <a:pPr>
                        <a:lnSpc>
                          <a:spcPct val="100000"/>
                        </a:lnSpc>
                      </a:pPr>
                      <a:endParaRPr sz="1800">
                        <a:latin typeface="Times New Roman"/>
                        <a:cs typeface="Times New Roman"/>
                      </a:endParaRPr>
                    </a:p>
                  </a:txBody>
                  <a:tcPr marL="0" marR="0" marT="0" marB="0">
                    <a:lnR w="19050">
                      <a:solidFill>
                        <a:srgbClr val="696969"/>
                      </a:solidFill>
                      <a:prstDash val="solid"/>
                    </a:lnR>
                    <a:lnT w="12700">
                      <a:solidFill>
                        <a:srgbClr val="FFFFFF"/>
                      </a:solidFill>
                      <a:prstDash val="solid"/>
                    </a:lnT>
                  </a:tcPr>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36195" marB="0">
                    <a:lnL w="28575">
                      <a:solidFill>
                        <a:srgbClr val="FFFFFF"/>
                      </a:solidFill>
                      <a:prstDash val="solid"/>
                    </a:lnL>
                    <a:lnR w="12700">
                      <a:solidFill>
                        <a:srgbClr val="E2E2E2"/>
                      </a:solidFill>
                      <a:prstDash val="solid"/>
                    </a:lnR>
                    <a:lnT w="19050">
                      <a:solidFill>
                        <a:srgbClr val="696969"/>
                      </a:solidFill>
                      <a:prstDash val="solid"/>
                    </a:lnT>
                    <a:lnB w="9525">
                      <a:solidFill>
                        <a:srgbClr val="E2E2E2"/>
                      </a:solidFill>
                      <a:prstDash val="soli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570230">
              <a:lnSpc>
                <a:spcPts val="3890"/>
              </a:lnSpc>
            </a:pPr>
            <a:r>
              <a:rPr sz="3600" b="1" spc="-65" dirty="0">
                <a:solidFill>
                  <a:srgbClr val="FFFFFF"/>
                </a:solidFill>
                <a:latin typeface="Cambria"/>
                <a:cs typeface="Cambria"/>
              </a:rPr>
              <a:t>Shift</a:t>
            </a:r>
            <a:r>
              <a:rPr sz="3600" b="1" spc="-105" dirty="0">
                <a:solidFill>
                  <a:srgbClr val="FFFFFF"/>
                </a:solidFill>
                <a:latin typeface="Cambria"/>
                <a:cs typeface="Cambria"/>
              </a:rPr>
              <a:t> </a:t>
            </a:r>
            <a:r>
              <a:rPr sz="3600" b="1" spc="-70" dirty="0">
                <a:solidFill>
                  <a:srgbClr val="FFFFFF"/>
                </a:solidFill>
                <a:latin typeface="Cambria"/>
                <a:cs typeface="Cambria"/>
              </a:rPr>
              <a:t>Reduce </a:t>
            </a:r>
            <a:r>
              <a:rPr sz="3600" b="1" spc="-10" dirty="0">
                <a:solidFill>
                  <a:srgbClr val="FFFFFF"/>
                </a:solidFill>
                <a:latin typeface="Cambria"/>
                <a:cs typeface="Cambria"/>
              </a:rPr>
              <a:t>Parsing</a:t>
            </a:r>
            <a:endParaRPr sz="3600">
              <a:latin typeface="Cambria"/>
              <a:cs typeface="Cambria"/>
            </a:endParaRPr>
          </a:p>
        </p:txBody>
      </p:sp>
      <p:sp>
        <p:nvSpPr>
          <p:cNvPr id="3" name="object 3"/>
          <p:cNvSpPr txBox="1"/>
          <p:nvPr/>
        </p:nvSpPr>
        <p:spPr>
          <a:xfrm>
            <a:off x="3658615" y="927861"/>
            <a:ext cx="8001000" cy="2806065"/>
          </a:xfrm>
          <a:prstGeom prst="rect">
            <a:avLst/>
          </a:prstGeom>
        </p:spPr>
        <p:txBody>
          <a:bodyPr vert="horz" wrap="square" lIns="0" tIns="12700" rIns="0" bIns="0" rtlCol="0">
            <a:spAutoFit/>
          </a:bodyPr>
          <a:lstStyle/>
          <a:p>
            <a:pPr marL="195580" marR="5080" indent="-182880" algn="just">
              <a:lnSpc>
                <a:spcPct val="100000"/>
              </a:lnSpc>
              <a:spcBef>
                <a:spcPts val="100"/>
              </a:spcBef>
              <a:buClr>
                <a:srgbClr val="003399"/>
              </a:buClr>
              <a:buSzPct val="85416"/>
              <a:buFont typeface="Microsoft Sans Serif"/>
              <a:buChar char="•"/>
              <a:tabLst>
                <a:tab pos="195580" algn="l"/>
              </a:tabLst>
            </a:pPr>
            <a:r>
              <a:rPr sz="2400" dirty="0">
                <a:latin typeface="Cambria"/>
                <a:cs typeface="Cambria"/>
              </a:rPr>
              <a:t>Attempts</a:t>
            </a:r>
            <a:r>
              <a:rPr sz="2400" spc="114" dirty="0">
                <a:latin typeface="Cambria"/>
                <a:cs typeface="Cambria"/>
              </a:rPr>
              <a:t>  </a:t>
            </a:r>
            <a:r>
              <a:rPr sz="2400" dirty="0">
                <a:latin typeface="Cambria"/>
                <a:cs typeface="Cambria"/>
              </a:rPr>
              <a:t>to</a:t>
            </a:r>
            <a:r>
              <a:rPr sz="2400" spc="114" dirty="0">
                <a:latin typeface="Cambria"/>
                <a:cs typeface="Cambria"/>
              </a:rPr>
              <a:t>  </a:t>
            </a:r>
            <a:r>
              <a:rPr sz="2400" dirty="0">
                <a:latin typeface="Cambria"/>
                <a:cs typeface="Cambria"/>
              </a:rPr>
              <a:t>construct</a:t>
            </a:r>
            <a:r>
              <a:rPr sz="2400" spc="120" dirty="0">
                <a:latin typeface="Cambria"/>
                <a:cs typeface="Cambria"/>
              </a:rPr>
              <a:t>  </a:t>
            </a:r>
            <a:r>
              <a:rPr sz="2400" dirty="0">
                <a:latin typeface="Cambria"/>
                <a:cs typeface="Cambria"/>
              </a:rPr>
              <a:t>a</a:t>
            </a:r>
            <a:r>
              <a:rPr sz="2400" spc="120" dirty="0">
                <a:latin typeface="Cambria"/>
                <a:cs typeface="Cambria"/>
              </a:rPr>
              <a:t>  </a:t>
            </a:r>
            <a:r>
              <a:rPr sz="2400" dirty="0">
                <a:latin typeface="Cambria"/>
                <a:cs typeface="Cambria"/>
              </a:rPr>
              <a:t>parse</a:t>
            </a:r>
            <a:r>
              <a:rPr sz="2400" spc="114" dirty="0">
                <a:latin typeface="Cambria"/>
                <a:cs typeface="Cambria"/>
              </a:rPr>
              <a:t>  </a:t>
            </a:r>
            <a:r>
              <a:rPr sz="2400" dirty="0">
                <a:latin typeface="Cambria"/>
                <a:cs typeface="Cambria"/>
              </a:rPr>
              <a:t>tree</a:t>
            </a:r>
            <a:r>
              <a:rPr sz="2400" spc="114" dirty="0">
                <a:latin typeface="Cambria"/>
                <a:cs typeface="Cambria"/>
              </a:rPr>
              <a:t>  </a:t>
            </a:r>
            <a:r>
              <a:rPr sz="2400" dirty="0">
                <a:latin typeface="Cambria"/>
                <a:cs typeface="Cambria"/>
              </a:rPr>
              <a:t>for</a:t>
            </a:r>
            <a:r>
              <a:rPr sz="2400" spc="125" dirty="0">
                <a:latin typeface="Cambria"/>
                <a:cs typeface="Cambria"/>
              </a:rPr>
              <a:t>  </a:t>
            </a:r>
            <a:r>
              <a:rPr sz="2400" dirty="0">
                <a:latin typeface="Cambria"/>
                <a:cs typeface="Cambria"/>
              </a:rPr>
              <a:t>an</a:t>
            </a:r>
            <a:r>
              <a:rPr sz="2400" spc="110" dirty="0">
                <a:latin typeface="Cambria"/>
                <a:cs typeface="Cambria"/>
              </a:rPr>
              <a:t>  </a:t>
            </a:r>
            <a:r>
              <a:rPr sz="2400" dirty="0">
                <a:latin typeface="Cambria"/>
                <a:cs typeface="Cambria"/>
              </a:rPr>
              <a:t>input</a:t>
            </a:r>
            <a:r>
              <a:rPr sz="2400" spc="120" dirty="0">
                <a:latin typeface="Cambria"/>
                <a:cs typeface="Cambria"/>
              </a:rPr>
              <a:t>  </a:t>
            </a:r>
            <a:r>
              <a:rPr sz="2400" spc="-10" dirty="0">
                <a:latin typeface="Cambria"/>
                <a:cs typeface="Cambria"/>
              </a:rPr>
              <a:t>string </a:t>
            </a:r>
            <a:r>
              <a:rPr sz="2400" dirty="0">
                <a:latin typeface="Cambria"/>
                <a:cs typeface="Cambria"/>
              </a:rPr>
              <a:t>beginning</a:t>
            </a:r>
            <a:r>
              <a:rPr sz="2400" spc="254" dirty="0">
                <a:latin typeface="Cambria"/>
                <a:cs typeface="Cambria"/>
              </a:rPr>
              <a:t> </a:t>
            </a:r>
            <a:r>
              <a:rPr sz="2400" dirty="0">
                <a:latin typeface="Cambria"/>
                <a:cs typeface="Cambria"/>
              </a:rPr>
              <a:t>at</a:t>
            </a:r>
            <a:r>
              <a:rPr sz="2400" spc="254" dirty="0">
                <a:latin typeface="Cambria"/>
                <a:cs typeface="Cambria"/>
              </a:rPr>
              <a:t> </a:t>
            </a:r>
            <a:r>
              <a:rPr sz="2400" dirty="0">
                <a:latin typeface="Cambria"/>
                <a:cs typeface="Cambria"/>
              </a:rPr>
              <a:t>the</a:t>
            </a:r>
            <a:r>
              <a:rPr sz="2400" spc="254" dirty="0">
                <a:latin typeface="Cambria"/>
                <a:cs typeface="Cambria"/>
              </a:rPr>
              <a:t> </a:t>
            </a:r>
            <a:r>
              <a:rPr sz="2400" dirty="0">
                <a:latin typeface="Cambria"/>
                <a:cs typeface="Cambria"/>
              </a:rPr>
              <a:t>leaves</a:t>
            </a:r>
            <a:r>
              <a:rPr sz="2400" spc="260" dirty="0">
                <a:latin typeface="Cambria"/>
                <a:cs typeface="Cambria"/>
              </a:rPr>
              <a:t> </a:t>
            </a:r>
            <a:r>
              <a:rPr sz="2400" dirty="0">
                <a:latin typeface="Cambria"/>
                <a:cs typeface="Cambria"/>
              </a:rPr>
              <a:t>(bottom)</a:t>
            </a:r>
            <a:r>
              <a:rPr sz="2400" spc="215" dirty="0">
                <a:latin typeface="Cambria"/>
                <a:cs typeface="Cambria"/>
              </a:rPr>
              <a:t> </a:t>
            </a:r>
            <a:r>
              <a:rPr sz="2400" dirty="0">
                <a:latin typeface="Cambria"/>
                <a:cs typeface="Cambria"/>
              </a:rPr>
              <a:t>and</a:t>
            </a:r>
            <a:r>
              <a:rPr sz="2400" spc="260" dirty="0">
                <a:latin typeface="Cambria"/>
                <a:cs typeface="Cambria"/>
              </a:rPr>
              <a:t> </a:t>
            </a:r>
            <a:r>
              <a:rPr sz="2400" dirty="0">
                <a:latin typeface="Cambria"/>
                <a:cs typeface="Cambria"/>
              </a:rPr>
              <a:t>working</a:t>
            </a:r>
            <a:r>
              <a:rPr sz="2400" spc="245" dirty="0">
                <a:latin typeface="Cambria"/>
                <a:cs typeface="Cambria"/>
              </a:rPr>
              <a:t> </a:t>
            </a:r>
            <a:r>
              <a:rPr sz="2400" dirty="0">
                <a:latin typeface="Cambria"/>
                <a:cs typeface="Cambria"/>
              </a:rPr>
              <a:t>up</a:t>
            </a:r>
            <a:r>
              <a:rPr sz="2400" spc="250" dirty="0">
                <a:latin typeface="Cambria"/>
                <a:cs typeface="Cambria"/>
              </a:rPr>
              <a:t> </a:t>
            </a:r>
            <a:r>
              <a:rPr sz="2400" spc="-10" dirty="0">
                <a:latin typeface="Cambria"/>
                <a:cs typeface="Cambria"/>
              </a:rPr>
              <a:t>towards </a:t>
            </a:r>
            <a:r>
              <a:rPr sz="2400" dirty="0">
                <a:latin typeface="Cambria"/>
                <a:cs typeface="Cambria"/>
              </a:rPr>
              <a:t>the</a:t>
            </a:r>
            <a:r>
              <a:rPr sz="2400" spc="-60" dirty="0">
                <a:latin typeface="Cambria"/>
                <a:cs typeface="Cambria"/>
              </a:rPr>
              <a:t> </a:t>
            </a:r>
            <a:r>
              <a:rPr sz="2400" dirty="0">
                <a:latin typeface="Cambria"/>
                <a:cs typeface="Cambria"/>
              </a:rPr>
              <a:t>root</a:t>
            </a:r>
            <a:r>
              <a:rPr sz="2400" spc="-65" dirty="0">
                <a:latin typeface="Cambria"/>
                <a:cs typeface="Cambria"/>
              </a:rPr>
              <a:t> </a:t>
            </a:r>
            <a:r>
              <a:rPr sz="2400" spc="-10" dirty="0">
                <a:latin typeface="Cambria"/>
                <a:cs typeface="Cambria"/>
              </a:rPr>
              <a:t>(top).</a:t>
            </a:r>
            <a:endParaRPr sz="2400">
              <a:latin typeface="Cambria"/>
              <a:cs typeface="Cambria"/>
            </a:endParaRPr>
          </a:p>
          <a:p>
            <a:pPr marL="195580" indent="-182880" algn="just">
              <a:lnSpc>
                <a:spcPct val="100000"/>
              </a:lnSpc>
              <a:spcBef>
                <a:spcPts val="580"/>
              </a:spcBef>
              <a:buClr>
                <a:srgbClr val="003399"/>
              </a:buClr>
              <a:buSzPct val="85416"/>
              <a:buFont typeface="Microsoft Sans Serif"/>
              <a:buChar char="•"/>
              <a:tabLst>
                <a:tab pos="195580" algn="l"/>
              </a:tabLst>
            </a:pPr>
            <a:r>
              <a:rPr sz="2400" spc="-10" dirty="0">
                <a:latin typeface="Cambria"/>
                <a:cs typeface="Cambria"/>
              </a:rPr>
              <a:t>“Reducing”</a:t>
            </a:r>
            <a:r>
              <a:rPr sz="2400" spc="-35" dirty="0">
                <a:latin typeface="Cambria"/>
                <a:cs typeface="Cambria"/>
              </a:rPr>
              <a:t> </a:t>
            </a:r>
            <a:r>
              <a:rPr sz="2400" dirty="0">
                <a:latin typeface="Cambria"/>
                <a:cs typeface="Cambria"/>
              </a:rPr>
              <a:t>a</a:t>
            </a:r>
            <a:r>
              <a:rPr sz="2400" spc="-30" dirty="0">
                <a:latin typeface="Cambria"/>
                <a:cs typeface="Cambria"/>
              </a:rPr>
              <a:t> </a:t>
            </a:r>
            <a:r>
              <a:rPr sz="2400" dirty="0">
                <a:latin typeface="Cambria"/>
                <a:cs typeface="Cambria"/>
              </a:rPr>
              <a:t>string</a:t>
            </a:r>
            <a:r>
              <a:rPr sz="2400" spc="-50" dirty="0">
                <a:latin typeface="Cambria"/>
                <a:cs typeface="Cambria"/>
              </a:rPr>
              <a:t> </a:t>
            </a:r>
            <a:r>
              <a:rPr sz="2400" dirty="0">
                <a:latin typeface="Cambria"/>
                <a:cs typeface="Cambria"/>
              </a:rPr>
              <a:t>w</a:t>
            </a:r>
            <a:r>
              <a:rPr sz="2400" spc="-35" dirty="0">
                <a:latin typeface="Cambria"/>
                <a:cs typeface="Cambria"/>
              </a:rPr>
              <a:t> </a:t>
            </a:r>
            <a:r>
              <a:rPr sz="2400" dirty="0">
                <a:latin typeface="Cambria"/>
                <a:cs typeface="Cambria"/>
              </a:rPr>
              <a:t>to</a:t>
            </a:r>
            <a:r>
              <a:rPr sz="2400" spc="-50" dirty="0">
                <a:latin typeface="Cambria"/>
                <a:cs typeface="Cambria"/>
              </a:rPr>
              <a:t> </a:t>
            </a:r>
            <a:r>
              <a:rPr sz="2400" dirty="0">
                <a:latin typeface="Cambria"/>
                <a:cs typeface="Cambria"/>
              </a:rPr>
              <a:t>the</a:t>
            </a:r>
            <a:r>
              <a:rPr sz="2400" spc="-25" dirty="0">
                <a:latin typeface="Cambria"/>
                <a:cs typeface="Cambria"/>
              </a:rPr>
              <a:t> </a:t>
            </a:r>
            <a:r>
              <a:rPr sz="2400" dirty="0">
                <a:latin typeface="Cambria"/>
                <a:cs typeface="Cambria"/>
              </a:rPr>
              <a:t>start</a:t>
            </a:r>
            <a:r>
              <a:rPr sz="2400" spc="-40" dirty="0">
                <a:latin typeface="Cambria"/>
                <a:cs typeface="Cambria"/>
              </a:rPr>
              <a:t> </a:t>
            </a:r>
            <a:r>
              <a:rPr sz="2400" dirty="0">
                <a:latin typeface="Cambria"/>
                <a:cs typeface="Cambria"/>
              </a:rPr>
              <a:t>symbol</a:t>
            </a:r>
            <a:r>
              <a:rPr sz="2400" spc="-25" dirty="0">
                <a:latin typeface="Cambria"/>
                <a:cs typeface="Cambria"/>
              </a:rPr>
              <a:t> </a:t>
            </a:r>
            <a:r>
              <a:rPr sz="2400" dirty="0">
                <a:latin typeface="Cambria"/>
                <a:cs typeface="Cambria"/>
              </a:rPr>
              <a:t>of</a:t>
            </a:r>
            <a:r>
              <a:rPr sz="2400" spc="-25" dirty="0">
                <a:latin typeface="Cambria"/>
                <a:cs typeface="Cambria"/>
              </a:rPr>
              <a:t> </a:t>
            </a:r>
            <a:r>
              <a:rPr sz="2400" dirty="0">
                <a:latin typeface="Cambria"/>
                <a:cs typeface="Cambria"/>
              </a:rPr>
              <a:t>a</a:t>
            </a:r>
            <a:r>
              <a:rPr sz="2400" spc="-45" dirty="0">
                <a:latin typeface="Cambria"/>
                <a:cs typeface="Cambria"/>
              </a:rPr>
              <a:t> </a:t>
            </a:r>
            <a:r>
              <a:rPr sz="2400" spc="-10" dirty="0">
                <a:latin typeface="Cambria"/>
                <a:cs typeface="Cambria"/>
              </a:rPr>
              <a:t>grammar.</a:t>
            </a:r>
            <a:endParaRPr sz="2400">
              <a:latin typeface="Cambria"/>
              <a:cs typeface="Cambria"/>
            </a:endParaRPr>
          </a:p>
          <a:p>
            <a:pPr marL="195580" marR="547370" indent="-182880" algn="just">
              <a:lnSpc>
                <a:spcPct val="100000"/>
              </a:lnSpc>
              <a:spcBef>
                <a:spcPts val="575"/>
              </a:spcBef>
              <a:buClr>
                <a:srgbClr val="003399"/>
              </a:buClr>
              <a:buSzPct val="85416"/>
              <a:buFont typeface="Microsoft Sans Serif"/>
              <a:buChar char="•"/>
              <a:tabLst>
                <a:tab pos="195580" algn="l"/>
              </a:tabLst>
            </a:pPr>
            <a:r>
              <a:rPr sz="2400" dirty="0">
                <a:latin typeface="Cambria"/>
                <a:cs typeface="Cambria"/>
              </a:rPr>
              <a:t>At</a:t>
            </a:r>
            <a:r>
              <a:rPr sz="2400" spc="-70" dirty="0">
                <a:latin typeface="Cambria"/>
                <a:cs typeface="Cambria"/>
              </a:rPr>
              <a:t> </a:t>
            </a:r>
            <a:r>
              <a:rPr sz="2400" dirty="0">
                <a:latin typeface="Cambria"/>
                <a:cs typeface="Cambria"/>
              </a:rPr>
              <a:t>each</a:t>
            </a:r>
            <a:r>
              <a:rPr sz="2400" spc="-65" dirty="0">
                <a:latin typeface="Cambria"/>
                <a:cs typeface="Cambria"/>
              </a:rPr>
              <a:t> </a:t>
            </a:r>
            <a:r>
              <a:rPr sz="2400" dirty="0">
                <a:latin typeface="Cambria"/>
                <a:cs typeface="Cambria"/>
              </a:rPr>
              <a:t>step,</a:t>
            </a:r>
            <a:r>
              <a:rPr sz="2400" spc="-70" dirty="0">
                <a:latin typeface="Cambria"/>
                <a:cs typeface="Cambria"/>
              </a:rPr>
              <a:t> </a:t>
            </a:r>
            <a:r>
              <a:rPr sz="2400" dirty="0">
                <a:latin typeface="Cambria"/>
                <a:cs typeface="Cambria"/>
              </a:rPr>
              <a:t>decide</a:t>
            </a:r>
            <a:r>
              <a:rPr sz="2400" spc="-55" dirty="0">
                <a:latin typeface="Cambria"/>
                <a:cs typeface="Cambria"/>
              </a:rPr>
              <a:t> </a:t>
            </a:r>
            <a:r>
              <a:rPr sz="2400" dirty="0">
                <a:latin typeface="Cambria"/>
                <a:cs typeface="Cambria"/>
              </a:rPr>
              <a:t>on</a:t>
            </a:r>
            <a:r>
              <a:rPr sz="2400" spc="-75" dirty="0">
                <a:latin typeface="Cambria"/>
                <a:cs typeface="Cambria"/>
              </a:rPr>
              <a:t> </a:t>
            </a:r>
            <a:r>
              <a:rPr sz="2400" dirty="0">
                <a:latin typeface="Cambria"/>
                <a:cs typeface="Cambria"/>
              </a:rPr>
              <a:t>some</a:t>
            </a:r>
            <a:r>
              <a:rPr sz="2400" spc="-55" dirty="0">
                <a:latin typeface="Cambria"/>
                <a:cs typeface="Cambria"/>
              </a:rPr>
              <a:t> </a:t>
            </a:r>
            <a:r>
              <a:rPr sz="2400" dirty="0">
                <a:latin typeface="Cambria"/>
                <a:cs typeface="Cambria"/>
              </a:rPr>
              <a:t>substring</a:t>
            </a:r>
            <a:r>
              <a:rPr sz="2400" spc="-75" dirty="0">
                <a:latin typeface="Cambria"/>
                <a:cs typeface="Cambria"/>
              </a:rPr>
              <a:t> </a:t>
            </a:r>
            <a:r>
              <a:rPr sz="2400" dirty="0">
                <a:latin typeface="Cambria"/>
                <a:cs typeface="Cambria"/>
              </a:rPr>
              <a:t>that</a:t>
            </a:r>
            <a:r>
              <a:rPr sz="2400" spc="-60" dirty="0">
                <a:latin typeface="Cambria"/>
                <a:cs typeface="Cambria"/>
              </a:rPr>
              <a:t> </a:t>
            </a:r>
            <a:r>
              <a:rPr sz="2400" dirty="0">
                <a:latin typeface="Cambria"/>
                <a:cs typeface="Cambria"/>
              </a:rPr>
              <a:t>matches</a:t>
            </a:r>
            <a:r>
              <a:rPr sz="2400" spc="-55" dirty="0">
                <a:latin typeface="Cambria"/>
                <a:cs typeface="Cambria"/>
              </a:rPr>
              <a:t> </a:t>
            </a:r>
            <a:r>
              <a:rPr sz="2400" spc="-25" dirty="0">
                <a:latin typeface="Cambria"/>
                <a:cs typeface="Cambria"/>
              </a:rPr>
              <a:t>the </a:t>
            </a:r>
            <a:r>
              <a:rPr sz="2400" dirty="0">
                <a:latin typeface="Cambria"/>
                <a:cs typeface="Cambria"/>
              </a:rPr>
              <a:t>RHS</a:t>
            </a:r>
            <a:r>
              <a:rPr sz="2400" spc="-40" dirty="0">
                <a:latin typeface="Cambria"/>
                <a:cs typeface="Cambria"/>
              </a:rPr>
              <a:t> </a:t>
            </a:r>
            <a:r>
              <a:rPr sz="2400" dirty="0">
                <a:latin typeface="Cambria"/>
                <a:cs typeface="Cambria"/>
              </a:rPr>
              <a:t>of</a:t>
            </a:r>
            <a:r>
              <a:rPr sz="2400" spc="-20" dirty="0">
                <a:latin typeface="Cambria"/>
                <a:cs typeface="Cambria"/>
              </a:rPr>
              <a:t> </a:t>
            </a:r>
            <a:r>
              <a:rPr sz="2400" dirty="0">
                <a:latin typeface="Cambria"/>
                <a:cs typeface="Cambria"/>
              </a:rPr>
              <a:t>some</a:t>
            </a:r>
            <a:r>
              <a:rPr sz="2400" spc="-15" dirty="0">
                <a:latin typeface="Cambria"/>
                <a:cs typeface="Cambria"/>
              </a:rPr>
              <a:t> </a:t>
            </a:r>
            <a:r>
              <a:rPr sz="2400" spc="-10" dirty="0">
                <a:latin typeface="Cambria"/>
                <a:cs typeface="Cambria"/>
              </a:rPr>
              <a:t>production.</a:t>
            </a:r>
            <a:endParaRPr sz="2400">
              <a:latin typeface="Cambria"/>
              <a:cs typeface="Cambria"/>
            </a:endParaRPr>
          </a:p>
          <a:p>
            <a:pPr marL="810895" lvl="1" indent="-340995" algn="just">
              <a:lnSpc>
                <a:spcPct val="100000"/>
              </a:lnSpc>
              <a:spcBef>
                <a:spcPts val="575"/>
              </a:spcBef>
              <a:buClr>
                <a:srgbClr val="FF3300"/>
              </a:buClr>
              <a:buSzPct val="75000"/>
              <a:buFont typeface="Microsoft Sans Serif"/>
              <a:buChar char="•"/>
              <a:tabLst>
                <a:tab pos="810895" algn="l"/>
              </a:tabLst>
            </a:pPr>
            <a:r>
              <a:rPr sz="2400" dirty="0">
                <a:latin typeface="Cambria"/>
                <a:cs typeface="Cambria"/>
              </a:rPr>
              <a:t>Replace</a:t>
            </a:r>
            <a:r>
              <a:rPr sz="2400" spc="-45" dirty="0">
                <a:latin typeface="Cambria"/>
                <a:cs typeface="Cambria"/>
              </a:rPr>
              <a:t> </a:t>
            </a:r>
            <a:r>
              <a:rPr sz="2400" dirty="0">
                <a:latin typeface="Cambria"/>
                <a:cs typeface="Cambria"/>
              </a:rPr>
              <a:t>this</a:t>
            </a:r>
            <a:r>
              <a:rPr sz="2400" spc="-60" dirty="0">
                <a:latin typeface="Cambria"/>
                <a:cs typeface="Cambria"/>
              </a:rPr>
              <a:t> </a:t>
            </a:r>
            <a:r>
              <a:rPr sz="2400" dirty="0">
                <a:latin typeface="Cambria"/>
                <a:cs typeface="Cambria"/>
              </a:rPr>
              <a:t>string</a:t>
            </a:r>
            <a:r>
              <a:rPr sz="2400" spc="-90" dirty="0">
                <a:latin typeface="Cambria"/>
                <a:cs typeface="Cambria"/>
              </a:rPr>
              <a:t> </a:t>
            </a:r>
            <a:r>
              <a:rPr sz="2400" dirty="0">
                <a:latin typeface="Cambria"/>
                <a:cs typeface="Cambria"/>
              </a:rPr>
              <a:t>by</a:t>
            </a:r>
            <a:r>
              <a:rPr sz="2400" spc="-45" dirty="0">
                <a:latin typeface="Cambria"/>
                <a:cs typeface="Cambria"/>
              </a:rPr>
              <a:t> </a:t>
            </a:r>
            <a:r>
              <a:rPr sz="2400" dirty="0">
                <a:latin typeface="Cambria"/>
                <a:cs typeface="Cambria"/>
              </a:rPr>
              <a:t>the</a:t>
            </a:r>
            <a:r>
              <a:rPr sz="2400" spc="-70" dirty="0">
                <a:latin typeface="Cambria"/>
                <a:cs typeface="Cambria"/>
              </a:rPr>
              <a:t> </a:t>
            </a:r>
            <a:r>
              <a:rPr sz="2400" dirty="0">
                <a:latin typeface="Cambria"/>
                <a:cs typeface="Cambria"/>
              </a:rPr>
              <a:t>LHS</a:t>
            </a:r>
            <a:r>
              <a:rPr sz="2400" spc="-50" dirty="0">
                <a:latin typeface="Cambria"/>
                <a:cs typeface="Cambria"/>
              </a:rPr>
              <a:t> </a:t>
            </a:r>
            <a:r>
              <a:rPr sz="2400" dirty="0">
                <a:latin typeface="Cambria"/>
                <a:cs typeface="Cambria"/>
              </a:rPr>
              <a:t>(called</a:t>
            </a:r>
            <a:r>
              <a:rPr sz="2400" spc="-40" dirty="0">
                <a:latin typeface="Cambria"/>
                <a:cs typeface="Cambria"/>
              </a:rPr>
              <a:t> </a:t>
            </a:r>
            <a:r>
              <a:rPr sz="2400" b="1" spc="-10" dirty="0">
                <a:latin typeface="Cambria"/>
                <a:cs typeface="Cambria"/>
              </a:rPr>
              <a:t>reduction</a:t>
            </a:r>
            <a:r>
              <a:rPr sz="2400" spc="-10" dirty="0">
                <a:latin typeface="Cambria"/>
                <a:cs typeface="Cambria"/>
              </a:rPr>
              <a:t>).</a:t>
            </a:r>
            <a:endParaRPr sz="2400">
              <a:latin typeface="Cambria"/>
              <a:cs typeface="Cambri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570230">
              <a:lnSpc>
                <a:spcPts val="3890"/>
              </a:lnSpc>
            </a:pPr>
            <a:r>
              <a:rPr sz="3600" b="1" spc="-65" dirty="0">
                <a:solidFill>
                  <a:srgbClr val="FFFFFF"/>
                </a:solidFill>
                <a:latin typeface="Cambria"/>
                <a:cs typeface="Cambria"/>
              </a:rPr>
              <a:t>Shift</a:t>
            </a:r>
            <a:r>
              <a:rPr sz="3600" b="1" spc="-105" dirty="0">
                <a:solidFill>
                  <a:srgbClr val="FFFFFF"/>
                </a:solidFill>
                <a:latin typeface="Cambria"/>
                <a:cs typeface="Cambria"/>
              </a:rPr>
              <a:t> </a:t>
            </a:r>
            <a:r>
              <a:rPr sz="3600" b="1" spc="-70" dirty="0">
                <a:solidFill>
                  <a:srgbClr val="FFFFFF"/>
                </a:solidFill>
                <a:latin typeface="Cambria"/>
                <a:cs typeface="Cambria"/>
              </a:rPr>
              <a:t>Reduce </a:t>
            </a:r>
            <a:r>
              <a:rPr sz="3600" b="1" spc="-10" dirty="0">
                <a:solidFill>
                  <a:srgbClr val="FFFFFF"/>
                </a:solidFill>
                <a:latin typeface="Cambria"/>
                <a:cs typeface="Cambria"/>
              </a:rPr>
              <a:t>Parsing</a:t>
            </a:r>
            <a:endParaRPr sz="3600">
              <a:latin typeface="Cambria"/>
              <a:cs typeface="Cambria"/>
            </a:endParaRPr>
          </a:p>
        </p:txBody>
      </p:sp>
      <p:sp>
        <p:nvSpPr>
          <p:cNvPr id="3" name="object 3"/>
          <p:cNvSpPr txBox="1"/>
          <p:nvPr/>
        </p:nvSpPr>
        <p:spPr>
          <a:xfrm>
            <a:off x="3686047" y="668528"/>
            <a:ext cx="3761104" cy="391160"/>
          </a:xfrm>
          <a:prstGeom prst="rect">
            <a:avLst/>
          </a:prstGeom>
        </p:spPr>
        <p:txBody>
          <a:bodyPr vert="horz" wrap="square" lIns="0" tIns="12700" rIns="0" bIns="0" rtlCol="0">
            <a:spAutoFit/>
          </a:bodyPr>
          <a:lstStyle/>
          <a:p>
            <a:pPr marL="12700">
              <a:lnSpc>
                <a:spcPct val="100000"/>
              </a:lnSpc>
              <a:spcBef>
                <a:spcPts val="1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It</a:t>
            </a:r>
            <a:r>
              <a:rPr sz="2400" spc="-75" dirty="0">
                <a:latin typeface="Cambria"/>
                <a:cs typeface="Cambria"/>
              </a:rPr>
              <a:t> </a:t>
            </a:r>
            <a:r>
              <a:rPr sz="2400" dirty="0">
                <a:latin typeface="Cambria"/>
                <a:cs typeface="Cambria"/>
              </a:rPr>
              <a:t>has</a:t>
            </a:r>
            <a:r>
              <a:rPr sz="2400" spc="-15" dirty="0">
                <a:latin typeface="Cambria"/>
                <a:cs typeface="Cambria"/>
              </a:rPr>
              <a:t> </a:t>
            </a:r>
            <a:r>
              <a:rPr sz="2400" dirty="0">
                <a:latin typeface="Cambria"/>
                <a:cs typeface="Cambria"/>
              </a:rPr>
              <a:t>following</a:t>
            </a:r>
            <a:r>
              <a:rPr sz="2400" spc="-50" dirty="0">
                <a:latin typeface="Cambria"/>
                <a:cs typeface="Cambria"/>
              </a:rPr>
              <a:t> </a:t>
            </a:r>
            <a:r>
              <a:rPr sz="2400" spc="-20" dirty="0">
                <a:latin typeface="Cambria"/>
                <a:cs typeface="Cambria"/>
              </a:rPr>
              <a:t>operations:</a:t>
            </a:r>
            <a:endParaRPr sz="2400">
              <a:latin typeface="Cambria"/>
              <a:cs typeface="Cambria"/>
            </a:endParaRPr>
          </a:p>
        </p:txBody>
      </p:sp>
      <p:sp>
        <p:nvSpPr>
          <p:cNvPr id="4" name="object 4"/>
          <p:cNvSpPr txBox="1">
            <a:spLocks noGrp="1"/>
          </p:cNvSpPr>
          <p:nvPr>
            <p:ph type="title"/>
          </p:nvPr>
        </p:nvSpPr>
        <p:spPr>
          <a:xfrm>
            <a:off x="3686047" y="1186688"/>
            <a:ext cx="7158355" cy="757555"/>
          </a:xfrm>
          <a:prstGeom prst="rect">
            <a:avLst/>
          </a:prstGeom>
        </p:spPr>
        <p:txBody>
          <a:bodyPr vert="horz" wrap="square" lIns="0" tIns="12700" rIns="0" bIns="0" rtlCol="0">
            <a:spAutoFit/>
          </a:bodyPr>
          <a:lstStyle/>
          <a:p>
            <a:pPr marL="469900" marR="5080" indent="-457200">
              <a:lnSpc>
                <a:spcPct val="100000"/>
              </a:lnSpc>
              <a:spcBef>
                <a:spcPts val="100"/>
              </a:spcBef>
              <a:tabLst>
                <a:tab pos="469265" algn="l"/>
                <a:tab pos="1446530" algn="l"/>
                <a:tab pos="2557780" algn="l"/>
                <a:tab pos="2954020" algn="l"/>
                <a:tab pos="3517900" algn="l"/>
                <a:tab pos="4740275" algn="l"/>
                <a:tab pos="5513070" algn="l"/>
                <a:tab pos="6354445" algn="l"/>
              </a:tabLst>
            </a:pPr>
            <a:r>
              <a:rPr b="1" spc="-25" dirty="0">
                <a:solidFill>
                  <a:srgbClr val="40B9D2"/>
                </a:solidFill>
                <a:latin typeface="Cambria"/>
                <a:cs typeface="Cambria"/>
              </a:rPr>
              <a:t>1.</a:t>
            </a:r>
            <a:r>
              <a:rPr b="1" dirty="0">
                <a:solidFill>
                  <a:srgbClr val="40B9D2"/>
                </a:solidFill>
                <a:latin typeface="Cambria"/>
                <a:cs typeface="Cambria"/>
              </a:rPr>
              <a:t>	</a:t>
            </a:r>
            <a:r>
              <a:rPr b="1" spc="-10" dirty="0">
                <a:latin typeface="Cambria"/>
                <a:cs typeface="Cambria"/>
              </a:rPr>
              <a:t>Shift:</a:t>
            </a:r>
            <a:r>
              <a:rPr spc="-10" dirty="0"/>
              <a:t>-</a:t>
            </a:r>
            <a:r>
              <a:rPr dirty="0"/>
              <a:t>	</a:t>
            </a:r>
            <a:r>
              <a:rPr spc="-10" dirty="0"/>
              <a:t>Moving</a:t>
            </a:r>
            <a:r>
              <a:rPr dirty="0"/>
              <a:t>	</a:t>
            </a:r>
            <a:r>
              <a:rPr spc="-25" dirty="0"/>
              <a:t>of</a:t>
            </a:r>
            <a:r>
              <a:rPr dirty="0"/>
              <a:t>	</a:t>
            </a:r>
            <a:r>
              <a:rPr spc="-25" dirty="0"/>
              <a:t>the</a:t>
            </a:r>
            <a:r>
              <a:rPr dirty="0"/>
              <a:t>	</a:t>
            </a:r>
            <a:r>
              <a:rPr spc="-10" dirty="0"/>
              <a:t>symbols</a:t>
            </a:r>
            <a:r>
              <a:rPr dirty="0"/>
              <a:t>	</a:t>
            </a:r>
            <a:r>
              <a:rPr spc="-20" dirty="0"/>
              <a:t>from</a:t>
            </a:r>
            <a:r>
              <a:rPr dirty="0"/>
              <a:t>	</a:t>
            </a:r>
            <a:r>
              <a:rPr spc="-10" dirty="0"/>
              <a:t>input</a:t>
            </a:r>
            <a:r>
              <a:rPr dirty="0"/>
              <a:t>	</a:t>
            </a:r>
            <a:r>
              <a:rPr spc="-10" dirty="0"/>
              <a:t>buffer </a:t>
            </a:r>
            <a:r>
              <a:rPr dirty="0"/>
              <a:t>onto</a:t>
            </a:r>
            <a:r>
              <a:rPr spc="-40" dirty="0"/>
              <a:t> </a:t>
            </a:r>
            <a:r>
              <a:rPr dirty="0"/>
              <a:t>the</a:t>
            </a:r>
            <a:r>
              <a:rPr spc="-45" dirty="0"/>
              <a:t> </a:t>
            </a:r>
            <a:r>
              <a:rPr dirty="0"/>
              <a:t>stack,</a:t>
            </a:r>
            <a:r>
              <a:rPr spc="-20" dirty="0"/>
              <a:t> </a:t>
            </a:r>
            <a:r>
              <a:rPr dirty="0"/>
              <a:t>this</a:t>
            </a:r>
            <a:r>
              <a:rPr spc="-50" dirty="0"/>
              <a:t> </a:t>
            </a:r>
            <a:r>
              <a:rPr dirty="0"/>
              <a:t>action</a:t>
            </a:r>
            <a:r>
              <a:rPr spc="-45" dirty="0"/>
              <a:t> </a:t>
            </a:r>
            <a:r>
              <a:rPr dirty="0"/>
              <a:t>is</a:t>
            </a:r>
            <a:r>
              <a:rPr spc="-50" dirty="0"/>
              <a:t> </a:t>
            </a:r>
            <a:r>
              <a:rPr dirty="0"/>
              <a:t>called</a:t>
            </a:r>
            <a:r>
              <a:rPr spc="-25" dirty="0"/>
              <a:t> </a:t>
            </a:r>
            <a:r>
              <a:rPr spc="-10" dirty="0"/>
              <a:t>shift.</a:t>
            </a:r>
          </a:p>
        </p:txBody>
      </p:sp>
      <p:sp>
        <p:nvSpPr>
          <p:cNvPr id="5" name="object 5"/>
          <p:cNvSpPr txBox="1"/>
          <p:nvPr/>
        </p:nvSpPr>
        <p:spPr>
          <a:xfrm>
            <a:off x="3686047" y="2070861"/>
            <a:ext cx="7159625" cy="4354830"/>
          </a:xfrm>
          <a:prstGeom prst="rect">
            <a:avLst/>
          </a:prstGeom>
        </p:spPr>
        <p:txBody>
          <a:bodyPr vert="horz" wrap="square" lIns="0" tIns="12700" rIns="0" bIns="0" rtlCol="0">
            <a:spAutoFit/>
          </a:bodyPr>
          <a:lstStyle/>
          <a:p>
            <a:pPr marL="467359" marR="5080" indent="-454659" algn="just">
              <a:lnSpc>
                <a:spcPct val="100000"/>
              </a:lnSpc>
              <a:spcBef>
                <a:spcPts val="100"/>
              </a:spcBef>
              <a:buClr>
                <a:srgbClr val="40B9D2"/>
              </a:buClr>
              <a:buAutoNum type="arabicPeriod" startAt="2"/>
              <a:tabLst>
                <a:tab pos="469900" algn="l"/>
              </a:tabLst>
            </a:pPr>
            <a:r>
              <a:rPr sz="2400" b="1" dirty="0">
                <a:latin typeface="Cambria"/>
                <a:cs typeface="Cambria"/>
              </a:rPr>
              <a:t>Reduce:</a:t>
            </a:r>
            <a:r>
              <a:rPr sz="2400" dirty="0">
                <a:latin typeface="Cambria"/>
                <a:cs typeface="Cambria"/>
              </a:rPr>
              <a:t>-</a:t>
            </a:r>
            <a:r>
              <a:rPr sz="2400" spc="335" dirty="0">
                <a:latin typeface="Cambria"/>
                <a:cs typeface="Cambria"/>
              </a:rPr>
              <a:t> </a:t>
            </a:r>
            <a:r>
              <a:rPr sz="2400" dirty="0">
                <a:latin typeface="Cambria"/>
                <a:cs typeface="Cambria"/>
              </a:rPr>
              <a:t>If</a:t>
            </a:r>
            <a:r>
              <a:rPr sz="2400" spc="345" dirty="0">
                <a:latin typeface="Cambria"/>
                <a:cs typeface="Cambria"/>
              </a:rPr>
              <a:t> </a:t>
            </a:r>
            <a:r>
              <a:rPr sz="2400" dirty="0">
                <a:latin typeface="Cambria"/>
                <a:cs typeface="Cambria"/>
              </a:rPr>
              <a:t>the</a:t>
            </a:r>
            <a:r>
              <a:rPr sz="2400" spc="350" dirty="0">
                <a:latin typeface="Cambria"/>
                <a:cs typeface="Cambria"/>
              </a:rPr>
              <a:t> </a:t>
            </a:r>
            <a:r>
              <a:rPr sz="2400" dirty="0">
                <a:latin typeface="Cambria"/>
                <a:cs typeface="Cambria"/>
              </a:rPr>
              <a:t>handle</a:t>
            </a:r>
            <a:r>
              <a:rPr sz="2400" spc="345" dirty="0">
                <a:latin typeface="Cambria"/>
                <a:cs typeface="Cambria"/>
              </a:rPr>
              <a:t> </a:t>
            </a:r>
            <a:r>
              <a:rPr sz="2400" dirty="0">
                <a:latin typeface="Cambria"/>
                <a:cs typeface="Cambria"/>
              </a:rPr>
              <a:t>appears</a:t>
            </a:r>
            <a:r>
              <a:rPr sz="2400" spc="355" dirty="0">
                <a:latin typeface="Cambria"/>
                <a:cs typeface="Cambria"/>
              </a:rPr>
              <a:t> </a:t>
            </a:r>
            <a:r>
              <a:rPr sz="2400" dirty="0">
                <a:latin typeface="Cambria"/>
                <a:cs typeface="Cambria"/>
              </a:rPr>
              <a:t>on</a:t>
            </a:r>
            <a:r>
              <a:rPr sz="2400" spc="345" dirty="0">
                <a:latin typeface="Cambria"/>
                <a:cs typeface="Cambria"/>
              </a:rPr>
              <a:t> </a:t>
            </a:r>
            <a:r>
              <a:rPr sz="2400" dirty="0">
                <a:latin typeface="Cambria"/>
                <a:cs typeface="Cambria"/>
              </a:rPr>
              <a:t>the</a:t>
            </a:r>
            <a:r>
              <a:rPr sz="2400" spc="345" dirty="0">
                <a:latin typeface="Cambria"/>
                <a:cs typeface="Cambria"/>
              </a:rPr>
              <a:t> </a:t>
            </a:r>
            <a:r>
              <a:rPr sz="2400" dirty="0">
                <a:latin typeface="Cambria"/>
                <a:cs typeface="Cambria"/>
              </a:rPr>
              <a:t>top</a:t>
            </a:r>
            <a:r>
              <a:rPr sz="2400" spc="340" dirty="0">
                <a:latin typeface="Cambria"/>
                <a:cs typeface="Cambria"/>
              </a:rPr>
              <a:t> </a:t>
            </a:r>
            <a:r>
              <a:rPr sz="2400" dirty="0">
                <a:latin typeface="Cambria"/>
                <a:cs typeface="Cambria"/>
              </a:rPr>
              <a:t>of</a:t>
            </a:r>
            <a:r>
              <a:rPr sz="2400" spc="345" dirty="0">
                <a:latin typeface="Cambria"/>
                <a:cs typeface="Cambria"/>
              </a:rPr>
              <a:t> </a:t>
            </a:r>
            <a:r>
              <a:rPr sz="2400" spc="-25" dirty="0">
                <a:latin typeface="Cambria"/>
                <a:cs typeface="Cambria"/>
              </a:rPr>
              <a:t>the 	</a:t>
            </a:r>
            <a:r>
              <a:rPr sz="2400" dirty="0">
                <a:latin typeface="Cambria"/>
                <a:cs typeface="Cambria"/>
              </a:rPr>
              <a:t>stack</a:t>
            </a:r>
            <a:r>
              <a:rPr sz="2400" spc="484" dirty="0">
                <a:latin typeface="Cambria"/>
                <a:cs typeface="Cambria"/>
              </a:rPr>
              <a:t> </a:t>
            </a:r>
            <a:r>
              <a:rPr sz="2400" dirty="0">
                <a:latin typeface="Cambria"/>
                <a:cs typeface="Cambria"/>
              </a:rPr>
              <a:t>then</a:t>
            </a:r>
            <a:r>
              <a:rPr sz="2400" spc="484" dirty="0">
                <a:latin typeface="Cambria"/>
                <a:cs typeface="Cambria"/>
              </a:rPr>
              <a:t> </a:t>
            </a:r>
            <a:r>
              <a:rPr sz="2400" dirty="0">
                <a:latin typeface="Cambria"/>
                <a:cs typeface="Cambria"/>
              </a:rPr>
              <a:t>reduction</a:t>
            </a:r>
            <a:r>
              <a:rPr sz="2400" spc="475" dirty="0">
                <a:latin typeface="Cambria"/>
                <a:cs typeface="Cambria"/>
              </a:rPr>
              <a:t> </a:t>
            </a:r>
            <a:r>
              <a:rPr sz="2400" dirty="0">
                <a:latin typeface="Cambria"/>
                <a:cs typeface="Cambria"/>
              </a:rPr>
              <a:t>of</a:t>
            </a:r>
            <a:r>
              <a:rPr sz="2400" spc="480" dirty="0">
                <a:latin typeface="Cambria"/>
                <a:cs typeface="Cambria"/>
              </a:rPr>
              <a:t> </a:t>
            </a:r>
            <a:r>
              <a:rPr sz="2400" dirty="0">
                <a:latin typeface="Cambria"/>
                <a:cs typeface="Cambria"/>
              </a:rPr>
              <a:t>it</a:t>
            </a:r>
            <a:r>
              <a:rPr sz="2400" spc="490" dirty="0">
                <a:latin typeface="Cambria"/>
                <a:cs typeface="Cambria"/>
              </a:rPr>
              <a:t> </a:t>
            </a:r>
            <a:r>
              <a:rPr sz="2400" dirty="0">
                <a:latin typeface="Cambria"/>
                <a:cs typeface="Cambria"/>
              </a:rPr>
              <a:t>by</a:t>
            </a:r>
            <a:r>
              <a:rPr sz="2400" spc="490" dirty="0">
                <a:latin typeface="Cambria"/>
                <a:cs typeface="Cambria"/>
              </a:rPr>
              <a:t> </a:t>
            </a:r>
            <a:r>
              <a:rPr sz="2400" dirty="0">
                <a:latin typeface="Cambria"/>
                <a:cs typeface="Cambria"/>
              </a:rPr>
              <a:t>appropriate</a:t>
            </a:r>
            <a:r>
              <a:rPr sz="2400" spc="484" dirty="0">
                <a:latin typeface="Cambria"/>
                <a:cs typeface="Cambria"/>
              </a:rPr>
              <a:t> </a:t>
            </a:r>
            <a:r>
              <a:rPr sz="2400" dirty="0">
                <a:latin typeface="Cambria"/>
                <a:cs typeface="Cambria"/>
              </a:rPr>
              <a:t>rule</a:t>
            </a:r>
            <a:r>
              <a:rPr sz="2400" spc="484" dirty="0">
                <a:latin typeface="Cambria"/>
                <a:cs typeface="Cambria"/>
              </a:rPr>
              <a:t> </a:t>
            </a:r>
            <a:r>
              <a:rPr sz="2400" spc="-35" dirty="0">
                <a:latin typeface="Cambria"/>
                <a:cs typeface="Cambria"/>
              </a:rPr>
              <a:t>is 	</a:t>
            </a:r>
            <a:r>
              <a:rPr sz="2400" dirty="0">
                <a:latin typeface="Cambria"/>
                <a:cs typeface="Cambria"/>
              </a:rPr>
              <a:t>done.</a:t>
            </a:r>
            <a:r>
              <a:rPr sz="2400" spc="-30" dirty="0">
                <a:latin typeface="Cambria"/>
                <a:cs typeface="Cambria"/>
              </a:rPr>
              <a:t> </a:t>
            </a:r>
            <a:r>
              <a:rPr sz="2400" dirty="0">
                <a:latin typeface="Cambria"/>
                <a:cs typeface="Cambria"/>
              </a:rPr>
              <a:t>That</a:t>
            </a:r>
            <a:r>
              <a:rPr sz="2400" spc="-30" dirty="0">
                <a:latin typeface="Cambria"/>
                <a:cs typeface="Cambria"/>
              </a:rPr>
              <a:t> </a:t>
            </a:r>
            <a:r>
              <a:rPr sz="2400" dirty="0">
                <a:latin typeface="Cambria"/>
                <a:cs typeface="Cambria"/>
              </a:rPr>
              <a:t>means</a:t>
            </a:r>
            <a:r>
              <a:rPr sz="2400" spc="-30" dirty="0">
                <a:latin typeface="Cambria"/>
                <a:cs typeface="Cambria"/>
              </a:rPr>
              <a:t> </a:t>
            </a:r>
            <a:r>
              <a:rPr sz="2400" dirty="0">
                <a:latin typeface="Cambria"/>
                <a:cs typeface="Cambria"/>
              </a:rPr>
              <a:t>R.H.S</a:t>
            </a:r>
            <a:r>
              <a:rPr sz="2400" spc="-30" dirty="0">
                <a:latin typeface="Cambria"/>
                <a:cs typeface="Cambria"/>
              </a:rPr>
              <a:t> </a:t>
            </a:r>
            <a:r>
              <a:rPr sz="2400" dirty="0">
                <a:latin typeface="Cambria"/>
                <a:cs typeface="Cambria"/>
              </a:rPr>
              <a:t>of</a:t>
            </a:r>
            <a:r>
              <a:rPr sz="2400" spc="-25" dirty="0">
                <a:latin typeface="Cambria"/>
                <a:cs typeface="Cambria"/>
              </a:rPr>
              <a:t> </a:t>
            </a:r>
            <a:r>
              <a:rPr sz="2400" dirty="0">
                <a:latin typeface="Cambria"/>
                <a:cs typeface="Cambria"/>
              </a:rPr>
              <a:t>the</a:t>
            </a:r>
            <a:r>
              <a:rPr sz="2400" spc="-35" dirty="0">
                <a:latin typeface="Cambria"/>
                <a:cs typeface="Cambria"/>
              </a:rPr>
              <a:t> </a:t>
            </a:r>
            <a:r>
              <a:rPr sz="2400" dirty="0">
                <a:latin typeface="Cambria"/>
                <a:cs typeface="Cambria"/>
              </a:rPr>
              <a:t>rule</a:t>
            </a:r>
            <a:r>
              <a:rPr sz="2400" spc="-30" dirty="0">
                <a:latin typeface="Cambria"/>
                <a:cs typeface="Cambria"/>
              </a:rPr>
              <a:t> </a:t>
            </a:r>
            <a:r>
              <a:rPr sz="2400" dirty="0">
                <a:latin typeface="Cambria"/>
                <a:cs typeface="Cambria"/>
              </a:rPr>
              <a:t>is</a:t>
            </a:r>
            <a:r>
              <a:rPr sz="2400" spc="-30" dirty="0">
                <a:latin typeface="Cambria"/>
                <a:cs typeface="Cambria"/>
              </a:rPr>
              <a:t> </a:t>
            </a:r>
            <a:r>
              <a:rPr sz="2400" dirty="0">
                <a:latin typeface="Cambria"/>
                <a:cs typeface="Cambria"/>
              </a:rPr>
              <a:t>popped</a:t>
            </a:r>
            <a:r>
              <a:rPr sz="2400" spc="-15" dirty="0">
                <a:latin typeface="Cambria"/>
                <a:cs typeface="Cambria"/>
              </a:rPr>
              <a:t> </a:t>
            </a:r>
            <a:r>
              <a:rPr sz="2400" dirty="0">
                <a:latin typeface="Cambria"/>
                <a:cs typeface="Cambria"/>
              </a:rPr>
              <a:t>of</a:t>
            </a:r>
            <a:r>
              <a:rPr sz="2400" spc="-25" dirty="0">
                <a:latin typeface="Cambria"/>
                <a:cs typeface="Cambria"/>
              </a:rPr>
              <a:t> and</a:t>
            </a:r>
            <a:endParaRPr sz="2400">
              <a:latin typeface="Cambria"/>
              <a:cs typeface="Cambria"/>
            </a:endParaRPr>
          </a:p>
          <a:p>
            <a:pPr marL="469900" marR="8890" algn="just">
              <a:lnSpc>
                <a:spcPct val="100000"/>
              </a:lnSpc>
            </a:pPr>
            <a:r>
              <a:rPr sz="2400" dirty="0">
                <a:latin typeface="Cambria"/>
                <a:cs typeface="Cambria"/>
              </a:rPr>
              <a:t>L.H.S</a:t>
            </a:r>
            <a:r>
              <a:rPr sz="2400" spc="55" dirty="0">
                <a:latin typeface="Cambria"/>
                <a:cs typeface="Cambria"/>
              </a:rPr>
              <a:t>  </a:t>
            </a:r>
            <a:r>
              <a:rPr sz="2400" dirty="0">
                <a:latin typeface="Cambria"/>
                <a:cs typeface="Cambria"/>
              </a:rPr>
              <a:t>is</a:t>
            </a:r>
            <a:r>
              <a:rPr sz="2400" spc="55" dirty="0">
                <a:latin typeface="Cambria"/>
                <a:cs typeface="Cambria"/>
              </a:rPr>
              <a:t>  </a:t>
            </a:r>
            <a:r>
              <a:rPr sz="2400" dirty="0">
                <a:latin typeface="Cambria"/>
                <a:cs typeface="Cambria"/>
              </a:rPr>
              <a:t>pushed</a:t>
            </a:r>
            <a:r>
              <a:rPr sz="2400" spc="60" dirty="0">
                <a:latin typeface="Cambria"/>
                <a:cs typeface="Cambria"/>
              </a:rPr>
              <a:t>  </a:t>
            </a:r>
            <a:r>
              <a:rPr sz="2400" dirty="0">
                <a:latin typeface="Cambria"/>
                <a:cs typeface="Cambria"/>
              </a:rPr>
              <a:t>in.</a:t>
            </a:r>
            <a:r>
              <a:rPr sz="2400" spc="55" dirty="0">
                <a:latin typeface="Cambria"/>
                <a:cs typeface="Cambria"/>
              </a:rPr>
              <a:t>  </a:t>
            </a:r>
            <a:r>
              <a:rPr sz="2400" dirty="0">
                <a:latin typeface="Cambria"/>
                <a:cs typeface="Cambria"/>
              </a:rPr>
              <a:t>This</a:t>
            </a:r>
            <a:r>
              <a:rPr sz="2400" spc="60" dirty="0">
                <a:latin typeface="Cambria"/>
                <a:cs typeface="Cambria"/>
              </a:rPr>
              <a:t>  </a:t>
            </a:r>
            <a:r>
              <a:rPr sz="2400" dirty="0">
                <a:latin typeface="Cambria"/>
                <a:cs typeface="Cambria"/>
              </a:rPr>
              <a:t>action</a:t>
            </a:r>
            <a:r>
              <a:rPr sz="2400" spc="55" dirty="0">
                <a:latin typeface="Cambria"/>
                <a:cs typeface="Cambria"/>
              </a:rPr>
              <a:t>  </a:t>
            </a:r>
            <a:r>
              <a:rPr sz="2400" dirty="0">
                <a:latin typeface="Cambria"/>
                <a:cs typeface="Cambria"/>
              </a:rPr>
              <a:t>is</a:t>
            </a:r>
            <a:r>
              <a:rPr sz="2400" spc="60" dirty="0">
                <a:latin typeface="Cambria"/>
                <a:cs typeface="Cambria"/>
              </a:rPr>
              <a:t>  </a:t>
            </a:r>
            <a:r>
              <a:rPr sz="2400" dirty="0">
                <a:latin typeface="Cambria"/>
                <a:cs typeface="Cambria"/>
              </a:rPr>
              <a:t>called</a:t>
            </a:r>
            <a:r>
              <a:rPr sz="2400" spc="55" dirty="0">
                <a:latin typeface="Cambria"/>
                <a:cs typeface="Cambria"/>
              </a:rPr>
              <a:t>  </a:t>
            </a:r>
            <a:r>
              <a:rPr sz="2400" spc="-10" dirty="0">
                <a:latin typeface="Cambria"/>
                <a:cs typeface="Cambria"/>
              </a:rPr>
              <a:t>Reduce action.</a:t>
            </a:r>
            <a:endParaRPr sz="2400">
              <a:latin typeface="Cambria"/>
              <a:cs typeface="Cambria"/>
            </a:endParaRPr>
          </a:p>
          <a:p>
            <a:pPr marL="467995" marR="5080" indent="-455295" algn="just">
              <a:lnSpc>
                <a:spcPct val="100000"/>
              </a:lnSpc>
              <a:spcBef>
                <a:spcPts val="1200"/>
              </a:spcBef>
              <a:buClr>
                <a:srgbClr val="40B9D2"/>
              </a:buClr>
              <a:buAutoNum type="arabicPeriod" startAt="3"/>
              <a:tabLst>
                <a:tab pos="469900" algn="l"/>
              </a:tabLst>
            </a:pPr>
            <a:r>
              <a:rPr sz="2400" b="1" dirty="0">
                <a:latin typeface="Cambria"/>
                <a:cs typeface="Cambria"/>
              </a:rPr>
              <a:t>Accept:</a:t>
            </a:r>
            <a:r>
              <a:rPr sz="2400" dirty="0">
                <a:latin typeface="Cambria"/>
                <a:cs typeface="Cambria"/>
              </a:rPr>
              <a:t>-</a:t>
            </a:r>
            <a:r>
              <a:rPr sz="2400" spc="-55" dirty="0">
                <a:latin typeface="Cambria"/>
                <a:cs typeface="Cambria"/>
              </a:rPr>
              <a:t> </a:t>
            </a:r>
            <a:r>
              <a:rPr sz="2400" dirty="0">
                <a:latin typeface="Cambria"/>
                <a:cs typeface="Cambria"/>
              </a:rPr>
              <a:t>If</a:t>
            </a:r>
            <a:r>
              <a:rPr sz="2400" spc="-45" dirty="0">
                <a:latin typeface="Cambria"/>
                <a:cs typeface="Cambria"/>
              </a:rPr>
              <a:t> </a:t>
            </a:r>
            <a:r>
              <a:rPr sz="2400" dirty="0">
                <a:latin typeface="Cambria"/>
                <a:cs typeface="Cambria"/>
              </a:rPr>
              <a:t>the</a:t>
            </a:r>
            <a:r>
              <a:rPr sz="2400" spc="-45" dirty="0">
                <a:latin typeface="Cambria"/>
                <a:cs typeface="Cambria"/>
              </a:rPr>
              <a:t> </a:t>
            </a:r>
            <a:r>
              <a:rPr sz="2400" dirty="0">
                <a:latin typeface="Cambria"/>
                <a:cs typeface="Cambria"/>
              </a:rPr>
              <a:t>stack</a:t>
            </a:r>
            <a:r>
              <a:rPr sz="2400" spc="-45" dirty="0">
                <a:latin typeface="Cambria"/>
                <a:cs typeface="Cambria"/>
              </a:rPr>
              <a:t> </a:t>
            </a:r>
            <a:r>
              <a:rPr sz="2400" dirty="0">
                <a:latin typeface="Cambria"/>
                <a:cs typeface="Cambria"/>
              </a:rPr>
              <a:t>contains</a:t>
            </a:r>
            <a:r>
              <a:rPr sz="2400" spc="-40" dirty="0">
                <a:latin typeface="Cambria"/>
                <a:cs typeface="Cambria"/>
              </a:rPr>
              <a:t> </a:t>
            </a:r>
            <a:r>
              <a:rPr sz="2400" dirty="0">
                <a:latin typeface="Cambria"/>
                <a:cs typeface="Cambria"/>
              </a:rPr>
              <a:t>start</a:t>
            </a:r>
            <a:r>
              <a:rPr sz="2400" spc="-50" dirty="0">
                <a:latin typeface="Cambria"/>
                <a:cs typeface="Cambria"/>
              </a:rPr>
              <a:t> </a:t>
            </a:r>
            <a:r>
              <a:rPr sz="2400" dirty="0">
                <a:latin typeface="Cambria"/>
                <a:cs typeface="Cambria"/>
              </a:rPr>
              <a:t>symbol</a:t>
            </a:r>
            <a:r>
              <a:rPr sz="2400" spc="-45" dirty="0">
                <a:latin typeface="Cambria"/>
                <a:cs typeface="Cambria"/>
              </a:rPr>
              <a:t> </a:t>
            </a:r>
            <a:r>
              <a:rPr sz="2400" dirty="0">
                <a:latin typeface="Cambria"/>
                <a:cs typeface="Cambria"/>
              </a:rPr>
              <a:t>only</a:t>
            </a:r>
            <a:r>
              <a:rPr sz="2400" spc="-50" dirty="0">
                <a:latin typeface="Cambria"/>
                <a:cs typeface="Cambria"/>
              </a:rPr>
              <a:t> </a:t>
            </a:r>
            <a:r>
              <a:rPr sz="2400" spc="-25" dirty="0">
                <a:latin typeface="Cambria"/>
                <a:cs typeface="Cambria"/>
              </a:rPr>
              <a:t>and 	</a:t>
            </a:r>
            <a:r>
              <a:rPr sz="2400" dirty="0">
                <a:latin typeface="Cambria"/>
                <a:cs typeface="Cambria"/>
              </a:rPr>
              <a:t>input</a:t>
            </a:r>
            <a:r>
              <a:rPr sz="2400" spc="375" dirty="0">
                <a:latin typeface="Cambria"/>
                <a:cs typeface="Cambria"/>
              </a:rPr>
              <a:t> </a:t>
            </a:r>
            <a:r>
              <a:rPr sz="2400" dirty="0">
                <a:latin typeface="Cambria"/>
                <a:cs typeface="Cambria"/>
              </a:rPr>
              <a:t>buffer</a:t>
            </a:r>
            <a:r>
              <a:rPr sz="2400" spc="365" dirty="0">
                <a:latin typeface="Cambria"/>
                <a:cs typeface="Cambria"/>
              </a:rPr>
              <a:t> </a:t>
            </a:r>
            <a:r>
              <a:rPr sz="2400" dirty="0">
                <a:latin typeface="Cambria"/>
                <a:cs typeface="Cambria"/>
              </a:rPr>
              <a:t>is</a:t>
            </a:r>
            <a:r>
              <a:rPr sz="2400" spc="375" dirty="0">
                <a:latin typeface="Cambria"/>
                <a:cs typeface="Cambria"/>
              </a:rPr>
              <a:t> </a:t>
            </a:r>
            <a:r>
              <a:rPr sz="2400" dirty="0">
                <a:latin typeface="Cambria"/>
                <a:cs typeface="Cambria"/>
              </a:rPr>
              <a:t>empty</a:t>
            </a:r>
            <a:r>
              <a:rPr sz="2400" spc="370" dirty="0">
                <a:latin typeface="Cambria"/>
                <a:cs typeface="Cambria"/>
              </a:rPr>
              <a:t> </a:t>
            </a:r>
            <a:r>
              <a:rPr sz="2400" dirty="0">
                <a:latin typeface="Cambria"/>
                <a:cs typeface="Cambria"/>
              </a:rPr>
              <a:t>at</a:t>
            </a:r>
            <a:r>
              <a:rPr sz="2400" spc="380" dirty="0">
                <a:latin typeface="Cambria"/>
                <a:cs typeface="Cambria"/>
              </a:rPr>
              <a:t> </a:t>
            </a:r>
            <a:r>
              <a:rPr sz="2400" dirty="0">
                <a:latin typeface="Cambria"/>
                <a:cs typeface="Cambria"/>
              </a:rPr>
              <a:t>the</a:t>
            </a:r>
            <a:r>
              <a:rPr sz="2400" spc="370" dirty="0">
                <a:latin typeface="Cambria"/>
                <a:cs typeface="Cambria"/>
              </a:rPr>
              <a:t> </a:t>
            </a:r>
            <a:r>
              <a:rPr sz="2400" dirty="0">
                <a:latin typeface="Cambria"/>
                <a:cs typeface="Cambria"/>
              </a:rPr>
              <a:t>same</a:t>
            </a:r>
            <a:r>
              <a:rPr sz="2400" spc="375" dirty="0">
                <a:latin typeface="Cambria"/>
                <a:cs typeface="Cambria"/>
              </a:rPr>
              <a:t> </a:t>
            </a:r>
            <a:r>
              <a:rPr sz="2400" dirty="0">
                <a:latin typeface="Cambria"/>
                <a:cs typeface="Cambria"/>
              </a:rPr>
              <a:t>time</a:t>
            </a:r>
            <a:r>
              <a:rPr sz="2400" spc="375" dirty="0">
                <a:latin typeface="Cambria"/>
                <a:cs typeface="Cambria"/>
              </a:rPr>
              <a:t> </a:t>
            </a:r>
            <a:r>
              <a:rPr sz="2400" dirty="0">
                <a:latin typeface="Cambria"/>
                <a:cs typeface="Cambria"/>
              </a:rPr>
              <a:t>then</a:t>
            </a:r>
            <a:r>
              <a:rPr sz="2400" spc="370" dirty="0">
                <a:latin typeface="Cambria"/>
                <a:cs typeface="Cambria"/>
              </a:rPr>
              <a:t> </a:t>
            </a:r>
            <a:r>
              <a:rPr sz="2400" spc="-20" dirty="0">
                <a:latin typeface="Cambria"/>
                <a:cs typeface="Cambria"/>
              </a:rPr>
              <a:t>that 	</a:t>
            </a:r>
            <a:r>
              <a:rPr sz="2400" dirty="0">
                <a:latin typeface="Cambria"/>
                <a:cs typeface="Cambria"/>
              </a:rPr>
              <a:t>action</a:t>
            </a:r>
            <a:r>
              <a:rPr sz="2400" spc="-50" dirty="0">
                <a:latin typeface="Cambria"/>
                <a:cs typeface="Cambria"/>
              </a:rPr>
              <a:t> </a:t>
            </a:r>
            <a:r>
              <a:rPr sz="2400" dirty="0">
                <a:latin typeface="Cambria"/>
                <a:cs typeface="Cambria"/>
              </a:rPr>
              <a:t>is</a:t>
            </a:r>
            <a:r>
              <a:rPr sz="2400" spc="-55" dirty="0">
                <a:latin typeface="Cambria"/>
                <a:cs typeface="Cambria"/>
              </a:rPr>
              <a:t> </a:t>
            </a:r>
            <a:r>
              <a:rPr sz="2400" dirty="0">
                <a:latin typeface="Cambria"/>
                <a:cs typeface="Cambria"/>
              </a:rPr>
              <a:t>called</a:t>
            </a:r>
            <a:r>
              <a:rPr sz="2400" spc="-30" dirty="0">
                <a:latin typeface="Cambria"/>
                <a:cs typeface="Cambria"/>
              </a:rPr>
              <a:t> </a:t>
            </a:r>
            <a:r>
              <a:rPr sz="2400" spc="-10" dirty="0">
                <a:latin typeface="Cambria"/>
                <a:cs typeface="Cambria"/>
              </a:rPr>
              <a:t>accept.</a:t>
            </a:r>
            <a:endParaRPr sz="2400">
              <a:latin typeface="Cambria"/>
              <a:cs typeface="Cambria"/>
            </a:endParaRPr>
          </a:p>
          <a:p>
            <a:pPr marL="467995" marR="5715" indent="-455295" algn="just">
              <a:lnSpc>
                <a:spcPct val="100000"/>
              </a:lnSpc>
              <a:spcBef>
                <a:spcPts val="1205"/>
              </a:spcBef>
              <a:buClr>
                <a:srgbClr val="40B9D2"/>
              </a:buClr>
              <a:buAutoNum type="arabicPeriod" startAt="3"/>
              <a:tabLst>
                <a:tab pos="469900" algn="l"/>
              </a:tabLst>
            </a:pPr>
            <a:r>
              <a:rPr sz="2400" b="1" dirty="0">
                <a:latin typeface="Cambria"/>
                <a:cs typeface="Cambria"/>
              </a:rPr>
              <a:t>Error:</a:t>
            </a:r>
            <a:r>
              <a:rPr sz="2400" dirty="0">
                <a:latin typeface="Cambria"/>
                <a:cs typeface="Cambria"/>
              </a:rPr>
              <a:t>-</a:t>
            </a:r>
            <a:r>
              <a:rPr sz="2400" spc="330" dirty="0">
                <a:latin typeface="Cambria"/>
                <a:cs typeface="Cambria"/>
              </a:rPr>
              <a:t> </a:t>
            </a:r>
            <a:r>
              <a:rPr sz="2400" dirty="0">
                <a:latin typeface="Cambria"/>
                <a:cs typeface="Cambria"/>
              </a:rPr>
              <a:t>A</a:t>
            </a:r>
            <a:r>
              <a:rPr sz="2400" spc="340" dirty="0">
                <a:latin typeface="Cambria"/>
                <a:cs typeface="Cambria"/>
              </a:rPr>
              <a:t> </a:t>
            </a:r>
            <a:r>
              <a:rPr sz="2400" dirty="0">
                <a:latin typeface="Cambria"/>
                <a:cs typeface="Cambria"/>
              </a:rPr>
              <a:t>situation</a:t>
            </a:r>
            <a:r>
              <a:rPr sz="2400" spc="340" dirty="0">
                <a:latin typeface="Cambria"/>
                <a:cs typeface="Cambria"/>
              </a:rPr>
              <a:t> </a:t>
            </a:r>
            <a:r>
              <a:rPr sz="2400" dirty="0">
                <a:latin typeface="Cambria"/>
                <a:cs typeface="Cambria"/>
              </a:rPr>
              <a:t>in</a:t>
            </a:r>
            <a:r>
              <a:rPr sz="2400" spc="330" dirty="0">
                <a:latin typeface="Cambria"/>
                <a:cs typeface="Cambria"/>
              </a:rPr>
              <a:t> </a:t>
            </a:r>
            <a:r>
              <a:rPr sz="2400" dirty="0">
                <a:latin typeface="Cambria"/>
                <a:cs typeface="Cambria"/>
              </a:rPr>
              <a:t>which</a:t>
            </a:r>
            <a:r>
              <a:rPr sz="2400" spc="325" dirty="0">
                <a:latin typeface="Cambria"/>
                <a:cs typeface="Cambria"/>
              </a:rPr>
              <a:t> </a:t>
            </a:r>
            <a:r>
              <a:rPr sz="2400" dirty="0">
                <a:latin typeface="Cambria"/>
                <a:cs typeface="Cambria"/>
              </a:rPr>
              <a:t>parser</a:t>
            </a:r>
            <a:r>
              <a:rPr sz="2400" spc="335" dirty="0">
                <a:latin typeface="Cambria"/>
                <a:cs typeface="Cambria"/>
              </a:rPr>
              <a:t> </a:t>
            </a:r>
            <a:r>
              <a:rPr sz="2400" dirty="0">
                <a:latin typeface="Cambria"/>
                <a:cs typeface="Cambria"/>
              </a:rPr>
              <a:t>cannot</a:t>
            </a:r>
            <a:r>
              <a:rPr sz="2400" spc="340" dirty="0">
                <a:latin typeface="Cambria"/>
                <a:cs typeface="Cambria"/>
              </a:rPr>
              <a:t> </a:t>
            </a:r>
            <a:r>
              <a:rPr sz="2400" spc="-10" dirty="0">
                <a:latin typeface="Cambria"/>
                <a:cs typeface="Cambria"/>
              </a:rPr>
              <a:t>either 	</a:t>
            </a:r>
            <a:r>
              <a:rPr sz="2400" dirty="0">
                <a:latin typeface="Cambria"/>
                <a:cs typeface="Cambria"/>
              </a:rPr>
              <a:t>shift</a:t>
            </a:r>
            <a:r>
              <a:rPr sz="2400" spc="125" dirty="0">
                <a:latin typeface="Cambria"/>
                <a:cs typeface="Cambria"/>
              </a:rPr>
              <a:t> </a:t>
            </a:r>
            <a:r>
              <a:rPr sz="2400" dirty="0">
                <a:latin typeface="Cambria"/>
                <a:cs typeface="Cambria"/>
              </a:rPr>
              <a:t>or</a:t>
            </a:r>
            <a:r>
              <a:rPr sz="2400" spc="110" dirty="0">
                <a:latin typeface="Cambria"/>
                <a:cs typeface="Cambria"/>
              </a:rPr>
              <a:t> </a:t>
            </a:r>
            <a:r>
              <a:rPr sz="2400" dirty="0">
                <a:latin typeface="Cambria"/>
                <a:cs typeface="Cambria"/>
              </a:rPr>
              <a:t>reduce</a:t>
            </a:r>
            <a:r>
              <a:rPr sz="2400" spc="125" dirty="0">
                <a:latin typeface="Cambria"/>
                <a:cs typeface="Cambria"/>
              </a:rPr>
              <a:t> </a:t>
            </a:r>
            <a:r>
              <a:rPr sz="2400" dirty="0">
                <a:latin typeface="Cambria"/>
                <a:cs typeface="Cambria"/>
              </a:rPr>
              <a:t>the</a:t>
            </a:r>
            <a:r>
              <a:rPr sz="2400" spc="120" dirty="0">
                <a:latin typeface="Cambria"/>
                <a:cs typeface="Cambria"/>
              </a:rPr>
              <a:t> </a:t>
            </a:r>
            <a:r>
              <a:rPr sz="2400" dirty="0">
                <a:latin typeface="Cambria"/>
                <a:cs typeface="Cambria"/>
              </a:rPr>
              <a:t>symbol,</a:t>
            </a:r>
            <a:r>
              <a:rPr sz="2400" spc="114" dirty="0">
                <a:latin typeface="Cambria"/>
                <a:cs typeface="Cambria"/>
              </a:rPr>
              <a:t> </a:t>
            </a:r>
            <a:r>
              <a:rPr sz="2400" dirty="0">
                <a:latin typeface="Cambria"/>
                <a:cs typeface="Cambria"/>
              </a:rPr>
              <a:t>it</a:t>
            </a:r>
            <a:r>
              <a:rPr sz="2400" spc="114" dirty="0">
                <a:latin typeface="Cambria"/>
                <a:cs typeface="Cambria"/>
              </a:rPr>
              <a:t> </a:t>
            </a:r>
            <a:r>
              <a:rPr sz="2400" dirty="0">
                <a:latin typeface="Cambria"/>
                <a:cs typeface="Cambria"/>
              </a:rPr>
              <a:t>cannot</a:t>
            </a:r>
            <a:r>
              <a:rPr sz="2400" spc="120" dirty="0">
                <a:latin typeface="Cambria"/>
                <a:cs typeface="Cambria"/>
              </a:rPr>
              <a:t> </a:t>
            </a:r>
            <a:r>
              <a:rPr sz="2400" dirty="0">
                <a:latin typeface="Cambria"/>
                <a:cs typeface="Cambria"/>
              </a:rPr>
              <a:t>even</a:t>
            </a:r>
            <a:r>
              <a:rPr sz="2400" spc="125" dirty="0">
                <a:latin typeface="Cambria"/>
                <a:cs typeface="Cambria"/>
              </a:rPr>
              <a:t> </a:t>
            </a:r>
            <a:r>
              <a:rPr sz="2400" spc="-10" dirty="0">
                <a:latin typeface="Cambria"/>
                <a:cs typeface="Cambria"/>
              </a:rPr>
              <a:t>perform 	</a:t>
            </a:r>
            <a:r>
              <a:rPr sz="2400" dirty="0">
                <a:latin typeface="Cambria"/>
                <a:cs typeface="Cambria"/>
              </a:rPr>
              <a:t>the</a:t>
            </a:r>
            <a:r>
              <a:rPr sz="2400" spc="-45" dirty="0">
                <a:latin typeface="Cambria"/>
                <a:cs typeface="Cambria"/>
              </a:rPr>
              <a:t> </a:t>
            </a:r>
            <a:r>
              <a:rPr sz="2400" dirty="0">
                <a:latin typeface="Cambria"/>
                <a:cs typeface="Cambria"/>
              </a:rPr>
              <a:t>accept</a:t>
            </a:r>
            <a:r>
              <a:rPr sz="2400" spc="-25" dirty="0">
                <a:latin typeface="Cambria"/>
                <a:cs typeface="Cambria"/>
              </a:rPr>
              <a:t> </a:t>
            </a:r>
            <a:r>
              <a:rPr sz="2400" dirty="0">
                <a:latin typeface="Cambria"/>
                <a:cs typeface="Cambria"/>
              </a:rPr>
              <a:t>action</a:t>
            </a:r>
            <a:r>
              <a:rPr sz="2400" spc="-60" dirty="0">
                <a:latin typeface="Cambria"/>
                <a:cs typeface="Cambria"/>
              </a:rPr>
              <a:t> </a:t>
            </a:r>
            <a:r>
              <a:rPr sz="2400" dirty="0">
                <a:latin typeface="Cambria"/>
                <a:cs typeface="Cambria"/>
              </a:rPr>
              <a:t>is</a:t>
            </a:r>
            <a:r>
              <a:rPr sz="2400" spc="-50" dirty="0">
                <a:latin typeface="Cambria"/>
                <a:cs typeface="Cambria"/>
              </a:rPr>
              <a:t> </a:t>
            </a:r>
            <a:r>
              <a:rPr sz="2400" dirty="0">
                <a:latin typeface="Cambria"/>
                <a:cs typeface="Cambria"/>
              </a:rPr>
              <a:t>called</a:t>
            </a:r>
            <a:r>
              <a:rPr sz="2400" spc="-40" dirty="0">
                <a:latin typeface="Cambria"/>
                <a:cs typeface="Cambria"/>
              </a:rPr>
              <a:t> </a:t>
            </a:r>
            <a:r>
              <a:rPr sz="2400" dirty="0">
                <a:latin typeface="Cambria"/>
                <a:cs typeface="Cambria"/>
              </a:rPr>
              <a:t>as</a:t>
            </a:r>
            <a:r>
              <a:rPr sz="2400" spc="-45" dirty="0">
                <a:latin typeface="Cambria"/>
                <a:cs typeface="Cambria"/>
              </a:rPr>
              <a:t> </a:t>
            </a:r>
            <a:r>
              <a:rPr sz="2400" spc="-10" dirty="0">
                <a:latin typeface="Cambria"/>
                <a:cs typeface="Cambria"/>
              </a:rPr>
              <a:t>error.</a:t>
            </a:r>
            <a:endParaRPr sz="2400">
              <a:latin typeface="Cambria"/>
              <a:cs typeface="Cambri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570230">
              <a:lnSpc>
                <a:spcPts val="3890"/>
              </a:lnSpc>
            </a:pPr>
            <a:r>
              <a:rPr sz="3600" b="1" spc="-65" dirty="0">
                <a:solidFill>
                  <a:srgbClr val="FFFFFF"/>
                </a:solidFill>
                <a:latin typeface="Cambria"/>
                <a:cs typeface="Cambria"/>
              </a:rPr>
              <a:t>Shift</a:t>
            </a:r>
            <a:r>
              <a:rPr sz="3600" b="1" spc="-105" dirty="0">
                <a:solidFill>
                  <a:srgbClr val="FFFFFF"/>
                </a:solidFill>
                <a:latin typeface="Cambria"/>
                <a:cs typeface="Cambria"/>
              </a:rPr>
              <a:t> </a:t>
            </a:r>
            <a:r>
              <a:rPr sz="3600" b="1" spc="-70" dirty="0">
                <a:solidFill>
                  <a:srgbClr val="FFFFFF"/>
                </a:solidFill>
                <a:latin typeface="Cambria"/>
                <a:cs typeface="Cambria"/>
              </a:rPr>
              <a:t>Reduce </a:t>
            </a:r>
            <a:r>
              <a:rPr sz="3600" b="1" spc="-10" dirty="0">
                <a:solidFill>
                  <a:srgbClr val="FFFFFF"/>
                </a:solidFill>
                <a:latin typeface="Cambria"/>
                <a:cs typeface="Cambria"/>
              </a:rPr>
              <a:t>Parsing</a:t>
            </a:r>
            <a:endParaRPr sz="3600">
              <a:latin typeface="Cambria"/>
              <a:cs typeface="Cambria"/>
            </a:endParaRPr>
          </a:p>
        </p:txBody>
      </p:sp>
      <p:sp>
        <p:nvSpPr>
          <p:cNvPr id="3" name="object 3"/>
          <p:cNvSpPr txBox="1">
            <a:spLocks noGrp="1"/>
          </p:cNvSpPr>
          <p:nvPr>
            <p:ph type="title"/>
          </p:nvPr>
        </p:nvSpPr>
        <p:spPr>
          <a:xfrm>
            <a:off x="3604386" y="1574038"/>
            <a:ext cx="1228090" cy="391160"/>
          </a:xfrm>
          <a:prstGeom prst="rect">
            <a:avLst/>
          </a:prstGeom>
        </p:spPr>
        <p:txBody>
          <a:bodyPr vert="horz" wrap="square" lIns="0" tIns="12700" rIns="0" bIns="0" rtlCol="0">
            <a:spAutoFit/>
          </a:bodyPr>
          <a:lstStyle/>
          <a:p>
            <a:pPr marL="12700">
              <a:lnSpc>
                <a:spcPct val="100000"/>
              </a:lnSpc>
              <a:spcBef>
                <a:spcPts val="100"/>
              </a:spcBef>
            </a:pPr>
            <a:r>
              <a:rPr spc="-10" dirty="0"/>
              <a:t>Example:</a:t>
            </a:r>
          </a:p>
        </p:txBody>
      </p:sp>
      <p:sp>
        <p:nvSpPr>
          <p:cNvPr id="4" name="object 4"/>
          <p:cNvSpPr txBox="1"/>
          <p:nvPr/>
        </p:nvSpPr>
        <p:spPr>
          <a:xfrm>
            <a:off x="3604386" y="1937892"/>
            <a:ext cx="1882775" cy="1581150"/>
          </a:xfrm>
          <a:prstGeom prst="rect">
            <a:avLst/>
          </a:prstGeom>
        </p:spPr>
        <p:txBody>
          <a:bodyPr vert="horz" wrap="square" lIns="0" tIns="165100" rIns="0" bIns="0" rtlCol="0">
            <a:spAutoFit/>
          </a:bodyPr>
          <a:lstStyle/>
          <a:p>
            <a:pPr marL="12700">
              <a:lnSpc>
                <a:spcPct val="100000"/>
              </a:lnSpc>
              <a:spcBef>
                <a:spcPts val="13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E</a:t>
            </a:r>
            <a:r>
              <a:rPr sz="2400" spc="-25" dirty="0">
                <a:latin typeface="Cambria"/>
                <a:cs typeface="Cambria"/>
              </a:rPr>
              <a:t> </a:t>
            </a:r>
            <a:r>
              <a:rPr sz="2400" dirty="0">
                <a:latin typeface="Wingdings"/>
                <a:cs typeface="Wingdings"/>
              </a:rPr>
              <a:t></a:t>
            </a:r>
            <a:r>
              <a:rPr sz="2400" spc="-70" dirty="0">
                <a:latin typeface="Times New Roman"/>
                <a:cs typeface="Times New Roman"/>
              </a:rPr>
              <a:t> </a:t>
            </a:r>
            <a:r>
              <a:rPr sz="2400" dirty="0">
                <a:latin typeface="Cambria"/>
                <a:cs typeface="Cambria"/>
              </a:rPr>
              <a:t>E</a:t>
            </a:r>
            <a:r>
              <a:rPr sz="2400" spc="-20" dirty="0">
                <a:latin typeface="Cambria"/>
                <a:cs typeface="Cambria"/>
              </a:rPr>
              <a:t> </a:t>
            </a:r>
            <a:r>
              <a:rPr sz="2400" dirty="0">
                <a:latin typeface="Cambria"/>
                <a:cs typeface="Cambria"/>
              </a:rPr>
              <a:t>+</a:t>
            </a:r>
            <a:r>
              <a:rPr sz="2400" spc="-10" dirty="0">
                <a:latin typeface="Cambria"/>
                <a:cs typeface="Cambria"/>
              </a:rPr>
              <a:t> </a:t>
            </a:r>
            <a:r>
              <a:rPr sz="2400" dirty="0">
                <a:latin typeface="Cambria"/>
                <a:cs typeface="Cambria"/>
              </a:rPr>
              <a:t>T</a:t>
            </a:r>
            <a:r>
              <a:rPr sz="2400" spc="-5" dirty="0">
                <a:latin typeface="Cambria"/>
                <a:cs typeface="Cambria"/>
              </a:rPr>
              <a:t> </a:t>
            </a:r>
            <a:r>
              <a:rPr sz="2400" dirty="0">
                <a:latin typeface="Cambria"/>
                <a:cs typeface="Cambria"/>
              </a:rPr>
              <a:t>|</a:t>
            </a:r>
            <a:r>
              <a:rPr sz="2400" spc="-5" dirty="0">
                <a:latin typeface="Cambria"/>
                <a:cs typeface="Cambria"/>
              </a:rPr>
              <a:t> </a:t>
            </a:r>
            <a:r>
              <a:rPr sz="2400" spc="-180" dirty="0">
                <a:latin typeface="Cambria"/>
                <a:cs typeface="Cambria"/>
              </a:rPr>
              <a:t>T</a:t>
            </a:r>
            <a:endParaRPr sz="2400">
              <a:latin typeface="Cambria"/>
              <a:cs typeface="Cambria"/>
            </a:endParaRPr>
          </a:p>
          <a:p>
            <a:pPr marL="12700">
              <a:lnSpc>
                <a:spcPct val="100000"/>
              </a:lnSpc>
              <a:spcBef>
                <a:spcPts val="1205"/>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T</a:t>
            </a:r>
            <a:r>
              <a:rPr sz="2400" spc="-20" dirty="0">
                <a:latin typeface="Cambria"/>
                <a:cs typeface="Cambria"/>
              </a:rPr>
              <a:t> </a:t>
            </a:r>
            <a:r>
              <a:rPr sz="2400" dirty="0">
                <a:latin typeface="Wingdings"/>
                <a:cs typeface="Wingdings"/>
              </a:rPr>
              <a:t></a:t>
            </a:r>
            <a:r>
              <a:rPr sz="2400" spc="-75" dirty="0">
                <a:latin typeface="Times New Roman"/>
                <a:cs typeface="Times New Roman"/>
              </a:rPr>
              <a:t> </a:t>
            </a:r>
            <a:r>
              <a:rPr sz="2400" dirty="0">
                <a:latin typeface="Cambria"/>
                <a:cs typeface="Cambria"/>
              </a:rPr>
              <a:t>T</a:t>
            </a:r>
            <a:r>
              <a:rPr sz="2400" spc="-5"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F</a:t>
            </a:r>
            <a:r>
              <a:rPr sz="2400" spc="-10" dirty="0">
                <a:latin typeface="Cambria"/>
                <a:cs typeface="Cambria"/>
              </a:rPr>
              <a:t> </a:t>
            </a:r>
            <a:r>
              <a:rPr sz="2400" dirty="0">
                <a:latin typeface="Cambria"/>
                <a:cs typeface="Cambria"/>
              </a:rPr>
              <a:t>|</a:t>
            </a:r>
            <a:r>
              <a:rPr sz="2400" spc="-10" dirty="0">
                <a:latin typeface="Cambria"/>
                <a:cs typeface="Cambria"/>
              </a:rPr>
              <a:t> </a:t>
            </a:r>
            <a:r>
              <a:rPr sz="2400" spc="-50" dirty="0">
                <a:latin typeface="Cambria"/>
                <a:cs typeface="Cambria"/>
              </a:rPr>
              <a:t>F</a:t>
            </a:r>
            <a:endParaRPr sz="2400">
              <a:latin typeface="Cambria"/>
              <a:cs typeface="Cambria"/>
            </a:endParaRPr>
          </a:p>
          <a:p>
            <a:pPr marL="12700">
              <a:lnSpc>
                <a:spcPct val="100000"/>
              </a:lnSpc>
              <a:spcBef>
                <a:spcPts val="1200"/>
              </a:spcBef>
            </a:pPr>
            <a:r>
              <a:rPr sz="2400" spc="-1250" dirty="0">
                <a:solidFill>
                  <a:srgbClr val="40B9D2"/>
                </a:solidFill>
                <a:latin typeface="Arial MT"/>
                <a:cs typeface="Arial MT"/>
              </a:rPr>
              <a:t>🞄</a:t>
            </a:r>
            <a:r>
              <a:rPr sz="2400" spc="-95" dirty="0">
                <a:solidFill>
                  <a:srgbClr val="40B9D2"/>
                </a:solidFill>
                <a:latin typeface="Arial MT"/>
                <a:cs typeface="Arial MT"/>
              </a:rPr>
              <a:t> </a:t>
            </a:r>
            <a:r>
              <a:rPr sz="2400" dirty="0">
                <a:latin typeface="Cambria"/>
                <a:cs typeface="Cambria"/>
              </a:rPr>
              <a:t>F</a:t>
            </a:r>
            <a:r>
              <a:rPr sz="2400" dirty="0">
                <a:latin typeface="Wingdings"/>
                <a:cs typeface="Wingdings"/>
              </a:rPr>
              <a:t></a:t>
            </a:r>
            <a:r>
              <a:rPr sz="2400" spc="-75" dirty="0">
                <a:latin typeface="Times New Roman"/>
                <a:cs typeface="Times New Roman"/>
              </a:rPr>
              <a:t> </a:t>
            </a:r>
            <a:r>
              <a:rPr sz="2400" spc="-25" dirty="0">
                <a:latin typeface="Cambria"/>
                <a:cs typeface="Cambria"/>
              </a:rPr>
              <a:t>id</a:t>
            </a:r>
            <a:endParaRPr sz="2400">
              <a:latin typeface="Cambria"/>
              <a:cs typeface="Cambria"/>
            </a:endParaRPr>
          </a:p>
        </p:txBody>
      </p:sp>
      <p:sp>
        <p:nvSpPr>
          <p:cNvPr id="5" name="object 5"/>
          <p:cNvSpPr txBox="1"/>
          <p:nvPr/>
        </p:nvSpPr>
        <p:spPr>
          <a:xfrm>
            <a:off x="3604386" y="4683632"/>
            <a:ext cx="235204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String</a:t>
            </a:r>
            <a:r>
              <a:rPr sz="2400" spc="-40" dirty="0">
                <a:latin typeface="Cambria"/>
                <a:cs typeface="Cambria"/>
              </a:rPr>
              <a:t> </a:t>
            </a:r>
            <a:r>
              <a:rPr sz="2400" dirty="0">
                <a:latin typeface="Cambria"/>
                <a:cs typeface="Cambria"/>
              </a:rPr>
              <a:t>:</a:t>
            </a:r>
            <a:r>
              <a:rPr sz="2400" spc="-5" dirty="0">
                <a:latin typeface="Cambria"/>
                <a:cs typeface="Cambria"/>
              </a:rPr>
              <a:t> </a:t>
            </a:r>
            <a:r>
              <a:rPr sz="2400" dirty="0">
                <a:latin typeface="Cambria"/>
                <a:cs typeface="Cambria"/>
              </a:rPr>
              <a:t>id</a:t>
            </a:r>
            <a:r>
              <a:rPr sz="2400" spc="-10" dirty="0">
                <a:latin typeface="Cambria"/>
                <a:cs typeface="Cambria"/>
              </a:rPr>
              <a:t> </a:t>
            </a:r>
            <a:r>
              <a:rPr sz="2400" dirty="0">
                <a:latin typeface="Cambria"/>
                <a:cs typeface="Cambria"/>
              </a:rPr>
              <a:t>+</a:t>
            </a:r>
            <a:r>
              <a:rPr sz="2400" spc="-15" dirty="0">
                <a:latin typeface="Cambria"/>
                <a:cs typeface="Cambria"/>
              </a:rPr>
              <a:t> </a:t>
            </a:r>
            <a:r>
              <a:rPr sz="2400" dirty="0">
                <a:latin typeface="Cambria"/>
                <a:cs typeface="Cambria"/>
              </a:rPr>
              <a:t>id</a:t>
            </a:r>
            <a:r>
              <a:rPr sz="2400" spc="-25" dirty="0">
                <a:latin typeface="Cambria"/>
                <a:cs typeface="Cambria"/>
              </a:rPr>
              <a:t> </a:t>
            </a:r>
            <a:r>
              <a:rPr sz="2400" dirty="0">
                <a:latin typeface="Cambria"/>
                <a:cs typeface="Cambria"/>
              </a:rPr>
              <a:t>*</a:t>
            </a:r>
            <a:r>
              <a:rPr sz="2400" spc="-15" dirty="0">
                <a:latin typeface="Cambria"/>
                <a:cs typeface="Cambria"/>
              </a:rPr>
              <a:t> </a:t>
            </a:r>
            <a:r>
              <a:rPr sz="2400" spc="-25" dirty="0">
                <a:latin typeface="Cambria"/>
                <a:cs typeface="Cambria"/>
              </a:rPr>
              <a:t>id</a:t>
            </a:r>
            <a:endParaRPr sz="2400">
              <a:latin typeface="Cambria"/>
              <a:cs typeface="Cambri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570230">
              <a:lnSpc>
                <a:spcPts val="3890"/>
              </a:lnSpc>
            </a:pPr>
            <a:r>
              <a:rPr sz="3600" b="1" spc="-65" dirty="0">
                <a:solidFill>
                  <a:srgbClr val="FFFFFF"/>
                </a:solidFill>
                <a:latin typeface="Cambria"/>
                <a:cs typeface="Cambria"/>
              </a:rPr>
              <a:t>Shift</a:t>
            </a:r>
            <a:r>
              <a:rPr sz="3600" b="1" spc="-105" dirty="0">
                <a:solidFill>
                  <a:srgbClr val="FFFFFF"/>
                </a:solidFill>
                <a:latin typeface="Cambria"/>
                <a:cs typeface="Cambria"/>
              </a:rPr>
              <a:t> </a:t>
            </a:r>
            <a:r>
              <a:rPr sz="3600" b="1" spc="-70" dirty="0">
                <a:solidFill>
                  <a:srgbClr val="FFFFFF"/>
                </a:solidFill>
                <a:latin typeface="Cambria"/>
                <a:cs typeface="Cambria"/>
              </a:rPr>
              <a:t>Reduce </a:t>
            </a:r>
            <a:r>
              <a:rPr sz="3600" b="1" spc="-10" dirty="0">
                <a:solidFill>
                  <a:srgbClr val="FFFFFF"/>
                </a:solidFill>
                <a:latin typeface="Cambria"/>
                <a:cs typeface="Cambria"/>
              </a:rPr>
              <a:t>Parsing</a:t>
            </a:r>
            <a:endParaRPr sz="3600">
              <a:latin typeface="Cambria"/>
              <a:cs typeface="Cambria"/>
            </a:endParaRPr>
          </a:p>
        </p:txBody>
      </p:sp>
      <p:graphicFrame>
        <p:nvGraphicFramePr>
          <p:cNvPr id="3" name="object 3"/>
          <p:cNvGraphicFramePr>
            <a:graphicFrameLocks noGrp="1"/>
          </p:cNvGraphicFramePr>
          <p:nvPr/>
        </p:nvGraphicFramePr>
        <p:xfrm>
          <a:off x="3524503" y="208788"/>
          <a:ext cx="7877175" cy="370205"/>
        </p:xfrm>
        <a:graphic>
          <a:graphicData uri="http://schemas.openxmlformats.org/drawingml/2006/table">
            <a:tbl>
              <a:tblPr firstRow="1" bandRow="1">
                <a:tableStyleId>{2D5ABB26-0587-4C30-8999-92F81FD0307C}</a:tableStyleId>
              </a:tblPr>
              <a:tblGrid>
                <a:gridCol w="1982470">
                  <a:extLst>
                    <a:ext uri="{9D8B030D-6E8A-4147-A177-3AD203B41FA5}">
                      <a16:colId xmlns:a16="http://schemas.microsoft.com/office/drawing/2014/main" val="20000"/>
                    </a:ext>
                  </a:extLst>
                </a:gridCol>
                <a:gridCol w="3014345">
                  <a:extLst>
                    <a:ext uri="{9D8B030D-6E8A-4147-A177-3AD203B41FA5}">
                      <a16:colId xmlns:a16="http://schemas.microsoft.com/office/drawing/2014/main" val="20001"/>
                    </a:ext>
                  </a:extLst>
                </a:gridCol>
                <a:gridCol w="2790190">
                  <a:extLst>
                    <a:ext uri="{9D8B030D-6E8A-4147-A177-3AD203B41FA5}">
                      <a16:colId xmlns:a16="http://schemas.microsoft.com/office/drawing/2014/main" val="20002"/>
                    </a:ext>
                  </a:extLst>
                </a:gridCol>
              </a:tblGrid>
              <a:tr h="370205">
                <a:tc>
                  <a:txBody>
                    <a:bodyPr/>
                    <a:lstStyle/>
                    <a:p>
                      <a:pPr marL="91440">
                        <a:lnSpc>
                          <a:spcPct val="100000"/>
                        </a:lnSpc>
                        <a:spcBef>
                          <a:spcPts val="265"/>
                        </a:spcBef>
                      </a:pPr>
                      <a:r>
                        <a:rPr sz="1800" b="1" spc="-10" dirty="0">
                          <a:solidFill>
                            <a:srgbClr val="FFFFFF"/>
                          </a:solidFill>
                          <a:latin typeface="Corbel"/>
                          <a:cs typeface="Corbel"/>
                        </a:rPr>
                        <a:t>Stack</a:t>
                      </a:r>
                      <a:endParaRPr sz="1800">
                        <a:latin typeface="Corbel"/>
                        <a:cs typeface="Corbel"/>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1440">
                        <a:lnSpc>
                          <a:spcPct val="100000"/>
                        </a:lnSpc>
                        <a:spcBef>
                          <a:spcPts val="265"/>
                        </a:spcBef>
                      </a:pPr>
                      <a:r>
                        <a:rPr sz="1800" b="1" dirty="0">
                          <a:solidFill>
                            <a:srgbClr val="FFFFFF"/>
                          </a:solidFill>
                          <a:latin typeface="Corbel"/>
                          <a:cs typeface="Corbel"/>
                        </a:rPr>
                        <a:t>Input</a:t>
                      </a:r>
                      <a:r>
                        <a:rPr sz="1800" b="1" spc="-20" dirty="0">
                          <a:solidFill>
                            <a:srgbClr val="FFFFFF"/>
                          </a:solidFill>
                          <a:latin typeface="Corbel"/>
                          <a:cs typeface="Corbel"/>
                        </a:rPr>
                        <a:t> </a:t>
                      </a:r>
                      <a:r>
                        <a:rPr sz="1800" b="1" spc="-10" dirty="0">
                          <a:solidFill>
                            <a:srgbClr val="FFFFFF"/>
                          </a:solidFill>
                          <a:latin typeface="Corbel"/>
                          <a:cs typeface="Corbel"/>
                        </a:rPr>
                        <a:t>buffer</a:t>
                      </a:r>
                      <a:endParaRPr sz="1800">
                        <a:latin typeface="Corbel"/>
                        <a:cs typeface="Corbel"/>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2710">
                        <a:lnSpc>
                          <a:spcPct val="100000"/>
                        </a:lnSpc>
                        <a:spcBef>
                          <a:spcPts val="265"/>
                        </a:spcBef>
                      </a:pPr>
                      <a:r>
                        <a:rPr sz="1800" b="1" spc="-10" dirty="0">
                          <a:solidFill>
                            <a:srgbClr val="FFFFFF"/>
                          </a:solidFill>
                          <a:latin typeface="Corbel"/>
                          <a:cs typeface="Corbel"/>
                        </a:rPr>
                        <a:t>Action</a:t>
                      </a:r>
                      <a:endParaRPr sz="1800">
                        <a:latin typeface="Corbel"/>
                        <a:cs typeface="Corbel"/>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0"/>
                  </a:ext>
                </a:extLst>
              </a:tr>
            </a:tbl>
          </a:graphicData>
        </a:graphic>
      </p:graphicFrame>
      <p:graphicFrame>
        <p:nvGraphicFramePr>
          <p:cNvPr id="4" name="object 4"/>
          <p:cNvGraphicFramePr>
            <a:graphicFrameLocks noGrp="1"/>
          </p:cNvGraphicFramePr>
          <p:nvPr/>
        </p:nvGraphicFramePr>
        <p:xfrm>
          <a:off x="3529329" y="667058"/>
          <a:ext cx="7864475" cy="635000"/>
        </p:xfrm>
        <a:graphic>
          <a:graphicData uri="http://schemas.openxmlformats.org/drawingml/2006/table">
            <a:tbl>
              <a:tblPr firstRow="1" bandRow="1">
                <a:tableStyleId>{2D5ABB26-0587-4C30-8999-92F81FD0307C}</a:tableStyleId>
              </a:tblPr>
              <a:tblGrid>
                <a:gridCol w="1236345">
                  <a:extLst>
                    <a:ext uri="{9D8B030D-6E8A-4147-A177-3AD203B41FA5}">
                      <a16:colId xmlns:a16="http://schemas.microsoft.com/office/drawing/2014/main" val="20000"/>
                    </a:ext>
                  </a:extLst>
                </a:gridCol>
                <a:gridCol w="2803525">
                  <a:extLst>
                    <a:ext uri="{9D8B030D-6E8A-4147-A177-3AD203B41FA5}">
                      <a16:colId xmlns:a16="http://schemas.microsoft.com/office/drawing/2014/main" val="20001"/>
                    </a:ext>
                  </a:extLst>
                </a:gridCol>
                <a:gridCol w="3748404">
                  <a:extLst>
                    <a:ext uri="{9D8B030D-6E8A-4147-A177-3AD203B41FA5}">
                      <a16:colId xmlns:a16="http://schemas.microsoft.com/office/drawing/2014/main" val="20002"/>
                    </a:ext>
                  </a:extLst>
                </a:gridCol>
              </a:tblGrid>
              <a:tr h="270510">
                <a:tc>
                  <a:txBody>
                    <a:bodyPr/>
                    <a:lstStyle/>
                    <a:p>
                      <a:pPr marL="91440">
                        <a:lnSpc>
                          <a:spcPts val="1700"/>
                        </a:lnSpc>
                      </a:pPr>
                      <a:r>
                        <a:rPr sz="1800" b="1" spc="-50" dirty="0">
                          <a:latin typeface="Corbel"/>
                          <a:cs typeface="Corbel"/>
                        </a:rPr>
                        <a:t>$</a:t>
                      </a:r>
                      <a:endParaRPr sz="1800">
                        <a:latin typeface="Corbel"/>
                        <a:cs typeface="Corbel"/>
                      </a:endParaRPr>
                    </a:p>
                  </a:txBody>
                  <a:tcPr marL="0" marR="0" marT="0" marB="0">
                    <a:lnB w="12700">
                      <a:solidFill>
                        <a:srgbClr val="40B9D2"/>
                      </a:solidFill>
                      <a:prstDash val="solid"/>
                    </a:lnB>
                  </a:tcPr>
                </a:tc>
                <a:tc>
                  <a:txBody>
                    <a:bodyPr/>
                    <a:lstStyle/>
                    <a:p>
                      <a:pPr marL="838835">
                        <a:lnSpc>
                          <a:spcPts val="1700"/>
                        </a:lnSpc>
                      </a:pPr>
                      <a:r>
                        <a:rPr sz="1800" b="1" spc="-10" dirty="0">
                          <a:latin typeface="Corbel"/>
                          <a:cs typeface="Corbel"/>
                        </a:rPr>
                        <a:t>id+id*id$</a:t>
                      </a:r>
                      <a:endParaRPr sz="1800">
                        <a:latin typeface="Corbel"/>
                        <a:cs typeface="Corbel"/>
                      </a:endParaRPr>
                    </a:p>
                  </a:txBody>
                  <a:tcPr marL="0" marR="0" marT="0" marB="0">
                    <a:lnB w="12700">
                      <a:solidFill>
                        <a:srgbClr val="40B9D2"/>
                      </a:solidFill>
                      <a:prstDash val="solid"/>
                    </a:lnB>
                  </a:tcPr>
                </a:tc>
                <a:tc>
                  <a:txBody>
                    <a:bodyPr/>
                    <a:lstStyle/>
                    <a:p>
                      <a:pPr marL="1050290">
                        <a:lnSpc>
                          <a:spcPts val="1700"/>
                        </a:lnSpc>
                      </a:pPr>
                      <a:r>
                        <a:rPr sz="1800" b="1" spc="-10" dirty="0">
                          <a:latin typeface="Corbel"/>
                          <a:cs typeface="Corbel"/>
                        </a:rPr>
                        <a:t>Shift</a:t>
                      </a:r>
                      <a:endParaRPr sz="1800">
                        <a:latin typeface="Corbel"/>
                        <a:cs typeface="Corbel"/>
                      </a:endParaRPr>
                    </a:p>
                  </a:txBody>
                  <a:tcPr marL="0" marR="0" marT="0" marB="0">
                    <a:lnB w="12700">
                      <a:solidFill>
                        <a:srgbClr val="40B9D2"/>
                      </a:solidFill>
                      <a:prstDash val="solid"/>
                    </a:lnB>
                  </a:tcPr>
                </a:tc>
                <a:extLst>
                  <a:ext uri="{0D108BD9-81ED-4DB2-BD59-A6C34878D82A}">
                    <a16:rowId xmlns:a16="http://schemas.microsoft.com/office/drawing/2014/main" val="10000"/>
                  </a:ext>
                </a:extLst>
              </a:tr>
              <a:tr h="364490">
                <a:tc>
                  <a:txBody>
                    <a:bodyPr/>
                    <a:lstStyle/>
                    <a:p>
                      <a:pPr marL="91440">
                        <a:lnSpc>
                          <a:spcPct val="100000"/>
                        </a:lnSpc>
                        <a:spcBef>
                          <a:spcPts val="204"/>
                        </a:spcBef>
                      </a:pPr>
                      <a:r>
                        <a:rPr sz="1800" b="1" spc="-25" dirty="0">
                          <a:latin typeface="Corbel"/>
                          <a:cs typeface="Corbel"/>
                        </a:rPr>
                        <a:t>$id</a:t>
                      </a:r>
                      <a:endParaRPr sz="1800">
                        <a:latin typeface="Corbel"/>
                        <a:cs typeface="Corbel"/>
                      </a:endParaRPr>
                    </a:p>
                  </a:txBody>
                  <a:tcPr marL="0" marR="0" marT="26034" marB="0">
                    <a:lnT w="12700">
                      <a:solidFill>
                        <a:srgbClr val="40B9D2"/>
                      </a:solidFill>
                      <a:prstDash val="solid"/>
                    </a:lnT>
                    <a:lnB w="19050">
                      <a:solidFill>
                        <a:srgbClr val="40B9D2"/>
                      </a:solidFill>
                      <a:prstDash val="solid"/>
                    </a:lnB>
                  </a:tcPr>
                </a:tc>
                <a:tc>
                  <a:txBody>
                    <a:bodyPr/>
                    <a:lstStyle/>
                    <a:p>
                      <a:pPr marL="838835">
                        <a:lnSpc>
                          <a:spcPct val="100000"/>
                        </a:lnSpc>
                        <a:spcBef>
                          <a:spcPts val="204"/>
                        </a:spcBef>
                      </a:pPr>
                      <a:r>
                        <a:rPr sz="1800" b="1" spc="-10" dirty="0">
                          <a:latin typeface="Corbel"/>
                          <a:cs typeface="Corbel"/>
                        </a:rPr>
                        <a:t>+id*id$</a:t>
                      </a:r>
                      <a:endParaRPr sz="1800">
                        <a:latin typeface="Corbel"/>
                        <a:cs typeface="Corbel"/>
                      </a:endParaRPr>
                    </a:p>
                  </a:txBody>
                  <a:tcPr marL="0" marR="0" marT="26034" marB="0">
                    <a:lnT w="12700">
                      <a:solidFill>
                        <a:srgbClr val="40B9D2"/>
                      </a:solidFill>
                      <a:prstDash val="solid"/>
                    </a:lnT>
                    <a:lnB w="19050">
                      <a:solidFill>
                        <a:srgbClr val="40B9D2"/>
                      </a:solidFill>
                      <a:prstDash val="solid"/>
                    </a:lnB>
                  </a:tcPr>
                </a:tc>
                <a:tc>
                  <a:txBody>
                    <a:bodyPr/>
                    <a:lstStyle/>
                    <a:p>
                      <a:pPr marL="1050290">
                        <a:lnSpc>
                          <a:spcPct val="100000"/>
                        </a:lnSpc>
                        <a:spcBef>
                          <a:spcPts val="204"/>
                        </a:spcBef>
                      </a:pPr>
                      <a:r>
                        <a:rPr sz="1800" b="1" dirty="0">
                          <a:latin typeface="Corbel"/>
                          <a:cs typeface="Corbel"/>
                        </a:rPr>
                        <a:t>Reduce</a:t>
                      </a:r>
                      <a:r>
                        <a:rPr sz="1800" b="1" spc="-60" dirty="0">
                          <a:latin typeface="Corbel"/>
                          <a:cs typeface="Corbel"/>
                        </a:rPr>
                        <a:t> </a:t>
                      </a:r>
                      <a:r>
                        <a:rPr sz="1800" b="1" spc="-20" dirty="0">
                          <a:latin typeface="Corbel"/>
                          <a:cs typeface="Corbel"/>
                        </a:rPr>
                        <a:t>F</a:t>
                      </a:r>
                      <a:r>
                        <a:rPr sz="1800" spc="-20" dirty="0">
                          <a:latin typeface="Wingdings"/>
                          <a:cs typeface="Wingdings"/>
                        </a:rPr>
                        <a:t></a:t>
                      </a:r>
                      <a:r>
                        <a:rPr sz="1800" b="1" spc="-20" dirty="0">
                          <a:latin typeface="Corbel"/>
                          <a:cs typeface="Corbel"/>
                        </a:rPr>
                        <a:t>id</a:t>
                      </a:r>
                      <a:endParaRPr sz="1800">
                        <a:latin typeface="Corbel"/>
                        <a:cs typeface="Corbel"/>
                      </a:endParaRPr>
                    </a:p>
                  </a:txBody>
                  <a:tcPr marL="0" marR="0" marT="26034" marB="0">
                    <a:lnT w="12700">
                      <a:solidFill>
                        <a:srgbClr val="40B9D2"/>
                      </a:solidFill>
                      <a:prstDash val="solid"/>
                    </a:lnT>
                    <a:lnB w="19050">
                      <a:solidFill>
                        <a:srgbClr val="40B9D2"/>
                      </a:solidFill>
                      <a:prstDash val="solid"/>
                    </a:lnB>
                  </a:tcPr>
                </a:tc>
                <a:extLst>
                  <a:ext uri="{0D108BD9-81ED-4DB2-BD59-A6C34878D82A}">
                    <a16:rowId xmlns:a16="http://schemas.microsoft.com/office/drawing/2014/main" val="10001"/>
                  </a:ext>
                </a:extLst>
              </a:tr>
            </a:tbl>
          </a:graphicData>
        </a:graphic>
      </p:graphicFrame>
      <p:graphicFrame>
        <p:nvGraphicFramePr>
          <p:cNvPr id="5" name="object 5"/>
          <p:cNvGraphicFramePr>
            <a:graphicFrameLocks noGrp="1"/>
          </p:cNvGraphicFramePr>
          <p:nvPr/>
        </p:nvGraphicFramePr>
        <p:xfrm>
          <a:off x="3529329" y="1362427"/>
          <a:ext cx="7873365" cy="675640"/>
        </p:xfrm>
        <a:graphic>
          <a:graphicData uri="http://schemas.openxmlformats.org/drawingml/2006/table">
            <a:tbl>
              <a:tblPr firstRow="1" bandRow="1">
                <a:tableStyleId>{2D5ABB26-0587-4C30-8999-92F81FD0307C}</a:tableStyleId>
              </a:tblPr>
              <a:tblGrid>
                <a:gridCol w="1213485">
                  <a:extLst>
                    <a:ext uri="{9D8B030D-6E8A-4147-A177-3AD203B41FA5}">
                      <a16:colId xmlns:a16="http://schemas.microsoft.com/office/drawing/2014/main" val="20000"/>
                    </a:ext>
                  </a:extLst>
                </a:gridCol>
                <a:gridCol w="2738119">
                  <a:extLst>
                    <a:ext uri="{9D8B030D-6E8A-4147-A177-3AD203B41FA5}">
                      <a16:colId xmlns:a16="http://schemas.microsoft.com/office/drawing/2014/main" val="20001"/>
                    </a:ext>
                  </a:extLst>
                </a:gridCol>
                <a:gridCol w="3844925">
                  <a:extLst>
                    <a:ext uri="{9D8B030D-6E8A-4147-A177-3AD203B41FA5}">
                      <a16:colId xmlns:a16="http://schemas.microsoft.com/office/drawing/2014/main" val="20002"/>
                    </a:ext>
                  </a:extLst>
                </a:gridCol>
              </a:tblGrid>
              <a:tr h="309880">
                <a:tc>
                  <a:txBody>
                    <a:bodyPr/>
                    <a:lstStyle/>
                    <a:p>
                      <a:pPr marL="91440">
                        <a:lnSpc>
                          <a:spcPts val="1980"/>
                        </a:lnSpc>
                      </a:pPr>
                      <a:r>
                        <a:rPr sz="1800" b="1" spc="-25" dirty="0">
                          <a:latin typeface="Corbel"/>
                          <a:cs typeface="Corbel"/>
                        </a:rPr>
                        <a:t>$F</a:t>
                      </a:r>
                      <a:endParaRPr sz="1800">
                        <a:latin typeface="Corbel"/>
                        <a:cs typeface="Corbel"/>
                      </a:endParaRPr>
                    </a:p>
                  </a:txBody>
                  <a:tcPr marL="0" marR="0" marT="0" marB="0">
                    <a:lnB w="28575">
                      <a:solidFill>
                        <a:srgbClr val="40B9D2"/>
                      </a:solidFill>
                      <a:prstDash val="solid"/>
                    </a:lnB>
                  </a:tcPr>
                </a:tc>
                <a:tc>
                  <a:txBody>
                    <a:bodyPr/>
                    <a:lstStyle/>
                    <a:p>
                      <a:pPr marL="861060">
                        <a:lnSpc>
                          <a:spcPts val="1980"/>
                        </a:lnSpc>
                      </a:pPr>
                      <a:r>
                        <a:rPr sz="1800" b="1" spc="-10" dirty="0">
                          <a:latin typeface="Corbel"/>
                          <a:cs typeface="Corbel"/>
                        </a:rPr>
                        <a:t>+id*id$</a:t>
                      </a:r>
                      <a:endParaRPr sz="1800">
                        <a:latin typeface="Corbel"/>
                        <a:cs typeface="Corbel"/>
                      </a:endParaRPr>
                    </a:p>
                  </a:txBody>
                  <a:tcPr marL="0" marR="0" marT="0" marB="0">
                    <a:lnB w="28575">
                      <a:solidFill>
                        <a:srgbClr val="40B9D2"/>
                      </a:solidFill>
                      <a:prstDash val="solid"/>
                    </a:lnB>
                  </a:tcPr>
                </a:tc>
                <a:tc>
                  <a:txBody>
                    <a:bodyPr/>
                    <a:lstStyle/>
                    <a:p>
                      <a:pPr marL="1137920">
                        <a:lnSpc>
                          <a:spcPts val="1980"/>
                        </a:lnSpc>
                      </a:pPr>
                      <a:r>
                        <a:rPr sz="1800" b="1" spc="-10" dirty="0">
                          <a:latin typeface="Corbel"/>
                          <a:cs typeface="Corbel"/>
                        </a:rPr>
                        <a:t>Reduce</a:t>
                      </a:r>
                      <a:r>
                        <a:rPr sz="1800" b="1" spc="-135" dirty="0">
                          <a:latin typeface="Corbel"/>
                          <a:cs typeface="Corbel"/>
                        </a:rPr>
                        <a:t> </a:t>
                      </a:r>
                      <a:r>
                        <a:rPr sz="1800" b="1" spc="-25" dirty="0">
                          <a:latin typeface="Corbel"/>
                          <a:cs typeface="Corbel"/>
                        </a:rPr>
                        <a:t>T</a:t>
                      </a:r>
                      <a:r>
                        <a:rPr sz="1800" spc="-25" dirty="0">
                          <a:latin typeface="Wingdings"/>
                          <a:cs typeface="Wingdings"/>
                        </a:rPr>
                        <a:t></a:t>
                      </a:r>
                      <a:r>
                        <a:rPr sz="1800" b="1" spc="-25" dirty="0">
                          <a:latin typeface="Corbel"/>
                          <a:cs typeface="Corbel"/>
                        </a:rPr>
                        <a:t>F</a:t>
                      </a:r>
                      <a:endParaRPr sz="1800">
                        <a:latin typeface="Corbel"/>
                        <a:cs typeface="Corbel"/>
                      </a:endParaRPr>
                    </a:p>
                  </a:txBody>
                  <a:tcPr marL="0" marR="0" marT="0" marB="0">
                    <a:lnB w="28575">
                      <a:solidFill>
                        <a:srgbClr val="40B9D2"/>
                      </a:solidFill>
                      <a:prstDash val="solid"/>
                    </a:lnB>
                  </a:tcPr>
                </a:tc>
                <a:extLst>
                  <a:ext uri="{0D108BD9-81ED-4DB2-BD59-A6C34878D82A}">
                    <a16:rowId xmlns:a16="http://schemas.microsoft.com/office/drawing/2014/main" val="10000"/>
                  </a:ext>
                </a:extLst>
              </a:tr>
              <a:tr h="365760">
                <a:tc>
                  <a:txBody>
                    <a:bodyPr/>
                    <a:lstStyle/>
                    <a:p>
                      <a:pPr marL="100330">
                        <a:lnSpc>
                          <a:spcPct val="100000"/>
                        </a:lnSpc>
                        <a:spcBef>
                          <a:spcPts val="234"/>
                        </a:spcBef>
                      </a:pPr>
                      <a:r>
                        <a:rPr sz="1800" b="1" spc="-25" dirty="0">
                          <a:latin typeface="Corbel"/>
                          <a:cs typeface="Corbel"/>
                        </a:rPr>
                        <a:t>$T</a:t>
                      </a:r>
                      <a:endParaRPr sz="1800">
                        <a:latin typeface="Corbel"/>
                        <a:cs typeface="Corbel"/>
                      </a:endParaRPr>
                    </a:p>
                  </a:txBody>
                  <a:tcPr marL="0" marR="0" marT="29844" marB="0">
                    <a:lnT w="28575">
                      <a:solidFill>
                        <a:srgbClr val="40B9D2"/>
                      </a:solidFill>
                      <a:prstDash val="solid"/>
                    </a:lnT>
                    <a:lnB w="19050">
                      <a:solidFill>
                        <a:srgbClr val="40B9D2"/>
                      </a:solidFill>
                      <a:prstDash val="solid"/>
                    </a:lnB>
                  </a:tcPr>
                </a:tc>
                <a:tc>
                  <a:txBody>
                    <a:bodyPr/>
                    <a:lstStyle/>
                    <a:p>
                      <a:pPr marL="869950">
                        <a:lnSpc>
                          <a:spcPct val="100000"/>
                        </a:lnSpc>
                        <a:spcBef>
                          <a:spcPts val="209"/>
                        </a:spcBef>
                      </a:pPr>
                      <a:r>
                        <a:rPr sz="1800" b="1" spc="-10" dirty="0">
                          <a:latin typeface="Corbel"/>
                          <a:cs typeface="Corbel"/>
                        </a:rPr>
                        <a:t>+id*id$</a:t>
                      </a:r>
                      <a:endParaRPr sz="1800">
                        <a:latin typeface="Corbel"/>
                        <a:cs typeface="Corbel"/>
                      </a:endParaRPr>
                    </a:p>
                  </a:txBody>
                  <a:tcPr marL="0" marR="0" marT="26669" marB="0">
                    <a:lnT w="28575">
                      <a:solidFill>
                        <a:srgbClr val="40B9D2"/>
                      </a:solidFill>
                      <a:prstDash val="solid"/>
                    </a:lnT>
                    <a:lnB w="19050">
                      <a:solidFill>
                        <a:srgbClr val="40B9D2"/>
                      </a:solidFill>
                      <a:prstDash val="solid"/>
                    </a:lnB>
                  </a:tcPr>
                </a:tc>
                <a:tc>
                  <a:txBody>
                    <a:bodyPr/>
                    <a:lstStyle/>
                    <a:p>
                      <a:pPr marL="1146810">
                        <a:lnSpc>
                          <a:spcPct val="100000"/>
                        </a:lnSpc>
                        <a:spcBef>
                          <a:spcPts val="234"/>
                        </a:spcBef>
                      </a:pPr>
                      <a:r>
                        <a:rPr sz="1800" b="1" dirty="0">
                          <a:latin typeface="Corbel"/>
                          <a:cs typeface="Corbel"/>
                        </a:rPr>
                        <a:t>Reduce</a:t>
                      </a:r>
                      <a:r>
                        <a:rPr sz="1800" b="1" spc="-60" dirty="0">
                          <a:latin typeface="Corbel"/>
                          <a:cs typeface="Corbel"/>
                        </a:rPr>
                        <a:t> </a:t>
                      </a:r>
                      <a:r>
                        <a:rPr sz="1800" b="1" spc="-25" dirty="0">
                          <a:latin typeface="Corbel"/>
                          <a:cs typeface="Corbel"/>
                        </a:rPr>
                        <a:t>E</a:t>
                      </a:r>
                      <a:r>
                        <a:rPr sz="1800" spc="-25" dirty="0">
                          <a:latin typeface="Wingdings"/>
                          <a:cs typeface="Wingdings"/>
                        </a:rPr>
                        <a:t></a:t>
                      </a:r>
                      <a:r>
                        <a:rPr sz="1800" b="1" spc="-25" dirty="0">
                          <a:latin typeface="Corbel"/>
                          <a:cs typeface="Corbel"/>
                        </a:rPr>
                        <a:t>T</a:t>
                      </a:r>
                      <a:endParaRPr sz="1800">
                        <a:latin typeface="Corbel"/>
                        <a:cs typeface="Corbel"/>
                      </a:endParaRPr>
                    </a:p>
                  </a:txBody>
                  <a:tcPr marL="0" marR="0" marT="29844" marB="0">
                    <a:lnT w="28575">
                      <a:solidFill>
                        <a:srgbClr val="40B9D2"/>
                      </a:solidFill>
                      <a:prstDash val="solid"/>
                    </a:lnT>
                    <a:lnB w="19050">
                      <a:solidFill>
                        <a:srgbClr val="40B9D2"/>
                      </a:solidFill>
                      <a:prstDash val="solid"/>
                    </a:lnB>
                  </a:tcPr>
                </a:tc>
                <a:extLst>
                  <a:ext uri="{0D108BD9-81ED-4DB2-BD59-A6C34878D82A}">
                    <a16:rowId xmlns:a16="http://schemas.microsoft.com/office/drawing/2014/main" val="10001"/>
                  </a:ext>
                </a:extLst>
              </a:tr>
            </a:tbl>
          </a:graphicData>
        </a:graphic>
      </p:graphicFrame>
      <p:graphicFrame>
        <p:nvGraphicFramePr>
          <p:cNvPr id="6" name="object 6"/>
          <p:cNvGraphicFramePr>
            <a:graphicFrameLocks noGrp="1"/>
          </p:cNvGraphicFramePr>
          <p:nvPr/>
        </p:nvGraphicFramePr>
        <p:xfrm>
          <a:off x="3536822" y="2124764"/>
          <a:ext cx="7864475" cy="283845"/>
        </p:xfrm>
        <a:graphic>
          <a:graphicData uri="http://schemas.openxmlformats.org/drawingml/2006/table">
            <a:tbl>
              <a:tblPr firstRow="1" bandRow="1">
                <a:tableStyleId>{2D5ABB26-0587-4C30-8999-92F81FD0307C}</a:tableStyleId>
              </a:tblPr>
              <a:tblGrid>
                <a:gridCol w="1208405">
                  <a:extLst>
                    <a:ext uri="{9D8B030D-6E8A-4147-A177-3AD203B41FA5}">
                      <a16:colId xmlns:a16="http://schemas.microsoft.com/office/drawing/2014/main" val="20000"/>
                    </a:ext>
                  </a:extLst>
                </a:gridCol>
                <a:gridCol w="2738755">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283845">
                <a:tc>
                  <a:txBody>
                    <a:bodyPr/>
                    <a:lstStyle/>
                    <a:p>
                      <a:pPr marL="92075">
                        <a:lnSpc>
                          <a:spcPts val="1700"/>
                        </a:lnSpc>
                      </a:pPr>
                      <a:r>
                        <a:rPr sz="1800" b="1" spc="-25" dirty="0">
                          <a:latin typeface="Corbel"/>
                          <a:cs typeface="Corbel"/>
                        </a:rPr>
                        <a:t>$E</a:t>
                      </a:r>
                      <a:endParaRPr sz="1800">
                        <a:latin typeface="Corbel"/>
                        <a:cs typeface="Corbel"/>
                      </a:endParaRPr>
                    </a:p>
                  </a:txBody>
                  <a:tcPr marL="0" marR="0" marT="0" marB="0">
                    <a:lnB w="28575">
                      <a:solidFill>
                        <a:srgbClr val="40B9D2"/>
                      </a:solidFill>
                      <a:prstDash val="solid"/>
                    </a:lnB>
                  </a:tcPr>
                </a:tc>
                <a:tc>
                  <a:txBody>
                    <a:bodyPr/>
                    <a:lstStyle/>
                    <a:p>
                      <a:pPr marL="866140">
                        <a:lnSpc>
                          <a:spcPts val="1700"/>
                        </a:lnSpc>
                      </a:pPr>
                      <a:r>
                        <a:rPr sz="1800" b="1" spc="-10" dirty="0">
                          <a:latin typeface="Corbel"/>
                          <a:cs typeface="Corbel"/>
                        </a:rPr>
                        <a:t>+id*id$</a:t>
                      </a:r>
                      <a:endParaRPr sz="1800">
                        <a:latin typeface="Corbel"/>
                        <a:cs typeface="Corbel"/>
                      </a:endParaRPr>
                    </a:p>
                  </a:txBody>
                  <a:tcPr marL="0" marR="0" marT="0" marB="0">
                    <a:lnB w="28575">
                      <a:solidFill>
                        <a:srgbClr val="40B9D2"/>
                      </a:solidFill>
                      <a:prstDash val="solid"/>
                    </a:lnB>
                  </a:tcPr>
                </a:tc>
                <a:tc>
                  <a:txBody>
                    <a:bodyPr/>
                    <a:lstStyle/>
                    <a:p>
                      <a:pPr marL="1142365">
                        <a:lnSpc>
                          <a:spcPts val="1700"/>
                        </a:lnSpc>
                      </a:pPr>
                      <a:r>
                        <a:rPr sz="1800" b="1" spc="-10" dirty="0">
                          <a:latin typeface="Corbel"/>
                          <a:cs typeface="Corbel"/>
                        </a:rPr>
                        <a:t>Shift</a:t>
                      </a:r>
                      <a:endParaRPr sz="1800">
                        <a:latin typeface="Corbel"/>
                        <a:cs typeface="Corbel"/>
                      </a:endParaRPr>
                    </a:p>
                  </a:txBody>
                  <a:tcPr marL="0" marR="0" marT="0" marB="0">
                    <a:lnB w="28575">
                      <a:solidFill>
                        <a:srgbClr val="40B9D2"/>
                      </a:solidFill>
                      <a:prstDash val="solid"/>
                    </a:lnB>
                  </a:tcPr>
                </a:tc>
                <a:extLst>
                  <a:ext uri="{0D108BD9-81ED-4DB2-BD59-A6C34878D82A}">
                    <a16:rowId xmlns:a16="http://schemas.microsoft.com/office/drawing/2014/main" val="10000"/>
                  </a:ext>
                </a:extLst>
              </a:tr>
            </a:tbl>
          </a:graphicData>
        </a:graphic>
      </p:graphicFrame>
      <p:graphicFrame>
        <p:nvGraphicFramePr>
          <p:cNvPr id="7" name="object 7"/>
          <p:cNvGraphicFramePr>
            <a:graphicFrameLocks noGrp="1"/>
          </p:cNvGraphicFramePr>
          <p:nvPr/>
        </p:nvGraphicFramePr>
        <p:xfrm>
          <a:off x="3536822" y="2514400"/>
          <a:ext cx="7864475" cy="285750"/>
        </p:xfrm>
        <a:graphic>
          <a:graphicData uri="http://schemas.openxmlformats.org/drawingml/2006/table">
            <a:tbl>
              <a:tblPr firstRow="1" bandRow="1">
                <a:tableStyleId>{2D5ABB26-0587-4C30-8999-92F81FD0307C}</a:tableStyleId>
              </a:tblPr>
              <a:tblGrid>
                <a:gridCol w="1268730">
                  <a:extLst>
                    <a:ext uri="{9D8B030D-6E8A-4147-A177-3AD203B41FA5}">
                      <a16:colId xmlns:a16="http://schemas.microsoft.com/office/drawing/2014/main" val="20000"/>
                    </a:ext>
                  </a:extLst>
                </a:gridCol>
                <a:gridCol w="2618740">
                  <a:extLst>
                    <a:ext uri="{9D8B030D-6E8A-4147-A177-3AD203B41FA5}">
                      <a16:colId xmlns:a16="http://schemas.microsoft.com/office/drawing/2014/main" val="20001"/>
                    </a:ext>
                  </a:extLst>
                </a:gridCol>
                <a:gridCol w="3900804">
                  <a:extLst>
                    <a:ext uri="{9D8B030D-6E8A-4147-A177-3AD203B41FA5}">
                      <a16:colId xmlns:a16="http://schemas.microsoft.com/office/drawing/2014/main" val="20002"/>
                    </a:ext>
                  </a:extLst>
                </a:gridCol>
              </a:tblGrid>
              <a:tr h="285750">
                <a:tc>
                  <a:txBody>
                    <a:bodyPr/>
                    <a:lstStyle/>
                    <a:p>
                      <a:pPr marL="92075">
                        <a:lnSpc>
                          <a:spcPts val="1700"/>
                        </a:lnSpc>
                      </a:pPr>
                      <a:r>
                        <a:rPr sz="1800" b="1" spc="-25" dirty="0">
                          <a:latin typeface="Corbel"/>
                          <a:cs typeface="Corbel"/>
                        </a:rPr>
                        <a:t>$E+</a:t>
                      </a:r>
                      <a:endParaRPr sz="1800">
                        <a:latin typeface="Corbel"/>
                        <a:cs typeface="Corbel"/>
                      </a:endParaRPr>
                    </a:p>
                  </a:txBody>
                  <a:tcPr marL="0" marR="0" marT="0" marB="0">
                    <a:lnB w="12700">
                      <a:solidFill>
                        <a:srgbClr val="40B9D2"/>
                      </a:solidFill>
                      <a:prstDash val="solid"/>
                    </a:lnB>
                  </a:tcPr>
                </a:tc>
                <a:tc>
                  <a:txBody>
                    <a:bodyPr/>
                    <a:lstStyle/>
                    <a:p>
                      <a:pPr marL="805815">
                        <a:lnSpc>
                          <a:spcPts val="1700"/>
                        </a:lnSpc>
                      </a:pPr>
                      <a:r>
                        <a:rPr sz="1800" b="1" spc="-10" dirty="0">
                          <a:latin typeface="Corbel"/>
                          <a:cs typeface="Corbel"/>
                        </a:rPr>
                        <a:t>id*id$</a:t>
                      </a:r>
                      <a:endParaRPr sz="1800">
                        <a:latin typeface="Corbel"/>
                        <a:cs typeface="Corbel"/>
                      </a:endParaRPr>
                    </a:p>
                  </a:txBody>
                  <a:tcPr marL="0" marR="0" marT="0" marB="0">
                    <a:lnB w="12700">
                      <a:solidFill>
                        <a:srgbClr val="40B9D2"/>
                      </a:solidFill>
                      <a:prstDash val="solid"/>
                    </a:lnB>
                  </a:tcPr>
                </a:tc>
                <a:tc>
                  <a:txBody>
                    <a:bodyPr/>
                    <a:lstStyle/>
                    <a:p>
                      <a:pPr marL="1202690">
                        <a:lnSpc>
                          <a:spcPts val="1700"/>
                        </a:lnSpc>
                      </a:pPr>
                      <a:r>
                        <a:rPr sz="1800" b="1" spc="-10" dirty="0">
                          <a:latin typeface="Corbel"/>
                          <a:cs typeface="Corbel"/>
                        </a:rPr>
                        <a:t>Shift</a:t>
                      </a:r>
                      <a:endParaRPr sz="1800">
                        <a:latin typeface="Corbel"/>
                        <a:cs typeface="Corbel"/>
                      </a:endParaRPr>
                    </a:p>
                  </a:txBody>
                  <a:tcPr marL="0" marR="0" marT="0" marB="0">
                    <a:lnB w="12700">
                      <a:solidFill>
                        <a:srgbClr val="40B9D2"/>
                      </a:solidFill>
                      <a:prstDash val="solid"/>
                    </a:lnB>
                  </a:tcPr>
                </a:tc>
                <a:extLst>
                  <a:ext uri="{0D108BD9-81ED-4DB2-BD59-A6C34878D82A}">
                    <a16:rowId xmlns:a16="http://schemas.microsoft.com/office/drawing/2014/main" val="10000"/>
                  </a:ext>
                </a:extLst>
              </a:tr>
            </a:tbl>
          </a:graphicData>
        </a:graphic>
      </p:graphicFrame>
      <p:graphicFrame>
        <p:nvGraphicFramePr>
          <p:cNvPr id="8" name="object 8"/>
          <p:cNvGraphicFramePr>
            <a:graphicFrameLocks noGrp="1"/>
          </p:cNvGraphicFramePr>
          <p:nvPr/>
        </p:nvGraphicFramePr>
        <p:xfrm>
          <a:off x="3536822" y="2866381"/>
          <a:ext cx="7864475" cy="320675"/>
        </p:xfrm>
        <a:graphic>
          <a:graphicData uri="http://schemas.openxmlformats.org/drawingml/2006/table">
            <a:tbl>
              <a:tblPr firstRow="1" bandRow="1">
                <a:tableStyleId>{2D5ABB26-0587-4C30-8999-92F81FD0307C}</a:tableStyleId>
              </a:tblPr>
              <a:tblGrid>
                <a:gridCol w="1360805">
                  <a:extLst>
                    <a:ext uri="{9D8B030D-6E8A-4147-A177-3AD203B41FA5}">
                      <a16:colId xmlns:a16="http://schemas.microsoft.com/office/drawing/2014/main" val="20000"/>
                    </a:ext>
                  </a:extLst>
                </a:gridCol>
                <a:gridCol w="2434590">
                  <a:extLst>
                    <a:ext uri="{9D8B030D-6E8A-4147-A177-3AD203B41FA5}">
                      <a16:colId xmlns:a16="http://schemas.microsoft.com/office/drawing/2014/main" val="20001"/>
                    </a:ext>
                  </a:extLst>
                </a:gridCol>
                <a:gridCol w="3993514">
                  <a:extLst>
                    <a:ext uri="{9D8B030D-6E8A-4147-A177-3AD203B41FA5}">
                      <a16:colId xmlns:a16="http://schemas.microsoft.com/office/drawing/2014/main" val="20002"/>
                    </a:ext>
                  </a:extLst>
                </a:gridCol>
              </a:tblGrid>
              <a:tr h="320675">
                <a:tc>
                  <a:txBody>
                    <a:bodyPr/>
                    <a:lstStyle/>
                    <a:p>
                      <a:pPr marL="92075">
                        <a:lnSpc>
                          <a:spcPts val="1980"/>
                        </a:lnSpc>
                      </a:pPr>
                      <a:r>
                        <a:rPr sz="1800" b="1" spc="-10" dirty="0">
                          <a:latin typeface="Corbel"/>
                          <a:cs typeface="Corbel"/>
                        </a:rPr>
                        <a:t>$E+id</a:t>
                      </a:r>
                      <a:endParaRPr sz="1800">
                        <a:latin typeface="Corbel"/>
                        <a:cs typeface="Corbel"/>
                      </a:endParaRPr>
                    </a:p>
                  </a:txBody>
                  <a:tcPr marL="0" marR="0" marT="0" marB="0">
                    <a:lnB w="12700">
                      <a:solidFill>
                        <a:srgbClr val="40B9D2"/>
                      </a:solidFill>
                      <a:prstDash val="solid"/>
                    </a:lnB>
                  </a:tcPr>
                </a:tc>
                <a:tc>
                  <a:txBody>
                    <a:bodyPr/>
                    <a:lstStyle/>
                    <a:p>
                      <a:pPr marL="713740">
                        <a:lnSpc>
                          <a:spcPts val="1980"/>
                        </a:lnSpc>
                      </a:pPr>
                      <a:r>
                        <a:rPr sz="1800" b="1" spc="-20" dirty="0">
                          <a:latin typeface="Corbel"/>
                          <a:cs typeface="Corbel"/>
                        </a:rPr>
                        <a:t>*id$</a:t>
                      </a:r>
                      <a:endParaRPr sz="1800">
                        <a:latin typeface="Corbel"/>
                        <a:cs typeface="Corbel"/>
                      </a:endParaRPr>
                    </a:p>
                  </a:txBody>
                  <a:tcPr marL="0" marR="0" marT="0" marB="0">
                    <a:lnB w="12700">
                      <a:solidFill>
                        <a:srgbClr val="40B9D2"/>
                      </a:solidFill>
                      <a:prstDash val="solid"/>
                    </a:lnB>
                  </a:tcPr>
                </a:tc>
                <a:tc>
                  <a:txBody>
                    <a:bodyPr/>
                    <a:lstStyle/>
                    <a:p>
                      <a:pPr marR="95250" algn="ctr">
                        <a:lnSpc>
                          <a:spcPts val="1980"/>
                        </a:lnSpc>
                      </a:pPr>
                      <a:r>
                        <a:rPr sz="1800" b="1" dirty="0">
                          <a:latin typeface="Corbel"/>
                          <a:cs typeface="Corbel"/>
                        </a:rPr>
                        <a:t>Reduce</a:t>
                      </a:r>
                      <a:r>
                        <a:rPr sz="1800" b="1" spc="-60" dirty="0">
                          <a:latin typeface="Corbel"/>
                          <a:cs typeface="Corbel"/>
                        </a:rPr>
                        <a:t> </a:t>
                      </a:r>
                      <a:r>
                        <a:rPr sz="1800" b="1" spc="-20" dirty="0">
                          <a:latin typeface="Corbel"/>
                          <a:cs typeface="Corbel"/>
                        </a:rPr>
                        <a:t>F</a:t>
                      </a:r>
                      <a:r>
                        <a:rPr sz="1800" spc="-20" dirty="0">
                          <a:latin typeface="Wingdings"/>
                          <a:cs typeface="Wingdings"/>
                        </a:rPr>
                        <a:t></a:t>
                      </a:r>
                      <a:r>
                        <a:rPr sz="1800" b="1" spc="-20" dirty="0">
                          <a:latin typeface="Corbel"/>
                          <a:cs typeface="Corbel"/>
                        </a:rPr>
                        <a:t>id</a:t>
                      </a:r>
                      <a:endParaRPr sz="1800">
                        <a:latin typeface="Corbel"/>
                        <a:cs typeface="Corbel"/>
                      </a:endParaRPr>
                    </a:p>
                  </a:txBody>
                  <a:tcPr marL="0" marR="0" marT="0" marB="0">
                    <a:lnB w="12700">
                      <a:solidFill>
                        <a:srgbClr val="40B9D2"/>
                      </a:solidFill>
                      <a:prstDash val="solid"/>
                    </a:lnB>
                  </a:tcPr>
                </a:tc>
                <a:extLst>
                  <a:ext uri="{0D108BD9-81ED-4DB2-BD59-A6C34878D82A}">
                    <a16:rowId xmlns:a16="http://schemas.microsoft.com/office/drawing/2014/main" val="10000"/>
                  </a:ext>
                </a:extLst>
              </a:tr>
            </a:tbl>
          </a:graphicData>
        </a:graphic>
      </p:graphicFrame>
      <p:graphicFrame>
        <p:nvGraphicFramePr>
          <p:cNvPr id="9" name="object 9"/>
          <p:cNvGraphicFramePr>
            <a:graphicFrameLocks noGrp="1"/>
          </p:cNvGraphicFramePr>
          <p:nvPr/>
        </p:nvGraphicFramePr>
        <p:xfrm>
          <a:off x="3536822" y="3252842"/>
          <a:ext cx="7864475" cy="304800"/>
        </p:xfrm>
        <a:graphic>
          <a:graphicData uri="http://schemas.openxmlformats.org/drawingml/2006/table">
            <a:tbl>
              <a:tblPr firstRow="1" bandRow="1">
                <a:tableStyleId>{2D5ABB26-0587-4C30-8999-92F81FD0307C}</a:tableStyleId>
              </a:tblPr>
              <a:tblGrid>
                <a:gridCol w="1328420">
                  <a:extLst>
                    <a:ext uri="{9D8B030D-6E8A-4147-A177-3AD203B41FA5}">
                      <a16:colId xmlns:a16="http://schemas.microsoft.com/office/drawing/2014/main" val="20000"/>
                    </a:ext>
                  </a:extLst>
                </a:gridCol>
                <a:gridCol w="2466339">
                  <a:extLst>
                    <a:ext uri="{9D8B030D-6E8A-4147-A177-3AD203B41FA5}">
                      <a16:colId xmlns:a16="http://schemas.microsoft.com/office/drawing/2014/main" val="20001"/>
                    </a:ext>
                  </a:extLst>
                </a:gridCol>
                <a:gridCol w="3992879">
                  <a:extLst>
                    <a:ext uri="{9D8B030D-6E8A-4147-A177-3AD203B41FA5}">
                      <a16:colId xmlns:a16="http://schemas.microsoft.com/office/drawing/2014/main" val="20002"/>
                    </a:ext>
                  </a:extLst>
                </a:gridCol>
              </a:tblGrid>
              <a:tr h="304800">
                <a:tc>
                  <a:txBody>
                    <a:bodyPr/>
                    <a:lstStyle/>
                    <a:p>
                      <a:pPr marL="92075">
                        <a:lnSpc>
                          <a:spcPts val="1980"/>
                        </a:lnSpc>
                      </a:pPr>
                      <a:r>
                        <a:rPr sz="1800" b="1" spc="-20" dirty="0">
                          <a:latin typeface="Corbel"/>
                          <a:cs typeface="Corbel"/>
                        </a:rPr>
                        <a:t>$E+F</a:t>
                      </a:r>
                      <a:endParaRPr sz="1800">
                        <a:latin typeface="Corbel"/>
                        <a:cs typeface="Corbel"/>
                      </a:endParaRPr>
                    </a:p>
                  </a:txBody>
                  <a:tcPr marL="0" marR="0" marT="0" marB="0">
                    <a:lnB w="12700">
                      <a:solidFill>
                        <a:srgbClr val="40B9D2"/>
                      </a:solidFill>
                      <a:prstDash val="solid"/>
                    </a:lnB>
                  </a:tcPr>
                </a:tc>
                <a:tc>
                  <a:txBody>
                    <a:bodyPr/>
                    <a:lstStyle/>
                    <a:p>
                      <a:pPr marL="746125">
                        <a:lnSpc>
                          <a:spcPts val="1980"/>
                        </a:lnSpc>
                      </a:pPr>
                      <a:r>
                        <a:rPr sz="1800" b="1" spc="-20" dirty="0">
                          <a:latin typeface="Corbel"/>
                          <a:cs typeface="Corbel"/>
                        </a:rPr>
                        <a:t>*id$</a:t>
                      </a:r>
                      <a:endParaRPr sz="1800">
                        <a:latin typeface="Corbel"/>
                        <a:cs typeface="Corbel"/>
                      </a:endParaRPr>
                    </a:p>
                  </a:txBody>
                  <a:tcPr marL="0" marR="0" marT="0" marB="0">
                    <a:lnB w="12700">
                      <a:solidFill>
                        <a:srgbClr val="40B9D2"/>
                      </a:solidFill>
                      <a:prstDash val="solid"/>
                    </a:lnB>
                  </a:tcPr>
                </a:tc>
                <a:tc>
                  <a:txBody>
                    <a:bodyPr/>
                    <a:lstStyle/>
                    <a:p>
                      <a:pPr marR="162560" algn="ctr">
                        <a:lnSpc>
                          <a:spcPts val="1980"/>
                        </a:lnSpc>
                      </a:pPr>
                      <a:r>
                        <a:rPr sz="1800" b="1" spc="-10" dirty="0">
                          <a:latin typeface="Corbel"/>
                          <a:cs typeface="Corbel"/>
                        </a:rPr>
                        <a:t>Reduce</a:t>
                      </a:r>
                      <a:r>
                        <a:rPr sz="1800" b="1" spc="-120" dirty="0">
                          <a:latin typeface="Corbel"/>
                          <a:cs typeface="Corbel"/>
                        </a:rPr>
                        <a:t> </a:t>
                      </a:r>
                      <a:r>
                        <a:rPr sz="1800" b="1" spc="-25" dirty="0">
                          <a:latin typeface="Corbel"/>
                          <a:cs typeface="Corbel"/>
                        </a:rPr>
                        <a:t>T</a:t>
                      </a:r>
                      <a:r>
                        <a:rPr sz="1800" spc="-25" dirty="0">
                          <a:latin typeface="Wingdings"/>
                          <a:cs typeface="Wingdings"/>
                        </a:rPr>
                        <a:t></a:t>
                      </a:r>
                      <a:r>
                        <a:rPr sz="1800" b="1" spc="-25" dirty="0">
                          <a:latin typeface="Corbel"/>
                          <a:cs typeface="Corbel"/>
                        </a:rPr>
                        <a:t>F</a:t>
                      </a:r>
                      <a:endParaRPr sz="1800">
                        <a:latin typeface="Corbel"/>
                        <a:cs typeface="Corbel"/>
                      </a:endParaRPr>
                    </a:p>
                  </a:txBody>
                  <a:tcPr marL="0" marR="0" marT="0" marB="0">
                    <a:lnB w="12700">
                      <a:solidFill>
                        <a:srgbClr val="40B9D2"/>
                      </a:solidFill>
                      <a:prstDash val="solid"/>
                    </a:lnB>
                  </a:tcPr>
                </a:tc>
                <a:extLst>
                  <a:ext uri="{0D108BD9-81ED-4DB2-BD59-A6C34878D82A}">
                    <a16:rowId xmlns:a16="http://schemas.microsoft.com/office/drawing/2014/main" val="10000"/>
                  </a:ext>
                </a:extLst>
              </a:tr>
            </a:tbl>
          </a:graphicData>
        </a:graphic>
      </p:graphicFrame>
      <p:graphicFrame>
        <p:nvGraphicFramePr>
          <p:cNvPr id="10" name="object 10"/>
          <p:cNvGraphicFramePr>
            <a:graphicFrameLocks noGrp="1"/>
          </p:cNvGraphicFramePr>
          <p:nvPr/>
        </p:nvGraphicFramePr>
        <p:xfrm>
          <a:off x="3536822" y="3636409"/>
          <a:ext cx="7864475" cy="283845"/>
        </p:xfrm>
        <a:graphic>
          <a:graphicData uri="http://schemas.openxmlformats.org/drawingml/2006/table">
            <a:tbl>
              <a:tblPr firstRow="1" bandRow="1">
                <a:tableStyleId>{2D5ABB26-0587-4C30-8999-92F81FD0307C}</a:tableStyleId>
              </a:tblPr>
              <a:tblGrid>
                <a:gridCol w="1334135">
                  <a:extLst>
                    <a:ext uri="{9D8B030D-6E8A-4147-A177-3AD203B41FA5}">
                      <a16:colId xmlns:a16="http://schemas.microsoft.com/office/drawing/2014/main" val="20000"/>
                    </a:ext>
                  </a:extLst>
                </a:gridCol>
                <a:gridCol w="2461260">
                  <a:extLst>
                    <a:ext uri="{9D8B030D-6E8A-4147-A177-3AD203B41FA5}">
                      <a16:colId xmlns:a16="http://schemas.microsoft.com/office/drawing/2014/main" val="20001"/>
                    </a:ext>
                  </a:extLst>
                </a:gridCol>
                <a:gridCol w="3993514">
                  <a:extLst>
                    <a:ext uri="{9D8B030D-6E8A-4147-A177-3AD203B41FA5}">
                      <a16:colId xmlns:a16="http://schemas.microsoft.com/office/drawing/2014/main" val="20002"/>
                    </a:ext>
                  </a:extLst>
                </a:gridCol>
              </a:tblGrid>
              <a:tr h="283845">
                <a:tc>
                  <a:txBody>
                    <a:bodyPr/>
                    <a:lstStyle/>
                    <a:p>
                      <a:pPr marL="92075">
                        <a:lnSpc>
                          <a:spcPts val="1700"/>
                        </a:lnSpc>
                      </a:pPr>
                      <a:r>
                        <a:rPr sz="1800" b="1" spc="-20" dirty="0">
                          <a:latin typeface="Corbel"/>
                          <a:cs typeface="Corbel"/>
                        </a:rPr>
                        <a:t>$E+T</a:t>
                      </a:r>
                      <a:endParaRPr sz="1800">
                        <a:latin typeface="Corbel"/>
                        <a:cs typeface="Corbel"/>
                      </a:endParaRPr>
                    </a:p>
                  </a:txBody>
                  <a:tcPr marL="0" marR="0" marT="0" marB="0">
                    <a:lnB w="28575">
                      <a:solidFill>
                        <a:srgbClr val="40B9D2"/>
                      </a:solidFill>
                      <a:prstDash val="solid"/>
                    </a:lnB>
                  </a:tcPr>
                </a:tc>
                <a:tc>
                  <a:txBody>
                    <a:bodyPr/>
                    <a:lstStyle/>
                    <a:p>
                      <a:pPr marL="740410">
                        <a:lnSpc>
                          <a:spcPts val="1700"/>
                        </a:lnSpc>
                      </a:pPr>
                      <a:r>
                        <a:rPr sz="1800" b="1" spc="-20" dirty="0">
                          <a:latin typeface="Corbel"/>
                          <a:cs typeface="Corbel"/>
                        </a:rPr>
                        <a:t>*id$</a:t>
                      </a:r>
                      <a:endParaRPr sz="1800">
                        <a:latin typeface="Corbel"/>
                        <a:cs typeface="Corbel"/>
                      </a:endParaRPr>
                    </a:p>
                  </a:txBody>
                  <a:tcPr marL="0" marR="0" marT="0" marB="0">
                    <a:lnB w="28575">
                      <a:solidFill>
                        <a:srgbClr val="40B9D2"/>
                      </a:solidFill>
                      <a:prstDash val="solid"/>
                    </a:lnB>
                  </a:tcPr>
                </a:tc>
                <a:tc>
                  <a:txBody>
                    <a:bodyPr/>
                    <a:lstStyle/>
                    <a:p>
                      <a:pPr marL="1294765">
                        <a:lnSpc>
                          <a:spcPts val="1700"/>
                        </a:lnSpc>
                      </a:pPr>
                      <a:r>
                        <a:rPr sz="1800" b="1" spc="-10" dirty="0">
                          <a:latin typeface="Corbel"/>
                          <a:cs typeface="Corbel"/>
                        </a:rPr>
                        <a:t>Shift</a:t>
                      </a:r>
                      <a:endParaRPr sz="1800">
                        <a:latin typeface="Corbel"/>
                        <a:cs typeface="Corbel"/>
                      </a:endParaRPr>
                    </a:p>
                  </a:txBody>
                  <a:tcPr marL="0" marR="0" marT="0" marB="0">
                    <a:lnB w="28575">
                      <a:solidFill>
                        <a:srgbClr val="40B9D2"/>
                      </a:solidFill>
                      <a:prstDash val="solid"/>
                    </a:lnB>
                  </a:tcPr>
                </a:tc>
                <a:extLst>
                  <a:ext uri="{0D108BD9-81ED-4DB2-BD59-A6C34878D82A}">
                    <a16:rowId xmlns:a16="http://schemas.microsoft.com/office/drawing/2014/main" val="10000"/>
                  </a:ext>
                </a:extLst>
              </a:tr>
            </a:tbl>
          </a:graphicData>
        </a:graphic>
      </p:graphicFrame>
      <p:graphicFrame>
        <p:nvGraphicFramePr>
          <p:cNvPr id="11" name="object 11"/>
          <p:cNvGraphicFramePr>
            <a:graphicFrameLocks noGrp="1"/>
          </p:cNvGraphicFramePr>
          <p:nvPr/>
        </p:nvGraphicFramePr>
        <p:xfrm>
          <a:off x="3529329" y="4024810"/>
          <a:ext cx="7872095" cy="278130"/>
        </p:xfrm>
        <a:graphic>
          <a:graphicData uri="http://schemas.openxmlformats.org/drawingml/2006/table">
            <a:tbl>
              <a:tblPr firstRow="1" bandRow="1">
                <a:tableStyleId>{2D5ABB26-0587-4C30-8999-92F81FD0307C}</a:tableStyleId>
              </a:tblPr>
              <a:tblGrid>
                <a:gridCol w="1402080">
                  <a:extLst>
                    <a:ext uri="{9D8B030D-6E8A-4147-A177-3AD203B41FA5}">
                      <a16:colId xmlns:a16="http://schemas.microsoft.com/office/drawing/2014/main" val="20000"/>
                    </a:ext>
                  </a:extLst>
                </a:gridCol>
                <a:gridCol w="2340610">
                  <a:extLst>
                    <a:ext uri="{9D8B030D-6E8A-4147-A177-3AD203B41FA5}">
                      <a16:colId xmlns:a16="http://schemas.microsoft.com/office/drawing/2014/main" val="20001"/>
                    </a:ext>
                  </a:extLst>
                </a:gridCol>
                <a:gridCol w="4053204">
                  <a:extLst>
                    <a:ext uri="{9D8B030D-6E8A-4147-A177-3AD203B41FA5}">
                      <a16:colId xmlns:a16="http://schemas.microsoft.com/office/drawing/2014/main" val="20002"/>
                    </a:ext>
                  </a:extLst>
                </a:gridCol>
              </a:tblGrid>
              <a:tr h="278130">
                <a:tc>
                  <a:txBody>
                    <a:bodyPr/>
                    <a:lstStyle/>
                    <a:p>
                      <a:pPr marL="99060">
                        <a:lnSpc>
                          <a:spcPts val="1700"/>
                        </a:lnSpc>
                      </a:pPr>
                      <a:r>
                        <a:rPr sz="1800" b="1" spc="-10" dirty="0">
                          <a:latin typeface="Corbel"/>
                          <a:cs typeface="Corbel"/>
                        </a:rPr>
                        <a:t>$E+T*</a:t>
                      </a:r>
                      <a:endParaRPr sz="1800">
                        <a:latin typeface="Corbel"/>
                        <a:cs typeface="Corbel"/>
                      </a:endParaRPr>
                    </a:p>
                  </a:txBody>
                  <a:tcPr marL="0" marR="0" marT="0" marB="0">
                    <a:lnB w="19050">
                      <a:solidFill>
                        <a:srgbClr val="40B9D2"/>
                      </a:solidFill>
                      <a:prstDash val="solid"/>
                    </a:lnB>
                  </a:tcPr>
                </a:tc>
                <a:tc>
                  <a:txBody>
                    <a:bodyPr/>
                    <a:lstStyle/>
                    <a:p>
                      <a:pPr marL="680085">
                        <a:lnSpc>
                          <a:spcPts val="1700"/>
                        </a:lnSpc>
                      </a:pPr>
                      <a:r>
                        <a:rPr sz="1800" b="1" spc="-25" dirty="0">
                          <a:latin typeface="Corbel"/>
                          <a:cs typeface="Corbel"/>
                        </a:rPr>
                        <a:t>id$</a:t>
                      </a:r>
                      <a:endParaRPr sz="1800">
                        <a:latin typeface="Corbel"/>
                        <a:cs typeface="Corbel"/>
                      </a:endParaRPr>
                    </a:p>
                  </a:txBody>
                  <a:tcPr marL="0" marR="0" marT="0" marB="0">
                    <a:lnB w="19050">
                      <a:solidFill>
                        <a:srgbClr val="40B9D2"/>
                      </a:solidFill>
                      <a:prstDash val="solid"/>
                    </a:lnB>
                  </a:tcPr>
                </a:tc>
                <a:tc>
                  <a:txBody>
                    <a:bodyPr/>
                    <a:lstStyle/>
                    <a:p>
                      <a:pPr marR="856615" algn="ctr">
                        <a:lnSpc>
                          <a:spcPts val="1700"/>
                        </a:lnSpc>
                      </a:pPr>
                      <a:r>
                        <a:rPr sz="1800" b="1" spc="-10" dirty="0">
                          <a:latin typeface="Corbel"/>
                          <a:cs typeface="Corbel"/>
                        </a:rPr>
                        <a:t>Shift</a:t>
                      </a:r>
                      <a:endParaRPr sz="1800">
                        <a:latin typeface="Corbel"/>
                        <a:cs typeface="Corbel"/>
                      </a:endParaRPr>
                    </a:p>
                  </a:txBody>
                  <a:tcPr marL="0" marR="0" marT="0" marB="0">
                    <a:lnB w="19050">
                      <a:solidFill>
                        <a:srgbClr val="40B9D2"/>
                      </a:solidFill>
                      <a:prstDash val="solid"/>
                    </a:lnB>
                  </a:tcPr>
                </a:tc>
                <a:extLst>
                  <a:ext uri="{0D108BD9-81ED-4DB2-BD59-A6C34878D82A}">
                    <a16:rowId xmlns:a16="http://schemas.microsoft.com/office/drawing/2014/main" val="10000"/>
                  </a:ext>
                </a:extLst>
              </a:tr>
            </a:tbl>
          </a:graphicData>
        </a:graphic>
      </p:graphicFrame>
      <p:graphicFrame>
        <p:nvGraphicFramePr>
          <p:cNvPr id="12" name="object 12"/>
          <p:cNvGraphicFramePr>
            <a:graphicFrameLocks noGrp="1"/>
          </p:cNvGraphicFramePr>
          <p:nvPr/>
        </p:nvGraphicFramePr>
        <p:xfrm>
          <a:off x="3529329" y="4356091"/>
          <a:ext cx="7872095" cy="318770"/>
        </p:xfrm>
        <a:graphic>
          <a:graphicData uri="http://schemas.openxmlformats.org/drawingml/2006/table">
            <a:tbl>
              <a:tblPr firstRow="1" bandRow="1">
                <a:tableStyleId>{2D5ABB26-0587-4C30-8999-92F81FD0307C}</a:tableStyleId>
              </a:tblPr>
              <a:tblGrid>
                <a:gridCol w="1487170">
                  <a:extLst>
                    <a:ext uri="{9D8B030D-6E8A-4147-A177-3AD203B41FA5}">
                      <a16:colId xmlns:a16="http://schemas.microsoft.com/office/drawing/2014/main" val="20000"/>
                    </a:ext>
                  </a:extLst>
                </a:gridCol>
                <a:gridCol w="2156460">
                  <a:extLst>
                    <a:ext uri="{9D8B030D-6E8A-4147-A177-3AD203B41FA5}">
                      <a16:colId xmlns:a16="http://schemas.microsoft.com/office/drawing/2014/main" val="20001"/>
                    </a:ext>
                  </a:extLst>
                </a:gridCol>
                <a:gridCol w="4152900">
                  <a:extLst>
                    <a:ext uri="{9D8B030D-6E8A-4147-A177-3AD203B41FA5}">
                      <a16:colId xmlns:a16="http://schemas.microsoft.com/office/drawing/2014/main" val="20002"/>
                    </a:ext>
                  </a:extLst>
                </a:gridCol>
              </a:tblGrid>
              <a:tr h="318770">
                <a:tc>
                  <a:txBody>
                    <a:bodyPr/>
                    <a:lstStyle/>
                    <a:p>
                      <a:pPr marL="91440">
                        <a:lnSpc>
                          <a:spcPts val="1980"/>
                        </a:lnSpc>
                      </a:pPr>
                      <a:r>
                        <a:rPr sz="1800" b="1" spc="-10" dirty="0">
                          <a:latin typeface="Corbel"/>
                          <a:cs typeface="Corbel"/>
                        </a:rPr>
                        <a:t>$E+T*id</a:t>
                      </a:r>
                      <a:endParaRPr sz="1800">
                        <a:latin typeface="Corbel"/>
                        <a:cs typeface="Corbel"/>
                      </a:endParaRPr>
                    </a:p>
                  </a:txBody>
                  <a:tcPr marL="0" marR="0" marT="0" marB="0">
                    <a:lnB w="28575">
                      <a:solidFill>
                        <a:srgbClr val="40B9D2"/>
                      </a:solidFill>
                      <a:prstDash val="solid"/>
                    </a:lnB>
                  </a:tcPr>
                </a:tc>
                <a:tc>
                  <a:txBody>
                    <a:bodyPr/>
                    <a:lstStyle/>
                    <a:p>
                      <a:pPr marL="588010">
                        <a:lnSpc>
                          <a:spcPts val="1980"/>
                        </a:lnSpc>
                      </a:pPr>
                      <a:r>
                        <a:rPr sz="1800" b="1" spc="-50" dirty="0">
                          <a:latin typeface="Corbel"/>
                          <a:cs typeface="Corbel"/>
                        </a:rPr>
                        <a:t>$</a:t>
                      </a:r>
                      <a:endParaRPr sz="1800">
                        <a:latin typeface="Corbel"/>
                        <a:cs typeface="Corbel"/>
                      </a:endParaRPr>
                    </a:p>
                  </a:txBody>
                  <a:tcPr marL="0" marR="0" marT="0" marB="0">
                    <a:lnB w="28575">
                      <a:solidFill>
                        <a:srgbClr val="40B9D2"/>
                      </a:solidFill>
                      <a:prstDash val="solid"/>
                    </a:lnB>
                  </a:tcPr>
                </a:tc>
                <a:tc>
                  <a:txBody>
                    <a:bodyPr/>
                    <a:lstStyle/>
                    <a:p>
                      <a:pPr marL="40640" algn="ctr">
                        <a:lnSpc>
                          <a:spcPts val="1980"/>
                        </a:lnSpc>
                      </a:pPr>
                      <a:r>
                        <a:rPr sz="1800" b="1" dirty="0">
                          <a:latin typeface="Corbel"/>
                          <a:cs typeface="Corbel"/>
                        </a:rPr>
                        <a:t>Reduce</a:t>
                      </a:r>
                      <a:r>
                        <a:rPr sz="1800" b="1" spc="-60" dirty="0">
                          <a:latin typeface="Corbel"/>
                          <a:cs typeface="Corbel"/>
                        </a:rPr>
                        <a:t> </a:t>
                      </a:r>
                      <a:r>
                        <a:rPr sz="1800" b="1" spc="-20" dirty="0">
                          <a:latin typeface="Corbel"/>
                          <a:cs typeface="Corbel"/>
                        </a:rPr>
                        <a:t>F</a:t>
                      </a:r>
                      <a:r>
                        <a:rPr sz="1800" spc="-20" dirty="0">
                          <a:latin typeface="Wingdings"/>
                          <a:cs typeface="Wingdings"/>
                        </a:rPr>
                        <a:t></a:t>
                      </a:r>
                      <a:r>
                        <a:rPr sz="1800" b="1" spc="-20" dirty="0">
                          <a:latin typeface="Corbel"/>
                          <a:cs typeface="Corbel"/>
                        </a:rPr>
                        <a:t>id</a:t>
                      </a:r>
                      <a:endParaRPr sz="1800">
                        <a:latin typeface="Corbel"/>
                        <a:cs typeface="Corbel"/>
                      </a:endParaRPr>
                    </a:p>
                  </a:txBody>
                  <a:tcPr marL="0" marR="0" marT="0" marB="0">
                    <a:lnB w="28575">
                      <a:solidFill>
                        <a:srgbClr val="40B9D2"/>
                      </a:solidFill>
                      <a:prstDash val="solid"/>
                    </a:lnB>
                  </a:tcPr>
                </a:tc>
                <a:extLst>
                  <a:ext uri="{0D108BD9-81ED-4DB2-BD59-A6C34878D82A}">
                    <a16:rowId xmlns:a16="http://schemas.microsoft.com/office/drawing/2014/main" val="10000"/>
                  </a:ext>
                </a:extLst>
              </a:tr>
            </a:tbl>
          </a:graphicData>
        </a:graphic>
      </p:graphicFrame>
      <p:graphicFrame>
        <p:nvGraphicFramePr>
          <p:cNvPr id="13" name="object 13"/>
          <p:cNvGraphicFramePr>
            <a:graphicFrameLocks noGrp="1"/>
          </p:cNvGraphicFramePr>
          <p:nvPr/>
        </p:nvGraphicFramePr>
        <p:xfrm>
          <a:off x="3536822" y="4737599"/>
          <a:ext cx="7864475" cy="965200"/>
        </p:xfrm>
        <a:graphic>
          <a:graphicData uri="http://schemas.openxmlformats.org/drawingml/2006/table">
            <a:tbl>
              <a:tblPr firstRow="1" bandRow="1">
                <a:tableStyleId>{2D5ABB26-0587-4C30-8999-92F81FD0307C}</a:tableStyleId>
              </a:tblPr>
              <a:tblGrid>
                <a:gridCol w="1454150">
                  <a:extLst>
                    <a:ext uri="{9D8B030D-6E8A-4147-A177-3AD203B41FA5}">
                      <a16:colId xmlns:a16="http://schemas.microsoft.com/office/drawing/2014/main" val="20000"/>
                    </a:ext>
                  </a:extLst>
                </a:gridCol>
                <a:gridCol w="2188845">
                  <a:extLst>
                    <a:ext uri="{9D8B030D-6E8A-4147-A177-3AD203B41FA5}">
                      <a16:colId xmlns:a16="http://schemas.microsoft.com/office/drawing/2014/main" val="20001"/>
                    </a:ext>
                  </a:extLst>
                </a:gridCol>
                <a:gridCol w="4145279">
                  <a:extLst>
                    <a:ext uri="{9D8B030D-6E8A-4147-A177-3AD203B41FA5}">
                      <a16:colId xmlns:a16="http://schemas.microsoft.com/office/drawing/2014/main" val="20002"/>
                    </a:ext>
                  </a:extLst>
                </a:gridCol>
              </a:tblGrid>
              <a:tr h="309880">
                <a:tc>
                  <a:txBody>
                    <a:bodyPr/>
                    <a:lstStyle/>
                    <a:p>
                      <a:pPr marL="92075">
                        <a:lnSpc>
                          <a:spcPts val="1980"/>
                        </a:lnSpc>
                      </a:pPr>
                      <a:r>
                        <a:rPr sz="1800" b="1" spc="-10" dirty="0">
                          <a:latin typeface="Corbel"/>
                          <a:cs typeface="Corbel"/>
                        </a:rPr>
                        <a:t>$E+T*F</a:t>
                      </a:r>
                      <a:endParaRPr sz="1800">
                        <a:latin typeface="Corbel"/>
                        <a:cs typeface="Corbel"/>
                      </a:endParaRPr>
                    </a:p>
                  </a:txBody>
                  <a:tcPr marL="0" marR="0" marT="0" marB="0">
                    <a:lnB w="19050">
                      <a:solidFill>
                        <a:srgbClr val="40B9D2"/>
                      </a:solidFill>
                      <a:prstDash val="solid"/>
                    </a:lnB>
                  </a:tcPr>
                </a:tc>
                <a:tc>
                  <a:txBody>
                    <a:bodyPr/>
                    <a:lstStyle/>
                    <a:p>
                      <a:pPr marL="620395">
                        <a:lnSpc>
                          <a:spcPts val="1980"/>
                        </a:lnSpc>
                      </a:pPr>
                      <a:r>
                        <a:rPr sz="1800" b="1" spc="-50" dirty="0">
                          <a:latin typeface="Corbel"/>
                          <a:cs typeface="Corbel"/>
                        </a:rPr>
                        <a:t>$</a:t>
                      </a:r>
                      <a:endParaRPr sz="1800">
                        <a:latin typeface="Corbel"/>
                        <a:cs typeface="Corbel"/>
                      </a:endParaRPr>
                    </a:p>
                  </a:txBody>
                  <a:tcPr marL="0" marR="0" marT="0" marB="0">
                    <a:lnB w="19050">
                      <a:solidFill>
                        <a:srgbClr val="40B9D2"/>
                      </a:solidFill>
                      <a:prstDash val="solid"/>
                    </a:lnB>
                  </a:tcPr>
                </a:tc>
                <a:tc>
                  <a:txBody>
                    <a:bodyPr/>
                    <a:lstStyle/>
                    <a:p>
                      <a:pPr marL="1447165">
                        <a:lnSpc>
                          <a:spcPts val="1980"/>
                        </a:lnSpc>
                      </a:pPr>
                      <a:r>
                        <a:rPr sz="1800" b="1" spc="-10" dirty="0">
                          <a:latin typeface="Corbel"/>
                          <a:cs typeface="Corbel"/>
                        </a:rPr>
                        <a:t>Reduce</a:t>
                      </a:r>
                      <a:r>
                        <a:rPr sz="1800" b="1" spc="-130" dirty="0">
                          <a:latin typeface="Corbel"/>
                          <a:cs typeface="Corbel"/>
                        </a:rPr>
                        <a:t> </a:t>
                      </a:r>
                      <a:r>
                        <a:rPr sz="1800" b="1" spc="-20" dirty="0">
                          <a:latin typeface="Corbel"/>
                          <a:cs typeface="Corbel"/>
                        </a:rPr>
                        <a:t>T</a:t>
                      </a:r>
                      <a:r>
                        <a:rPr sz="1800" spc="-20" dirty="0">
                          <a:latin typeface="Wingdings"/>
                          <a:cs typeface="Wingdings"/>
                        </a:rPr>
                        <a:t></a:t>
                      </a:r>
                      <a:r>
                        <a:rPr sz="1800" b="1" spc="-20" dirty="0">
                          <a:latin typeface="Corbel"/>
                          <a:cs typeface="Corbel"/>
                        </a:rPr>
                        <a:t>T*F</a:t>
                      </a:r>
                      <a:endParaRPr sz="1800">
                        <a:latin typeface="Corbel"/>
                        <a:cs typeface="Corbel"/>
                      </a:endParaRPr>
                    </a:p>
                  </a:txBody>
                  <a:tcPr marL="0" marR="0" marT="0" marB="0">
                    <a:lnB w="19050">
                      <a:solidFill>
                        <a:srgbClr val="40B9D2"/>
                      </a:solidFill>
                      <a:prstDash val="solid"/>
                    </a:lnB>
                  </a:tcPr>
                </a:tc>
                <a:extLst>
                  <a:ext uri="{0D108BD9-81ED-4DB2-BD59-A6C34878D82A}">
                    <a16:rowId xmlns:a16="http://schemas.microsoft.com/office/drawing/2014/main" val="10000"/>
                  </a:ext>
                </a:extLst>
              </a:tr>
              <a:tr h="318770">
                <a:tc>
                  <a:txBody>
                    <a:bodyPr/>
                    <a:lstStyle/>
                    <a:p>
                      <a:pPr marL="92075">
                        <a:lnSpc>
                          <a:spcPts val="1895"/>
                        </a:lnSpc>
                        <a:spcBef>
                          <a:spcPts val="250"/>
                        </a:spcBef>
                      </a:pPr>
                      <a:r>
                        <a:rPr sz="1800" b="1" spc="-20" dirty="0">
                          <a:latin typeface="Corbel"/>
                          <a:cs typeface="Corbel"/>
                        </a:rPr>
                        <a:t>$E+T</a:t>
                      </a:r>
                      <a:endParaRPr sz="1800">
                        <a:latin typeface="Corbel"/>
                        <a:cs typeface="Corbel"/>
                      </a:endParaRPr>
                    </a:p>
                  </a:txBody>
                  <a:tcPr marL="0" marR="0" marT="31750" marB="0">
                    <a:lnT w="19050">
                      <a:solidFill>
                        <a:srgbClr val="40B9D2"/>
                      </a:solidFill>
                      <a:prstDash val="solid"/>
                    </a:lnT>
                    <a:lnB w="28575">
                      <a:solidFill>
                        <a:srgbClr val="000000"/>
                      </a:solidFill>
                      <a:prstDash val="solid"/>
                    </a:lnB>
                  </a:tcPr>
                </a:tc>
                <a:tc>
                  <a:txBody>
                    <a:bodyPr/>
                    <a:lstStyle/>
                    <a:p>
                      <a:pPr marL="620395">
                        <a:lnSpc>
                          <a:spcPts val="1895"/>
                        </a:lnSpc>
                        <a:spcBef>
                          <a:spcPts val="250"/>
                        </a:spcBef>
                      </a:pPr>
                      <a:r>
                        <a:rPr sz="1800" b="1" spc="-50" dirty="0">
                          <a:latin typeface="Corbel"/>
                          <a:cs typeface="Corbel"/>
                        </a:rPr>
                        <a:t>$</a:t>
                      </a:r>
                      <a:endParaRPr sz="1800">
                        <a:latin typeface="Corbel"/>
                        <a:cs typeface="Corbel"/>
                      </a:endParaRPr>
                    </a:p>
                  </a:txBody>
                  <a:tcPr marL="0" marR="0" marT="31750" marB="0">
                    <a:lnT w="19050">
                      <a:solidFill>
                        <a:srgbClr val="40B9D2"/>
                      </a:solidFill>
                      <a:prstDash val="solid"/>
                    </a:lnT>
                    <a:lnB w="28575">
                      <a:solidFill>
                        <a:srgbClr val="000000"/>
                      </a:solidFill>
                      <a:prstDash val="solid"/>
                    </a:lnB>
                  </a:tcPr>
                </a:tc>
                <a:tc>
                  <a:txBody>
                    <a:bodyPr/>
                    <a:lstStyle/>
                    <a:p>
                      <a:pPr marL="1447165">
                        <a:lnSpc>
                          <a:spcPts val="1895"/>
                        </a:lnSpc>
                        <a:spcBef>
                          <a:spcPts val="250"/>
                        </a:spcBef>
                      </a:pPr>
                      <a:r>
                        <a:rPr sz="1800" b="1" dirty="0">
                          <a:latin typeface="Corbel"/>
                          <a:cs typeface="Corbel"/>
                        </a:rPr>
                        <a:t>Reduce</a:t>
                      </a:r>
                      <a:r>
                        <a:rPr sz="1800" b="1" spc="-60" dirty="0">
                          <a:latin typeface="Corbel"/>
                          <a:cs typeface="Corbel"/>
                        </a:rPr>
                        <a:t> </a:t>
                      </a:r>
                      <a:r>
                        <a:rPr sz="1800" b="1" spc="-20" dirty="0">
                          <a:latin typeface="Corbel"/>
                          <a:cs typeface="Corbel"/>
                        </a:rPr>
                        <a:t>E</a:t>
                      </a:r>
                      <a:r>
                        <a:rPr sz="1800" spc="-20" dirty="0">
                          <a:latin typeface="Wingdings"/>
                          <a:cs typeface="Wingdings"/>
                        </a:rPr>
                        <a:t></a:t>
                      </a:r>
                      <a:r>
                        <a:rPr sz="1800" b="1" spc="-20" dirty="0">
                          <a:latin typeface="Corbel"/>
                          <a:cs typeface="Corbel"/>
                        </a:rPr>
                        <a:t>E+T</a:t>
                      </a:r>
                      <a:endParaRPr sz="1800">
                        <a:latin typeface="Corbel"/>
                        <a:cs typeface="Corbel"/>
                      </a:endParaRPr>
                    </a:p>
                  </a:txBody>
                  <a:tcPr marL="0" marR="0" marT="31750" marB="0">
                    <a:lnT w="19050">
                      <a:solidFill>
                        <a:srgbClr val="40B9D2"/>
                      </a:solidFill>
                      <a:prstDash val="solid"/>
                    </a:lnT>
                    <a:lnB w="28575">
                      <a:solidFill>
                        <a:srgbClr val="000000"/>
                      </a:solidFill>
                      <a:prstDash val="solid"/>
                    </a:lnB>
                  </a:tcPr>
                </a:tc>
                <a:extLst>
                  <a:ext uri="{0D108BD9-81ED-4DB2-BD59-A6C34878D82A}">
                    <a16:rowId xmlns:a16="http://schemas.microsoft.com/office/drawing/2014/main" val="10001"/>
                  </a:ext>
                </a:extLst>
              </a:tr>
              <a:tr h="336550">
                <a:tc>
                  <a:txBody>
                    <a:bodyPr/>
                    <a:lstStyle/>
                    <a:p>
                      <a:pPr marL="92075">
                        <a:lnSpc>
                          <a:spcPct val="100000"/>
                        </a:lnSpc>
                        <a:spcBef>
                          <a:spcPts val="275"/>
                        </a:spcBef>
                      </a:pPr>
                      <a:r>
                        <a:rPr sz="1800" b="1" spc="-25" dirty="0">
                          <a:solidFill>
                            <a:srgbClr val="FFFFFF"/>
                          </a:solidFill>
                          <a:latin typeface="Corbel"/>
                          <a:cs typeface="Corbel"/>
                        </a:rPr>
                        <a:t>$E</a:t>
                      </a:r>
                      <a:endParaRPr sz="1800">
                        <a:latin typeface="Corbel"/>
                        <a:cs typeface="Corbel"/>
                      </a:endParaRPr>
                    </a:p>
                  </a:txBody>
                  <a:tcPr marL="0" marR="0" marT="34925" marB="0">
                    <a:lnT w="28575">
                      <a:solidFill>
                        <a:srgbClr val="000000"/>
                      </a:solidFill>
                      <a:prstDash val="solid"/>
                    </a:lnT>
                    <a:lnB w="28575">
                      <a:solidFill>
                        <a:srgbClr val="000000"/>
                      </a:solidFill>
                      <a:prstDash val="solid"/>
                    </a:lnB>
                    <a:solidFill>
                      <a:srgbClr val="40B9D2"/>
                    </a:solidFill>
                  </a:tcPr>
                </a:tc>
                <a:tc>
                  <a:txBody>
                    <a:bodyPr/>
                    <a:lstStyle/>
                    <a:p>
                      <a:pPr marL="620395">
                        <a:lnSpc>
                          <a:spcPct val="100000"/>
                        </a:lnSpc>
                        <a:spcBef>
                          <a:spcPts val="275"/>
                        </a:spcBef>
                      </a:pPr>
                      <a:r>
                        <a:rPr sz="1800" b="1" spc="-50" dirty="0">
                          <a:solidFill>
                            <a:srgbClr val="FFFFFF"/>
                          </a:solidFill>
                          <a:latin typeface="Corbel"/>
                          <a:cs typeface="Corbel"/>
                        </a:rPr>
                        <a:t>$</a:t>
                      </a:r>
                      <a:endParaRPr sz="1800">
                        <a:latin typeface="Corbel"/>
                        <a:cs typeface="Corbel"/>
                      </a:endParaRPr>
                    </a:p>
                  </a:txBody>
                  <a:tcPr marL="0" marR="0" marT="34925" marB="0">
                    <a:lnT w="28575">
                      <a:solidFill>
                        <a:srgbClr val="000000"/>
                      </a:solidFill>
                      <a:prstDash val="solid"/>
                    </a:lnT>
                    <a:lnB w="28575">
                      <a:solidFill>
                        <a:srgbClr val="000000"/>
                      </a:solidFill>
                      <a:prstDash val="solid"/>
                    </a:lnB>
                    <a:solidFill>
                      <a:srgbClr val="40B9D2"/>
                    </a:solidFill>
                  </a:tcPr>
                </a:tc>
                <a:tc>
                  <a:txBody>
                    <a:bodyPr/>
                    <a:lstStyle/>
                    <a:p>
                      <a:pPr marL="1447165">
                        <a:lnSpc>
                          <a:spcPct val="100000"/>
                        </a:lnSpc>
                        <a:spcBef>
                          <a:spcPts val="275"/>
                        </a:spcBef>
                      </a:pPr>
                      <a:r>
                        <a:rPr sz="1800" b="1" spc="-10" dirty="0">
                          <a:solidFill>
                            <a:srgbClr val="FFFFFF"/>
                          </a:solidFill>
                          <a:latin typeface="Corbel"/>
                          <a:cs typeface="Corbel"/>
                        </a:rPr>
                        <a:t>Accept</a:t>
                      </a:r>
                      <a:endParaRPr sz="1800">
                        <a:latin typeface="Corbel"/>
                        <a:cs typeface="Corbel"/>
                      </a:endParaRPr>
                    </a:p>
                  </a:txBody>
                  <a:tcPr marL="0" marR="0" marT="34925" marB="0">
                    <a:lnT w="28575">
                      <a:solidFill>
                        <a:srgbClr val="000000"/>
                      </a:solidFill>
                      <a:prstDash val="solid"/>
                    </a:lnT>
                    <a:lnB w="28575">
                      <a:solidFill>
                        <a:srgbClr val="000000"/>
                      </a:solidFill>
                      <a:prstDash val="solid"/>
                    </a:lnB>
                    <a:solidFill>
                      <a:srgbClr val="40B9D2"/>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570230">
              <a:lnSpc>
                <a:spcPts val="3890"/>
              </a:lnSpc>
            </a:pPr>
            <a:r>
              <a:rPr sz="3600" b="1" spc="-65" dirty="0">
                <a:solidFill>
                  <a:srgbClr val="FFFFFF"/>
                </a:solidFill>
                <a:latin typeface="Cambria"/>
                <a:cs typeface="Cambria"/>
              </a:rPr>
              <a:t>Shift</a:t>
            </a:r>
            <a:r>
              <a:rPr sz="3600" b="1" spc="-105" dirty="0">
                <a:solidFill>
                  <a:srgbClr val="FFFFFF"/>
                </a:solidFill>
                <a:latin typeface="Cambria"/>
                <a:cs typeface="Cambria"/>
              </a:rPr>
              <a:t> </a:t>
            </a:r>
            <a:r>
              <a:rPr sz="3600" b="1" spc="-70" dirty="0">
                <a:solidFill>
                  <a:srgbClr val="FFFFFF"/>
                </a:solidFill>
                <a:latin typeface="Cambria"/>
                <a:cs typeface="Cambria"/>
              </a:rPr>
              <a:t>Reduce </a:t>
            </a:r>
            <a:r>
              <a:rPr sz="3600" b="1" spc="-10" dirty="0">
                <a:solidFill>
                  <a:srgbClr val="FFFFFF"/>
                </a:solidFill>
                <a:latin typeface="Cambria"/>
                <a:cs typeface="Cambria"/>
              </a:rPr>
              <a:t>Parsing</a:t>
            </a:r>
            <a:endParaRPr sz="3600">
              <a:latin typeface="Cambria"/>
              <a:cs typeface="Cambria"/>
            </a:endParaRPr>
          </a:p>
        </p:txBody>
      </p:sp>
      <p:sp>
        <p:nvSpPr>
          <p:cNvPr id="3" name="object 3"/>
          <p:cNvSpPr txBox="1">
            <a:spLocks noGrp="1"/>
          </p:cNvSpPr>
          <p:nvPr>
            <p:ph type="title"/>
          </p:nvPr>
        </p:nvSpPr>
        <p:spPr>
          <a:xfrm>
            <a:off x="3613530" y="1149172"/>
            <a:ext cx="1410970" cy="391795"/>
          </a:xfrm>
          <a:prstGeom prst="rect">
            <a:avLst/>
          </a:prstGeom>
        </p:spPr>
        <p:txBody>
          <a:bodyPr vert="horz" wrap="square" lIns="0" tIns="12700" rIns="0" bIns="0" rtlCol="0">
            <a:spAutoFit/>
          </a:bodyPr>
          <a:lstStyle/>
          <a:p>
            <a:pPr marL="12700">
              <a:lnSpc>
                <a:spcPct val="100000"/>
              </a:lnSpc>
              <a:spcBef>
                <a:spcPts val="100"/>
              </a:spcBef>
            </a:pPr>
            <a:r>
              <a:rPr spc="-1250" dirty="0">
                <a:solidFill>
                  <a:srgbClr val="40B9D2"/>
                </a:solidFill>
                <a:latin typeface="Arial MT"/>
                <a:cs typeface="Arial MT"/>
              </a:rPr>
              <a:t>🞄</a:t>
            </a:r>
            <a:r>
              <a:rPr spc="-95" dirty="0">
                <a:solidFill>
                  <a:srgbClr val="40B9D2"/>
                </a:solidFill>
                <a:latin typeface="Arial MT"/>
                <a:cs typeface="Arial MT"/>
              </a:rPr>
              <a:t> </a:t>
            </a:r>
            <a:r>
              <a:rPr spc="-40" dirty="0"/>
              <a:t>Example:</a:t>
            </a:r>
          </a:p>
        </p:txBody>
      </p:sp>
      <p:sp>
        <p:nvSpPr>
          <p:cNvPr id="4" name="object 4"/>
          <p:cNvSpPr txBox="1"/>
          <p:nvPr/>
        </p:nvSpPr>
        <p:spPr>
          <a:xfrm>
            <a:off x="3613530" y="1514094"/>
            <a:ext cx="2014855" cy="4173220"/>
          </a:xfrm>
          <a:prstGeom prst="rect">
            <a:avLst/>
          </a:prstGeom>
        </p:spPr>
        <p:txBody>
          <a:bodyPr vert="horz" wrap="square" lIns="0" tIns="165100" rIns="0" bIns="0" rtlCol="0">
            <a:spAutoFit/>
          </a:bodyPr>
          <a:lstStyle/>
          <a:p>
            <a:pPr marL="308610" indent="-295910">
              <a:lnSpc>
                <a:spcPct val="100000"/>
              </a:lnSpc>
              <a:spcBef>
                <a:spcPts val="1300"/>
              </a:spcBef>
              <a:buAutoNum type="arabicPeriod"/>
              <a:tabLst>
                <a:tab pos="308610" algn="l"/>
              </a:tabLst>
            </a:pPr>
            <a:r>
              <a:rPr sz="2400" dirty="0">
                <a:latin typeface="Cambria"/>
                <a:cs typeface="Cambria"/>
              </a:rPr>
              <a:t>E</a:t>
            </a:r>
            <a:r>
              <a:rPr sz="2400" spc="-20" dirty="0">
                <a:latin typeface="Cambria"/>
                <a:cs typeface="Cambria"/>
              </a:rPr>
              <a:t> </a:t>
            </a:r>
            <a:r>
              <a:rPr sz="2400" dirty="0">
                <a:latin typeface="Wingdings"/>
                <a:cs typeface="Wingdings"/>
              </a:rPr>
              <a:t></a:t>
            </a:r>
            <a:r>
              <a:rPr sz="2400" spc="-75" dirty="0">
                <a:latin typeface="Times New Roman"/>
                <a:cs typeface="Times New Roman"/>
              </a:rPr>
              <a:t> </a:t>
            </a:r>
            <a:r>
              <a:rPr sz="2400" dirty="0">
                <a:latin typeface="Cambria"/>
                <a:cs typeface="Cambria"/>
              </a:rPr>
              <a:t>E</a:t>
            </a:r>
            <a:r>
              <a:rPr sz="2400" spc="-20" dirty="0">
                <a:latin typeface="Cambria"/>
                <a:cs typeface="Cambria"/>
              </a:rPr>
              <a:t> </a:t>
            </a:r>
            <a:r>
              <a:rPr sz="2400" dirty="0">
                <a:latin typeface="Cambria"/>
                <a:cs typeface="Cambria"/>
              </a:rPr>
              <a:t>-</a:t>
            </a:r>
            <a:r>
              <a:rPr sz="2400" spc="-5" dirty="0">
                <a:latin typeface="Cambria"/>
                <a:cs typeface="Cambria"/>
              </a:rPr>
              <a:t> </a:t>
            </a:r>
            <a:r>
              <a:rPr sz="2400" spc="-50" dirty="0">
                <a:latin typeface="Cambria"/>
                <a:cs typeface="Cambria"/>
              </a:rPr>
              <a:t>E</a:t>
            </a:r>
            <a:endParaRPr sz="2400">
              <a:latin typeface="Cambria"/>
              <a:cs typeface="Cambria"/>
            </a:endParaRPr>
          </a:p>
          <a:p>
            <a:pPr marL="279400" marR="507365">
              <a:lnSpc>
                <a:spcPct val="141700"/>
              </a:lnSpc>
            </a:pPr>
            <a:r>
              <a:rPr sz="2400" dirty="0">
                <a:latin typeface="Cambria"/>
                <a:cs typeface="Cambria"/>
              </a:rPr>
              <a:t>E</a:t>
            </a:r>
            <a:r>
              <a:rPr sz="2400" spc="-15" dirty="0">
                <a:latin typeface="Cambria"/>
                <a:cs typeface="Cambria"/>
              </a:rPr>
              <a:t> </a:t>
            </a:r>
            <a:r>
              <a:rPr sz="2400" dirty="0">
                <a:latin typeface="Wingdings"/>
                <a:cs typeface="Wingdings"/>
              </a:rPr>
              <a:t></a:t>
            </a:r>
            <a:r>
              <a:rPr sz="2400" spc="-75" dirty="0">
                <a:latin typeface="Times New Roman"/>
                <a:cs typeface="Times New Roman"/>
              </a:rPr>
              <a:t> </a:t>
            </a:r>
            <a:r>
              <a:rPr sz="2400" dirty="0">
                <a:latin typeface="Cambria"/>
                <a:cs typeface="Cambria"/>
              </a:rPr>
              <a:t>E</a:t>
            </a:r>
            <a:r>
              <a:rPr sz="2400" spc="-15" dirty="0">
                <a:latin typeface="Cambria"/>
                <a:cs typeface="Cambria"/>
              </a:rPr>
              <a:t> </a:t>
            </a:r>
            <a:r>
              <a:rPr sz="2400" dirty="0">
                <a:latin typeface="Cambria"/>
                <a:cs typeface="Cambria"/>
              </a:rPr>
              <a:t>*</a:t>
            </a:r>
            <a:r>
              <a:rPr sz="2400" spc="-5" dirty="0">
                <a:latin typeface="Cambria"/>
                <a:cs typeface="Cambria"/>
              </a:rPr>
              <a:t> </a:t>
            </a:r>
            <a:r>
              <a:rPr sz="2400" spc="-50" dirty="0">
                <a:latin typeface="Cambria"/>
                <a:cs typeface="Cambria"/>
              </a:rPr>
              <a:t>E </a:t>
            </a:r>
            <a:r>
              <a:rPr sz="2400" dirty="0">
                <a:latin typeface="Cambria"/>
                <a:cs typeface="Cambria"/>
              </a:rPr>
              <a:t>E</a:t>
            </a:r>
            <a:r>
              <a:rPr sz="2400" dirty="0">
                <a:latin typeface="Wingdings"/>
                <a:cs typeface="Wingdings"/>
              </a:rPr>
              <a:t></a:t>
            </a:r>
            <a:r>
              <a:rPr sz="2400" spc="-90" dirty="0">
                <a:latin typeface="Times New Roman"/>
                <a:cs typeface="Times New Roman"/>
              </a:rPr>
              <a:t> </a:t>
            </a:r>
            <a:r>
              <a:rPr sz="2400" spc="-25" dirty="0">
                <a:latin typeface="Cambria"/>
                <a:cs typeface="Cambria"/>
              </a:rPr>
              <a:t>id</a:t>
            </a:r>
            <a:endParaRPr sz="2400">
              <a:latin typeface="Cambria"/>
              <a:cs typeface="Cambria"/>
            </a:endParaRPr>
          </a:p>
          <a:p>
            <a:pPr marL="12700">
              <a:lnSpc>
                <a:spcPct val="100000"/>
              </a:lnSpc>
              <a:spcBef>
                <a:spcPts val="1210"/>
              </a:spcBef>
            </a:pPr>
            <a:r>
              <a:rPr sz="2400" dirty="0">
                <a:latin typeface="Cambria"/>
                <a:cs typeface="Cambria"/>
              </a:rPr>
              <a:t>String:</a:t>
            </a:r>
            <a:r>
              <a:rPr sz="2400" spc="-35" dirty="0">
                <a:latin typeface="Cambria"/>
                <a:cs typeface="Cambria"/>
              </a:rPr>
              <a:t> </a:t>
            </a:r>
            <a:r>
              <a:rPr sz="2400" spc="-10" dirty="0">
                <a:latin typeface="Cambria"/>
                <a:cs typeface="Cambria"/>
              </a:rPr>
              <a:t>id-id*id</a:t>
            </a:r>
            <a:endParaRPr sz="2400">
              <a:latin typeface="Cambria"/>
              <a:cs typeface="Cambria"/>
            </a:endParaRPr>
          </a:p>
          <a:p>
            <a:pPr marL="308610" indent="-295910">
              <a:lnSpc>
                <a:spcPct val="100000"/>
              </a:lnSpc>
              <a:spcBef>
                <a:spcPts val="1190"/>
              </a:spcBef>
              <a:buAutoNum type="arabicPeriod" startAt="2"/>
              <a:tabLst>
                <a:tab pos="308610" algn="l"/>
              </a:tabLst>
            </a:pPr>
            <a:r>
              <a:rPr sz="2400" dirty="0">
                <a:latin typeface="Cambria"/>
                <a:cs typeface="Cambria"/>
              </a:rPr>
              <a:t>S</a:t>
            </a:r>
            <a:r>
              <a:rPr sz="2400" dirty="0">
                <a:latin typeface="Wingdings"/>
                <a:cs typeface="Wingdings"/>
              </a:rPr>
              <a:t></a:t>
            </a:r>
            <a:r>
              <a:rPr sz="2400" spc="-95" dirty="0">
                <a:latin typeface="Times New Roman"/>
                <a:cs typeface="Times New Roman"/>
              </a:rPr>
              <a:t> </a:t>
            </a:r>
            <a:r>
              <a:rPr sz="2400" spc="-25" dirty="0">
                <a:latin typeface="Cambria"/>
                <a:cs typeface="Cambria"/>
              </a:rPr>
              <a:t>TL;</a:t>
            </a:r>
            <a:endParaRPr sz="2400">
              <a:latin typeface="Cambria"/>
              <a:cs typeface="Cambria"/>
            </a:endParaRPr>
          </a:p>
          <a:p>
            <a:pPr marL="279400" marR="5080">
              <a:lnSpc>
                <a:spcPct val="141700"/>
              </a:lnSpc>
            </a:pPr>
            <a:r>
              <a:rPr sz="2400" dirty="0">
                <a:latin typeface="Cambria"/>
                <a:cs typeface="Cambria"/>
              </a:rPr>
              <a:t>T</a:t>
            </a:r>
            <a:r>
              <a:rPr sz="2400" dirty="0">
                <a:latin typeface="Wingdings"/>
                <a:cs typeface="Wingdings"/>
              </a:rPr>
              <a:t></a:t>
            </a:r>
            <a:r>
              <a:rPr sz="2400" spc="-95" dirty="0">
                <a:latin typeface="Times New Roman"/>
                <a:cs typeface="Times New Roman"/>
              </a:rPr>
              <a:t> </a:t>
            </a:r>
            <a:r>
              <a:rPr sz="2400" dirty="0">
                <a:latin typeface="Cambria"/>
                <a:cs typeface="Cambria"/>
              </a:rPr>
              <a:t>int</a:t>
            </a:r>
            <a:r>
              <a:rPr sz="2400" spc="-25" dirty="0">
                <a:latin typeface="Cambria"/>
                <a:cs typeface="Cambria"/>
              </a:rPr>
              <a:t> </a:t>
            </a:r>
            <a:r>
              <a:rPr sz="2400" dirty="0">
                <a:latin typeface="Cambria"/>
                <a:cs typeface="Cambria"/>
              </a:rPr>
              <a:t>|</a:t>
            </a:r>
            <a:r>
              <a:rPr sz="2400" spc="5" dirty="0">
                <a:latin typeface="Cambria"/>
                <a:cs typeface="Cambria"/>
              </a:rPr>
              <a:t> </a:t>
            </a:r>
            <a:r>
              <a:rPr sz="2400" spc="-20" dirty="0">
                <a:latin typeface="Cambria"/>
                <a:cs typeface="Cambria"/>
              </a:rPr>
              <a:t>float </a:t>
            </a:r>
            <a:r>
              <a:rPr sz="2400" dirty="0">
                <a:latin typeface="Cambria"/>
                <a:cs typeface="Cambria"/>
              </a:rPr>
              <a:t>L</a:t>
            </a:r>
            <a:r>
              <a:rPr sz="2400" spc="-10" dirty="0">
                <a:latin typeface="Cambria"/>
                <a:cs typeface="Cambria"/>
              </a:rPr>
              <a:t> </a:t>
            </a:r>
            <a:r>
              <a:rPr sz="2400" dirty="0">
                <a:latin typeface="Wingdings"/>
                <a:cs typeface="Wingdings"/>
              </a:rPr>
              <a:t></a:t>
            </a:r>
            <a:r>
              <a:rPr sz="2400" spc="-75" dirty="0">
                <a:latin typeface="Times New Roman"/>
                <a:cs typeface="Times New Roman"/>
              </a:rPr>
              <a:t> </a:t>
            </a:r>
            <a:r>
              <a:rPr sz="2400" dirty="0">
                <a:latin typeface="Cambria"/>
                <a:cs typeface="Cambria"/>
              </a:rPr>
              <a:t>L,id</a:t>
            </a:r>
            <a:r>
              <a:rPr sz="2400" spc="-20" dirty="0">
                <a:latin typeface="Cambria"/>
                <a:cs typeface="Cambria"/>
              </a:rPr>
              <a:t> </a:t>
            </a:r>
            <a:r>
              <a:rPr sz="2400" dirty="0">
                <a:latin typeface="Cambria"/>
                <a:cs typeface="Cambria"/>
              </a:rPr>
              <a:t>|</a:t>
            </a:r>
            <a:r>
              <a:rPr sz="2400" spc="-5" dirty="0">
                <a:latin typeface="Cambria"/>
                <a:cs typeface="Cambria"/>
              </a:rPr>
              <a:t> </a:t>
            </a:r>
            <a:r>
              <a:rPr sz="2400" spc="-25" dirty="0">
                <a:latin typeface="Cambria"/>
                <a:cs typeface="Cambria"/>
              </a:rPr>
              <a:t>id</a:t>
            </a:r>
            <a:endParaRPr sz="2400">
              <a:latin typeface="Cambria"/>
              <a:cs typeface="Cambria"/>
            </a:endParaRPr>
          </a:p>
          <a:p>
            <a:pPr marL="12700">
              <a:lnSpc>
                <a:spcPct val="100000"/>
              </a:lnSpc>
              <a:spcBef>
                <a:spcPts val="1215"/>
              </a:spcBef>
            </a:pPr>
            <a:r>
              <a:rPr sz="2400" dirty="0">
                <a:latin typeface="Cambria"/>
                <a:cs typeface="Cambria"/>
              </a:rPr>
              <a:t>String:</a:t>
            </a:r>
            <a:r>
              <a:rPr sz="2400" spc="-40" dirty="0">
                <a:latin typeface="Cambria"/>
                <a:cs typeface="Cambria"/>
              </a:rPr>
              <a:t> </a:t>
            </a:r>
            <a:r>
              <a:rPr sz="2400" spc="-10" dirty="0">
                <a:latin typeface="Cambria"/>
                <a:cs typeface="Cambria"/>
              </a:rPr>
              <a:t>id,id;</a:t>
            </a:r>
            <a:endParaRPr sz="2400">
              <a:latin typeface="Cambria"/>
              <a:cs typeface="Cambri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734060">
              <a:lnSpc>
                <a:spcPts val="3890"/>
              </a:lnSpc>
            </a:pPr>
            <a:r>
              <a:rPr sz="3600" b="1" spc="-10" dirty="0">
                <a:solidFill>
                  <a:srgbClr val="FFFFFF"/>
                </a:solidFill>
                <a:latin typeface="Cambria"/>
                <a:cs typeface="Cambria"/>
              </a:rPr>
              <a:t>Operator </a:t>
            </a:r>
            <a:r>
              <a:rPr sz="3600" b="1" spc="-75" dirty="0">
                <a:solidFill>
                  <a:srgbClr val="FFFFFF"/>
                </a:solidFill>
                <a:latin typeface="Cambria"/>
                <a:cs typeface="Cambria"/>
              </a:rPr>
              <a:t>Precedence </a:t>
            </a:r>
            <a:r>
              <a:rPr sz="3600" b="1" spc="-10" dirty="0">
                <a:solidFill>
                  <a:srgbClr val="FFFFFF"/>
                </a:solidFill>
                <a:latin typeface="Cambria"/>
                <a:cs typeface="Cambria"/>
              </a:rPr>
              <a:t>Parsing</a:t>
            </a:r>
            <a:endParaRPr sz="3600">
              <a:latin typeface="Cambria"/>
              <a:cs typeface="Cambria"/>
            </a:endParaRPr>
          </a:p>
        </p:txBody>
      </p:sp>
      <p:sp>
        <p:nvSpPr>
          <p:cNvPr id="3" name="object 3"/>
          <p:cNvSpPr txBox="1"/>
          <p:nvPr/>
        </p:nvSpPr>
        <p:spPr>
          <a:xfrm>
            <a:off x="3686047" y="595376"/>
            <a:ext cx="7373620" cy="1270635"/>
          </a:xfrm>
          <a:prstGeom prst="rect">
            <a:avLst/>
          </a:prstGeom>
        </p:spPr>
        <p:txBody>
          <a:bodyPr vert="horz" wrap="square" lIns="0" tIns="48895" rIns="0" bIns="0" rtlCol="0">
            <a:spAutoFit/>
          </a:bodyPr>
          <a:lstStyle/>
          <a:p>
            <a:pPr marL="195580" indent="-182880">
              <a:lnSpc>
                <a:spcPct val="100000"/>
              </a:lnSpc>
              <a:spcBef>
                <a:spcPts val="385"/>
              </a:spcBef>
              <a:buClr>
                <a:srgbClr val="003399"/>
              </a:buClr>
              <a:buSzPct val="85416"/>
              <a:buFont typeface="Microsoft Sans Serif"/>
              <a:buChar char="•"/>
              <a:tabLst>
                <a:tab pos="195580" algn="l"/>
              </a:tabLst>
            </a:pPr>
            <a:r>
              <a:rPr sz="2400" dirty="0">
                <a:latin typeface="Cambria"/>
                <a:cs typeface="Cambria"/>
              </a:rPr>
              <a:t>In</a:t>
            </a:r>
            <a:r>
              <a:rPr sz="2400" spc="-60" dirty="0">
                <a:latin typeface="Cambria"/>
                <a:cs typeface="Cambria"/>
              </a:rPr>
              <a:t> </a:t>
            </a:r>
            <a:r>
              <a:rPr sz="2400" dirty="0">
                <a:latin typeface="Cambria"/>
                <a:cs typeface="Cambria"/>
              </a:rPr>
              <a:t>an</a:t>
            </a:r>
            <a:r>
              <a:rPr sz="2400" spc="-55" dirty="0">
                <a:latin typeface="Cambria"/>
                <a:cs typeface="Cambria"/>
              </a:rPr>
              <a:t> </a:t>
            </a:r>
            <a:r>
              <a:rPr sz="2400" b="1" i="1" dirty="0">
                <a:latin typeface="Cambria"/>
                <a:cs typeface="Cambria"/>
              </a:rPr>
              <a:t>operator</a:t>
            </a:r>
            <a:r>
              <a:rPr sz="2400" b="1" i="1" spc="-40" dirty="0">
                <a:latin typeface="Cambria"/>
                <a:cs typeface="Cambria"/>
              </a:rPr>
              <a:t> </a:t>
            </a:r>
            <a:r>
              <a:rPr sz="2400" b="1" i="1" dirty="0">
                <a:latin typeface="Cambria"/>
                <a:cs typeface="Cambria"/>
              </a:rPr>
              <a:t>grammar</a:t>
            </a:r>
            <a:r>
              <a:rPr sz="2400" dirty="0">
                <a:latin typeface="Cambria"/>
                <a:cs typeface="Cambria"/>
              </a:rPr>
              <a:t>,</a:t>
            </a:r>
            <a:r>
              <a:rPr sz="2400" spc="-50" dirty="0">
                <a:latin typeface="Cambria"/>
                <a:cs typeface="Cambria"/>
              </a:rPr>
              <a:t> </a:t>
            </a:r>
            <a:r>
              <a:rPr sz="2400" dirty="0">
                <a:latin typeface="Cambria"/>
                <a:cs typeface="Cambria"/>
              </a:rPr>
              <a:t>no</a:t>
            </a:r>
            <a:r>
              <a:rPr sz="2400" spc="-70" dirty="0">
                <a:latin typeface="Cambria"/>
                <a:cs typeface="Cambria"/>
              </a:rPr>
              <a:t> </a:t>
            </a:r>
            <a:r>
              <a:rPr sz="2400" dirty="0">
                <a:latin typeface="Cambria"/>
                <a:cs typeface="Cambria"/>
              </a:rPr>
              <a:t>production</a:t>
            </a:r>
            <a:r>
              <a:rPr sz="2400" spc="-35" dirty="0">
                <a:latin typeface="Cambria"/>
                <a:cs typeface="Cambria"/>
              </a:rPr>
              <a:t> </a:t>
            </a:r>
            <a:r>
              <a:rPr sz="2400" dirty="0">
                <a:latin typeface="Cambria"/>
                <a:cs typeface="Cambria"/>
              </a:rPr>
              <a:t>rule</a:t>
            </a:r>
            <a:r>
              <a:rPr sz="2400" spc="-65" dirty="0">
                <a:latin typeface="Cambria"/>
                <a:cs typeface="Cambria"/>
              </a:rPr>
              <a:t> </a:t>
            </a:r>
            <a:r>
              <a:rPr sz="2400" dirty="0">
                <a:latin typeface="Cambria"/>
                <a:cs typeface="Cambria"/>
              </a:rPr>
              <a:t>can</a:t>
            </a:r>
            <a:r>
              <a:rPr sz="2400" spc="-40" dirty="0">
                <a:latin typeface="Cambria"/>
                <a:cs typeface="Cambria"/>
              </a:rPr>
              <a:t> </a:t>
            </a:r>
            <a:r>
              <a:rPr sz="2400" spc="-10" dirty="0">
                <a:latin typeface="Cambria"/>
                <a:cs typeface="Cambria"/>
              </a:rPr>
              <a:t>have:</a:t>
            </a:r>
            <a:endParaRPr sz="2400">
              <a:latin typeface="Cambria"/>
              <a:cs typeface="Cambria"/>
            </a:endParaRPr>
          </a:p>
          <a:p>
            <a:pPr marL="812165" lvl="1" indent="-342265">
              <a:lnSpc>
                <a:spcPct val="100000"/>
              </a:lnSpc>
              <a:spcBef>
                <a:spcPts val="290"/>
              </a:spcBef>
              <a:buClr>
                <a:srgbClr val="FF3300"/>
              </a:buClr>
              <a:buSzPct val="75000"/>
              <a:buFont typeface="Microsoft Sans Serif"/>
              <a:buChar char="•"/>
              <a:tabLst>
                <a:tab pos="812165" algn="l"/>
              </a:tabLst>
            </a:pPr>
            <a:r>
              <a:rPr sz="2400" dirty="0">
                <a:latin typeface="Symbol"/>
                <a:cs typeface="Symbol"/>
              </a:rPr>
              <a:t></a:t>
            </a:r>
            <a:r>
              <a:rPr sz="2400" spc="-105" dirty="0">
                <a:latin typeface="Times New Roman"/>
                <a:cs typeface="Times New Roman"/>
              </a:rPr>
              <a:t> </a:t>
            </a:r>
            <a:r>
              <a:rPr sz="2400" dirty="0">
                <a:latin typeface="Cambria"/>
                <a:cs typeface="Cambria"/>
              </a:rPr>
              <a:t>at</a:t>
            </a:r>
            <a:r>
              <a:rPr sz="2400" spc="-20" dirty="0">
                <a:latin typeface="Cambria"/>
                <a:cs typeface="Cambria"/>
              </a:rPr>
              <a:t> </a:t>
            </a:r>
            <a:r>
              <a:rPr sz="2400" dirty="0">
                <a:latin typeface="Cambria"/>
                <a:cs typeface="Cambria"/>
              </a:rPr>
              <a:t>the</a:t>
            </a:r>
            <a:r>
              <a:rPr sz="2400" spc="-25" dirty="0">
                <a:latin typeface="Cambria"/>
                <a:cs typeface="Cambria"/>
              </a:rPr>
              <a:t> </a:t>
            </a:r>
            <a:r>
              <a:rPr sz="2400" dirty="0">
                <a:latin typeface="Cambria"/>
                <a:cs typeface="Cambria"/>
              </a:rPr>
              <a:t>right</a:t>
            </a:r>
            <a:r>
              <a:rPr sz="2400" spc="-40" dirty="0">
                <a:latin typeface="Cambria"/>
                <a:cs typeface="Cambria"/>
              </a:rPr>
              <a:t> </a:t>
            </a:r>
            <a:r>
              <a:rPr sz="2400" spc="-20" dirty="0">
                <a:latin typeface="Cambria"/>
                <a:cs typeface="Cambria"/>
              </a:rPr>
              <a:t>side</a:t>
            </a:r>
            <a:endParaRPr sz="2400">
              <a:latin typeface="Cambria"/>
              <a:cs typeface="Cambria"/>
            </a:endParaRPr>
          </a:p>
          <a:p>
            <a:pPr marL="812165" lvl="1" indent="-342265">
              <a:lnSpc>
                <a:spcPct val="100000"/>
              </a:lnSpc>
              <a:spcBef>
                <a:spcPts val="585"/>
              </a:spcBef>
              <a:buClr>
                <a:srgbClr val="FF3300"/>
              </a:buClr>
              <a:buSzPct val="75000"/>
              <a:buFont typeface="Microsoft Sans Serif"/>
              <a:buChar char="•"/>
              <a:tabLst>
                <a:tab pos="812165" algn="l"/>
              </a:tabLst>
            </a:pPr>
            <a:r>
              <a:rPr sz="2400" dirty="0">
                <a:latin typeface="Cambria"/>
                <a:cs typeface="Cambria"/>
              </a:rPr>
              <a:t>two</a:t>
            </a:r>
            <a:r>
              <a:rPr sz="2400" spc="-60" dirty="0">
                <a:latin typeface="Cambria"/>
                <a:cs typeface="Cambria"/>
              </a:rPr>
              <a:t> </a:t>
            </a:r>
            <a:r>
              <a:rPr sz="2400" dirty="0">
                <a:latin typeface="Cambria"/>
                <a:cs typeface="Cambria"/>
              </a:rPr>
              <a:t>adjacent</a:t>
            </a:r>
            <a:r>
              <a:rPr sz="2400" spc="-35" dirty="0">
                <a:latin typeface="Cambria"/>
                <a:cs typeface="Cambria"/>
              </a:rPr>
              <a:t> </a:t>
            </a:r>
            <a:r>
              <a:rPr sz="2400" spc="-10" dirty="0">
                <a:latin typeface="Cambria"/>
                <a:cs typeface="Cambria"/>
              </a:rPr>
              <a:t>non-</a:t>
            </a:r>
            <a:r>
              <a:rPr sz="2400" dirty="0">
                <a:latin typeface="Cambria"/>
                <a:cs typeface="Cambria"/>
              </a:rPr>
              <a:t>terminals</a:t>
            </a:r>
            <a:r>
              <a:rPr sz="2400" spc="-65" dirty="0">
                <a:latin typeface="Cambria"/>
                <a:cs typeface="Cambria"/>
              </a:rPr>
              <a:t> </a:t>
            </a:r>
            <a:r>
              <a:rPr sz="2400" dirty="0">
                <a:latin typeface="Cambria"/>
                <a:cs typeface="Cambria"/>
              </a:rPr>
              <a:t>at</a:t>
            </a:r>
            <a:r>
              <a:rPr sz="2400" spc="-60" dirty="0">
                <a:latin typeface="Cambria"/>
                <a:cs typeface="Cambria"/>
              </a:rPr>
              <a:t> </a:t>
            </a:r>
            <a:r>
              <a:rPr sz="2400" dirty="0">
                <a:latin typeface="Cambria"/>
                <a:cs typeface="Cambria"/>
              </a:rPr>
              <a:t>the</a:t>
            </a:r>
            <a:r>
              <a:rPr sz="2400" spc="-50" dirty="0">
                <a:latin typeface="Cambria"/>
                <a:cs typeface="Cambria"/>
              </a:rPr>
              <a:t> </a:t>
            </a:r>
            <a:r>
              <a:rPr sz="2400" dirty="0">
                <a:latin typeface="Cambria"/>
                <a:cs typeface="Cambria"/>
              </a:rPr>
              <a:t>right</a:t>
            </a:r>
            <a:r>
              <a:rPr sz="2400" spc="-75" dirty="0">
                <a:latin typeface="Cambria"/>
                <a:cs typeface="Cambria"/>
              </a:rPr>
              <a:t> </a:t>
            </a:r>
            <a:r>
              <a:rPr sz="2400" spc="-10" dirty="0">
                <a:latin typeface="Cambria"/>
                <a:cs typeface="Cambria"/>
              </a:rPr>
              <a:t>side.</a:t>
            </a:r>
            <a:endParaRPr sz="2400">
              <a:latin typeface="Cambria"/>
              <a:cs typeface="Cambria"/>
            </a:endParaRPr>
          </a:p>
        </p:txBody>
      </p:sp>
      <p:sp>
        <p:nvSpPr>
          <p:cNvPr id="4" name="object 4"/>
          <p:cNvSpPr txBox="1"/>
          <p:nvPr/>
        </p:nvSpPr>
        <p:spPr>
          <a:xfrm>
            <a:off x="4143247" y="2355850"/>
            <a:ext cx="1329055" cy="391160"/>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mbria"/>
                <a:cs typeface="Cambria"/>
              </a:rPr>
              <a:t>Example:-</a:t>
            </a:r>
            <a:endParaRPr sz="2400">
              <a:latin typeface="Cambria"/>
              <a:cs typeface="Cambria"/>
            </a:endParaRPr>
          </a:p>
        </p:txBody>
      </p:sp>
      <p:sp>
        <p:nvSpPr>
          <p:cNvPr id="5" name="object 5"/>
          <p:cNvSpPr txBox="1"/>
          <p:nvPr/>
        </p:nvSpPr>
        <p:spPr>
          <a:xfrm>
            <a:off x="4143247" y="3160902"/>
            <a:ext cx="876935" cy="1346835"/>
          </a:xfrm>
          <a:prstGeom prst="rect">
            <a:avLst/>
          </a:prstGeom>
        </p:spPr>
        <p:txBody>
          <a:bodyPr vert="horz" wrap="square" lIns="0" tIns="86995" rIns="0" bIns="0" rtlCol="0">
            <a:spAutoFit/>
          </a:bodyPr>
          <a:lstStyle/>
          <a:p>
            <a:pPr marL="12700">
              <a:lnSpc>
                <a:spcPct val="100000"/>
              </a:lnSpc>
              <a:spcBef>
                <a:spcPts val="685"/>
              </a:spcBef>
            </a:pPr>
            <a:r>
              <a:rPr sz="2400" spc="-20" dirty="0">
                <a:latin typeface="Cambria"/>
                <a:cs typeface="Cambria"/>
              </a:rPr>
              <a:t>E</a:t>
            </a:r>
            <a:r>
              <a:rPr sz="2400" spc="-20" dirty="0">
                <a:latin typeface="Wingdings"/>
                <a:cs typeface="Wingdings"/>
              </a:rPr>
              <a:t></a:t>
            </a:r>
            <a:r>
              <a:rPr sz="2400" spc="-20" dirty="0">
                <a:latin typeface="Cambria"/>
                <a:cs typeface="Cambria"/>
              </a:rPr>
              <a:t>AB</a:t>
            </a:r>
            <a:endParaRPr sz="2400">
              <a:latin typeface="Cambria"/>
              <a:cs typeface="Cambria"/>
            </a:endParaRPr>
          </a:p>
          <a:p>
            <a:pPr marL="12700" marR="204470">
              <a:lnSpc>
                <a:spcPct val="120400"/>
              </a:lnSpc>
            </a:pPr>
            <a:r>
              <a:rPr sz="2400" spc="-25" dirty="0">
                <a:latin typeface="Cambria"/>
                <a:cs typeface="Cambria"/>
              </a:rPr>
              <a:t>A</a:t>
            </a:r>
            <a:r>
              <a:rPr sz="2400" spc="-25" dirty="0">
                <a:latin typeface="Wingdings"/>
                <a:cs typeface="Wingdings"/>
              </a:rPr>
              <a:t></a:t>
            </a:r>
            <a:r>
              <a:rPr sz="2400" spc="-25" dirty="0">
                <a:latin typeface="Cambria"/>
                <a:cs typeface="Cambria"/>
              </a:rPr>
              <a:t>a B</a:t>
            </a:r>
            <a:r>
              <a:rPr sz="2400" spc="-25" dirty="0">
                <a:latin typeface="Wingdings"/>
                <a:cs typeface="Wingdings"/>
              </a:rPr>
              <a:t></a:t>
            </a:r>
            <a:r>
              <a:rPr sz="2400" spc="-25" dirty="0">
                <a:latin typeface="Cambria"/>
                <a:cs typeface="Cambria"/>
              </a:rPr>
              <a:t>b</a:t>
            </a:r>
            <a:endParaRPr sz="2400">
              <a:latin typeface="Cambria"/>
              <a:cs typeface="Cambria"/>
            </a:endParaRPr>
          </a:p>
        </p:txBody>
      </p:sp>
      <p:sp>
        <p:nvSpPr>
          <p:cNvPr id="6" name="object 6"/>
          <p:cNvSpPr txBox="1"/>
          <p:nvPr/>
        </p:nvSpPr>
        <p:spPr>
          <a:xfrm>
            <a:off x="7327138" y="3160902"/>
            <a:ext cx="1049020" cy="1346835"/>
          </a:xfrm>
          <a:prstGeom prst="rect">
            <a:avLst/>
          </a:prstGeom>
        </p:spPr>
        <p:txBody>
          <a:bodyPr vert="horz" wrap="square" lIns="0" tIns="86995" rIns="0" bIns="0" rtlCol="0">
            <a:spAutoFit/>
          </a:bodyPr>
          <a:lstStyle/>
          <a:p>
            <a:pPr marL="12700">
              <a:lnSpc>
                <a:spcPct val="100000"/>
              </a:lnSpc>
              <a:spcBef>
                <a:spcPts val="685"/>
              </a:spcBef>
            </a:pPr>
            <a:r>
              <a:rPr sz="2400" spc="-10" dirty="0">
                <a:latin typeface="Cambria"/>
                <a:cs typeface="Cambria"/>
              </a:rPr>
              <a:t>E</a:t>
            </a:r>
            <a:r>
              <a:rPr sz="2400" spc="-10" dirty="0">
                <a:latin typeface="Wingdings"/>
                <a:cs typeface="Wingdings"/>
              </a:rPr>
              <a:t></a:t>
            </a:r>
            <a:r>
              <a:rPr sz="2400" spc="-10" dirty="0">
                <a:latin typeface="Cambria"/>
                <a:cs typeface="Cambria"/>
              </a:rPr>
              <a:t>EOE</a:t>
            </a:r>
            <a:endParaRPr sz="2400">
              <a:latin typeface="Cambria"/>
              <a:cs typeface="Cambria"/>
            </a:endParaRPr>
          </a:p>
          <a:p>
            <a:pPr marL="29209" marR="15240">
              <a:lnSpc>
                <a:spcPct val="120400"/>
              </a:lnSpc>
            </a:pPr>
            <a:r>
              <a:rPr sz="2400" spc="-20" dirty="0">
                <a:latin typeface="Cambria"/>
                <a:cs typeface="Cambria"/>
              </a:rPr>
              <a:t>E</a:t>
            </a:r>
            <a:r>
              <a:rPr sz="2400" spc="-20" dirty="0">
                <a:latin typeface="Wingdings"/>
                <a:cs typeface="Wingdings"/>
              </a:rPr>
              <a:t></a:t>
            </a:r>
            <a:r>
              <a:rPr sz="2400" spc="-20" dirty="0">
                <a:latin typeface="Cambria"/>
                <a:cs typeface="Cambria"/>
              </a:rPr>
              <a:t>id </a:t>
            </a:r>
            <a:r>
              <a:rPr sz="2400" dirty="0">
                <a:latin typeface="Cambria"/>
                <a:cs typeface="Cambria"/>
              </a:rPr>
              <a:t>O</a:t>
            </a:r>
            <a:r>
              <a:rPr sz="2400" dirty="0">
                <a:latin typeface="Wingdings"/>
                <a:cs typeface="Wingdings"/>
              </a:rPr>
              <a:t></a:t>
            </a:r>
            <a:r>
              <a:rPr sz="2400" dirty="0">
                <a:latin typeface="Cambria"/>
                <a:cs typeface="Cambria"/>
              </a:rPr>
              <a:t>+</a:t>
            </a:r>
            <a:r>
              <a:rPr sz="2400" spc="-35" dirty="0">
                <a:latin typeface="Cambria"/>
                <a:cs typeface="Cambria"/>
              </a:rPr>
              <a:t> </a:t>
            </a:r>
            <a:r>
              <a:rPr sz="2400" dirty="0">
                <a:latin typeface="Cambria"/>
                <a:cs typeface="Cambria"/>
              </a:rPr>
              <a:t>|</a:t>
            </a:r>
            <a:r>
              <a:rPr sz="2400" spc="-10" dirty="0">
                <a:latin typeface="Cambria"/>
                <a:cs typeface="Cambria"/>
              </a:rPr>
              <a:t> </a:t>
            </a:r>
            <a:r>
              <a:rPr sz="2400" spc="-50" dirty="0">
                <a:latin typeface="Cambria"/>
                <a:cs typeface="Cambria"/>
              </a:rPr>
              <a:t>-</a:t>
            </a:r>
            <a:endParaRPr sz="2400">
              <a:latin typeface="Cambria"/>
              <a:cs typeface="Cambria"/>
            </a:endParaRPr>
          </a:p>
        </p:txBody>
      </p:sp>
      <p:sp>
        <p:nvSpPr>
          <p:cNvPr id="7" name="object 7"/>
          <p:cNvSpPr txBox="1"/>
          <p:nvPr/>
        </p:nvSpPr>
        <p:spPr>
          <a:xfrm>
            <a:off x="10087482" y="3160902"/>
            <a:ext cx="1217930" cy="1346835"/>
          </a:xfrm>
          <a:prstGeom prst="rect">
            <a:avLst/>
          </a:prstGeom>
        </p:spPr>
        <p:txBody>
          <a:bodyPr vert="horz" wrap="square" lIns="0" tIns="12700" rIns="0" bIns="0" rtlCol="0">
            <a:spAutoFit/>
          </a:bodyPr>
          <a:lstStyle/>
          <a:p>
            <a:pPr marL="12700" marR="5080">
              <a:lnSpc>
                <a:spcPct val="120400"/>
              </a:lnSpc>
              <a:spcBef>
                <a:spcPts val="100"/>
              </a:spcBef>
            </a:pPr>
            <a:r>
              <a:rPr sz="2400" dirty="0">
                <a:latin typeface="Cambria"/>
                <a:cs typeface="Cambria"/>
              </a:rPr>
              <a:t>E</a:t>
            </a:r>
            <a:r>
              <a:rPr sz="2400" dirty="0">
                <a:latin typeface="Wingdings"/>
                <a:cs typeface="Wingdings"/>
              </a:rPr>
              <a:t></a:t>
            </a:r>
            <a:r>
              <a:rPr sz="2400" spc="-90" dirty="0">
                <a:latin typeface="Times New Roman"/>
                <a:cs typeface="Times New Roman"/>
              </a:rPr>
              <a:t> </a:t>
            </a:r>
            <a:r>
              <a:rPr sz="2400" dirty="0">
                <a:latin typeface="Cambria"/>
                <a:cs typeface="Cambria"/>
              </a:rPr>
              <a:t>E</a:t>
            </a:r>
            <a:r>
              <a:rPr sz="2400" spc="-15" dirty="0">
                <a:latin typeface="Cambria"/>
                <a:cs typeface="Cambria"/>
              </a:rPr>
              <a:t> </a:t>
            </a:r>
            <a:r>
              <a:rPr sz="2400" dirty="0">
                <a:latin typeface="Cambria"/>
                <a:cs typeface="Cambria"/>
              </a:rPr>
              <a:t>+ </a:t>
            </a:r>
            <a:r>
              <a:rPr sz="2400" spc="-50" dirty="0">
                <a:latin typeface="Cambria"/>
                <a:cs typeface="Cambria"/>
              </a:rPr>
              <a:t>E </a:t>
            </a:r>
            <a:r>
              <a:rPr sz="2400" dirty="0">
                <a:latin typeface="Cambria"/>
                <a:cs typeface="Cambria"/>
              </a:rPr>
              <a:t>E</a:t>
            </a:r>
            <a:r>
              <a:rPr sz="2400" dirty="0">
                <a:latin typeface="Wingdings"/>
                <a:cs typeface="Wingdings"/>
              </a:rPr>
              <a:t></a:t>
            </a:r>
            <a:r>
              <a:rPr sz="2400" spc="-90" dirty="0">
                <a:latin typeface="Times New Roman"/>
                <a:cs typeface="Times New Roman"/>
              </a:rPr>
              <a:t> </a:t>
            </a:r>
            <a:r>
              <a:rPr sz="2400" dirty="0">
                <a:latin typeface="Cambria"/>
                <a:cs typeface="Cambria"/>
              </a:rPr>
              <a:t>E</a:t>
            </a:r>
            <a:r>
              <a:rPr sz="2400" spc="-20" dirty="0">
                <a:latin typeface="Cambria"/>
                <a:cs typeface="Cambria"/>
              </a:rPr>
              <a:t> </a:t>
            </a:r>
            <a:r>
              <a:rPr sz="2400" dirty="0">
                <a:latin typeface="Cambria"/>
                <a:cs typeface="Cambria"/>
              </a:rPr>
              <a:t>- </a:t>
            </a:r>
            <a:r>
              <a:rPr sz="2400" spc="-50" dirty="0">
                <a:latin typeface="Cambria"/>
                <a:cs typeface="Cambria"/>
              </a:rPr>
              <a:t>E</a:t>
            </a:r>
            <a:endParaRPr sz="2400">
              <a:latin typeface="Cambria"/>
              <a:cs typeface="Cambria"/>
            </a:endParaRPr>
          </a:p>
          <a:p>
            <a:pPr marL="12700">
              <a:lnSpc>
                <a:spcPct val="100000"/>
              </a:lnSpc>
              <a:spcBef>
                <a:spcPts val="585"/>
              </a:spcBef>
            </a:pPr>
            <a:r>
              <a:rPr sz="2400" spc="-20" dirty="0">
                <a:latin typeface="Cambria"/>
                <a:cs typeface="Cambria"/>
              </a:rPr>
              <a:t>E</a:t>
            </a:r>
            <a:r>
              <a:rPr sz="2400" spc="-20" dirty="0">
                <a:latin typeface="Wingdings"/>
                <a:cs typeface="Wingdings"/>
              </a:rPr>
              <a:t></a:t>
            </a:r>
            <a:r>
              <a:rPr sz="2400" spc="-20" dirty="0">
                <a:latin typeface="Cambria"/>
                <a:cs typeface="Cambria"/>
              </a:rPr>
              <a:t>id</a:t>
            </a:r>
            <a:endParaRPr sz="2400">
              <a:latin typeface="Cambria"/>
              <a:cs typeface="Cambria"/>
            </a:endParaRPr>
          </a:p>
        </p:txBody>
      </p:sp>
      <p:sp>
        <p:nvSpPr>
          <p:cNvPr id="8" name="object 8"/>
          <p:cNvSpPr txBox="1"/>
          <p:nvPr/>
        </p:nvSpPr>
        <p:spPr>
          <a:xfrm>
            <a:off x="4143247" y="5364262"/>
            <a:ext cx="1525905" cy="1348105"/>
          </a:xfrm>
          <a:prstGeom prst="rect">
            <a:avLst/>
          </a:prstGeom>
        </p:spPr>
        <p:txBody>
          <a:bodyPr vert="horz" wrap="square" lIns="0" tIns="12700" rIns="0" bIns="0" rtlCol="0">
            <a:spAutoFit/>
          </a:bodyPr>
          <a:lstStyle/>
          <a:p>
            <a:pPr marL="12700" marR="5080">
              <a:lnSpc>
                <a:spcPct val="120500"/>
              </a:lnSpc>
              <a:spcBef>
                <a:spcPts val="100"/>
              </a:spcBef>
            </a:pPr>
            <a:r>
              <a:rPr sz="2400" spc="-25" dirty="0">
                <a:latin typeface="Cambria"/>
                <a:cs typeface="Cambria"/>
              </a:rPr>
              <a:t>Not </a:t>
            </a:r>
            <a:r>
              <a:rPr sz="2400" spc="-10" dirty="0">
                <a:latin typeface="Cambria"/>
                <a:cs typeface="Cambria"/>
              </a:rPr>
              <a:t>Operator Precedence</a:t>
            </a:r>
            <a:endParaRPr sz="2400">
              <a:latin typeface="Cambria"/>
              <a:cs typeface="Cambria"/>
            </a:endParaRPr>
          </a:p>
        </p:txBody>
      </p:sp>
      <p:sp>
        <p:nvSpPr>
          <p:cNvPr id="9" name="object 9"/>
          <p:cNvSpPr txBox="1"/>
          <p:nvPr/>
        </p:nvSpPr>
        <p:spPr>
          <a:xfrm>
            <a:off x="7343902" y="5364262"/>
            <a:ext cx="1525905" cy="1348105"/>
          </a:xfrm>
          <a:prstGeom prst="rect">
            <a:avLst/>
          </a:prstGeom>
        </p:spPr>
        <p:txBody>
          <a:bodyPr vert="horz" wrap="square" lIns="0" tIns="12700" rIns="0" bIns="0" rtlCol="0">
            <a:spAutoFit/>
          </a:bodyPr>
          <a:lstStyle/>
          <a:p>
            <a:pPr marL="12700" marR="5080">
              <a:lnSpc>
                <a:spcPct val="120500"/>
              </a:lnSpc>
              <a:spcBef>
                <a:spcPts val="100"/>
              </a:spcBef>
            </a:pPr>
            <a:r>
              <a:rPr sz="2400" spc="-25" dirty="0">
                <a:latin typeface="Cambria"/>
                <a:cs typeface="Cambria"/>
              </a:rPr>
              <a:t>Not </a:t>
            </a:r>
            <a:r>
              <a:rPr sz="2400" spc="-10" dirty="0">
                <a:latin typeface="Cambria"/>
                <a:cs typeface="Cambria"/>
              </a:rPr>
              <a:t>Operator Precedence</a:t>
            </a:r>
            <a:endParaRPr sz="2400">
              <a:latin typeface="Cambria"/>
              <a:cs typeface="Cambria"/>
            </a:endParaRPr>
          </a:p>
        </p:txBody>
      </p:sp>
      <p:sp>
        <p:nvSpPr>
          <p:cNvPr id="10" name="object 10"/>
          <p:cNvSpPr txBox="1"/>
          <p:nvPr/>
        </p:nvSpPr>
        <p:spPr>
          <a:xfrm>
            <a:off x="9718675" y="5364262"/>
            <a:ext cx="1525905" cy="907415"/>
          </a:xfrm>
          <a:prstGeom prst="rect">
            <a:avLst/>
          </a:prstGeom>
        </p:spPr>
        <p:txBody>
          <a:bodyPr vert="horz" wrap="square" lIns="0" tIns="87630" rIns="0" bIns="0" rtlCol="0">
            <a:spAutoFit/>
          </a:bodyPr>
          <a:lstStyle/>
          <a:p>
            <a:pPr marL="132715">
              <a:lnSpc>
                <a:spcPct val="100000"/>
              </a:lnSpc>
              <a:spcBef>
                <a:spcPts val="690"/>
              </a:spcBef>
            </a:pPr>
            <a:r>
              <a:rPr sz="2400" spc="-10" dirty="0">
                <a:latin typeface="Cambria"/>
                <a:cs typeface="Cambria"/>
              </a:rPr>
              <a:t>Operator</a:t>
            </a:r>
            <a:endParaRPr sz="2400">
              <a:latin typeface="Cambria"/>
              <a:cs typeface="Cambria"/>
            </a:endParaRPr>
          </a:p>
          <a:p>
            <a:pPr marL="12700">
              <a:lnSpc>
                <a:spcPct val="100000"/>
              </a:lnSpc>
              <a:spcBef>
                <a:spcPts val="590"/>
              </a:spcBef>
            </a:pPr>
            <a:r>
              <a:rPr sz="2400" spc="-10" dirty="0">
                <a:latin typeface="Cambria"/>
                <a:cs typeface="Cambria"/>
              </a:rPr>
              <a:t>Precedence</a:t>
            </a:r>
            <a:endParaRPr sz="2400">
              <a:latin typeface="Cambria"/>
              <a:cs typeface="Cambria"/>
            </a:endParaRPr>
          </a:p>
        </p:txBody>
      </p:sp>
      <p:sp>
        <p:nvSpPr>
          <p:cNvPr id="11" name="object 11"/>
          <p:cNvSpPr/>
          <p:nvPr/>
        </p:nvSpPr>
        <p:spPr>
          <a:xfrm>
            <a:off x="3967734" y="3231642"/>
            <a:ext cx="1186180" cy="1720850"/>
          </a:xfrm>
          <a:custGeom>
            <a:avLst/>
            <a:gdLst/>
            <a:ahLst/>
            <a:cxnLst/>
            <a:rect l="l" t="t" r="r" b="b"/>
            <a:pathLst>
              <a:path w="1186179" h="1720850">
                <a:moveTo>
                  <a:pt x="0" y="197612"/>
                </a:moveTo>
                <a:lnTo>
                  <a:pt x="5221" y="152315"/>
                </a:lnTo>
                <a:lnTo>
                  <a:pt x="20093" y="110726"/>
                </a:lnTo>
                <a:lnTo>
                  <a:pt x="43427" y="74034"/>
                </a:lnTo>
                <a:lnTo>
                  <a:pt x="74034" y="43427"/>
                </a:lnTo>
                <a:lnTo>
                  <a:pt x="110726" y="20093"/>
                </a:lnTo>
                <a:lnTo>
                  <a:pt x="152315" y="5221"/>
                </a:lnTo>
                <a:lnTo>
                  <a:pt x="197612" y="0"/>
                </a:lnTo>
                <a:lnTo>
                  <a:pt x="988060" y="0"/>
                </a:lnTo>
                <a:lnTo>
                  <a:pt x="1033356" y="5221"/>
                </a:lnTo>
                <a:lnTo>
                  <a:pt x="1074945" y="20093"/>
                </a:lnTo>
                <a:lnTo>
                  <a:pt x="1111637" y="43427"/>
                </a:lnTo>
                <a:lnTo>
                  <a:pt x="1142244" y="74034"/>
                </a:lnTo>
                <a:lnTo>
                  <a:pt x="1165578" y="110726"/>
                </a:lnTo>
                <a:lnTo>
                  <a:pt x="1180450" y="152315"/>
                </a:lnTo>
                <a:lnTo>
                  <a:pt x="1185671" y="197612"/>
                </a:lnTo>
                <a:lnTo>
                  <a:pt x="1185671" y="1522984"/>
                </a:lnTo>
                <a:lnTo>
                  <a:pt x="1180450" y="1568280"/>
                </a:lnTo>
                <a:lnTo>
                  <a:pt x="1165578" y="1609869"/>
                </a:lnTo>
                <a:lnTo>
                  <a:pt x="1142244" y="1646561"/>
                </a:lnTo>
                <a:lnTo>
                  <a:pt x="1111637" y="1677168"/>
                </a:lnTo>
                <a:lnTo>
                  <a:pt x="1074945" y="1700502"/>
                </a:lnTo>
                <a:lnTo>
                  <a:pt x="1033356" y="1715374"/>
                </a:lnTo>
                <a:lnTo>
                  <a:pt x="988060" y="1720596"/>
                </a:lnTo>
                <a:lnTo>
                  <a:pt x="197612" y="1720596"/>
                </a:lnTo>
                <a:lnTo>
                  <a:pt x="152315" y="1715374"/>
                </a:lnTo>
                <a:lnTo>
                  <a:pt x="110726" y="1700502"/>
                </a:lnTo>
                <a:lnTo>
                  <a:pt x="74034" y="1677168"/>
                </a:lnTo>
                <a:lnTo>
                  <a:pt x="43427" y="1646561"/>
                </a:lnTo>
                <a:lnTo>
                  <a:pt x="20093" y="1609869"/>
                </a:lnTo>
                <a:lnTo>
                  <a:pt x="5221" y="1568280"/>
                </a:lnTo>
                <a:lnTo>
                  <a:pt x="0" y="1522984"/>
                </a:lnTo>
                <a:lnTo>
                  <a:pt x="0" y="197612"/>
                </a:lnTo>
                <a:close/>
              </a:path>
            </a:pathLst>
          </a:custGeom>
          <a:ln w="10668">
            <a:solidFill>
              <a:srgbClr val="2C879A"/>
            </a:solidFill>
          </a:ln>
        </p:spPr>
        <p:txBody>
          <a:bodyPr wrap="square" lIns="0" tIns="0" rIns="0" bIns="0" rtlCol="0"/>
          <a:lstStyle/>
          <a:p>
            <a:endParaRPr/>
          </a:p>
        </p:txBody>
      </p:sp>
      <p:grpSp>
        <p:nvGrpSpPr>
          <p:cNvPr id="12" name="object 12"/>
          <p:cNvGrpSpPr/>
          <p:nvPr/>
        </p:nvGrpSpPr>
        <p:grpSpPr>
          <a:xfrm>
            <a:off x="3659123" y="4197096"/>
            <a:ext cx="2430780" cy="2667000"/>
            <a:chOff x="3659123" y="4197096"/>
            <a:chExt cx="2430780" cy="2667000"/>
          </a:xfrm>
        </p:grpSpPr>
        <p:sp>
          <p:nvSpPr>
            <p:cNvPr id="13" name="object 13"/>
            <p:cNvSpPr/>
            <p:nvPr/>
          </p:nvSpPr>
          <p:spPr>
            <a:xfrm>
              <a:off x="5331713" y="4727575"/>
              <a:ext cx="498475" cy="572770"/>
            </a:xfrm>
            <a:custGeom>
              <a:avLst/>
              <a:gdLst/>
              <a:ahLst/>
              <a:cxnLst/>
              <a:rect l="l" t="t" r="r" b="b"/>
              <a:pathLst>
                <a:path w="498475" h="572770">
                  <a:moveTo>
                    <a:pt x="493775" y="0"/>
                  </a:moveTo>
                  <a:lnTo>
                    <a:pt x="484547" y="45831"/>
                  </a:lnTo>
                  <a:lnTo>
                    <a:pt x="470609" y="90007"/>
                  </a:lnTo>
                  <a:lnTo>
                    <a:pt x="452199" y="132276"/>
                  </a:lnTo>
                  <a:lnTo>
                    <a:pt x="429556" y="172390"/>
                  </a:lnTo>
                  <a:lnTo>
                    <a:pt x="402918" y="210100"/>
                  </a:lnTo>
                  <a:lnTo>
                    <a:pt x="372522" y="245157"/>
                  </a:lnTo>
                  <a:lnTo>
                    <a:pt x="338608" y="277311"/>
                  </a:lnTo>
                  <a:lnTo>
                    <a:pt x="301413" y="306314"/>
                  </a:lnTo>
                  <a:lnTo>
                    <a:pt x="261175" y="331916"/>
                  </a:lnTo>
                  <a:lnTo>
                    <a:pt x="218133" y="353868"/>
                  </a:lnTo>
                  <a:lnTo>
                    <a:pt x="172524" y="371921"/>
                  </a:lnTo>
                  <a:lnTo>
                    <a:pt x="124587" y="385825"/>
                  </a:lnTo>
                  <a:lnTo>
                    <a:pt x="124587" y="323469"/>
                  </a:lnTo>
                  <a:lnTo>
                    <a:pt x="0" y="462788"/>
                  </a:lnTo>
                  <a:lnTo>
                    <a:pt x="124587" y="572643"/>
                  </a:lnTo>
                  <a:lnTo>
                    <a:pt x="124587" y="510413"/>
                  </a:lnTo>
                  <a:lnTo>
                    <a:pt x="172329" y="496579"/>
                  </a:lnTo>
                  <a:lnTo>
                    <a:pt x="217589" y="478724"/>
                  </a:lnTo>
                  <a:lnTo>
                    <a:pt x="260177" y="457110"/>
                  </a:lnTo>
                  <a:lnTo>
                    <a:pt x="299903" y="431999"/>
                  </a:lnTo>
                  <a:lnTo>
                    <a:pt x="336578" y="403653"/>
                  </a:lnTo>
                  <a:lnTo>
                    <a:pt x="370011" y="372334"/>
                  </a:lnTo>
                  <a:lnTo>
                    <a:pt x="400015" y="338306"/>
                  </a:lnTo>
                  <a:lnTo>
                    <a:pt x="426397" y="301829"/>
                  </a:lnTo>
                  <a:lnTo>
                    <a:pt x="448970" y="263168"/>
                  </a:lnTo>
                  <a:lnTo>
                    <a:pt x="467543" y="222583"/>
                  </a:lnTo>
                  <a:lnTo>
                    <a:pt x="481927" y="180338"/>
                  </a:lnTo>
                  <a:lnTo>
                    <a:pt x="491931" y="136695"/>
                  </a:lnTo>
                  <a:lnTo>
                    <a:pt x="497368" y="91916"/>
                  </a:lnTo>
                  <a:lnTo>
                    <a:pt x="498046" y="46263"/>
                  </a:lnTo>
                  <a:lnTo>
                    <a:pt x="493775" y="0"/>
                  </a:lnTo>
                  <a:close/>
                </a:path>
              </a:pathLst>
            </a:custGeom>
            <a:solidFill>
              <a:srgbClr val="40B9D2"/>
            </a:solidFill>
          </p:spPr>
          <p:txBody>
            <a:bodyPr wrap="square" lIns="0" tIns="0" rIns="0" bIns="0" rtlCol="0"/>
            <a:lstStyle/>
            <a:p>
              <a:endParaRPr/>
            </a:p>
          </p:txBody>
        </p:sp>
        <p:sp>
          <p:nvSpPr>
            <p:cNvPr id="14" name="object 14"/>
            <p:cNvSpPr/>
            <p:nvPr/>
          </p:nvSpPr>
          <p:spPr>
            <a:xfrm>
              <a:off x="5331713" y="4202430"/>
              <a:ext cx="498475" cy="587375"/>
            </a:xfrm>
            <a:custGeom>
              <a:avLst/>
              <a:gdLst/>
              <a:ahLst/>
              <a:cxnLst/>
              <a:rect l="l" t="t" r="r" b="b"/>
              <a:pathLst>
                <a:path w="498475" h="587375">
                  <a:moveTo>
                    <a:pt x="0" y="0"/>
                  </a:moveTo>
                  <a:lnTo>
                    <a:pt x="0" y="124587"/>
                  </a:lnTo>
                  <a:lnTo>
                    <a:pt x="50949" y="126977"/>
                  </a:lnTo>
                  <a:lnTo>
                    <a:pt x="100428" y="133991"/>
                  </a:lnTo>
                  <a:lnTo>
                    <a:pt x="148185" y="145398"/>
                  </a:lnTo>
                  <a:lnTo>
                    <a:pt x="193970" y="160964"/>
                  </a:lnTo>
                  <a:lnTo>
                    <a:pt x="237532" y="180456"/>
                  </a:lnTo>
                  <a:lnTo>
                    <a:pt x="278621" y="203641"/>
                  </a:lnTo>
                  <a:lnTo>
                    <a:pt x="316986" y="230286"/>
                  </a:lnTo>
                  <a:lnTo>
                    <a:pt x="352377" y="260159"/>
                  </a:lnTo>
                  <a:lnTo>
                    <a:pt x="384542" y="293026"/>
                  </a:lnTo>
                  <a:lnTo>
                    <a:pt x="413232" y="328655"/>
                  </a:lnTo>
                  <a:lnTo>
                    <a:pt x="438195" y="366812"/>
                  </a:lnTo>
                  <a:lnTo>
                    <a:pt x="459182" y="407265"/>
                  </a:lnTo>
                  <a:lnTo>
                    <a:pt x="475941" y="449780"/>
                  </a:lnTo>
                  <a:lnTo>
                    <a:pt x="488222" y="494126"/>
                  </a:lnTo>
                  <a:lnTo>
                    <a:pt x="495774" y="540068"/>
                  </a:lnTo>
                  <a:lnTo>
                    <a:pt x="498348" y="587375"/>
                  </a:lnTo>
                  <a:lnTo>
                    <a:pt x="498348" y="462788"/>
                  </a:lnTo>
                  <a:lnTo>
                    <a:pt x="495774" y="415481"/>
                  </a:lnTo>
                  <a:lnTo>
                    <a:pt x="488222" y="369539"/>
                  </a:lnTo>
                  <a:lnTo>
                    <a:pt x="475941" y="325193"/>
                  </a:lnTo>
                  <a:lnTo>
                    <a:pt x="459182" y="282678"/>
                  </a:lnTo>
                  <a:lnTo>
                    <a:pt x="438195" y="242225"/>
                  </a:lnTo>
                  <a:lnTo>
                    <a:pt x="413232" y="204068"/>
                  </a:lnTo>
                  <a:lnTo>
                    <a:pt x="384542" y="168439"/>
                  </a:lnTo>
                  <a:lnTo>
                    <a:pt x="352377" y="135572"/>
                  </a:lnTo>
                  <a:lnTo>
                    <a:pt x="316986" y="105699"/>
                  </a:lnTo>
                  <a:lnTo>
                    <a:pt x="278621" y="79054"/>
                  </a:lnTo>
                  <a:lnTo>
                    <a:pt x="237532" y="55869"/>
                  </a:lnTo>
                  <a:lnTo>
                    <a:pt x="193970" y="36377"/>
                  </a:lnTo>
                  <a:lnTo>
                    <a:pt x="148185" y="20811"/>
                  </a:lnTo>
                  <a:lnTo>
                    <a:pt x="100428" y="9404"/>
                  </a:lnTo>
                  <a:lnTo>
                    <a:pt x="50949" y="2390"/>
                  </a:lnTo>
                  <a:lnTo>
                    <a:pt x="0" y="0"/>
                  </a:lnTo>
                  <a:close/>
                </a:path>
              </a:pathLst>
            </a:custGeom>
            <a:solidFill>
              <a:srgbClr val="3395A9"/>
            </a:solidFill>
          </p:spPr>
          <p:txBody>
            <a:bodyPr wrap="square" lIns="0" tIns="0" rIns="0" bIns="0" rtlCol="0"/>
            <a:lstStyle/>
            <a:p>
              <a:endParaRPr/>
            </a:p>
          </p:txBody>
        </p:sp>
        <p:sp>
          <p:nvSpPr>
            <p:cNvPr id="15" name="object 15"/>
            <p:cNvSpPr/>
            <p:nvPr/>
          </p:nvSpPr>
          <p:spPr>
            <a:xfrm>
              <a:off x="3664457" y="4202430"/>
              <a:ext cx="2420620" cy="2656840"/>
            </a:xfrm>
            <a:custGeom>
              <a:avLst/>
              <a:gdLst/>
              <a:ahLst/>
              <a:cxnLst/>
              <a:rect l="l" t="t" r="r" b="b"/>
              <a:pathLst>
                <a:path w="2420620" h="2656840">
                  <a:moveTo>
                    <a:pt x="2165604" y="587375"/>
                  </a:moveTo>
                  <a:lnTo>
                    <a:pt x="2163030" y="540068"/>
                  </a:lnTo>
                  <a:lnTo>
                    <a:pt x="2155478" y="494126"/>
                  </a:lnTo>
                  <a:lnTo>
                    <a:pt x="2143197" y="449780"/>
                  </a:lnTo>
                  <a:lnTo>
                    <a:pt x="2126438" y="407265"/>
                  </a:lnTo>
                  <a:lnTo>
                    <a:pt x="2105451" y="366812"/>
                  </a:lnTo>
                  <a:lnTo>
                    <a:pt x="2080488" y="328655"/>
                  </a:lnTo>
                  <a:lnTo>
                    <a:pt x="2051798" y="293026"/>
                  </a:lnTo>
                  <a:lnTo>
                    <a:pt x="2019633" y="260159"/>
                  </a:lnTo>
                  <a:lnTo>
                    <a:pt x="1984242" y="230286"/>
                  </a:lnTo>
                  <a:lnTo>
                    <a:pt x="1945877" y="203641"/>
                  </a:lnTo>
                  <a:lnTo>
                    <a:pt x="1904788" y="180456"/>
                  </a:lnTo>
                  <a:lnTo>
                    <a:pt x="1861226" y="160964"/>
                  </a:lnTo>
                  <a:lnTo>
                    <a:pt x="1815441" y="145398"/>
                  </a:lnTo>
                  <a:lnTo>
                    <a:pt x="1767684" y="133991"/>
                  </a:lnTo>
                  <a:lnTo>
                    <a:pt x="1718205" y="126977"/>
                  </a:lnTo>
                  <a:lnTo>
                    <a:pt x="1667255" y="124587"/>
                  </a:lnTo>
                  <a:lnTo>
                    <a:pt x="1667255" y="0"/>
                  </a:lnTo>
                  <a:lnTo>
                    <a:pt x="1718205" y="2390"/>
                  </a:lnTo>
                  <a:lnTo>
                    <a:pt x="1767684" y="9404"/>
                  </a:lnTo>
                  <a:lnTo>
                    <a:pt x="1815441" y="20811"/>
                  </a:lnTo>
                  <a:lnTo>
                    <a:pt x="1861226" y="36377"/>
                  </a:lnTo>
                  <a:lnTo>
                    <a:pt x="1904788" y="55869"/>
                  </a:lnTo>
                  <a:lnTo>
                    <a:pt x="1945877" y="79054"/>
                  </a:lnTo>
                  <a:lnTo>
                    <a:pt x="1984242" y="105699"/>
                  </a:lnTo>
                  <a:lnTo>
                    <a:pt x="2019633" y="135572"/>
                  </a:lnTo>
                  <a:lnTo>
                    <a:pt x="2051798" y="168439"/>
                  </a:lnTo>
                  <a:lnTo>
                    <a:pt x="2080488" y="204068"/>
                  </a:lnTo>
                  <a:lnTo>
                    <a:pt x="2105451" y="242225"/>
                  </a:lnTo>
                  <a:lnTo>
                    <a:pt x="2126438" y="282678"/>
                  </a:lnTo>
                  <a:lnTo>
                    <a:pt x="2143197" y="325193"/>
                  </a:lnTo>
                  <a:lnTo>
                    <a:pt x="2155478" y="369539"/>
                  </a:lnTo>
                  <a:lnTo>
                    <a:pt x="2163030" y="415481"/>
                  </a:lnTo>
                  <a:lnTo>
                    <a:pt x="2165604" y="462788"/>
                  </a:lnTo>
                  <a:lnTo>
                    <a:pt x="2165604" y="587375"/>
                  </a:lnTo>
                  <a:lnTo>
                    <a:pt x="2162915" y="635561"/>
                  </a:lnTo>
                  <a:lnTo>
                    <a:pt x="2155010" y="682509"/>
                  </a:lnTo>
                  <a:lnTo>
                    <a:pt x="2142125" y="727935"/>
                  </a:lnTo>
                  <a:lnTo>
                    <a:pt x="2124499" y="771553"/>
                  </a:lnTo>
                  <a:lnTo>
                    <a:pt x="2102371" y="813075"/>
                  </a:lnTo>
                  <a:lnTo>
                    <a:pt x="2075978" y="852218"/>
                  </a:lnTo>
                  <a:lnTo>
                    <a:pt x="2045559" y="888694"/>
                  </a:lnTo>
                  <a:lnTo>
                    <a:pt x="2011353" y="922218"/>
                  </a:lnTo>
                  <a:lnTo>
                    <a:pt x="1973597" y="952504"/>
                  </a:lnTo>
                  <a:lnTo>
                    <a:pt x="1932529" y="979267"/>
                  </a:lnTo>
                  <a:lnTo>
                    <a:pt x="1888389" y="1002221"/>
                  </a:lnTo>
                  <a:lnTo>
                    <a:pt x="1841414" y="1021080"/>
                  </a:lnTo>
                  <a:lnTo>
                    <a:pt x="1791842" y="1035558"/>
                  </a:lnTo>
                  <a:lnTo>
                    <a:pt x="1791842" y="1097788"/>
                  </a:lnTo>
                  <a:lnTo>
                    <a:pt x="1667255" y="987933"/>
                  </a:lnTo>
                  <a:lnTo>
                    <a:pt x="1791842" y="848614"/>
                  </a:lnTo>
                  <a:lnTo>
                    <a:pt x="1791842" y="910971"/>
                  </a:lnTo>
                  <a:lnTo>
                    <a:pt x="1839780" y="897066"/>
                  </a:lnTo>
                  <a:lnTo>
                    <a:pt x="1885389" y="879013"/>
                  </a:lnTo>
                  <a:lnTo>
                    <a:pt x="1928431" y="857061"/>
                  </a:lnTo>
                  <a:lnTo>
                    <a:pt x="1968669" y="831459"/>
                  </a:lnTo>
                  <a:lnTo>
                    <a:pt x="2005864" y="802456"/>
                  </a:lnTo>
                  <a:lnTo>
                    <a:pt x="2039778" y="770302"/>
                  </a:lnTo>
                  <a:lnTo>
                    <a:pt x="2070174" y="735245"/>
                  </a:lnTo>
                  <a:lnTo>
                    <a:pt x="2096812" y="697535"/>
                  </a:lnTo>
                  <a:lnTo>
                    <a:pt x="2119455" y="657421"/>
                  </a:lnTo>
                  <a:lnTo>
                    <a:pt x="2137865" y="615152"/>
                  </a:lnTo>
                  <a:lnTo>
                    <a:pt x="2151803" y="570976"/>
                  </a:lnTo>
                  <a:lnTo>
                    <a:pt x="2161031" y="525145"/>
                  </a:lnTo>
                </a:path>
                <a:path w="2420620" h="2656840">
                  <a:moveTo>
                    <a:pt x="0" y="1885950"/>
                  </a:moveTo>
                  <a:lnTo>
                    <a:pt x="5539" y="1811756"/>
                  </a:lnTo>
                  <a:lnTo>
                    <a:pt x="21819" y="1739558"/>
                  </a:lnTo>
                  <a:lnTo>
                    <a:pt x="48334" y="1669678"/>
                  </a:lnTo>
                  <a:lnTo>
                    <a:pt x="84574" y="1602439"/>
                  </a:lnTo>
                  <a:lnTo>
                    <a:pt x="106184" y="1569911"/>
                  </a:lnTo>
                  <a:lnTo>
                    <a:pt x="130034" y="1538164"/>
                  </a:lnTo>
                  <a:lnTo>
                    <a:pt x="156063" y="1507239"/>
                  </a:lnTo>
                  <a:lnTo>
                    <a:pt x="184207" y="1477176"/>
                  </a:lnTo>
                  <a:lnTo>
                    <a:pt x="214401" y="1448016"/>
                  </a:lnTo>
                  <a:lnTo>
                    <a:pt x="246584" y="1419798"/>
                  </a:lnTo>
                  <a:lnTo>
                    <a:pt x="280691" y="1392564"/>
                  </a:lnTo>
                  <a:lnTo>
                    <a:pt x="316659" y="1366353"/>
                  </a:lnTo>
                  <a:lnTo>
                    <a:pt x="354425" y="1341205"/>
                  </a:lnTo>
                  <a:lnTo>
                    <a:pt x="393925" y="1317162"/>
                  </a:lnTo>
                  <a:lnTo>
                    <a:pt x="435096" y="1294263"/>
                  </a:lnTo>
                  <a:lnTo>
                    <a:pt x="477874" y="1272550"/>
                  </a:lnTo>
                  <a:lnTo>
                    <a:pt x="522197" y="1252061"/>
                  </a:lnTo>
                  <a:lnTo>
                    <a:pt x="568000" y="1232838"/>
                  </a:lnTo>
                  <a:lnTo>
                    <a:pt x="615220" y="1214921"/>
                  </a:lnTo>
                  <a:lnTo>
                    <a:pt x="663795" y="1198351"/>
                  </a:lnTo>
                  <a:lnTo>
                    <a:pt x="713660" y="1183167"/>
                  </a:lnTo>
                  <a:lnTo>
                    <a:pt x="764752" y="1169410"/>
                  </a:lnTo>
                  <a:lnTo>
                    <a:pt x="817007" y="1157120"/>
                  </a:lnTo>
                  <a:lnTo>
                    <a:pt x="870363" y="1146338"/>
                  </a:lnTo>
                  <a:lnTo>
                    <a:pt x="924756" y="1137104"/>
                  </a:lnTo>
                  <a:lnTo>
                    <a:pt x="980123" y="1129458"/>
                  </a:lnTo>
                  <a:lnTo>
                    <a:pt x="1036399" y="1123442"/>
                  </a:lnTo>
                  <a:lnTo>
                    <a:pt x="1093522" y="1119094"/>
                  </a:lnTo>
                  <a:lnTo>
                    <a:pt x="1151429" y="1116456"/>
                  </a:lnTo>
                  <a:lnTo>
                    <a:pt x="1210055" y="1115568"/>
                  </a:lnTo>
                  <a:lnTo>
                    <a:pt x="1268682" y="1116456"/>
                  </a:lnTo>
                  <a:lnTo>
                    <a:pt x="1326589" y="1119094"/>
                  </a:lnTo>
                  <a:lnTo>
                    <a:pt x="1383712" y="1123442"/>
                  </a:lnTo>
                  <a:lnTo>
                    <a:pt x="1439988" y="1129458"/>
                  </a:lnTo>
                  <a:lnTo>
                    <a:pt x="1495355" y="1137104"/>
                  </a:lnTo>
                  <a:lnTo>
                    <a:pt x="1549748" y="1146338"/>
                  </a:lnTo>
                  <a:lnTo>
                    <a:pt x="1603104" y="1157120"/>
                  </a:lnTo>
                  <a:lnTo>
                    <a:pt x="1655359" y="1169410"/>
                  </a:lnTo>
                  <a:lnTo>
                    <a:pt x="1706451" y="1183167"/>
                  </a:lnTo>
                  <a:lnTo>
                    <a:pt x="1756316" y="1198351"/>
                  </a:lnTo>
                  <a:lnTo>
                    <a:pt x="1804891" y="1214921"/>
                  </a:lnTo>
                  <a:lnTo>
                    <a:pt x="1852111" y="1232838"/>
                  </a:lnTo>
                  <a:lnTo>
                    <a:pt x="1897914" y="1252061"/>
                  </a:lnTo>
                  <a:lnTo>
                    <a:pt x="1942237" y="1272550"/>
                  </a:lnTo>
                  <a:lnTo>
                    <a:pt x="1985015" y="1294263"/>
                  </a:lnTo>
                  <a:lnTo>
                    <a:pt x="2026186" y="1317162"/>
                  </a:lnTo>
                  <a:lnTo>
                    <a:pt x="2065686" y="1341205"/>
                  </a:lnTo>
                  <a:lnTo>
                    <a:pt x="2103452" y="1366353"/>
                  </a:lnTo>
                  <a:lnTo>
                    <a:pt x="2139420" y="1392564"/>
                  </a:lnTo>
                  <a:lnTo>
                    <a:pt x="2173527" y="1419798"/>
                  </a:lnTo>
                  <a:lnTo>
                    <a:pt x="2205710" y="1448016"/>
                  </a:lnTo>
                  <a:lnTo>
                    <a:pt x="2235904" y="1477176"/>
                  </a:lnTo>
                  <a:lnTo>
                    <a:pt x="2264048" y="1507239"/>
                  </a:lnTo>
                  <a:lnTo>
                    <a:pt x="2290077" y="1538164"/>
                  </a:lnTo>
                  <a:lnTo>
                    <a:pt x="2313927" y="1569911"/>
                  </a:lnTo>
                  <a:lnTo>
                    <a:pt x="2335537" y="1602439"/>
                  </a:lnTo>
                  <a:lnTo>
                    <a:pt x="2354841" y="1635708"/>
                  </a:lnTo>
                  <a:lnTo>
                    <a:pt x="2386282" y="1704308"/>
                  </a:lnTo>
                  <a:lnTo>
                    <a:pt x="2407743" y="1775387"/>
                  </a:lnTo>
                  <a:lnTo>
                    <a:pt x="2418716" y="1848623"/>
                  </a:lnTo>
                  <a:lnTo>
                    <a:pt x="2420112" y="1885950"/>
                  </a:lnTo>
                  <a:lnTo>
                    <a:pt x="2418716" y="1923276"/>
                  </a:lnTo>
                  <a:lnTo>
                    <a:pt x="2407743" y="1996512"/>
                  </a:lnTo>
                  <a:lnTo>
                    <a:pt x="2386282" y="2067591"/>
                  </a:lnTo>
                  <a:lnTo>
                    <a:pt x="2354841" y="2136191"/>
                  </a:lnTo>
                  <a:lnTo>
                    <a:pt x="2335537" y="2169460"/>
                  </a:lnTo>
                  <a:lnTo>
                    <a:pt x="2313927" y="2201988"/>
                  </a:lnTo>
                  <a:lnTo>
                    <a:pt x="2290077" y="2233735"/>
                  </a:lnTo>
                  <a:lnTo>
                    <a:pt x="2264048" y="2264660"/>
                  </a:lnTo>
                  <a:lnTo>
                    <a:pt x="2235904" y="2294722"/>
                  </a:lnTo>
                  <a:lnTo>
                    <a:pt x="2205710" y="2323883"/>
                  </a:lnTo>
                  <a:lnTo>
                    <a:pt x="2173527" y="2352101"/>
                  </a:lnTo>
                  <a:lnTo>
                    <a:pt x="2139420" y="2379335"/>
                  </a:lnTo>
                  <a:lnTo>
                    <a:pt x="2103452" y="2405546"/>
                  </a:lnTo>
                  <a:lnTo>
                    <a:pt x="2065686" y="2430694"/>
                  </a:lnTo>
                  <a:lnTo>
                    <a:pt x="2026186" y="2454737"/>
                  </a:lnTo>
                  <a:lnTo>
                    <a:pt x="1985015" y="2477636"/>
                  </a:lnTo>
                  <a:lnTo>
                    <a:pt x="1942237" y="2499349"/>
                  </a:lnTo>
                  <a:lnTo>
                    <a:pt x="1897914" y="2519838"/>
                  </a:lnTo>
                  <a:lnTo>
                    <a:pt x="1852111" y="2539061"/>
                  </a:lnTo>
                  <a:lnTo>
                    <a:pt x="1804891" y="2556978"/>
                  </a:lnTo>
                  <a:lnTo>
                    <a:pt x="1756316" y="2573548"/>
                  </a:lnTo>
                  <a:lnTo>
                    <a:pt x="1706451" y="2588732"/>
                  </a:lnTo>
                  <a:lnTo>
                    <a:pt x="1655359" y="2602489"/>
                  </a:lnTo>
                  <a:lnTo>
                    <a:pt x="1603104" y="2614779"/>
                  </a:lnTo>
                  <a:lnTo>
                    <a:pt x="1549748" y="2625561"/>
                  </a:lnTo>
                  <a:lnTo>
                    <a:pt x="1495355" y="2634795"/>
                  </a:lnTo>
                  <a:lnTo>
                    <a:pt x="1439988" y="2642441"/>
                  </a:lnTo>
                  <a:lnTo>
                    <a:pt x="1383712" y="2648457"/>
                  </a:lnTo>
                  <a:lnTo>
                    <a:pt x="1326589" y="2652805"/>
                  </a:lnTo>
                  <a:lnTo>
                    <a:pt x="1268682" y="2655443"/>
                  </a:lnTo>
                  <a:lnTo>
                    <a:pt x="1210055" y="2656331"/>
                  </a:lnTo>
                  <a:lnTo>
                    <a:pt x="1151429" y="2655443"/>
                  </a:lnTo>
                  <a:lnTo>
                    <a:pt x="1093522" y="2652805"/>
                  </a:lnTo>
                  <a:lnTo>
                    <a:pt x="1036399" y="2648457"/>
                  </a:lnTo>
                  <a:lnTo>
                    <a:pt x="980123" y="2642441"/>
                  </a:lnTo>
                  <a:lnTo>
                    <a:pt x="924756" y="2634795"/>
                  </a:lnTo>
                  <a:lnTo>
                    <a:pt x="870363" y="2625561"/>
                  </a:lnTo>
                  <a:lnTo>
                    <a:pt x="817007" y="2614779"/>
                  </a:lnTo>
                  <a:lnTo>
                    <a:pt x="764752" y="2602489"/>
                  </a:lnTo>
                  <a:lnTo>
                    <a:pt x="713660" y="2588732"/>
                  </a:lnTo>
                  <a:lnTo>
                    <a:pt x="663795" y="2573548"/>
                  </a:lnTo>
                  <a:lnTo>
                    <a:pt x="615220" y="2556978"/>
                  </a:lnTo>
                  <a:lnTo>
                    <a:pt x="568000" y="2539061"/>
                  </a:lnTo>
                  <a:lnTo>
                    <a:pt x="522197" y="2519838"/>
                  </a:lnTo>
                  <a:lnTo>
                    <a:pt x="477874" y="2499349"/>
                  </a:lnTo>
                  <a:lnTo>
                    <a:pt x="435096" y="2477636"/>
                  </a:lnTo>
                  <a:lnTo>
                    <a:pt x="393925" y="2454737"/>
                  </a:lnTo>
                  <a:lnTo>
                    <a:pt x="354425" y="2430694"/>
                  </a:lnTo>
                  <a:lnTo>
                    <a:pt x="316659" y="2405546"/>
                  </a:lnTo>
                  <a:lnTo>
                    <a:pt x="280691" y="2379335"/>
                  </a:lnTo>
                  <a:lnTo>
                    <a:pt x="246584" y="2352101"/>
                  </a:lnTo>
                  <a:lnTo>
                    <a:pt x="214401" y="2323883"/>
                  </a:lnTo>
                  <a:lnTo>
                    <a:pt x="184207" y="2294722"/>
                  </a:lnTo>
                  <a:lnTo>
                    <a:pt x="156063" y="2264660"/>
                  </a:lnTo>
                  <a:lnTo>
                    <a:pt x="130034" y="2233735"/>
                  </a:lnTo>
                  <a:lnTo>
                    <a:pt x="106184" y="2201988"/>
                  </a:lnTo>
                  <a:lnTo>
                    <a:pt x="84574" y="2169460"/>
                  </a:lnTo>
                  <a:lnTo>
                    <a:pt x="65270" y="2136191"/>
                  </a:lnTo>
                  <a:lnTo>
                    <a:pt x="33829" y="2067591"/>
                  </a:lnTo>
                  <a:lnTo>
                    <a:pt x="12368" y="1996512"/>
                  </a:lnTo>
                  <a:lnTo>
                    <a:pt x="1395" y="1923276"/>
                  </a:lnTo>
                  <a:lnTo>
                    <a:pt x="0" y="1885950"/>
                  </a:lnTo>
                  <a:close/>
                </a:path>
              </a:pathLst>
            </a:custGeom>
            <a:ln w="10668">
              <a:solidFill>
                <a:srgbClr val="2C879A"/>
              </a:solidFill>
            </a:ln>
          </p:spPr>
          <p:txBody>
            <a:bodyPr wrap="square" lIns="0" tIns="0" rIns="0" bIns="0" rtlCol="0"/>
            <a:lstStyle/>
            <a:p>
              <a:endParaRPr/>
            </a:p>
          </p:txBody>
        </p:sp>
      </p:grpSp>
      <p:sp>
        <p:nvSpPr>
          <p:cNvPr id="16" name="object 16"/>
          <p:cNvSpPr/>
          <p:nvPr/>
        </p:nvSpPr>
        <p:spPr>
          <a:xfrm>
            <a:off x="7194042" y="3228594"/>
            <a:ext cx="1330960" cy="1530350"/>
          </a:xfrm>
          <a:custGeom>
            <a:avLst/>
            <a:gdLst/>
            <a:ahLst/>
            <a:cxnLst/>
            <a:rect l="l" t="t" r="r" b="b"/>
            <a:pathLst>
              <a:path w="1330959" h="1530350">
                <a:moveTo>
                  <a:pt x="0" y="221741"/>
                </a:moveTo>
                <a:lnTo>
                  <a:pt x="4506" y="177063"/>
                </a:lnTo>
                <a:lnTo>
                  <a:pt x="17430" y="135445"/>
                </a:lnTo>
                <a:lnTo>
                  <a:pt x="37879" y="97780"/>
                </a:lnTo>
                <a:lnTo>
                  <a:pt x="64960" y="64960"/>
                </a:lnTo>
                <a:lnTo>
                  <a:pt x="97780" y="37879"/>
                </a:lnTo>
                <a:lnTo>
                  <a:pt x="135445" y="17430"/>
                </a:lnTo>
                <a:lnTo>
                  <a:pt x="177063" y="4506"/>
                </a:lnTo>
                <a:lnTo>
                  <a:pt x="221741" y="0"/>
                </a:lnTo>
                <a:lnTo>
                  <a:pt x="1108709" y="0"/>
                </a:lnTo>
                <a:lnTo>
                  <a:pt x="1153388" y="4506"/>
                </a:lnTo>
                <a:lnTo>
                  <a:pt x="1195006" y="17430"/>
                </a:lnTo>
                <a:lnTo>
                  <a:pt x="1232671" y="37879"/>
                </a:lnTo>
                <a:lnTo>
                  <a:pt x="1265491" y="64960"/>
                </a:lnTo>
                <a:lnTo>
                  <a:pt x="1292572" y="97780"/>
                </a:lnTo>
                <a:lnTo>
                  <a:pt x="1313021" y="135445"/>
                </a:lnTo>
                <a:lnTo>
                  <a:pt x="1325945" y="177063"/>
                </a:lnTo>
                <a:lnTo>
                  <a:pt x="1330452" y="221741"/>
                </a:lnTo>
                <a:lnTo>
                  <a:pt x="1330452" y="1308353"/>
                </a:lnTo>
                <a:lnTo>
                  <a:pt x="1325945" y="1353032"/>
                </a:lnTo>
                <a:lnTo>
                  <a:pt x="1313021" y="1394650"/>
                </a:lnTo>
                <a:lnTo>
                  <a:pt x="1292572" y="1432315"/>
                </a:lnTo>
                <a:lnTo>
                  <a:pt x="1265491" y="1465135"/>
                </a:lnTo>
                <a:lnTo>
                  <a:pt x="1232671" y="1492216"/>
                </a:lnTo>
                <a:lnTo>
                  <a:pt x="1195006" y="1512665"/>
                </a:lnTo>
                <a:lnTo>
                  <a:pt x="1153388" y="1525589"/>
                </a:lnTo>
                <a:lnTo>
                  <a:pt x="1108709" y="1530095"/>
                </a:lnTo>
                <a:lnTo>
                  <a:pt x="221741" y="1530095"/>
                </a:lnTo>
                <a:lnTo>
                  <a:pt x="177063" y="1525589"/>
                </a:lnTo>
                <a:lnTo>
                  <a:pt x="135445" y="1512665"/>
                </a:lnTo>
                <a:lnTo>
                  <a:pt x="97780" y="1492216"/>
                </a:lnTo>
                <a:lnTo>
                  <a:pt x="64960" y="1465135"/>
                </a:lnTo>
                <a:lnTo>
                  <a:pt x="37879" y="1432315"/>
                </a:lnTo>
                <a:lnTo>
                  <a:pt x="17430" y="1394650"/>
                </a:lnTo>
                <a:lnTo>
                  <a:pt x="4506" y="1353032"/>
                </a:lnTo>
                <a:lnTo>
                  <a:pt x="0" y="1308353"/>
                </a:lnTo>
                <a:lnTo>
                  <a:pt x="0" y="221741"/>
                </a:lnTo>
                <a:close/>
              </a:path>
            </a:pathLst>
          </a:custGeom>
          <a:ln w="10668">
            <a:solidFill>
              <a:srgbClr val="2C879A"/>
            </a:solidFill>
          </a:ln>
        </p:spPr>
        <p:txBody>
          <a:bodyPr wrap="square" lIns="0" tIns="0" rIns="0" bIns="0" rtlCol="0"/>
          <a:lstStyle/>
          <a:p>
            <a:endParaRPr/>
          </a:p>
        </p:txBody>
      </p:sp>
      <p:grpSp>
        <p:nvGrpSpPr>
          <p:cNvPr id="17" name="object 17"/>
          <p:cNvGrpSpPr/>
          <p:nvPr/>
        </p:nvGrpSpPr>
        <p:grpSpPr>
          <a:xfrm>
            <a:off x="6880859" y="4856988"/>
            <a:ext cx="2377440" cy="2007235"/>
            <a:chOff x="6880859" y="4856988"/>
            <a:chExt cx="2377440" cy="2007235"/>
          </a:xfrm>
        </p:grpSpPr>
        <p:sp>
          <p:nvSpPr>
            <p:cNvPr id="18" name="object 18"/>
            <p:cNvSpPr/>
            <p:nvPr/>
          </p:nvSpPr>
          <p:spPr>
            <a:xfrm>
              <a:off x="6886193" y="5317998"/>
              <a:ext cx="2367280" cy="1541145"/>
            </a:xfrm>
            <a:custGeom>
              <a:avLst/>
              <a:gdLst/>
              <a:ahLst/>
              <a:cxnLst/>
              <a:rect l="l" t="t" r="r" b="b"/>
              <a:pathLst>
                <a:path w="2367279" h="1541145">
                  <a:moveTo>
                    <a:pt x="0" y="770381"/>
                  </a:moveTo>
                  <a:lnTo>
                    <a:pt x="5417" y="696188"/>
                  </a:lnTo>
                  <a:lnTo>
                    <a:pt x="21339" y="623990"/>
                  </a:lnTo>
                  <a:lnTo>
                    <a:pt x="47268" y="554110"/>
                  </a:lnTo>
                  <a:lnTo>
                    <a:pt x="82711" y="486871"/>
                  </a:lnTo>
                  <a:lnTo>
                    <a:pt x="103844" y="454343"/>
                  </a:lnTo>
                  <a:lnTo>
                    <a:pt x="127169" y="422596"/>
                  </a:lnTo>
                  <a:lnTo>
                    <a:pt x="152624" y="391671"/>
                  </a:lnTo>
                  <a:lnTo>
                    <a:pt x="180147" y="361608"/>
                  </a:lnTo>
                  <a:lnTo>
                    <a:pt x="209677" y="332448"/>
                  </a:lnTo>
                  <a:lnTo>
                    <a:pt x="241150" y="304230"/>
                  </a:lnTo>
                  <a:lnTo>
                    <a:pt x="274505" y="276996"/>
                  </a:lnTo>
                  <a:lnTo>
                    <a:pt x="309681" y="250785"/>
                  </a:lnTo>
                  <a:lnTo>
                    <a:pt x="346614" y="225637"/>
                  </a:lnTo>
                  <a:lnTo>
                    <a:pt x="385244" y="201594"/>
                  </a:lnTo>
                  <a:lnTo>
                    <a:pt x="425507" y="178695"/>
                  </a:lnTo>
                  <a:lnTo>
                    <a:pt x="467343" y="156982"/>
                  </a:lnTo>
                  <a:lnTo>
                    <a:pt x="510689" y="136493"/>
                  </a:lnTo>
                  <a:lnTo>
                    <a:pt x="555482" y="117270"/>
                  </a:lnTo>
                  <a:lnTo>
                    <a:pt x="601662" y="99353"/>
                  </a:lnTo>
                  <a:lnTo>
                    <a:pt x="649166" y="82783"/>
                  </a:lnTo>
                  <a:lnTo>
                    <a:pt x="697932" y="67599"/>
                  </a:lnTo>
                  <a:lnTo>
                    <a:pt x="747897" y="53842"/>
                  </a:lnTo>
                  <a:lnTo>
                    <a:pt x="799001" y="41552"/>
                  </a:lnTo>
                  <a:lnTo>
                    <a:pt x="851181" y="30770"/>
                  </a:lnTo>
                  <a:lnTo>
                    <a:pt x="904375" y="21536"/>
                  </a:lnTo>
                  <a:lnTo>
                    <a:pt x="958521" y="13890"/>
                  </a:lnTo>
                  <a:lnTo>
                    <a:pt x="1013557" y="7874"/>
                  </a:lnTo>
                  <a:lnTo>
                    <a:pt x="1069421" y="3526"/>
                  </a:lnTo>
                  <a:lnTo>
                    <a:pt x="1126051" y="888"/>
                  </a:lnTo>
                  <a:lnTo>
                    <a:pt x="1183385" y="0"/>
                  </a:lnTo>
                  <a:lnTo>
                    <a:pt x="1240720" y="888"/>
                  </a:lnTo>
                  <a:lnTo>
                    <a:pt x="1297350" y="3526"/>
                  </a:lnTo>
                  <a:lnTo>
                    <a:pt x="1353214" y="7874"/>
                  </a:lnTo>
                  <a:lnTo>
                    <a:pt x="1408250" y="13890"/>
                  </a:lnTo>
                  <a:lnTo>
                    <a:pt x="1462396" y="21536"/>
                  </a:lnTo>
                  <a:lnTo>
                    <a:pt x="1515590" y="30770"/>
                  </a:lnTo>
                  <a:lnTo>
                    <a:pt x="1567770" y="41552"/>
                  </a:lnTo>
                  <a:lnTo>
                    <a:pt x="1618874" y="53842"/>
                  </a:lnTo>
                  <a:lnTo>
                    <a:pt x="1668839" y="67599"/>
                  </a:lnTo>
                  <a:lnTo>
                    <a:pt x="1717605" y="82783"/>
                  </a:lnTo>
                  <a:lnTo>
                    <a:pt x="1765109" y="99353"/>
                  </a:lnTo>
                  <a:lnTo>
                    <a:pt x="1811289" y="117270"/>
                  </a:lnTo>
                  <a:lnTo>
                    <a:pt x="1856082" y="136493"/>
                  </a:lnTo>
                  <a:lnTo>
                    <a:pt x="1899428" y="156982"/>
                  </a:lnTo>
                  <a:lnTo>
                    <a:pt x="1941264" y="178695"/>
                  </a:lnTo>
                  <a:lnTo>
                    <a:pt x="1981527" y="201594"/>
                  </a:lnTo>
                  <a:lnTo>
                    <a:pt x="2020157" y="225637"/>
                  </a:lnTo>
                  <a:lnTo>
                    <a:pt x="2057090" y="250785"/>
                  </a:lnTo>
                  <a:lnTo>
                    <a:pt x="2092266" y="276996"/>
                  </a:lnTo>
                  <a:lnTo>
                    <a:pt x="2125621" y="304230"/>
                  </a:lnTo>
                  <a:lnTo>
                    <a:pt x="2157094" y="332448"/>
                  </a:lnTo>
                  <a:lnTo>
                    <a:pt x="2186624" y="361608"/>
                  </a:lnTo>
                  <a:lnTo>
                    <a:pt x="2214147" y="391671"/>
                  </a:lnTo>
                  <a:lnTo>
                    <a:pt x="2239602" y="422596"/>
                  </a:lnTo>
                  <a:lnTo>
                    <a:pt x="2262927" y="454343"/>
                  </a:lnTo>
                  <a:lnTo>
                    <a:pt x="2284060" y="486871"/>
                  </a:lnTo>
                  <a:lnTo>
                    <a:pt x="2302940" y="520140"/>
                  </a:lnTo>
                  <a:lnTo>
                    <a:pt x="2333687" y="588740"/>
                  </a:lnTo>
                  <a:lnTo>
                    <a:pt x="2354675" y="659819"/>
                  </a:lnTo>
                  <a:lnTo>
                    <a:pt x="2365407" y="733055"/>
                  </a:lnTo>
                  <a:lnTo>
                    <a:pt x="2366772" y="770381"/>
                  </a:lnTo>
                  <a:lnTo>
                    <a:pt x="2365407" y="807708"/>
                  </a:lnTo>
                  <a:lnTo>
                    <a:pt x="2354675" y="880944"/>
                  </a:lnTo>
                  <a:lnTo>
                    <a:pt x="2333687" y="952023"/>
                  </a:lnTo>
                  <a:lnTo>
                    <a:pt x="2302940" y="1020623"/>
                  </a:lnTo>
                  <a:lnTo>
                    <a:pt x="2284060" y="1053892"/>
                  </a:lnTo>
                  <a:lnTo>
                    <a:pt x="2262927" y="1086420"/>
                  </a:lnTo>
                  <a:lnTo>
                    <a:pt x="2239602" y="1118167"/>
                  </a:lnTo>
                  <a:lnTo>
                    <a:pt x="2214147" y="1149092"/>
                  </a:lnTo>
                  <a:lnTo>
                    <a:pt x="2186624" y="1179154"/>
                  </a:lnTo>
                  <a:lnTo>
                    <a:pt x="2157094" y="1208315"/>
                  </a:lnTo>
                  <a:lnTo>
                    <a:pt x="2125621" y="1236533"/>
                  </a:lnTo>
                  <a:lnTo>
                    <a:pt x="2092266" y="1263767"/>
                  </a:lnTo>
                  <a:lnTo>
                    <a:pt x="2057090" y="1289978"/>
                  </a:lnTo>
                  <a:lnTo>
                    <a:pt x="2020157" y="1315126"/>
                  </a:lnTo>
                  <a:lnTo>
                    <a:pt x="1981527" y="1339169"/>
                  </a:lnTo>
                  <a:lnTo>
                    <a:pt x="1941264" y="1362068"/>
                  </a:lnTo>
                  <a:lnTo>
                    <a:pt x="1899428" y="1383781"/>
                  </a:lnTo>
                  <a:lnTo>
                    <a:pt x="1856082" y="1404270"/>
                  </a:lnTo>
                  <a:lnTo>
                    <a:pt x="1811289" y="1423493"/>
                  </a:lnTo>
                  <a:lnTo>
                    <a:pt x="1765109" y="1441410"/>
                  </a:lnTo>
                  <a:lnTo>
                    <a:pt x="1717605" y="1457980"/>
                  </a:lnTo>
                  <a:lnTo>
                    <a:pt x="1668839" y="1473164"/>
                  </a:lnTo>
                  <a:lnTo>
                    <a:pt x="1618874" y="1486921"/>
                  </a:lnTo>
                  <a:lnTo>
                    <a:pt x="1567770" y="1499211"/>
                  </a:lnTo>
                  <a:lnTo>
                    <a:pt x="1515590" y="1509993"/>
                  </a:lnTo>
                  <a:lnTo>
                    <a:pt x="1462396" y="1519227"/>
                  </a:lnTo>
                  <a:lnTo>
                    <a:pt x="1408250" y="1526873"/>
                  </a:lnTo>
                  <a:lnTo>
                    <a:pt x="1353214" y="1532889"/>
                  </a:lnTo>
                  <a:lnTo>
                    <a:pt x="1297350" y="1537237"/>
                  </a:lnTo>
                  <a:lnTo>
                    <a:pt x="1240720" y="1539875"/>
                  </a:lnTo>
                  <a:lnTo>
                    <a:pt x="1183385" y="1540763"/>
                  </a:lnTo>
                  <a:lnTo>
                    <a:pt x="1126051" y="1539875"/>
                  </a:lnTo>
                  <a:lnTo>
                    <a:pt x="1069421" y="1537237"/>
                  </a:lnTo>
                  <a:lnTo>
                    <a:pt x="1013557" y="1532889"/>
                  </a:lnTo>
                  <a:lnTo>
                    <a:pt x="958521" y="1526873"/>
                  </a:lnTo>
                  <a:lnTo>
                    <a:pt x="904375" y="1519227"/>
                  </a:lnTo>
                  <a:lnTo>
                    <a:pt x="851181" y="1509993"/>
                  </a:lnTo>
                  <a:lnTo>
                    <a:pt x="799001" y="1499211"/>
                  </a:lnTo>
                  <a:lnTo>
                    <a:pt x="747897" y="1486921"/>
                  </a:lnTo>
                  <a:lnTo>
                    <a:pt x="697932" y="1473164"/>
                  </a:lnTo>
                  <a:lnTo>
                    <a:pt x="649166" y="1457980"/>
                  </a:lnTo>
                  <a:lnTo>
                    <a:pt x="601662" y="1441410"/>
                  </a:lnTo>
                  <a:lnTo>
                    <a:pt x="555482" y="1423493"/>
                  </a:lnTo>
                  <a:lnTo>
                    <a:pt x="510689" y="1404270"/>
                  </a:lnTo>
                  <a:lnTo>
                    <a:pt x="467343" y="1383781"/>
                  </a:lnTo>
                  <a:lnTo>
                    <a:pt x="425507" y="1362068"/>
                  </a:lnTo>
                  <a:lnTo>
                    <a:pt x="385244" y="1339169"/>
                  </a:lnTo>
                  <a:lnTo>
                    <a:pt x="346614" y="1315126"/>
                  </a:lnTo>
                  <a:lnTo>
                    <a:pt x="309681" y="1289978"/>
                  </a:lnTo>
                  <a:lnTo>
                    <a:pt x="274505" y="1263767"/>
                  </a:lnTo>
                  <a:lnTo>
                    <a:pt x="241150" y="1236533"/>
                  </a:lnTo>
                  <a:lnTo>
                    <a:pt x="209677" y="1208315"/>
                  </a:lnTo>
                  <a:lnTo>
                    <a:pt x="180147" y="1179154"/>
                  </a:lnTo>
                  <a:lnTo>
                    <a:pt x="152624" y="1149092"/>
                  </a:lnTo>
                  <a:lnTo>
                    <a:pt x="127169" y="1118167"/>
                  </a:lnTo>
                  <a:lnTo>
                    <a:pt x="103844" y="1086420"/>
                  </a:lnTo>
                  <a:lnTo>
                    <a:pt x="82711" y="1053892"/>
                  </a:lnTo>
                  <a:lnTo>
                    <a:pt x="63831" y="1020623"/>
                  </a:lnTo>
                  <a:lnTo>
                    <a:pt x="33084" y="952023"/>
                  </a:lnTo>
                  <a:lnTo>
                    <a:pt x="12096" y="880944"/>
                  </a:lnTo>
                  <a:lnTo>
                    <a:pt x="1364" y="807708"/>
                  </a:lnTo>
                  <a:lnTo>
                    <a:pt x="0" y="770381"/>
                  </a:lnTo>
                  <a:close/>
                </a:path>
              </a:pathLst>
            </a:custGeom>
            <a:ln w="10668">
              <a:solidFill>
                <a:srgbClr val="2C879A"/>
              </a:solidFill>
            </a:ln>
          </p:spPr>
          <p:txBody>
            <a:bodyPr wrap="square" lIns="0" tIns="0" rIns="0" bIns="0" rtlCol="0"/>
            <a:lstStyle/>
            <a:p>
              <a:endParaRPr/>
            </a:p>
          </p:txBody>
        </p:sp>
        <p:sp>
          <p:nvSpPr>
            <p:cNvPr id="19" name="object 19"/>
            <p:cNvSpPr/>
            <p:nvPr/>
          </p:nvSpPr>
          <p:spPr>
            <a:xfrm>
              <a:off x="7796021" y="4862322"/>
              <a:ext cx="219710" cy="452755"/>
            </a:xfrm>
            <a:custGeom>
              <a:avLst/>
              <a:gdLst/>
              <a:ahLst/>
              <a:cxnLst/>
              <a:rect l="l" t="t" r="r" b="b"/>
              <a:pathLst>
                <a:path w="219709" h="452754">
                  <a:moveTo>
                    <a:pt x="164592" y="0"/>
                  </a:moveTo>
                  <a:lnTo>
                    <a:pt x="54863" y="0"/>
                  </a:lnTo>
                  <a:lnTo>
                    <a:pt x="54863" y="342900"/>
                  </a:lnTo>
                  <a:lnTo>
                    <a:pt x="0" y="342900"/>
                  </a:lnTo>
                  <a:lnTo>
                    <a:pt x="109727" y="452627"/>
                  </a:lnTo>
                  <a:lnTo>
                    <a:pt x="219455" y="342900"/>
                  </a:lnTo>
                  <a:lnTo>
                    <a:pt x="164592" y="342900"/>
                  </a:lnTo>
                  <a:lnTo>
                    <a:pt x="164592" y="0"/>
                  </a:lnTo>
                  <a:close/>
                </a:path>
              </a:pathLst>
            </a:custGeom>
            <a:solidFill>
              <a:srgbClr val="40B9D2"/>
            </a:solidFill>
          </p:spPr>
          <p:txBody>
            <a:bodyPr wrap="square" lIns="0" tIns="0" rIns="0" bIns="0" rtlCol="0"/>
            <a:lstStyle/>
            <a:p>
              <a:endParaRPr/>
            </a:p>
          </p:txBody>
        </p:sp>
        <p:sp>
          <p:nvSpPr>
            <p:cNvPr id="20" name="object 20"/>
            <p:cNvSpPr/>
            <p:nvPr/>
          </p:nvSpPr>
          <p:spPr>
            <a:xfrm>
              <a:off x="7796021" y="4862322"/>
              <a:ext cx="219710" cy="452755"/>
            </a:xfrm>
            <a:custGeom>
              <a:avLst/>
              <a:gdLst/>
              <a:ahLst/>
              <a:cxnLst/>
              <a:rect l="l" t="t" r="r" b="b"/>
              <a:pathLst>
                <a:path w="219709" h="452754">
                  <a:moveTo>
                    <a:pt x="0" y="342900"/>
                  </a:moveTo>
                  <a:lnTo>
                    <a:pt x="54863" y="342900"/>
                  </a:lnTo>
                  <a:lnTo>
                    <a:pt x="54863" y="0"/>
                  </a:lnTo>
                  <a:lnTo>
                    <a:pt x="164592" y="0"/>
                  </a:lnTo>
                  <a:lnTo>
                    <a:pt x="164592" y="342900"/>
                  </a:lnTo>
                  <a:lnTo>
                    <a:pt x="219455" y="342900"/>
                  </a:lnTo>
                  <a:lnTo>
                    <a:pt x="109727" y="452627"/>
                  </a:lnTo>
                  <a:lnTo>
                    <a:pt x="0" y="342900"/>
                  </a:lnTo>
                  <a:close/>
                </a:path>
              </a:pathLst>
            </a:custGeom>
            <a:ln w="10667">
              <a:solidFill>
                <a:srgbClr val="2C879A"/>
              </a:solidFill>
            </a:ln>
          </p:spPr>
          <p:txBody>
            <a:bodyPr wrap="square" lIns="0" tIns="0" rIns="0" bIns="0" rtlCol="0"/>
            <a:lstStyle/>
            <a:p>
              <a:endParaRPr/>
            </a:p>
          </p:txBody>
        </p:sp>
      </p:grpSp>
      <p:grpSp>
        <p:nvGrpSpPr>
          <p:cNvPr id="21" name="object 21"/>
          <p:cNvGrpSpPr/>
          <p:nvPr/>
        </p:nvGrpSpPr>
        <p:grpSpPr>
          <a:xfrm>
            <a:off x="8723376" y="4197096"/>
            <a:ext cx="1205865" cy="462280"/>
            <a:chOff x="8723376" y="4197096"/>
            <a:chExt cx="1205865" cy="462280"/>
          </a:xfrm>
        </p:grpSpPr>
        <p:sp>
          <p:nvSpPr>
            <p:cNvPr id="22" name="object 22"/>
            <p:cNvSpPr/>
            <p:nvPr/>
          </p:nvSpPr>
          <p:spPr>
            <a:xfrm>
              <a:off x="8728710" y="4202430"/>
              <a:ext cx="1195070" cy="451484"/>
            </a:xfrm>
            <a:custGeom>
              <a:avLst/>
              <a:gdLst/>
              <a:ahLst/>
              <a:cxnLst/>
              <a:rect l="l" t="t" r="r" b="b"/>
              <a:pathLst>
                <a:path w="1195070" h="451485">
                  <a:moveTo>
                    <a:pt x="969264" y="0"/>
                  </a:moveTo>
                  <a:lnTo>
                    <a:pt x="969264" y="112776"/>
                  </a:lnTo>
                  <a:lnTo>
                    <a:pt x="0" y="112776"/>
                  </a:lnTo>
                  <a:lnTo>
                    <a:pt x="0" y="338328"/>
                  </a:lnTo>
                  <a:lnTo>
                    <a:pt x="969264" y="338328"/>
                  </a:lnTo>
                  <a:lnTo>
                    <a:pt x="969264" y="451104"/>
                  </a:lnTo>
                  <a:lnTo>
                    <a:pt x="1194816" y="225552"/>
                  </a:lnTo>
                  <a:lnTo>
                    <a:pt x="969264" y="0"/>
                  </a:lnTo>
                  <a:close/>
                </a:path>
              </a:pathLst>
            </a:custGeom>
            <a:solidFill>
              <a:srgbClr val="40B9D2"/>
            </a:solidFill>
          </p:spPr>
          <p:txBody>
            <a:bodyPr wrap="square" lIns="0" tIns="0" rIns="0" bIns="0" rtlCol="0"/>
            <a:lstStyle/>
            <a:p>
              <a:endParaRPr/>
            </a:p>
          </p:txBody>
        </p:sp>
        <p:sp>
          <p:nvSpPr>
            <p:cNvPr id="23" name="object 23"/>
            <p:cNvSpPr/>
            <p:nvPr/>
          </p:nvSpPr>
          <p:spPr>
            <a:xfrm>
              <a:off x="8728710" y="4202430"/>
              <a:ext cx="1195070" cy="451484"/>
            </a:xfrm>
            <a:custGeom>
              <a:avLst/>
              <a:gdLst/>
              <a:ahLst/>
              <a:cxnLst/>
              <a:rect l="l" t="t" r="r" b="b"/>
              <a:pathLst>
                <a:path w="1195070" h="451485">
                  <a:moveTo>
                    <a:pt x="0" y="112776"/>
                  </a:moveTo>
                  <a:lnTo>
                    <a:pt x="969264" y="112776"/>
                  </a:lnTo>
                  <a:lnTo>
                    <a:pt x="969264" y="0"/>
                  </a:lnTo>
                  <a:lnTo>
                    <a:pt x="1194816" y="225552"/>
                  </a:lnTo>
                  <a:lnTo>
                    <a:pt x="969264" y="451104"/>
                  </a:lnTo>
                  <a:lnTo>
                    <a:pt x="969264" y="338328"/>
                  </a:lnTo>
                  <a:lnTo>
                    <a:pt x="0" y="338328"/>
                  </a:lnTo>
                  <a:lnTo>
                    <a:pt x="0" y="112776"/>
                  </a:lnTo>
                  <a:close/>
                </a:path>
              </a:pathLst>
            </a:custGeom>
            <a:ln w="10668">
              <a:solidFill>
                <a:srgbClr val="2C879A"/>
              </a:solidFill>
            </a:ln>
          </p:spPr>
          <p:txBody>
            <a:bodyPr wrap="square" lIns="0" tIns="0" rIns="0" bIns="0" rtlCol="0"/>
            <a:lstStyle/>
            <a:p>
              <a:endParaRPr/>
            </a:p>
          </p:txBody>
        </p:sp>
      </p:grpSp>
      <p:grpSp>
        <p:nvGrpSpPr>
          <p:cNvPr id="24" name="object 24"/>
          <p:cNvGrpSpPr/>
          <p:nvPr/>
        </p:nvGrpSpPr>
        <p:grpSpPr>
          <a:xfrm>
            <a:off x="9502140" y="4594859"/>
            <a:ext cx="2124710" cy="2164080"/>
            <a:chOff x="9502140" y="4594859"/>
            <a:chExt cx="2124710" cy="2164080"/>
          </a:xfrm>
        </p:grpSpPr>
        <p:sp>
          <p:nvSpPr>
            <p:cNvPr id="25" name="object 25"/>
            <p:cNvSpPr/>
            <p:nvPr/>
          </p:nvSpPr>
          <p:spPr>
            <a:xfrm>
              <a:off x="9507474" y="5214365"/>
              <a:ext cx="2113915" cy="1539240"/>
            </a:xfrm>
            <a:custGeom>
              <a:avLst/>
              <a:gdLst/>
              <a:ahLst/>
              <a:cxnLst/>
              <a:rect l="l" t="t" r="r" b="b"/>
              <a:pathLst>
                <a:path w="2113915" h="1539240">
                  <a:moveTo>
                    <a:pt x="0" y="769619"/>
                  </a:moveTo>
                  <a:lnTo>
                    <a:pt x="1465" y="728744"/>
                  </a:lnTo>
                  <a:lnTo>
                    <a:pt x="5811" y="688424"/>
                  </a:lnTo>
                  <a:lnTo>
                    <a:pt x="12966" y="648714"/>
                  </a:lnTo>
                  <a:lnTo>
                    <a:pt x="22856" y="609666"/>
                  </a:lnTo>
                  <a:lnTo>
                    <a:pt x="35408" y="571333"/>
                  </a:lnTo>
                  <a:lnTo>
                    <a:pt x="50549" y="533768"/>
                  </a:lnTo>
                  <a:lnTo>
                    <a:pt x="68207" y="497026"/>
                  </a:lnTo>
                  <a:lnTo>
                    <a:pt x="88308" y="461158"/>
                  </a:lnTo>
                  <a:lnTo>
                    <a:pt x="110778" y="426219"/>
                  </a:lnTo>
                  <a:lnTo>
                    <a:pt x="135546" y="392261"/>
                  </a:lnTo>
                  <a:lnTo>
                    <a:pt x="162538" y="359337"/>
                  </a:lnTo>
                  <a:lnTo>
                    <a:pt x="191680" y="327501"/>
                  </a:lnTo>
                  <a:lnTo>
                    <a:pt x="222900" y="296806"/>
                  </a:lnTo>
                  <a:lnTo>
                    <a:pt x="256125" y="267305"/>
                  </a:lnTo>
                  <a:lnTo>
                    <a:pt x="291282" y="239051"/>
                  </a:lnTo>
                  <a:lnTo>
                    <a:pt x="328297" y="212098"/>
                  </a:lnTo>
                  <a:lnTo>
                    <a:pt x="367098" y="186498"/>
                  </a:lnTo>
                  <a:lnTo>
                    <a:pt x="407612" y="162304"/>
                  </a:lnTo>
                  <a:lnTo>
                    <a:pt x="449765" y="139571"/>
                  </a:lnTo>
                  <a:lnTo>
                    <a:pt x="493485" y="118351"/>
                  </a:lnTo>
                  <a:lnTo>
                    <a:pt x="538698" y="98697"/>
                  </a:lnTo>
                  <a:lnTo>
                    <a:pt x="585331" y="80662"/>
                  </a:lnTo>
                  <a:lnTo>
                    <a:pt x="633312" y="64300"/>
                  </a:lnTo>
                  <a:lnTo>
                    <a:pt x="682567" y="49664"/>
                  </a:lnTo>
                  <a:lnTo>
                    <a:pt x="733023" y="36807"/>
                  </a:lnTo>
                  <a:lnTo>
                    <a:pt x="784607" y="25782"/>
                  </a:lnTo>
                  <a:lnTo>
                    <a:pt x="837246" y="16642"/>
                  </a:lnTo>
                  <a:lnTo>
                    <a:pt x="890868" y="9441"/>
                  </a:lnTo>
                  <a:lnTo>
                    <a:pt x="945398" y="4231"/>
                  </a:lnTo>
                  <a:lnTo>
                    <a:pt x="1000764" y="1066"/>
                  </a:lnTo>
                  <a:lnTo>
                    <a:pt x="1056894" y="0"/>
                  </a:lnTo>
                  <a:lnTo>
                    <a:pt x="1113023" y="1066"/>
                  </a:lnTo>
                  <a:lnTo>
                    <a:pt x="1168389" y="4231"/>
                  </a:lnTo>
                  <a:lnTo>
                    <a:pt x="1222919" y="9441"/>
                  </a:lnTo>
                  <a:lnTo>
                    <a:pt x="1276541" y="16642"/>
                  </a:lnTo>
                  <a:lnTo>
                    <a:pt x="1329180" y="25782"/>
                  </a:lnTo>
                  <a:lnTo>
                    <a:pt x="1380764" y="36807"/>
                  </a:lnTo>
                  <a:lnTo>
                    <a:pt x="1431220" y="49664"/>
                  </a:lnTo>
                  <a:lnTo>
                    <a:pt x="1480475" y="64300"/>
                  </a:lnTo>
                  <a:lnTo>
                    <a:pt x="1528456" y="80662"/>
                  </a:lnTo>
                  <a:lnTo>
                    <a:pt x="1575089" y="98697"/>
                  </a:lnTo>
                  <a:lnTo>
                    <a:pt x="1620302" y="118351"/>
                  </a:lnTo>
                  <a:lnTo>
                    <a:pt x="1664022" y="139571"/>
                  </a:lnTo>
                  <a:lnTo>
                    <a:pt x="1706175" y="162304"/>
                  </a:lnTo>
                  <a:lnTo>
                    <a:pt x="1746689" y="186498"/>
                  </a:lnTo>
                  <a:lnTo>
                    <a:pt x="1785490" y="212098"/>
                  </a:lnTo>
                  <a:lnTo>
                    <a:pt x="1822505" y="239051"/>
                  </a:lnTo>
                  <a:lnTo>
                    <a:pt x="1857662" y="267305"/>
                  </a:lnTo>
                  <a:lnTo>
                    <a:pt x="1890887" y="296806"/>
                  </a:lnTo>
                  <a:lnTo>
                    <a:pt x="1922107" y="327501"/>
                  </a:lnTo>
                  <a:lnTo>
                    <a:pt x="1951249" y="359337"/>
                  </a:lnTo>
                  <a:lnTo>
                    <a:pt x="1978241" y="392261"/>
                  </a:lnTo>
                  <a:lnTo>
                    <a:pt x="2003009" y="426219"/>
                  </a:lnTo>
                  <a:lnTo>
                    <a:pt x="2025479" y="461158"/>
                  </a:lnTo>
                  <a:lnTo>
                    <a:pt x="2045580" y="497026"/>
                  </a:lnTo>
                  <a:lnTo>
                    <a:pt x="2063238" y="533768"/>
                  </a:lnTo>
                  <a:lnTo>
                    <a:pt x="2078379" y="571333"/>
                  </a:lnTo>
                  <a:lnTo>
                    <a:pt x="2090931" y="609666"/>
                  </a:lnTo>
                  <a:lnTo>
                    <a:pt x="2100821" y="648714"/>
                  </a:lnTo>
                  <a:lnTo>
                    <a:pt x="2107976" y="688424"/>
                  </a:lnTo>
                  <a:lnTo>
                    <a:pt x="2112322" y="728744"/>
                  </a:lnTo>
                  <a:lnTo>
                    <a:pt x="2113787" y="769619"/>
                  </a:lnTo>
                  <a:lnTo>
                    <a:pt x="2112322" y="810493"/>
                  </a:lnTo>
                  <a:lnTo>
                    <a:pt x="2107976" y="850810"/>
                  </a:lnTo>
                  <a:lnTo>
                    <a:pt x="2100821" y="890519"/>
                  </a:lnTo>
                  <a:lnTo>
                    <a:pt x="2090931" y="929566"/>
                  </a:lnTo>
                  <a:lnTo>
                    <a:pt x="2078379" y="967898"/>
                  </a:lnTo>
                  <a:lnTo>
                    <a:pt x="2063238" y="1005461"/>
                  </a:lnTo>
                  <a:lnTo>
                    <a:pt x="2045580" y="1042203"/>
                  </a:lnTo>
                  <a:lnTo>
                    <a:pt x="2025479" y="1078070"/>
                  </a:lnTo>
                  <a:lnTo>
                    <a:pt x="2003009" y="1113009"/>
                  </a:lnTo>
                  <a:lnTo>
                    <a:pt x="1978241" y="1146967"/>
                  </a:lnTo>
                  <a:lnTo>
                    <a:pt x="1951249" y="1179890"/>
                  </a:lnTo>
                  <a:lnTo>
                    <a:pt x="1922107" y="1211727"/>
                  </a:lnTo>
                  <a:lnTo>
                    <a:pt x="1890887" y="1242422"/>
                  </a:lnTo>
                  <a:lnTo>
                    <a:pt x="1857662" y="1271923"/>
                  </a:lnTo>
                  <a:lnTo>
                    <a:pt x="1822505" y="1300178"/>
                  </a:lnTo>
                  <a:lnTo>
                    <a:pt x="1785490" y="1327132"/>
                  </a:lnTo>
                  <a:lnTo>
                    <a:pt x="1746689" y="1352733"/>
                  </a:lnTo>
                  <a:lnTo>
                    <a:pt x="1706175" y="1376927"/>
                  </a:lnTo>
                  <a:lnTo>
                    <a:pt x="1664022" y="1399661"/>
                  </a:lnTo>
                  <a:lnTo>
                    <a:pt x="1620302" y="1420882"/>
                  </a:lnTo>
                  <a:lnTo>
                    <a:pt x="1575089" y="1440537"/>
                  </a:lnTo>
                  <a:lnTo>
                    <a:pt x="1528456" y="1458572"/>
                  </a:lnTo>
                  <a:lnTo>
                    <a:pt x="1480475" y="1474935"/>
                  </a:lnTo>
                  <a:lnTo>
                    <a:pt x="1431220" y="1489572"/>
                  </a:lnTo>
                  <a:lnTo>
                    <a:pt x="1380764" y="1502430"/>
                  </a:lnTo>
                  <a:lnTo>
                    <a:pt x="1329180" y="1513456"/>
                  </a:lnTo>
                  <a:lnTo>
                    <a:pt x="1276541" y="1522596"/>
                  </a:lnTo>
                  <a:lnTo>
                    <a:pt x="1222919" y="1529798"/>
                  </a:lnTo>
                  <a:lnTo>
                    <a:pt x="1168389" y="1535008"/>
                  </a:lnTo>
                  <a:lnTo>
                    <a:pt x="1113023" y="1538173"/>
                  </a:lnTo>
                  <a:lnTo>
                    <a:pt x="1056894" y="1539239"/>
                  </a:lnTo>
                  <a:lnTo>
                    <a:pt x="1000764" y="1538173"/>
                  </a:lnTo>
                  <a:lnTo>
                    <a:pt x="945398" y="1535008"/>
                  </a:lnTo>
                  <a:lnTo>
                    <a:pt x="890868" y="1529798"/>
                  </a:lnTo>
                  <a:lnTo>
                    <a:pt x="837246" y="1522596"/>
                  </a:lnTo>
                  <a:lnTo>
                    <a:pt x="784607" y="1513456"/>
                  </a:lnTo>
                  <a:lnTo>
                    <a:pt x="733023" y="1502430"/>
                  </a:lnTo>
                  <a:lnTo>
                    <a:pt x="682567" y="1489572"/>
                  </a:lnTo>
                  <a:lnTo>
                    <a:pt x="633312" y="1474935"/>
                  </a:lnTo>
                  <a:lnTo>
                    <a:pt x="585331" y="1458572"/>
                  </a:lnTo>
                  <a:lnTo>
                    <a:pt x="538698" y="1440537"/>
                  </a:lnTo>
                  <a:lnTo>
                    <a:pt x="493485" y="1420882"/>
                  </a:lnTo>
                  <a:lnTo>
                    <a:pt x="449765" y="1399661"/>
                  </a:lnTo>
                  <a:lnTo>
                    <a:pt x="407612" y="1376927"/>
                  </a:lnTo>
                  <a:lnTo>
                    <a:pt x="367098" y="1352733"/>
                  </a:lnTo>
                  <a:lnTo>
                    <a:pt x="328297" y="1327132"/>
                  </a:lnTo>
                  <a:lnTo>
                    <a:pt x="291282" y="1300178"/>
                  </a:lnTo>
                  <a:lnTo>
                    <a:pt x="256125" y="1271923"/>
                  </a:lnTo>
                  <a:lnTo>
                    <a:pt x="222900" y="1242422"/>
                  </a:lnTo>
                  <a:lnTo>
                    <a:pt x="191680" y="1211727"/>
                  </a:lnTo>
                  <a:lnTo>
                    <a:pt x="162538" y="1179890"/>
                  </a:lnTo>
                  <a:lnTo>
                    <a:pt x="135546" y="1146967"/>
                  </a:lnTo>
                  <a:lnTo>
                    <a:pt x="110778" y="1113009"/>
                  </a:lnTo>
                  <a:lnTo>
                    <a:pt x="88308" y="1078070"/>
                  </a:lnTo>
                  <a:lnTo>
                    <a:pt x="68207" y="1042203"/>
                  </a:lnTo>
                  <a:lnTo>
                    <a:pt x="50549" y="1005461"/>
                  </a:lnTo>
                  <a:lnTo>
                    <a:pt x="35408" y="967898"/>
                  </a:lnTo>
                  <a:lnTo>
                    <a:pt x="22856" y="929566"/>
                  </a:lnTo>
                  <a:lnTo>
                    <a:pt x="12966" y="890519"/>
                  </a:lnTo>
                  <a:lnTo>
                    <a:pt x="5811" y="850810"/>
                  </a:lnTo>
                  <a:lnTo>
                    <a:pt x="1465" y="810493"/>
                  </a:lnTo>
                  <a:lnTo>
                    <a:pt x="0" y="769619"/>
                  </a:lnTo>
                  <a:close/>
                </a:path>
              </a:pathLst>
            </a:custGeom>
            <a:ln w="10668">
              <a:solidFill>
                <a:srgbClr val="2C879A"/>
              </a:solidFill>
            </a:ln>
          </p:spPr>
          <p:txBody>
            <a:bodyPr wrap="square" lIns="0" tIns="0" rIns="0" bIns="0" rtlCol="0"/>
            <a:lstStyle/>
            <a:p>
              <a:endParaRPr/>
            </a:p>
          </p:txBody>
        </p:sp>
        <p:sp>
          <p:nvSpPr>
            <p:cNvPr id="26" name="object 26"/>
            <p:cNvSpPr/>
            <p:nvPr/>
          </p:nvSpPr>
          <p:spPr>
            <a:xfrm>
              <a:off x="10455402" y="4600193"/>
              <a:ext cx="247015" cy="614680"/>
            </a:xfrm>
            <a:custGeom>
              <a:avLst/>
              <a:gdLst/>
              <a:ahLst/>
              <a:cxnLst/>
              <a:rect l="l" t="t" r="r" b="b"/>
              <a:pathLst>
                <a:path w="247015" h="614679">
                  <a:moveTo>
                    <a:pt x="185166" y="0"/>
                  </a:moveTo>
                  <a:lnTo>
                    <a:pt x="61722" y="0"/>
                  </a:lnTo>
                  <a:lnTo>
                    <a:pt x="61722" y="490727"/>
                  </a:lnTo>
                  <a:lnTo>
                    <a:pt x="0" y="490727"/>
                  </a:lnTo>
                  <a:lnTo>
                    <a:pt x="123444" y="614171"/>
                  </a:lnTo>
                  <a:lnTo>
                    <a:pt x="246888" y="490727"/>
                  </a:lnTo>
                  <a:lnTo>
                    <a:pt x="185166" y="490727"/>
                  </a:lnTo>
                  <a:lnTo>
                    <a:pt x="185166" y="0"/>
                  </a:lnTo>
                  <a:close/>
                </a:path>
              </a:pathLst>
            </a:custGeom>
            <a:solidFill>
              <a:srgbClr val="40B9D2"/>
            </a:solidFill>
          </p:spPr>
          <p:txBody>
            <a:bodyPr wrap="square" lIns="0" tIns="0" rIns="0" bIns="0" rtlCol="0"/>
            <a:lstStyle/>
            <a:p>
              <a:endParaRPr/>
            </a:p>
          </p:txBody>
        </p:sp>
        <p:sp>
          <p:nvSpPr>
            <p:cNvPr id="27" name="object 27"/>
            <p:cNvSpPr/>
            <p:nvPr/>
          </p:nvSpPr>
          <p:spPr>
            <a:xfrm>
              <a:off x="10455402" y="4600193"/>
              <a:ext cx="247015" cy="614680"/>
            </a:xfrm>
            <a:custGeom>
              <a:avLst/>
              <a:gdLst/>
              <a:ahLst/>
              <a:cxnLst/>
              <a:rect l="l" t="t" r="r" b="b"/>
              <a:pathLst>
                <a:path w="247015" h="614679">
                  <a:moveTo>
                    <a:pt x="0" y="490727"/>
                  </a:moveTo>
                  <a:lnTo>
                    <a:pt x="61722" y="490727"/>
                  </a:lnTo>
                  <a:lnTo>
                    <a:pt x="61722" y="0"/>
                  </a:lnTo>
                  <a:lnTo>
                    <a:pt x="185166" y="0"/>
                  </a:lnTo>
                  <a:lnTo>
                    <a:pt x="185166" y="490727"/>
                  </a:lnTo>
                  <a:lnTo>
                    <a:pt x="246888" y="490727"/>
                  </a:lnTo>
                  <a:lnTo>
                    <a:pt x="123444" y="614171"/>
                  </a:lnTo>
                  <a:lnTo>
                    <a:pt x="0" y="490727"/>
                  </a:lnTo>
                  <a:close/>
                </a:path>
              </a:pathLst>
            </a:custGeom>
            <a:ln w="10668">
              <a:solidFill>
                <a:srgbClr val="2C879A"/>
              </a:solidFill>
            </a:ln>
          </p:spPr>
          <p:txBody>
            <a:bodyPr wrap="square" lIns="0" tIns="0" rIns="0" bIns="0" rtlCol="0"/>
            <a:lstStyle/>
            <a:p>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734060">
              <a:lnSpc>
                <a:spcPts val="3890"/>
              </a:lnSpc>
            </a:pPr>
            <a:r>
              <a:rPr sz="3600" b="1" spc="-10" dirty="0">
                <a:solidFill>
                  <a:srgbClr val="FFFFFF"/>
                </a:solidFill>
                <a:latin typeface="Cambria"/>
                <a:cs typeface="Cambria"/>
              </a:rPr>
              <a:t>Operator </a:t>
            </a:r>
            <a:r>
              <a:rPr sz="3600" b="1" spc="-75" dirty="0">
                <a:solidFill>
                  <a:srgbClr val="FFFFFF"/>
                </a:solidFill>
                <a:latin typeface="Cambria"/>
                <a:cs typeface="Cambria"/>
              </a:rPr>
              <a:t>Precedence </a:t>
            </a:r>
            <a:r>
              <a:rPr sz="3600" b="1" spc="-10" dirty="0">
                <a:solidFill>
                  <a:srgbClr val="FFFFFF"/>
                </a:solidFill>
                <a:latin typeface="Cambria"/>
                <a:cs typeface="Cambria"/>
              </a:rPr>
              <a:t>Parsing</a:t>
            </a:r>
            <a:endParaRPr sz="3600">
              <a:latin typeface="Cambria"/>
              <a:cs typeface="Cambria"/>
            </a:endParaRPr>
          </a:p>
        </p:txBody>
      </p:sp>
      <p:sp>
        <p:nvSpPr>
          <p:cNvPr id="3" name="object 3"/>
          <p:cNvSpPr txBox="1">
            <a:spLocks noGrp="1"/>
          </p:cNvSpPr>
          <p:nvPr>
            <p:ph type="title"/>
          </p:nvPr>
        </p:nvSpPr>
        <p:spPr>
          <a:xfrm>
            <a:off x="3577209" y="613028"/>
            <a:ext cx="6137275" cy="299720"/>
          </a:xfrm>
          <a:prstGeom prst="rect">
            <a:avLst/>
          </a:prstGeom>
        </p:spPr>
        <p:txBody>
          <a:bodyPr vert="horz" wrap="square" lIns="0" tIns="12700" rIns="0" bIns="0" rtlCol="0">
            <a:spAutoFit/>
          </a:bodyPr>
          <a:lstStyle/>
          <a:p>
            <a:pPr marL="12700">
              <a:lnSpc>
                <a:spcPct val="100000"/>
              </a:lnSpc>
              <a:spcBef>
                <a:spcPts val="100"/>
              </a:spcBef>
            </a:pPr>
            <a:r>
              <a:rPr sz="1800" dirty="0"/>
              <a:t>In</a:t>
            </a:r>
            <a:r>
              <a:rPr sz="1800" spc="-50" dirty="0"/>
              <a:t> </a:t>
            </a:r>
            <a:r>
              <a:rPr sz="1800" dirty="0"/>
              <a:t>Operator</a:t>
            </a:r>
            <a:r>
              <a:rPr sz="1800" spc="-40" dirty="0"/>
              <a:t> </a:t>
            </a:r>
            <a:r>
              <a:rPr sz="1800" dirty="0"/>
              <a:t>Precedence</a:t>
            </a:r>
            <a:r>
              <a:rPr sz="1800" spc="-50" dirty="0"/>
              <a:t> </a:t>
            </a:r>
            <a:r>
              <a:rPr sz="1800" dirty="0"/>
              <a:t>Parsing</a:t>
            </a:r>
            <a:r>
              <a:rPr sz="1800" spc="-35" dirty="0"/>
              <a:t> </a:t>
            </a:r>
            <a:r>
              <a:rPr sz="1800" dirty="0"/>
              <a:t>,</a:t>
            </a:r>
            <a:r>
              <a:rPr sz="1800" spc="-45" dirty="0"/>
              <a:t> </a:t>
            </a:r>
            <a:r>
              <a:rPr sz="1800" dirty="0"/>
              <a:t>we</a:t>
            </a:r>
            <a:r>
              <a:rPr sz="1800" spc="-40" dirty="0"/>
              <a:t> </a:t>
            </a:r>
            <a:r>
              <a:rPr sz="1800" dirty="0"/>
              <a:t>define</a:t>
            </a:r>
            <a:r>
              <a:rPr sz="1800" spc="-35" dirty="0"/>
              <a:t> </a:t>
            </a:r>
            <a:r>
              <a:rPr sz="1800" dirty="0"/>
              <a:t>following</a:t>
            </a:r>
            <a:r>
              <a:rPr sz="1800" spc="-70" dirty="0"/>
              <a:t> </a:t>
            </a:r>
            <a:r>
              <a:rPr sz="1800" spc="-10" dirty="0"/>
              <a:t>relations.</a:t>
            </a:r>
            <a:endParaRPr sz="1800"/>
          </a:p>
        </p:txBody>
      </p:sp>
      <p:graphicFrame>
        <p:nvGraphicFramePr>
          <p:cNvPr id="4" name="object 4"/>
          <p:cNvGraphicFramePr>
            <a:graphicFrameLocks noGrp="1"/>
          </p:cNvGraphicFramePr>
          <p:nvPr/>
        </p:nvGraphicFramePr>
        <p:xfrm>
          <a:off x="3869563" y="1532127"/>
          <a:ext cx="6884034" cy="1527810"/>
        </p:xfrm>
        <a:graphic>
          <a:graphicData uri="http://schemas.openxmlformats.org/drawingml/2006/table">
            <a:tbl>
              <a:tblPr firstRow="1" bandRow="1">
                <a:tableStyleId>{2D5ABB26-0587-4C30-8999-92F81FD0307C}</a:tableStyleId>
              </a:tblPr>
              <a:tblGrid>
                <a:gridCol w="2279015">
                  <a:extLst>
                    <a:ext uri="{9D8B030D-6E8A-4147-A177-3AD203B41FA5}">
                      <a16:colId xmlns:a16="http://schemas.microsoft.com/office/drawing/2014/main" val="20000"/>
                    </a:ext>
                  </a:extLst>
                </a:gridCol>
                <a:gridCol w="4515485">
                  <a:extLst>
                    <a:ext uri="{9D8B030D-6E8A-4147-A177-3AD203B41FA5}">
                      <a16:colId xmlns:a16="http://schemas.microsoft.com/office/drawing/2014/main" val="20001"/>
                    </a:ext>
                  </a:extLst>
                </a:gridCol>
              </a:tblGrid>
              <a:tr h="378460">
                <a:tc>
                  <a:txBody>
                    <a:bodyPr/>
                    <a:lstStyle/>
                    <a:p>
                      <a:pPr marL="91440">
                        <a:lnSpc>
                          <a:spcPct val="100000"/>
                        </a:lnSpc>
                        <a:spcBef>
                          <a:spcPts val="240"/>
                        </a:spcBef>
                      </a:pPr>
                      <a:r>
                        <a:rPr sz="1800" spc="-10" dirty="0">
                          <a:latin typeface="Corbel"/>
                          <a:cs typeface="Corbel"/>
                        </a:rPr>
                        <a:t>Relation</a:t>
                      </a:r>
                      <a:endParaRPr sz="1800">
                        <a:latin typeface="Corbel"/>
                        <a:cs typeface="Corbel"/>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2075">
                        <a:lnSpc>
                          <a:spcPct val="100000"/>
                        </a:lnSpc>
                        <a:spcBef>
                          <a:spcPts val="240"/>
                        </a:spcBef>
                      </a:pPr>
                      <a:r>
                        <a:rPr sz="1800" spc="-10" dirty="0">
                          <a:latin typeface="Corbel"/>
                          <a:cs typeface="Corbel"/>
                        </a:rPr>
                        <a:t>Meaning</a:t>
                      </a:r>
                      <a:endParaRPr sz="1800">
                        <a:latin typeface="Corbel"/>
                        <a:cs typeface="Corbel"/>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385445">
                <a:tc>
                  <a:txBody>
                    <a:bodyPr/>
                    <a:lstStyle/>
                    <a:p>
                      <a:pPr marL="137160">
                        <a:lnSpc>
                          <a:spcPct val="100000"/>
                        </a:lnSpc>
                        <a:spcBef>
                          <a:spcPts val="295"/>
                        </a:spcBef>
                      </a:pPr>
                      <a:r>
                        <a:rPr sz="1800" dirty="0">
                          <a:latin typeface="Corbel"/>
                          <a:cs typeface="Corbel"/>
                        </a:rPr>
                        <a:t>a</a:t>
                      </a:r>
                      <a:r>
                        <a:rPr sz="1800" spc="-5" dirty="0">
                          <a:latin typeface="Corbel"/>
                          <a:cs typeface="Corbel"/>
                        </a:rPr>
                        <a:t> </a:t>
                      </a:r>
                      <a:r>
                        <a:rPr sz="1800" dirty="0">
                          <a:latin typeface="Corbel"/>
                          <a:cs typeface="Corbel"/>
                        </a:rPr>
                        <a:t>&lt;</a:t>
                      </a:r>
                      <a:r>
                        <a:rPr sz="1800" spc="5" dirty="0">
                          <a:latin typeface="Corbel"/>
                          <a:cs typeface="Corbel"/>
                        </a:rPr>
                        <a:t> </a:t>
                      </a:r>
                      <a:r>
                        <a:rPr sz="1800" dirty="0">
                          <a:latin typeface="Corbel"/>
                          <a:cs typeface="Corbel"/>
                        </a:rPr>
                        <a:t>∙</a:t>
                      </a:r>
                      <a:r>
                        <a:rPr sz="1800" spc="-15" dirty="0">
                          <a:latin typeface="Corbel"/>
                          <a:cs typeface="Corbel"/>
                        </a:rPr>
                        <a:t> </a:t>
                      </a:r>
                      <a:r>
                        <a:rPr sz="1800" spc="-50" dirty="0">
                          <a:latin typeface="Corbel"/>
                          <a:cs typeface="Corbel"/>
                        </a:rPr>
                        <a:t>b</a:t>
                      </a:r>
                      <a:endParaRPr sz="1800">
                        <a:latin typeface="Corbel"/>
                        <a:cs typeface="Corbel"/>
                      </a:endParaRPr>
                    </a:p>
                  </a:txBody>
                  <a:tcPr marL="0" marR="0" marT="37465"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2075">
                        <a:lnSpc>
                          <a:spcPct val="100000"/>
                        </a:lnSpc>
                        <a:spcBef>
                          <a:spcPts val="295"/>
                        </a:spcBef>
                      </a:pPr>
                      <a:r>
                        <a:rPr sz="1800" dirty="0">
                          <a:latin typeface="Corbel"/>
                          <a:cs typeface="Corbel"/>
                        </a:rPr>
                        <a:t>a</a:t>
                      </a:r>
                      <a:r>
                        <a:rPr sz="1800" spc="-5" dirty="0">
                          <a:latin typeface="Corbel"/>
                          <a:cs typeface="Corbel"/>
                        </a:rPr>
                        <a:t> </a:t>
                      </a:r>
                      <a:r>
                        <a:rPr sz="1800" dirty="0">
                          <a:latin typeface="Corbel"/>
                          <a:cs typeface="Corbel"/>
                        </a:rPr>
                        <a:t>“yields</a:t>
                      </a:r>
                      <a:r>
                        <a:rPr sz="1800" spc="-20" dirty="0">
                          <a:latin typeface="Corbel"/>
                          <a:cs typeface="Corbel"/>
                        </a:rPr>
                        <a:t> </a:t>
                      </a:r>
                      <a:r>
                        <a:rPr sz="1800" spc="-10" dirty="0">
                          <a:latin typeface="Corbel"/>
                          <a:cs typeface="Corbel"/>
                        </a:rPr>
                        <a:t>precedence</a:t>
                      </a:r>
                      <a:r>
                        <a:rPr sz="1800" spc="-15" dirty="0">
                          <a:latin typeface="Corbel"/>
                          <a:cs typeface="Corbel"/>
                        </a:rPr>
                        <a:t> </a:t>
                      </a:r>
                      <a:r>
                        <a:rPr sz="1800" dirty="0">
                          <a:latin typeface="Corbel"/>
                          <a:cs typeface="Corbel"/>
                        </a:rPr>
                        <a:t>to” </a:t>
                      </a:r>
                      <a:r>
                        <a:rPr sz="1800" spc="-50" dirty="0">
                          <a:latin typeface="Corbel"/>
                          <a:cs typeface="Corbel"/>
                        </a:rPr>
                        <a:t>b</a:t>
                      </a:r>
                      <a:endParaRPr sz="1800">
                        <a:latin typeface="Corbel"/>
                        <a:cs typeface="Corbel"/>
                      </a:endParaRPr>
                    </a:p>
                  </a:txBody>
                  <a:tcPr marL="0" marR="0" marT="37465"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385445">
                <a:tc>
                  <a:txBody>
                    <a:bodyPr/>
                    <a:lstStyle/>
                    <a:p>
                      <a:pPr marL="137160">
                        <a:lnSpc>
                          <a:spcPct val="100000"/>
                        </a:lnSpc>
                        <a:spcBef>
                          <a:spcPts val="295"/>
                        </a:spcBef>
                      </a:pPr>
                      <a:r>
                        <a:rPr sz="1800" dirty="0">
                          <a:latin typeface="Corbel"/>
                          <a:cs typeface="Corbel"/>
                        </a:rPr>
                        <a:t>a</a:t>
                      </a:r>
                      <a:r>
                        <a:rPr sz="1800" spc="360" dirty="0">
                          <a:latin typeface="Corbel"/>
                          <a:cs typeface="Corbel"/>
                        </a:rPr>
                        <a:t> </a:t>
                      </a:r>
                      <a:r>
                        <a:rPr sz="1800" dirty="0">
                          <a:latin typeface="Corbel"/>
                          <a:cs typeface="Corbel"/>
                        </a:rPr>
                        <a:t>=</a:t>
                      </a:r>
                      <a:r>
                        <a:rPr sz="1800" spc="-5" dirty="0">
                          <a:latin typeface="Corbel"/>
                          <a:cs typeface="Corbel"/>
                        </a:rPr>
                        <a:t> </a:t>
                      </a:r>
                      <a:r>
                        <a:rPr sz="1800" spc="-50" dirty="0">
                          <a:latin typeface="Corbel"/>
                          <a:cs typeface="Corbel"/>
                        </a:rPr>
                        <a:t>b</a:t>
                      </a:r>
                      <a:endParaRPr sz="1800">
                        <a:latin typeface="Corbel"/>
                        <a:cs typeface="Corbel"/>
                      </a:endParaRPr>
                    </a:p>
                  </a:txBody>
                  <a:tcPr marL="0" marR="0" marT="37465"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2075">
                        <a:lnSpc>
                          <a:spcPct val="100000"/>
                        </a:lnSpc>
                        <a:spcBef>
                          <a:spcPts val="295"/>
                        </a:spcBef>
                      </a:pPr>
                      <a:r>
                        <a:rPr sz="1800" dirty="0">
                          <a:latin typeface="Corbel"/>
                          <a:cs typeface="Corbel"/>
                        </a:rPr>
                        <a:t>a</a:t>
                      </a:r>
                      <a:r>
                        <a:rPr sz="1800" spc="-25" dirty="0">
                          <a:latin typeface="Corbel"/>
                          <a:cs typeface="Corbel"/>
                        </a:rPr>
                        <a:t> </a:t>
                      </a:r>
                      <a:r>
                        <a:rPr sz="1800" dirty="0">
                          <a:latin typeface="Corbel"/>
                          <a:cs typeface="Corbel"/>
                        </a:rPr>
                        <a:t>“has</a:t>
                      </a:r>
                      <a:r>
                        <a:rPr sz="1800" spc="-20" dirty="0">
                          <a:latin typeface="Corbel"/>
                          <a:cs typeface="Corbel"/>
                        </a:rPr>
                        <a:t> </a:t>
                      </a:r>
                      <a:r>
                        <a:rPr sz="1800" dirty="0">
                          <a:latin typeface="Corbel"/>
                          <a:cs typeface="Corbel"/>
                        </a:rPr>
                        <a:t>the</a:t>
                      </a:r>
                      <a:r>
                        <a:rPr sz="1800" spc="-15" dirty="0">
                          <a:latin typeface="Corbel"/>
                          <a:cs typeface="Corbel"/>
                        </a:rPr>
                        <a:t> </a:t>
                      </a:r>
                      <a:r>
                        <a:rPr sz="1800" dirty="0">
                          <a:latin typeface="Corbel"/>
                          <a:cs typeface="Corbel"/>
                        </a:rPr>
                        <a:t>same</a:t>
                      </a:r>
                      <a:r>
                        <a:rPr sz="1800" spc="-25" dirty="0">
                          <a:latin typeface="Corbel"/>
                          <a:cs typeface="Corbel"/>
                        </a:rPr>
                        <a:t> </a:t>
                      </a:r>
                      <a:r>
                        <a:rPr sz="1800" dirty="0">
                          <a:latin typeface="Corbel"/>
                          <a:cs typeface="Corbel"/>
                        </a:rPr>
                        <a:t>precedence</a:t>
                      </a:r>
                      <a:r>
                        <a:rPr sz="1800" spc="-40" dirty="0">
                          <a:latin typeface="Corbel"/>
                          <a:cs typeface="Corbel"/>
                        </a:rPr>
                        <a:t> </a:t>
                      </a:r>
                      <a:r>
                        <a:rPr sz="1800" dirty="0">
                          <a:latin typeface="Corbel"/>
                          <a:cs typeface="Corbel"/>
                        </a:rPr>
                        <a:t>as”</a:t>
                      </a:r>
                      <a:r>
                        <a:rPr sz="1800" spc="-15" dirty="0">
                          <a:latin typeface="Corbel"/>
                          <a:cs typeface="Corbel"/>
                        </a:rPr>
                        <a:t> </a:t>
                      </a:r>
                      <a:r>
                        <a:rPr sz="1800" spc="-50" dirty="0">
                          <a:latin typeface="Corbel"/>
                          <a:cs typeface="Corbel"/>
                        </a:rPr>
                        <a:t>b</a:t>
                      </a:r>
                      <a:endParaRPr sz="1800">
                        <a:latin typeface="Corbel"/>
                        <a:cs typeface="Corbel"/>
                      </a:endParaRPr>
                    </a:p>
                  </a:txBody>
                  <a:tcPr marL="0" marR="0" marT="37465"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378460">
                <a:tc>
                  <a:txBody>
                    <a:bodyPr/>
                    <a:lstStyle/>
                    <a:p>
                      <a:pPr marL="137160">
                        <a:lnSpc>
                          <a:spcPct val="100000"/>
                        </a:lnSpc>
                        <a:spcBef>
                          <a:spcPts val="300"/>
                        </a:spcBef>
                      </a:pPr>
                      <a:r>
                        <a:rPr sz="1800" dirty="0">
                          <a:latin typeface="Corbel"/>
                          <a:cs typeface="Corbel"/>
                        </a:rPr>
                        <a:t>a</a:t>
                      </a:r>
                      <a:r>
                        <a:rPr sz="1800" spc="-5" dirty="0">
                          <a:latin typeface="Corbel"/>
                          <a:cs typeface="Corbel"/>
                        </a:rPr>
                        <a:t> </a:t>
                      </a:r>
                      <a:r>
                        <a:rPr sz="1800" dirty="0">
                          <a:latin typeface="Corbel"/>
                          <a:cs typeface="Corbel"/>
                        </a:rPr>
                        <a:t>∙</a:t>
                      </a:r>
                      <a:r>
                        <a:rPr sz="1800" spc="-10" dirty="0">
                          <a:latin typeface="Corbel"/>
                          <a:cs typeface="Corbel"/>
                        </a:rPr>
                        <a:t> </a:t>
                      </a:r>
                      <a:r>
                        <a:rPr sz="1800" dirty="0">
                          <a:latin typeface="Corbel"/>
                          <a:cs typeface="Corbel"/>
                        </a:rPr>
                        <a:t>&gt;</a:t>
                      </a:r>
                      <a:r>
                        <a:rPr sz="1800" spc="-5" dirty="0">
                          <a:latin typeface="Corbel"/>
                          <a:cs typeface="Corbel"/>
                        </a:rPr>
                        <a:t> </a:t>
                      </a:r>
                      <a:r>
                        <a:rPr sz="1800" spc="-50" dirty="0">
                          <a:latin typeface="Corbel"/>
                          <a:cs typeface="Corbel"/>
                        </a:rPr>
                        <a:t>b</a:t>
                      </a:r>
                      <a:endParaRPr sz="1800">
                        <a:latin typeface="Corbel"/>
                        <a:cs typeface="Corbel"/>
                      </a:endParaRPr>
                    </a:p>
                  </a:txBody>
                  <a:tcPr marL="0" marR="0" marT="3810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2075">
                        <a:lnSpc>
                          <a:spcPct val="100000"/>
                        </a:lnSpc>
                        <a:spcBef>
                          <a:spcPts val="300"/>
                        </a:spcBef>
                      </a:pPr>
                      <a:r>
                        <a:rPr sz="1800" dirty="0">
                          <a:latin typeface="Corbel"/>
                          <a:cs typeface="Corbel"/>
                        </a:rPr>
                        <a:t>a</a:t>
                      </a:r>
                      <a:r>
                        <a:rPr sz="1800" spc="-30" dirty="0">
                          <a:latin typeface="Corbel"/>
                          <a:cs typeface="Corbel"/>
                        </a:rPr>
                        <a:t> </a:t>
                      </a:r>
                      <a:r>
                        <a:rPr sz="1800" dirty="0">
                          <a:latin typeface="Corbel"/>
                          <a:cs typeface="Corbel"/>
                        </a:rPr>
                        <a:t>“takes</a:t>
                      </a:r>
                      <a:r>
                        <a:rPr sz="1800" spc="-15" dirty="0">
                          <a:latin typeface="Corbel"/>
                          <a:cs typeface="Corbel"/>
                        </a:rPr>
                        <a:t> </a:t>
                      </a:r>
                      <a:r>
                        <a:rPr sz="1800" dirty="0">
                          <a:latin typeface="Corbel"/>
                          <a:cs typeface="Corbel"/>
                        </a:rPr>
                        <a:t>precedence</a:t>
                      </a:r>
                      <a:r>
                        <a:rPr sz="1800" spc="-45" dirty="0">
                          <a:latin typeface="Corbel"/>
                          <a:cs typeface="Corbel"/>
                        </a:rPr>
                        <a:t> </a:t>
                      </a:r>
                      <a:r>
                        <a:rPr sz="1800" dirty="0">
                          <a:latin typeface="Corbel"/>
                          <a:cs typeface="Corbel"/>
                        </a:rPr>
                        <a:t>over”</a:t>
                      </a:r>
                      <a:r>
                        <a:rPr sz="1800" spc="-25" dirty="0">
                          <a:latin typeface="Corbel"/>
                          <a:cs typeface="Corbel"/>
                        </a:rPr>
                        <a:t> </a:t>
                      </a:r>
                      <a:r>
                        <a:rPr sz="1800" spc="-50" dirty="0">
                          <a:latin typeface="Corbel"/>
                          <a:cs typeface="Corbel"/>
                        </a:rPr>
                        <a:t>b</a:t>
                      </a:r>
                      <a:endParaRPr sz="1800">
                        <a:latin typeface="Corbel"/>
                        <a:cs typeface="Corbel"/>
                      </a:endParaRPr>
                    </a:p>
                  </a:txBody>
                  <a:tcPr marL="0" marR="0" marT="3810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734060">
              <a:lnSpc>
                <a:spcPts val="3890"/>
              </a:lnSpc>
            </a:pPr>
            <a:r>
              <a:rPr sz="3600" b="1" spc="-10" dirty="0">
                <a:solidFill>
                  <a:srgbClr val="FFFFFF"/>
                </a:solidFill>
                <a:latin typeface="Cambria"/>
                <a:cs typeface="Cambria"/>
              </a:rPr>
              <a:t>Operator </a:t>
            </a:r>
            <a:r>
              <a:rPr sz="3600" b="1" spc="-75" dirty="0">
                <a:solidFill>
                  <a:srgbClr val="FFFFFF"/>
                </a:solidFill>
                <a:latin typeface="Cambria"/>
                <a:cs typeface="Cambria"/>
              </a:rPr>
              <a:t>Precedence </a:t>
            </a:r>
            <a:r>
              <a:rPr sz="3600" b="1" spc="-10" dirty="0">
                <a:solidFill>
                  <a:srgbClr val="FFFFFF"/>
                </a:solidFill>
                <a:latin typeface="Cambria"/>
                <a:cs typeface="Cambria"/>
              </a:rPr>
              <a:t>Parsing</a:t>
            </a:r>
            <a:endParaRPr sz="3600">
              <a:latin typeface="Cambria"/>
              <a:cs typeface="Cambria"/>
            </a:endParaRPr>
          </a:p>
        </p:txBody>
      </p:sp>
      <p:sp>
        <p:nvSpPr>
          <p:cNvPr id="3" name="object 3"/>
          <p:cNvSpPr txBox="1"/>
          <p:nvPr/>
        </p:nvSpPr>
        <p:spPr>
          <a:xfrm>
            <a:off x="3577209" y="262509"/>
            <a:ext cx="7877175" cy="574040"/>
          </a:xfrm>
          <a:prstGeom prst="rect">
            <a:avLst/>
          </a:prstGeom>
        </p:spPr>
        <p:txBody>
          <a:bodyPr vert="horz" wrap="square" lIns="0" tIns="12700" rIns="0" bIns="0" rtlCol="0">
            <a:spAutoFit/>
          </a:bodyPr>
          <a:lstStyle/>
          <a:p>
            <a:pPr marL="355600" marR="5080" indent="-342900">
              <a:lnSpc>
                <a:spcPct val="100000"/>
              </a:lnSpc>
              <a:spcBef>
                <a:spcPts val="100"/>
              </a:spcBef>
              <a:tabLst>
                <a:tab pos="354965" algn="l"/>
              </a:tabLst>
            </a:pPr>
            <a:r>
              <a:rPr sz="1500" spc="-25" dirty="0">
                <a:solidFill>
                  <a:srgbClr val="003399"/>
                </a:solidFill>
                <a:latin typeface="Cambria"/>
                <a:cs typeface="Cambria"/>
              </a:rPr>
              <a:t>1.</a:t>
            </a:r>
            <a:r>
              <a:rPr sz="1500" dirty="0">
                <a:solidFill>
                  <a:srgbClr val="003399"/>
                </a:solidFill>
                <a:latin typeface="Cambria"/>
                <a:cs typeface="Cambria"/>
              </a:rPr>
              <a:t>	</a:t>
            </a:r>
            <a:r>
              <a:rPr sz="1800" dirty="0">
                <a:latin typeface="Cambria"/>
                <a:cs typeface="Cambria"/>
              </a:rPr>
              <a:t>Set</a:t>
            </a:r>
            <a:r>
              <a:rPr sz="1800" spc="240" dirty="0">
                <a:latin typeface="Cambria"/>
                <a:cs typeface="Cambria"/>
              </a:rPr>
              <a:t> </a:t>
            </a:r>
            <a:r>
              <a:rPr sz="1800" dirty="0">
                <a:latin typeface="Cambria"/>
                <a:cs typeface="Cambria"/>
              </a:rPr>
              <a:t>i</a:t>
            </a:r>
            <a:r>
              <a:rPr sz="1800" spc="245" dirty="0">
                <a:latin typeface="Cambria"/>
                <a:cs typeface="Cambria"/>
              </a:rPr>
              <a:t> </a:t>
            </a:r>
            <a:r>
              <a:rPr sz="1800" dirty="0">
                <a:latin typeface="Cambria"/>
                <a:cs typeface="Cambria"/>
              </a:rPr>
              <a:t>pointer</a:t>
            </a:r>
            <a:r>
              <a:rPr sz="1800" spc="240" dirty="0">
                <a:latin typeface="Cambria"/>
                <a:cs typeface="Cambria"/>
              </a:rPr>
              <a:t> </a:t>
            </a:r>
            <a:r>
              <a:rPr sz="1800" dirty="0">
                <a:latin typeface="Cambria"/>
                <a:cs typeface="Cambria"/>
              </a:rPr>
              <a:t>to</a:t>
            </a:r>
            <a:r>
              <a:rPr sz="1800" spc="235" dirty="0">
                <a:latin typeface="Cambria"/>
                <a:cs typeface="Cambria"/>
              </a:rPr>
              <a:t> </a:t>
            </a:r>
            <a:r>
              <a:rPr sz="1800" dirty="0">
                <a:latin typeface="Cambria"/>
                <a:cs typeface="Cambria"/>
              </a:rPr>
              <a:t>first</a:t>
            </a:r>
            <a:r>
              <a:rPr sz="1800" spc="240" dirty="0">
                <a:latin typeface="Cambria"/>
                <a:cs typeface="Cambria"/>
              </a:rPr>
              <a:t> </a:t>
            </a:r>
            <a:r>
              <a:rPr sz="1800" dirty="0">
                <a:latin typeface="Cambria"/>
                <a:cs typeface="Cambria"/>
              </a:rPr>
              <a:t>symbol</a:t>
            </a:r>
            <a:r>
              <a:rPr sz="1800" spc="250" dirty="0">
                <a:latin typeface="Cambria"/>
                <a:cs typeface="Cambria"/>
              </a:rPr>
              <a:t> </a:t>
            </a:r>
            <a:r>
              <a:rPr sz="1800" dirty="0">
                <a:latin typeface="Cambria"/>
                <a:cs typeface="Cambria"/>
              </a:rPr>
              <a:t>of</a:t>
            </a:r>
            <a:r>
              <a:rPr sz="1800" spc="235" dirty="0">
                <a:latin typeface="Cambria"/>
                <a:cs typeface="Cambria"/>
              </a:rPr>
              <a:t> </a:t>
            </a:r>
            <a:r>
              <a:rPr sz="1800" dirty="0">
                <a:latin typeface="Cambria"/>
                <a:cs typeface="Cambria"/>
              </a:rPr>
              <a:t>string</a:t>
            </a:r>
            <a:r>
              <a:rPr sz="1800" spc="245" dirty="0">
                <a:latin typeface="Cambria"/>
                <a:cs typeface="Cambria"/>
              </a:rPr>
              <a:t> </a:t>
            </a:r>
            <a:r>
              <a:rPr sz="1800" dirty="0">
                <a:latin typeface="Cambria"/>
                <a:cs typeface="Cambria"/>
              </a:rPr>
              <a:t>w.</a:t>
            </a:r>
            <a:r>
              <a:rPr sz="1800" spc="245" dirty="0">
                <a:latin typeface="Cambria"/>
                <a:cs typeface="Cambria"/>
              </a:rPr>
              <a:t> </a:t>
            </a:r>
            <a:r>
              <a:rPr sz="1800" dirty="0">
                <a:latin typeface="Cambria"/>
                <a:cs typeface="Cambria"/>
              </a:rPr>
              <a:t>The</a:t>
            </a:r>
            <a:r>
              <a:rPr sz="1800" spc="240" dirty="0">
                <a:latin typeface="Cambria"/>
                <a:cs typeface="Cambria"/>
              </a:rPr>
              <a:t> </a:t>
            </a:r>
            <a:r>
              <a:rPr sz="1800" dirty="0">
                <a:latin typeface="Cambria"/>
                <a:cs typeface="Cambria"/>
              </a:rPr>
              <a:t>string</a:t>
            </a:r>
            <a:r>
              <a:rPr sz="1800" spc="245" dirty="0">
                <a:latin typeface="Cambria"/>
                <a:cs typeface="Cambria"/>
              </a:rPr>
              <a:t> </a:t>
            </a:r>
            <a:r>
              <a:rPr sz="1800" dirty="0">
                <a:latin typeface="Cambria"/>
                <a:cs typeface="Cambria"/>
              </a:rPr>
              <a:t>will</a:t>
            </a:r>
            <a:r>
              <a:rPr sz="1800" spc="245" dirty="0">
                <a:latin typeface="Cambria"/>
                <a:cs typeface="Cambria"/>
              </a:rPr>
              <a:t> </a:t>
            </a:r>
            <a:r>
              <a:rPr sz="1800" dirty="0">
                <a:latin typeface="Cambria"/>
                <a:cs typeface="Cambria"/>
              </a:rPr>
              <a:t>be</a:t>
            </a:r>
            <a:r>
              <a:rPr sz="1800" spc="240" dirty="0">
                <a:latin typeface="Cambria"/>
                <a:cs typeface="Cambria"/>
              </a:rPr>
              <a:t> </a:t>
            </a:r>
            <a:r>
              <a:rPr sz="1800" dirty="0">
                <a:latin typeface="Cambria"/>
                <a:cs typeface="Cambria"/>
              </a:rPr>
              <a:t>represented</a:t>
            </a:r>
            <a:r>
              <a:rPr sz="1800" spc="235" dirty="0">
                <a:latin typeface="Cambria"/>
                <a:cs typeface="Cambria"/>
              </a:rPr>
              <a:t> </a:t>
            </a:r>
            <a:r>
              <a:rPr sz="1800" spc="-25" dirty="0">
                <a:latin typeface="Cambria"/>
                <a:cs typeface="Cambria"/>
              </a:rPr>
              <a:t>as </a:t>
            </a:r>
            <a:r>
              <a:rPr sz="1800" spc="-10" dirty="0">
                <a:latin typeface="Cambria"/>
                <a:cs typeface="Cambria"/>
              </a:rPr>
              <a:t>follows</a:t>
            </a:r>
            <a:endParaRPr sz="1800">
              <a:latin typeface="Cambria"/>
              <a:cs typeface="Cambria"/>
            </a:endParaRPr>
          </a:p>
        </p:txBody>
      </p:sp>
      <p:sp>
        <p:nvSpPr>
          <p:cNvPr id="4" name="object 4"/>
          <p:cNvSpPr txBox="1"/>
          <p:nvPr/>
        </p:nvSpPr>
        <p:spPr>
          <a:xfrm>
            <a:off x="3577209" y="1863090"/>
            <a:ext cx="7623175" cy="726440"/>
          </a:xfrm>
          <a:prstGeom prst="rect">
            <a:avLst/>
          </a:prstGeom>
        </p:spPr>
        <p:txBody>
          <a:bodyPr vert="horz" wrap="square" lIns="0" tIns="88900" rIns="0" bIns="0" rtlCol="0">
            <a:spAutoFit/>
          </a:bodyPr>
          <a:lstStyle/>
          <a:p>
            <a:pPr marL="354965" indent="-342265">
              <a:lnSpc>
                <a:spcPct val="100000"/>
              </a:lnSpc>
              <a:spcBef>
                <a:spcPts val="700"/>
              </a:spcBef>
              <a:buClr>
                <a:srgbClr val="003399"/>
              </a:buClr>
              <a:buSzPct val="83333"/>
              <a:buAutoNum type="arabicPeriod" startAt="2"/>
              <a:tabLst>
                <a:tab pos="354965" algn="l"/>
              </a:tabLst>
            </a:pPr>
            <a:r>
              <a:rPr sz="1800" dirty="0">
                <a:latin typeface="Cambria"/>
                <a:cs typeface="Cambria"/>
              </a:rPr>
              <a:t>If</a:t>
            </a:r>
            <a:r>
              <a:rPr sz="1800" spc="-10" dirty="0">
                <a:latin typeface="Cambria"/>
                <a:cs typeface="Cambria"/>
              </a:rPr>
              <a:t> </a:t>
            </a:r>
            <a:r>
              <a:rPr sz="1800" dirty="0">
                <a:latin typeface="Cambria"/>
                <a:cs typeface="Cambria"/>
              </a:rPr>
              <a:t>$</a:t>
            </a:r>
            <a:r>
              <a:rPr sz="1800" spc="-15" dirty="0">
                <a:latin typeface="Cambria"/>
                <a:cs typeface="Cambria"/>
              </a:rPr>
              <a:t> </a:t>
            </a:r>
            <a:r>
              <a:rPr sz="1800" dirty="0">
                <a:latin typeface="Cambria"/>
                <a:cs typeface="Cambria"/>
              </a:rPr>
              <a:t>is</a:t>
            </a:r>
            <a:r>
              <a:rPr sz="1800" spc="-10" dirty="0">
                <a:latin typeface="Cambria"/>
                <a:cs typeface="Cambria"/>
              </a:rPr>
              <a:t> </a:t>
            </a:r>
            <a:r>
              <a:rPr sz="1800" dirty="0">
                <a:latin typeface="Cambria"/>
                <a:cs typeface="Cambria"/>
              </a:rPr>
              <a:t>on</a:t>
            </a:r>
            <a:r>
              <a:rPr sz="1800" spc="-20" dirty="0">
                <a:latin typeface="Cambria"/>
                <a:cs typeface="Cambria"/>
              </a:rPr>
              <a:t> </a:t>
            </a:r>
            <a:r>
              <a:rPr sz="1800" dirty="0">
                <a:latin typeface="Cambria"/>
                <a:cs typeface="Cambria"/>
              </a:rPr>
              <a:t>the</a:t>
            </a:r>
            <a:r>
              <a:rPr sz="1800" spc="-30" dirty="0">
                <a:latin typeface="Cambria"/>
                <a:cs typeface="Cambria"/>
              </a:rPr>
              <a:t> </a:t>
            </a:r>
            <a:r>
              <a:rPr sz="1800" dirty="0">
                <a:latin typeface="Cambria"/>
                <a:cs typeface="Cambria"/>
              </a:rPr>
              <a:t>top</a:t>
            </a:r>
            <a:r>
              <a:rPr sz="1800" spc="-10" dirty="0">
                <a:latin typeface="Cambria"/>
                <a:cs typeface="Cambria"/>
              </a:rPr>
              <a:t> </a:t>
            </a:r>
            <a:r>
              <a:rPr sz="1800" dirty="0">
                <a:latin typeface="Cambria"/>
                <a:cs typeface="Cambria"/>
              </a:rPr>
              <a:t>of</a:t>
            </a:r>
            <a:r>
              <a:rPr sz="1800" spc="-25" dirty="0">
                <a:latin typeface="Cambria"/>
                <a:cs typeface="Cambria"/>
              </a:rPr>
              <a:t> </a:t>
            </a:r>
            <a:r>
              <a:rPr sz="1800" dirty="0">
                <a:latin typeface="Cambria"/>
                <a:cs typeface="Cambria"/>
              </a:rPr>
              <a:t>the</a:t>
            </a:r>
            <a:r>
              <a:rPr sz="1800" spc="-20" dirty="0">
                <a:latin typeface="Cambria"/>
                <a:cs typeface="Cambria"/>
              </a:rPr>
              <a:t> </a:t>
            </a:r>
            <a:r>
              <a:rPr sz="1800" dirty="0">
                <a:latin typeface="Cambria"/>
                <a:cs typeface="Cambria"/>
              </a:rPr>
              <a:t>stack</a:t>
            </a:r>
            <a:r>
              <a:rPr sz="1800" spc="5" dirty="0">
                <a:latin typeface="Cambria"/>
                <a:cs typeface="Cambria"/>
              </a:rPr>
              <a:t> </a:t>
            </a:r>
            <a:r>
              <a:rPr sz="1800" dirty="0">
                <a:latin typeface="Cambria"/>
                <a:cs typeface="Cambria"/>
              </a:rPr>
              <a:t>and</a:t>
            </a:r>
            <a:r>
              <a:rPr sz="1800" spc="-20" dirty="0">
                <a:latin typeface="Cambria"/>
                <a:cs typeface="Cambria"/>
              </a:rPr>
              <a:t> </a:t>
            </a:r>
            <a:r>
              <a:rPr sz="1800" dirty="0">
                <a:latin typeface="Cambria"/>
                <a:cs typeface="Cambria"/>
              </a:rPr>
              <a:t>if</a:t>
            </a:r>
            <a:r>
              <a:rPr sz="1800" spc="-25" dirty="0">
                <a:latin typeface="Cambria"/>
                <a:cs typeface="Cambria"/>
              </a:rPr>
              <a:t> </a:t>
            </a:r>
            <a:r>
              <a:rPr sz="1800" dirty="0">
                <a:latin typeface="Cambria"/>
                <a:cs typeface="Cambria"/>
              </a:rPr>
              <a:t>a</a:t>
            </a:r>
            <a:r>
              <a:rPr sz="1800" spc="-5" dirty="0">
                <a:latin typeface="Cambria"/>
                <a:cs typeface="Cambria"/>
              </a:rPr>
              <a:t> </a:t>
            </a:r>
            <a:r>
              <a:rPr sz="1800" dirty="0">
                <a:latin typeface="Cambria"/>
                <a:cs typeface="Cambria"/>
              </a:rPr>
              <a:t>is</a:t>
            </a:r>
            <a:r>
              <a:rPr sz="1800" spc="-25" dirty="0">
                <a:latin typeface="Cambria"/>
                <a:cs typeface="Cambria"/>
              </a:rPr>
              <a:t> </a:t>
            </a:r>
            <a:r>
              <a:rPr sz="1800" dirty="0">
                <a:latin typeface="Cambria"/>
                <a:cs typeface="Cambria"/>
              </a:rPr>
              <a:t>the</a:t>
            </a:r>
            <a:r>
              <a:rPr sz="1800" spc="-20" dirty="0">
                <a:latin typeface="Cambria"/>
                <a:cs typeface="Cambria"/>
              </a:rPr>
              <a:t> </a:t>
            </a:r>
            <a:r>
              <a:rPr sz="1800" dirty="0">
                <a:latin typeface="Cambria"/>
                <a:cs typeface="Cambria"/>
              </a:rPr>
              <a:t>symbol pointed</a:t>
            </a:r>
            <a:r>
              <a:rPr sz="1800" spc="-30" dirty="0">
                <a:latin typeface="Cambria"/>
                <a:cs typeface="Cambria"/>
              </a:rPr>
              <a:t> </a:t>
            </a:r>
            <a:r>
              <a:rPr sz="1800" dirty="0">
                <a:latin typeface="Cambria"/>
                <a:cs typeface="Cambria"/>
              </a:rPr>
              <a:t>by</a:t>
            </a:r>
            <a:r>
              <a:rPr sz="1800" spc="-15" dirty="0">
                <a:latin typeface="Cambria"/>
                <a:cs typeface="Cambria"/>
              </a:rPr>
              <a:t> </a:t>
            </a:r>
            <a:r>
              <a:rPr sz="1800" dirty="0">
                <a:latin typeface="Cambria"/>
                <a:cs typeface="Cambria"/>
              </a:rPr>
              <a:t>i</a:t>
            </a:r>
            <a:r>
              <a:rPr sz="1800" spc="-10" dirty="0">
                <a:latin typeface="Cambria"/>
                <a:cs typeface="Cambria"/>
              </a:rPr>
              <a:t> </a:t>
            </a:r>
            <a:r>
              <a:rPr sz="1800" dirty="0">
                <a:latin typeface="Cambria"/>
                <a:cs typeface="Cambria"/>
              </a:rPr>
              <a:t>then</a:t>
            </a:r>
            <a:r>
              <a:rPr sz="1800" spc="-25" dirty="0">
                <a:latin typeface="Cambria"/>
                <a:cs typeface="Cambria"/>
              </a:rPr>
              <a:t> </a:t>
            </a:r>
            <a:r>
              <a:rPr sz="1800" spc="-10" dirty="0">
                <a:latin typeface="Cambria"/>
                <a:cs typeface="Cambria"/>
              </a:rPr>
              <a:t>return.</a:t>
            </a:r>
            <a:endParaRPr sz="1800">
              <a:latin typeface="Cambria"/>
              <a:cs typeface="Cambria"/>
            </a:endParaRPr>
          </a:p>
          <a:p>
            <a:pPr marL="354965" indent="-342265">
              <a:lnSpc>
                <a:spcPct val="100000"/>
              </a:lnSpc>
              <a:spcBef>
                <a:spcPts val="600"/>
              </a:spcBef>
              <a:buClr>
                <a:srgbClr val="003399"/>
              </a:buClr>
              <a:buSzPct val="83333"/>
              <a:buAutoNum type="arabicPeriod" startAt="2"/>
              <a:tabLst>
                <a:tab pos="354965" algn="l"/>
              </a:tabLst>
            </a:pPr>
            <a:r>
              <a:rPr sz="1800" dirty="0">
                <a:latin typeface="Cambria"/>
                <a:cs typeface="Cambria"/>
              </a:rPr>
              <a:t>If</a:t>
            </a:r>
            <a:r>
              <a:rPr sz="1800" spc="-15" dirty="0">
                <a:latin typeface="Cambria"/>
                <a:cs typeface="Cambria"/>
              </a:rPr>
              <a:t> </a:t>
            </a:r>
            <a:r>
              <a:rPr sz="1800" dirty="0">
                <a:latin typeface="Cambria"/>
                <a:cs typeface="Cambria"/>
              </a:rPr>
              <a:t>a</a:t>
            </a:r>
            <a:r>
              <a:rPr sz="1800" spc="-20" dirty="0">
                <a:latin typeface="Cambria"/>
                <a:cs typeface="Cambria"/>
              </a:rPr>
              <a:t> </a:t>
            </a:r>
            <a:r>
              <a:rPr sz="1800" dirty="0">
                <a:latin typeface="Cambria"/>
                <a:cs typeface="Cambria"/>
              </a:rPr>
              <a:t>is</a:t>
            </a:r>
            <a:r>
              <a:rPr sz="1800" spc="-10" dirty="0">
                <a:latin typeface="Cambria"/>
                <a:cs typeface="Cambria"/>
              </a:rPr>
              <a:t> </a:t>
            </a:r>
            <a:r>
              <a:rPr sz="1800" dirty="0">
                <a:latin typeface="Cambria"/>
                <a:cs typeface="Cambria"/>
              </a:rPr>
              <a:t>on</a:t>
            </a:r>
            <a:r>
              <a:rPr sz="1800" spc="-25" dirty="0">
                <a:latin typeface="Cambria"/>
                <a:cs typeface="Cambria"/>
              </a:rPr>
              <a:t> </a:t>
            </a:r>
            <a:r>
              <a:rPr sz="1800" dirty="0">
                <a:latin typeface="Cambria"/>
                <a:cs typeface="Cambria"/>
              </a:rPr>
              <a:t>the</a:t>
            </a:r>
            <a:r>
              <a:rPr sz="1800" spc="-30" dirty="0">
                <a:latin typeface="Cambria"/>
                <a:cs typeface="Cambria"/>
              </a:rPr>
              <a:t> </a:t>
            </a:r>
            <a:r>
              <a:rPr sz="1800" dirty="0">
                <a:latin typeface="Cambria"/>
                <a:cs typeface="Cambria"/>
              </a:rPr>
              <a:t>top</a:t>
            </a:r>
            <a:r>
              <a:rPr sz="1800" spc="-15" dirty="0">
                <a:latin typeface="Cambria"/>
                <a:cs typeface="Cambria"/>
              </a:rPr>
              <a:t> </a:t>
            </a:r>
            <a:r>
              <a:rPr sz="1800" dirty="0">
                <a:latin typeface="Cambria"/>
                <a:cs typeface="Cambria"/>
              </a:rPr>
              <a:t>of</a:t>
            </a:r>
            <a:r>
              <a:rPr sz="1800" spc="-25" dirty="0">
                <a:latin typeface="Cambria"/>
                <a:cs typeface="Cambria"/>
              </a:rPr>
              <a:t> </a:t>
            </a:r>
            <a:r>
              <a:rPr sz="1800" dirty="0">
                <a:latin typeface="Cambria"/>
                <a:cs typeface="Cambria"/>
              </a:rPr>
              <a:t>the</a:t>
            </a:r>
            <a:r>
              <a:rPr sz="1800" spc="-20" dirty="0">
                <a:latin typeface="Cambria"/>
                <a:cs typeface="Cambria"/>
              </a:rPr>
              <a:t> </a:t>
            </a:r>
            <a:r>
              <a:rPr sz="1800" dirty="0">
                <a:latin typeface="Cambria"/>
                <a:cs typeface="Cambria"/>
              </a:rPr>
              <a:t>stack</a:t>
            </a:r>
            <a:r>
              <a:rPr sz="1800" spc="-5" dirty="0">
                <a:latin typeface="Cambria"/>
                <a:cs typeface="Cambria"/>
              </a:rPr>
              <a:t> </a:t>
            </a:r>
            <a:r>
              <a:rPr sz="1800" dirty="0">
                <a:latin typeface="Cambria"/>
                <a:cs typeface="Cambria"/>
              </a:rPr>
              <a:t>and</a:t>
            </a:r>
            <a:r>
              <a:rPr sz="1800" spc="-35" dirty="0">
                <a:latin typeface="Cambria"/>
                <a:cs typeface="Cambria"/>
              </a:rPr>
              <a:t> </a:t>
            </a:r>
            <a:r>
              <a:rPr sz="1800" dirty="0">
                <a:latin typeface="Cambria"/>
                <a:cs typeface="Cambria"/>
              </a:rPr>
              <a:t>if</a:t>
            </a:r>
            <a:r>
              <a:rPr sz="1800" spc="-10" dirty="0">
                <a:latin typeface="Cambria"/>
                <a:cs typeface="Cambria"/>
              </a:rPr>
              <a:t> </a:t>
            </a:r>
            <a:r>
              <a:rPr sz="1800" dirty="0">
                <a:latin typeface="Cambria"/>
                <a:cs typeface="Cambria"/>
              </a:rPr>
              <a:t>the</a:t>
            </a:r>
            <a:r>
              <a:rPr sz="1800" spc="-20" dirty="0">
                <a:latin typeface="Cambria"/>
                <a:cs typeface="Cambria"/>
              </a:rPr>
              <a:t> </a:t>
            </a:r>
            <a:r>
              <a:rPr sz="1800" dirty="0">
                <a:latin typeface="Cambria"/>
                <a:cs typeface="Cambria"/>
              </a:rPr>
              <a:t>symbol</a:t>
            </a:r>
            <a:r>
              <a:rPr sz="1800" spc="-5" dirty="0">
                <a:latin typeface="Cambria"/>
                <a:cs typeface="Cambria"/>
              </a:rPr>
              <a:t> </a:t>
            </a:r>
            <a:r>
              <a:rPr sz="1800" dirty="0">
                <a:latin typeface="Cambria"/>
                <a:cs typeface="Cambria"/>
              </a:rPr>
              <a:t>b</a:t>
            </a:r>
            <a:r>
              <a:rPr sz="1800" spc="-20" dirty="0">
                <a:latin typeface="Cambria"/>
                <a:cs typeface="Cambria"/>
              </a:rPr>
              <a:t> </a:t>
            </a:r>
            <a:r>
              <a:rPr sz="1800" dirty="0">
                <a:latin typeface="Cambria"/>
                <a:cs typeface="Cambria"/>
              </a:rPr>
              <a:t>is</a:t>
            </a:r>
            <a:r>
              <a:rPr sz="1800" spc="-10" dirty="0">
                <a:latin typeface="Cambria"/>
                <a:cs typeface="Cambria"/>
              </a:rPr>
              <a:t> </a:t>
            </a:r>
            <a:r>
              <a:rPr sz="1800" dirty="0">
                <a:latin typeface="Cambria"/>
                <a:cs typeface="Cambria"/>
              </a:rPr>
              <a:t>read</a:t>
            </a:r>
            <a:r>
              <a:rPr sz="1800" spc="-15" dirty="0">
                <a:latin typeface="Cambria"/>
                <a:cs typeface="Cambria"/>
              </a:rPr>
              <a:t> </a:t>
            </a:r>
            <a:r>
              <a:rPr sz="1800" dirty="0">
                <a:latin typeface="Cambria"/>
                <a:cs typeface="Cambria"/>
              </a:rPr>
              <a:t>by</a:t>
            </a:r>
            <a:r>
              <a:rPr sz="1800" spc="-15" dirty="0">
                <a:latin typeface="Cambria"/>
                <a:cs typeface="Cambria"/>
              </a:rPr>
              <a:t> </a:t>
            </a:r>
            <a:r>
              <a:rPr sz="1800" dirty="0">
                <a:latin typeface="Cambria"/>
                <a:cs typeface="Cambria"/>
              </a:rPr>
              <a:t>pointer</a:t>
            </a:r>
            <a:r>
              <a:rPr sz="1800" spc="-30" dirty="0">
                <a:latin typeface="Cambria"/>
                <a:cs typeface="Cambria"/>
              </a:rPr>
              <a:t> </a:t>
            </a:r>
            <a:r>
              <a:rPr sz="1800" dirty="0">
                <a:latin typeface="Cambria"/>
                <a:cs typeface="Cambria"/>
              </a:rPr>
              <a:t>i</a:t>
            </a:r>
            <a:r>
              <a:rPr sz="1800" spc="-15" dirty="0">
                <a:latin typeface="Cambria"/>
                <a:cs typeface="Cambria"/>
              </a:rPr>
              <a:t> </a:t>
            </a:r>
            <a:r>
              <a:rPr sz="1800" spc="-20" dirty="0">
                <a:latin typeface="Cambria"/>
                <a:cs typeface="Cambria"/>
              </a:rPr>
              <a:t>then</a:t>
            </a:r>
            <a:endParaRPr sz="1800">
              <a:latin typeface="Cambria"/>
              <a:cs typeface="Cambria"/>
            </a:endParaRPr>
          </a:p>
        </p:txBody>
      </p:sp>
      <p:sp>
        <p:nvSpPr>
          <p:cNvPr id="5" name="object 5"/>
          <p:cNvSpPr txBox="1"/>
          <p:nvPr/>
        </p:nvSpPr>
        <p:spPr>
          <a:xfrm>
            <a:off x="4080128" y="2526284"/>
            <a:ext cx="4538980" cy="1191260"/>
          </a:xfrm>
          <a:prstGeom prst="rect">
            <a:avLst/>
          </a:prstGeom>
        </p:spPr>
        <p:txBody>
          <a:bodyPr vert="horz" wrap="square" lIns="0" tIns="12700" rIns="0" bIns="0" rtlCol="0">
            <a:spAutoFit/>
          </a:bodyPr>
          <a:lstStyle/>
          <a:p>
            <a:pPr marL="424180" marR="1983739" indent="-412115">
              <a:lnSpc>
                <a:spcPct val="141700"/>
              </a:lnSpc>
              <a:spcBef>
                <a:spcPts val="100"/>
              </a:spcBef>
              <a:tabLst>
                <a:tab pos="415290" algn="l"/>
              </a:tabLst>
            </a:pPr>
            <a:r>
              <a:rPr sz="1800" spc="-25" dirty="0">
                <a:latin typeface="Cambria"/>
                <a:cs typeface="Cambria"/>
              </a:rPr>
              <a:t>a)</a:t>
            </a:r>
            <a:r>
              <a:rPr sz="1800" dirty="0">
                <a:latin typeface="Cambria"/>
                <a:cs typeface="Cambria"/>
              </a:rPr>
              <a:t>	if</a:t>
            </a:r>
            <a:r>
              <a:rPr sz="1800" spc="-20" dirty="0">
                <a:latin typeface="Cambria"/>
                <a:cs typeface="Cambria"/>
              </a:rPr>
              <a:t> </a:t>
            </a:r>
            <a:r>
              <a:rPr sz="1800" dirty="0">
                <a:latin typeface="Cambria"/>
                <a:cs typeface="Cambria"/>
              </a:rPr>
              <a:t>a</a:t>
            </a:r>
            <a:r>
              <a:rPr sz="1800" spc="-5" dirty="0">
                <a:latin typeface="Cambria"/>
                <a:cs typeface="Cambria"/>
              </a:rPr>
              <a:t> </a:t>
            </a:r>
            <a:r>
              <a:rPr sz="1800" dirty="0">
                <a:latin typeface="Cambria"/>
                <a:cs typeface="Cambria"/>
              </a:rPr>
              <a:t>&lt;. b</a:t>
            </a:r>
            <a:r>
              <a:rPr sz="1800" spc="-15" dirty="0">
                <a:latin typeface="Cambria"/>
                <a:cs typeface="Cambria"/>
              </a:rPr>
              <a:t> </a:t>
            </a:r>
            <a:r>
              <a:rPr sz="1800" dirty="0">
                <a:latin typeface="Cambria"/>
                <a:cs typeface="Cambria"/>
              </a:rPr>
              <a:t>or</a:t>
            </a:r>
            <a:r>
              <a:rPr sz="1800" spc="-15" dirty="0">
                <a:latin typeface="Cambria"/>
                <a:cs typeface="Cambria"/>
              </a:rPr>
              <a:t> </a:t>
            </a:r>
            <a:r>
              <a:rPr sz="1800" dirty="0">
                <a:latin typeface="Cambria"/>
                <a:cs typeface="Cambria"/>
              </a:rPr>
              <a:t>a</a:t>
            </a:r>
            <a:r>
              <a:rPr sz="1800" spc="-15" dirty="0">
                <a:latin typeface="Cambria"/>
                <a:cs typeface="Cambria"/>
              </a:rPr>
              <a:t> </a:t>
            </a:r>
            <a:r>
              <a:rPr sz="1800" dirty="0">
                <a:latin typeface="Cambria"/>
                <a:cs typeface="Cambria"/>
              </a:rPr>
              <a:t>= b</a:t>
            </a:r>
            <a:r>
              <a:rPr sz="1800" spc="5" dirty="0">
                <a:latin typeface="Cambria"/>
                <a:cs typeface="Cambria"/>
              </a:rPr>
              <a:t> </a:t>
            </a:r>
            <a:r>
              <a:rPr sz="1800" spc="-20" dirty="0">
                <a:latin typeface="Cambria"/>
                <a:cs typeface="Cambria"/>
              </a:rPr>
              <a:t>then </a:t>
            </a:r>
            <a:r>
              <a:rPr sz="1800" dirty="0">
                <a:latin typeface="Cambria"/>
                <a:cs typeface="Cambria"/>
              </a:rPr>
              <a:t>push</a:t>
            </a:r>
            <a:r>
              <a:rPr sz="1800" spc="-5" dirty="0">
                <a:latin typeface="Cambria"/>
                <a:cs typeface="Cambria"/>
              </a:rPr>
              <a:t> </a:t>
            </a:r>
            <a:r>
              <a:rPr sz="1800" dirty="0">
                <a:latin typeface="Cambria"/>
                <a:cs typeface="Cambria"/>
              </a:rPr>
              <a:t>b</a:t>
            </a:r>
            <a:r>
              <a:rPr sz="1800" spc="-15" dirty="0">
                <a:latin typeface="Cambria"/>
                <a:cs typeface="Cambria"/>
              </a:rPr>
              <a:t> </a:t>
            </a:r>
            <a:r>
              <a:rPr sz="1800" dirty="0">
                <a:latin typeface="Cambria"/>
                <a:cs typeface="Cambria"/>
              </a:rPr>
              <a:t>on</a:t>
            </a:r>
            <a:r>
              <a:rPr sz="1800" spc="-20" dirty="0">
                <a:latin typeface="Cambria"/>
                <a:cs typeface="Cambria"/>
              </a:rPr>
              <a:t> </a:t>
            </a:r>
            <a:r>
              <a:rPr sz="1800" dirty="0">
                <a:latin typeface="Cambria"/>
                <a:cs typeface="Cambria"/>
              </a:rPr>
              <a:t>to</a:t>
            </a:r>
            <a:r>
              <a:rPr sz="1800" spc="-15" dirty="0">
                <a:latin typeface="Cambria"/>
                <a:cs typeface="Cambria"/>
              </a:rPr>
              <a:t> </a:t>
            </a:r>
            <a:r>
              <a:rPr sz="1800" dirty="0">
                <a:latin typeface="Cambria"/>
                <a:cs typeface="Cambria"/>
              </a:rPr>
              <a:t>the</a:t>
            </a:r>
            <a:r>
              <a:rPr sz="1800" spc="-25" dirty="0">
                <a:latin typeface="Cambria"/>
                <a:cs typeface="Cambria"/>
              </a:rPr>
              <a:t> </a:t>
            </a:r>
            <a:r>
              <a:rPr sz="1800" spc="-10" dirty="0">
                <a:latin typeface="Cambria"/>
                <a:cs typeface="Cambria"/>
              </a:rPr>
              <a:t>stack</a:t>
            </a:r>
            <a:endParaRPr sz="1800">
              <a:latin typeface="Cambria"/>
              <a:cs typeface="Cambria"/>
            </a:endParaRPr>
          </a:p>
          <a:p>
            <a:pPr marL="424180">
              <a:lnSpc>
                <a:spcPct val="100000"/>
              </a:lnSpc>
              <a:spcBef>
                <a:spcPts val="900"/>
              </a:spcBef>
            </a:pPr>
            <a:r>
              <a:rPr sz="1800" spc="-10" dirty="0">
                <a:latin typeface="Cambria"/>
                <a:cs typeface="Cambria"/>
              </a:rPr>
              <a:t>advance</a:t>
            </a:r>
            <a:r>
              <a:rPr sz="1800" spc="-45" dirty="0">
                <a:latin typeface="Cambria"/>
                <a:cs typeface="Cambria"/>
              </a:rPr>
              <a:t> </a:t>
            </a:r>
            <a:r>
              <a:rPr sz="1800" dirty="0">
                <a:latin typeface="Cambria"/>
                <a:cs typeface="Cambria"/>
              </a:rPr>
              <a:t>the</a:t>
            </a:r>
            <a:r>
              <a:rPr sz="1800" spc="-25" dirty="0">
                <a:latin typeface="Cambria"/>
                <a:cs typeface="Cambria"/>
              </a:rPr>
              <a:t> </a:t>
            </a:r>
            <a:r>
              <a:rPr sz="1800" dirty="0">
                <a:latin typeface="Cambria"/>
                <a:cs typeface="Cambria"/>
              </a:rPr>
              <a:t>pointer</a:t>
            </a:r>
            <a:r>
              <a:rPr sz="1800" spc="-35" dirty="0">
                <a:latin typeface="Cambria"/>
                <a:cs typeface="Cambria"/>
              </a:rPr>
              <a:t> </a:t>
            </a:r>
            <a:r>
              <a:rPr sz="1800" dirty="0">
                <a:latin typeface="Cambria"/>
                <a:cs typeface="Cambria"/>
              </a:rPr>
              <a:t>i</a:t>
            </a:r>
            <a:r>
              <a:rPr sz="1800" spc="-20" dirty="0">
                <a:latin typeface="Cambria"/>
                <a:cs typeface="Cambria"/>
              </a:rPr>
              <a:t> </a:t>
            </a:r>
            <a:r>
              <a:rPr sz="1800" dirty="0">
                <a:latin typeface="Cambria"/>
                <a:cs typeface="Cambria"/>
              </a:rPr>
              <a:t>to</a:t>
            </a:r>
            <a:r>
              <a:rPr sz="1800" spc="-30" dirty="0">
                <a:latin typeface="Cambria"/>
                <a:cs typeface="Cambria"/>
              </a:rPr>
              <a:t> </a:t>
            </a:r>
            <a:r>
              <a:rPr sz="1800" dirty="0">
                <a:latin typeface="Cambria"/>
                <a:cs typeface="Cambria"/>
              </a:rPr>
              <a:t>next</a:t>
            </a:r>
            <a:r>
              <a:rPr sz="1800" spc="-25" dirty="0">
                <a:latin typeface="Cambria"/>
                <a:cs typeface="Cambria"/>
              </a:rPr>
              <a:t> </a:t>
            </a:r>
            <a:r>
              <a:rPr sz="1800" dirty="0">
                <a:latin typeface="Cambria"/>
                <a:cs typeface="Cambria"/>
              </a:rPr>
              <a:t>input</a:t>
            </a:r>
            <a:r>
              <a:rPr sz="1800" spc="-20" dirty="0">
                <a:latin typeface="Cambria"/>
                <a:cs typeface="Cambria"/>
              </a:rPr>
              <a:t> </a:t>
            </a:r>
            <a:r>
              <a:rPr sz="1800" spc="-10" dirty="0">
                <a:latin typeface="Cambria"/>
                <a:cs typeface="Cambria"/>
              </a:rPr>
              <a:t>symbol</a:t>
            </a:r>
            <a:endParaRPr sz="1800">
              <a:latin typeface="Cambria"/>
              <a:cs typeface="Cambria"/>
            </a:endParaRPr>
          </a:p>
        </p:txBody>
      </p:sp>
      <p:sp>
        <p:nvSpPr>
          <p:cNvPr id="6" name="object 6"/>
          <p:cNvSpPr txBox="1"/>
          <p:nvPr/>
        </p:nvSpPr>
        <p:spPr>
          <a:xfrm>
            <a:off x="4080128" y="3691493"/>
            <a:ext cx="7375525" cy="2244090"/>
          </a:xfrm>
          <a:prstGeom prst="rect">
            <a:avLst/>
          </a:prstGeom>
        </p:spPr>
        <p:txBody>
          <a:bodyPr vert="horz" wrap="square" lIns="0" tIns="127635" rIns="0" bIns="0" rtlCol="0">
            <a:spAutoFit/>
          </a:bodyPr>
          <a:lstStyle/>
          <a:p>
            <a:pPr marL="12700">
              <a:lnSpc>
                <a:spcPct val="100000"/>
              </a:lnSpc>
              <a:spcBef>
                <a:spcPts val="1005"/>
              </a:spcBef>
              <a:tabLst>
                <a:tab pos="378460" algn="l"/>
              </a:tabLst>
            </a:pPr>
            <a:r>
              <a:rPr sz="1800" spc="-25" dirty="0">
                <a:latin typeface="Cambria"/>
                <a:cs typeface="Cambria"/>
              </a:rPr>
              <a:t>b)</a:t>
            </a:r>
            <a:r>
              <a:rPr sz="1800" dirty="0">
                <a:latin typeface="Cambria"/>
                <a:cs typeface="Cambria"/>
              </a:rPr>
              <a:t>	Else</a:t>
            </a:r>
            <a:r>
              <a:rPr sz="1800" spc="-20" dirty="0">
                <a:latin typeface="Cambria"/>
                <a:cs typeface="Cambria"/>
              </a:rPr>
              <a:t> </a:t>
            </a:r>
            <a:r>
              <a:rPr sz="1800" dirty="0">
                <a:latin typeface="Cambria"/>
                <a:cs typeface="Cambria"/>
              </a:rPr>
              <a:t>if</a:t>
            </a:r>
            <a:r>
              <a:rPr sz="1800" spc="400" dirty="0">
                <a:latin typeface="Cambria"/>
                <a:cs typeface="Cambria"/>
              </a:rPr>
              <a:t> </a:t>
            </a:r>
            <a:r>
              <a:rPr sz="1800" dirty="0">
                <a:latin typeface="Cambria"/>
                <a:cs typeface="Cambria"/>
              </a:rPr>
              <a:t>a</a:t>
            </a:r>
            <a:r>
              <a:rPr sz="1800" spc="-15" dirty="0">
                <a:latin typeface="Cambria"/>
                <a:cs typeface="Cambria"/>
              </a:rPr>
              <a:t> </a:t>
            </a:r>
            <a:r>
              <a:rPr sz="1800" dirty="0">
                <a:latin typeface="Cambria"/>
                <a:cs typeface="Cambria"/>
              </a:rPr>
              <a:t>.&gt; b</a:t>
            </a:r>
            <a:r>
              <a:rPr sz="1800" spc="-15" dirty="0">
                <a:latin typeface="Cambria"/>
                <a:cs typeface="Cambria"/>
              </a:rPr>
              <a:t> </a:t>
            </a:r>
            <a:r>
              <a:rPr sz="1800" spc="-20" dirty="0">
                <a:latin typeface="Cambria"/>
                <a:cs typeface="Cambria"/>
              </a:rPr>
              <a:t>then</a:t>
            </a:r>
            <a:endParaRPr sz="1800">
              <a:latin typeface="Cambria"/>
              <a:cs typeface="Cambria"/>
            </a:endParaRPr>
          </a:p>
          <a:p>
            <a:pPr marL="424180">
              <a:lnSpc>
                <a:spcPct val="100000"/>
              </a:lnSpc>
              <a:spcBef>
                <a:spcPts val="900"/>
              </a:spcBef>
            </a:pPr>
            <a:r>
              <a:rPr sz="1800" dirty="0">
                <a:latin typeface="Cambria"/>
                <a:cs typeface="Cambria"/>
              </a:rPr>
              <a:t>While</a:t>
            </a:r>
            <a:r>
              <a:rPr sz="1800" spc="-50" dirty="0">
                <a:latin typeface="Cambria"/>
                <a:cs typeface="Cambria"/>
              </a:rPr>
              <a:t> </a:t>
            </a:r>
            <a:r>
              <a:rPr sz="1800" dirty="0">
                <a:latin typeface="Cambria"/>
                <a:cs typeface="Cambria"/>
              </a:rPr>
              <a:t>(top</a:t>
            </a:r>
            <a:r>
              <a:rPr sz="1800" spc="-40" dirty="0">
                <a:latin typeface="Cambria"/>
                <a:cs typeface="Cambria"/>
              </a:rPr>
              <a:t> </a:t>
            </a:r>
            <a:r>
              <a:rPr sz="1800" dirty="0">
                <a:latin typeface="Cambria"/>
                <a:cs typeface="Cambria"/>
              </a:rPr>
              <a:t>symbol</a:t>
            </a:r>
            <a:r>
              <a:rPr sz="1800" spc="-25" dirty="0">
                <a:latin typeface="Cambria"/>
                <a:cs typeface="Cambria"/>
              </a:rPr>
              <a:t> </a:t>
            </a:r>
            <a:r>
              <a:rPr sz="1800" dirty="0">
                <a:latin typeface="Cambria"/>
                <a:cs typeface="Cambria"/>
              </a:rPr>
              <a:t>of</a:t>
            </a:r>
            <a:r>
              <a:rPr sz="1800" spc="-35" dirty="0">
                <a:latin typeface="Cambria"/>
                <a:cs typeface="Cambria"/>
              </a:rPr>
              <a:t> </a:t>
            </a:r>
            <a:r>
              <a:rPr sz="1800" dirty="0">
                <a:latin typeface="Cambria"/>
                <a:cs typeface="Cambria"/>
              </a:rPr>
              <a:t>the</a:t>
            </a:r>
            <a:r>
              <a:rPr sz="1800" spc="-50" dirty="0">
                <a:latin typeface="Cambria"/>
                <a:cs typeface="Cambria"/>
              </a:rPr>
              <a:t> </a:t>
            </a:r>
            <a:r>
              <a:rPr sz="1800" dirty="0">
                <a:latin typeface="Cambria"/>
                <a:cs typeface="Cambria"/>
              </a:rPr>
              <a:t>stack</a:t>
            </a:r>
            <a:r>
              <a:rPr sz="1800" spc="-20" dirty="0">
                <a:latin typeface="Cambria"/>
                <a:cs typeface="Cambria"/>
              </a:rPr>
              <a:t> </a:t>
            </a:r>
            <a:r>
              <a:rPr sz="1800" dirty="0">
                <a:latin typeface="Cambria"/>
                <a:cs typeface="Cambria"/>
              </a:rPr>
              <a:t>.&gt;</a:t>
            </a:r>
            <a:r>
              <a:rPr sz="1800" spc="-30" dirty="0">
                <a:latin typeface="Cambria"/>
                <a:cs typeface="Cambria"/>
              </a:rPr>
              <a:t> </a:t>
            </a:r>
            <a:r>
              <a:rPr sz="1800" dirty="0">
                <a:latin typeface="Cambria"/>
                <a:cs typeface="Cambria"/>
              </a:rPr>
              <a:t>recently</a:t>
            </a:r>
            <a:r>
              <a:rPr sz="1800" spc="-40" dirty="0">
                <a:latin typeface="Cambria"/>
                <a:cs typeface="Cambria"/>
              </a:rPr>
              <a:t> </a:t>
            </a:r>
            <a:r>
              <a:rPr sz="1800" dirty="0">
                <a:latin typeface="Cambria"/>
                <a:cs typeface="Cambria"/>
              </a:rPr>
              <a:t>popped</a:t>
            </a:r>
            <a:r>
              <a:rPr sz="1800" spc="-30" dirty="0">
                <a:latin typeface="Cambria"/>
                <a:cs typeface="Cambria"/>
              </a:rPr>
              <a:t> </a:t>
            </a:r>
            <a:r>
              <a:rPr sz="1800" dirty="0">
                <a:latin typeface="Cambria"/>
                <a:cs typeface="Cambria"/>
              </a:rPr>
              <a:t>terminal</a:t>
            </a:r>
            <a:r>
              <a:rPr sz="1800" spc="-45" dirty="0">
                <a:latin typeface="Cambria"/>
                <a:cs typeface="Cambria"/>
              </a:rPr>
              <a:t> </a:t>
            </a:r>
            <a:r>
              <a:rPr sz="1800" spc="-10" dirty="0">
                <a:latin typeface="Cambria"/>
                <a:cs typeface="Cambria"/>
              </a:rPr>
              <a:t>symbol)</a:t>
            </a:r>
            <a:endParaRPr sz="1800">
              <a:latin typeface="Cambria"/>
              <a:cs typeface="Cambria"/>
            </a:endParaRPr>
          </a:p>
          <a:p>
            <a:pPr marL="469900">
              <a:lnSpc>
                <a:spcPct val="100000"/>
              </a:lnSpc>
              <a:spcBef>
                <a:spcPts val="900"/>
              </a:spcBef>
            </a:pPr>
            <a:r>
              <a:rPr sz="1800" spc="-50" dirty="0">
                <a:latin typeface="Cambria"/>
                <a:cs typeface="Cambria"/>
              </a:rPr>
              <a:t>{</a:t>
            </a:r>
            <a:endParaRPr sz="1800">
              <a:latin typeface="Cambria"/>
              <a:cs typeface="Cambria"/>
            </a:endParaRPr>
          </a:p>
          <a:p>
            <a:pPr marL="1338580">
              <a:lnSpc>
                <a:spcPct val="100000"/>
              </a:lnSpc>
              <a:spcBef>
                <a:spcPts val="900"/>
              </a:spcBef>
            </a:pPr>
            <a:r>
              <a:rPr sz="1800" dirty="0">
                <a:latin typeface="Cambria"/>
                <a:cs typeface="Cambria"/>
              </a:rPr>
              <a:t>Pop</a:t>
            </a:r>
            <a:r>
              <a:rPr sz="1800" spc="140" dirty="0">
                <a:latin typeface="Cambria"/>
                <a:cs typeface="Cambria"/>
              </a:rPr>
              <a:t> </a:t>
            </a:r>
            <a:r>
              <a:rPr sz="1800" dirty="0">
                <a:latin typeface="Cambria"/>
                <a:cs typeface="Cambria"/>
              </a:rPr>
              <a:t>the</a:t>
            </a:r>
            <a:r>
              <a:rPr sz="1800" spc="140" dirty="0">
                <a:latin typeface="Cambria"/>
                <a:cs typeface="Cambria"/>
              </a:rPr>
              <a:t> </a:t>
            </a:r>
            <a:r>
              <a:rPr sz="1800" dirty="0">
                <a:latin typeface="Cambria"/>
                <a:cs typeface="Cambria"/>
              </a:rPr>
              <a:t>stack.</a:t>
            </a:r>
            <a:r>
              <a:rPr sz="1800" spc="160" dirty="0">
                <a:latin typeface="Cambria"/>
                <a:cs typeface="Cambria"/>
              </a:rPr>
              <a:t> </a:t>
            </a:r>
            <a:r>
              <a:rPr sz="1800" dirty="0">
                <a:latin typeface="Cambria"/>
                <a:cs typeface="Cambria"/>
              </a:rPr>
              <a:t>Here</a:t>
            </a:r>
            <a:r>
              <a:rPr sz="1800" spc="140" dirty="0">
                <a:latin typeface="Cambria"/>
                <a:cs typeface="Cambria"/>
              </a:rPr>
              <a:t> </a:t>
            </a:r>
            <a:r>
              <a:rPr sz="1800" dirty="0">
                <a:latin typeface="Cambria"/>
                <a:cs typeface="Cambria"/>
              </a:rPr>
              <a:t>popping</a:t>
            </a:r>
            <a:r>
              <a:rPr sz="1800" spc="145" dirty="0">
                <a:latin typeface="Cambria"/>
                <a:cs typeface="Cambria"/>
              </a:rPr>
              <a:t> </a:t>
            </a:r>
            <a:r>
              <a:rPr sz="1800" dirty="0">
                <a:latin typeface="Cambria"/>
                <a:cs typeface="Cambria"/>
              </a:rPr>
              <a:t>the</a:t>
            </a:r>
            <a:r>
              <a:rPr sz="1800" spc="140" dirty="0">
                <a:latin typeface="Cambria"/>
                <a:cs typeface="Cambria"/>
              </a:rPr>
              <a:t> </a:t>
            </a:r>
            <a:r>
              <a:rPr sz="1800" dirty="0">
                <a:latin typeface="Cambria"/>
                <a:cs typeface="Cambria"/>
              </a:rPr>
              <a:t>symbol</a:t>
            </a:r>
            <a:r>
              <a:rPr sz="1800" spc="155" dirty="0">
                <a:latin typeface="Cambria"/>
                <a:cs typeface="Cambria"/>
              </a:rPr>
              <a:t> </a:t>
            </a:r>
            <a:r>
              <a:rPr sz="1800" dirty="0">
                <a:latin typeface="Cambria"/>
                <a:cs typeface="Cambria"/>
              </a:rPr>
              <a:t>means</a:t>
            </a:r>
            <a:r>
              <a:rPr sz="1800" spc="140" dirty="0">
                <a:latin typeface="Cambria"/>
                <a:cs typeface="Cambria"/>
              </a:rPr>
              <a:t> </a:t>
            </a:r>
            <a:r>
              <a:rPr sz="1800" dirty="0">
                <a:latin typeface="Cambria"/>
                <a:cs typeface="Cambria"/>
              </a:rPr>
              <a:t>reducing</a:t>
            </a:r>
            <a:r>
              <a:rPr sz="1800" spc="145" dirty="0">
                <a:latin typeface="Cambria"/>
                <a:cs typeface="Cambria"/>
              </a:rPr>
              <a:t> </a:t>
            </a:r>
            <a:r>
              <a:rPr sz="1800" spc="-25" dirty="0">
                <a:latin typeface="Cambria"/>
                <a:cs typeface="Cambria"/>
              </a:rPr>
              <a:t>the</a:t>
            </a:r>
            <a:endParaRPr sz="1800">
              <a:latin typeface="Cambria"/>
              <a:cs typeface="Cambria"/>
            </a:endParaRPr>
          </a:p>
          <a:p>
            <a:pPr marL="469900">
              <a:lnSpc>
                <a:spcPct val="100000"/>
              </a:lnSpc>
              <a:spcBef>
                <a:spcPts val="5"/>
              </a:spcBef>
            </a:pPr>
            <a:r>
              <a:rPr sz="1800" dirty="0">
                <a:latin typeface="Cambria"/>
                <a:cs typeface="Cambria"/>
              </a:rPr>
              <a:t>terminal</a:t>
            </a:r>
            <a:r>
              <a:rPr sz="1800" spc="-55" dirty="0">
                <a:latin typeface="Cambria"/>
                <a:cs typeface="Cambria"/>
              </a:rPr>
              <a:t> </a:t>
            </a:r>
            <a:r>
              <a:rPr sz="1800" dirty="0">
                <a:latin typeface="Cambria"/>
                <a:cs typeface="Cambria"/>
              </a:rPr>
              <a:t>symbol</a:t>
            </a:r>
            <a:r>
              <a:rPr sz="1800" spc="-40" dirty="0">
                <a:latin typeface="Cambria"/>
                <a:cs typeface="Cambria"/>
              </a:rPr>
              <a:t> </a:t>
            </a:r>
            <a:r>
              <a:rPr sz="1800" dirty="0">
                <a:latin typeface="Cambria"/>
                <a:cs typeface="Cambria"/>
              </a:rPr>
              <a:t>by</a:t>
            </a:r>
            <a:r>
              <a:rPr sz="1800" spc="-45" dirty="0">
                <a:latin typeface="Cambria"/>
                <a:cs typeface="Cambria"/>
              </a:rPr>
              <a:t> </a:t>
            </a:r>
            <a:r>
              <a:rPr sz="1800" spc="-10" dirty="0">
                <a:latin typeface="Cambria"/>
                <a:cs typeface="Cambria"/>
              </a:rPr>
              <a:t>equivalent</a:t>
            </a:r>
            <a:r>
              <a:rPr sz="1800" spc="-40" dirty="0">
                <a:latin typeface="Cambria"/>
                <a:cs typeface="Cambria"/>
              </a:rPr>
              <a:t> </a:t>
            </a:r>
            <a:r>
              <a:rPr sz="1800" dirty="0">
                <a:latin typeface="Cambria"/>
                <a:cs typeface="Cambria"/>
              </a:rPr>
              <a:t>non</a:t>
            </a:r>
            <a:r>
              <a:rPr sz="1800" spc="-65" dirty="0">
                <a:latin typeface="Cambria"/>
                <a:cs typeface="Cambria"/>
              </a:rPr>
              <a:t> </a:t>
            </a:r>
            <a:r>
              <a:rPr sz="1800" spc="-10" dirty="0">
                <a:latin typeface="Cambria"/>
                <a:cs typeface="Cambria"/>
              </a:rPr>
              <a:t>terminal.</a:t>
            </a:r>
            <a:endParaRPr sz="1800">
              <a:latin typeface="Cambria"/>
              <a:cs typeface="Cambria"/>
            </a:endParaRPr>
          </a:p>
          <a:p>
            <a:pPr marL="469900">
              <a:lnSpc>
                <a:spcPct val="100000"/>
              </a:lnSpc>
              <a:spcBef>
                <a:spcPts val="900"/>
              </a:spcBef>
            </a:pPr>
            <a:r>
              <a:rPr sz="1800" spc="-50" dirty="0">
                <a:latin typeface="Cambria"/>
                <a:cs typeface="Cambria"/>
              </a:rPr>
              <a:t>}</a:t>
            </a:r>
            <a:endParaRPr sz="1800">
              <a:latin typeface="Cambria"/>
              <a:cs typeface="Cambria"/>
            </a:endParaRPr>
          </a:p>
        </p:txBody>
      </p:sp>
      <p:sp>
        <p:nvSpPr>
          <p:cNvPr id="7" name="object 7"/>
          <p:cNvSpPr txBox="1"/>
          <p:nvPr/>
        </p:nvSpPr>
        <p:spPr>
          <a:xfrm>
            <a:off x="4080128" y="6024473"/>
            <a:ext cx="1558290" cy="299720"/>
          </a:xfrm>
          <a:prstGeom prst="rect">
            <a:avLst/>
          </a:prstGeom>
        </p:spPr>
        <p:txBody>
          <a:bodyPr vert="horz" wrap="square" lIns="0" tIns="12700" rIns="0" bIns="0" rtlCol="0">
            <a:spAutoFit/>
          </a:bodyPr>
          <a:lstStyle/>
          <a:p>
            <a:pPr marL="12700">
              <a:lnSpc>
                <a:spcPct val="100000"/>
              </a:lnSpc>
              <a:spcBef>
                <a:spcPts val="100"/>
              </a:spcBef>
              <a:tabLst>
                <a:tab pos="402590" algn="l"/>
              </a:tabLst>
            </a:pPr>
            <a:r>
              <a:rPr sz="1800" spc="-25" dirty="0">
                <a:latin typeface="Cambria"/>
                <a:cs typeface="Cambria"/>
              </a:rPr>
              <a:t>c)</a:t>
            </a:r>
            <a:r>
              <a:rPr sz="1800" dirty="0">
                <a:latin typeface="Cambria"/>
                <a:cs typeface="Cambria"/>
              </a:rPr>
              <a:t>	Else</a:t>
            </a:r>
            <a:r>
              <a:rPr sz="1800" spc="-10" dirty="0">
                <a:latin typeface="Cambria"/>
                <a:cs typeface="Cambria"/>
              </a:rPr>
              <a:t> error()</a:t>
            </a:r>
            <a:endParaRPr sz="1800">
              <a:latin typeface="Cambria"/>
              <a:cs typeface="Cambria"/>
            </a:endParaRPr>
          </a:p>
        </p:txBody>
      </p:sp>
      <p:graphicFrame>
        <p:nvGraphicFramePr>
          <p:cNvPr id="8" name="object 8"/>
          <p:cNvGraphicFramePr>
            <a:graphicFrameLocks noGrp="1"/>
          </p:cNvGraphicFramePr>
          <p:nvPr/>
        </p:nvGraphicFramePr>
        <p:xfrm>
          <a:off x="4954904" y="705230"/>
          <a:ext cx="4208780" cy="398145"/>
        </p:xfrm>
        <a:graphic>
          <a:graphicData uri="http://schemas.openxmlformats.org/drawingml/2006/table">
            <a:tbl>
              <a:tblPr firstRow="1" bandRow="1">
                <a:tableStyleId>{2D5ABB26-0587-4C30-8999-92F81FD0307C}</a:tableStyleId>
              </a:tblPr>
              <a:tblGrid>
                <a:gridCol w="588645">
                  <a:extLst>
                    <a:ext uri="{9D8B030D-6E8A-4147-A177-3AD203B41FA5}">
                      <a16:colId xmlns:a16="http://schemas.microsoft.com/office/drawing/2014/main" val="20000"/>
                    </a:ext>
                  </a:extLst>
                </a:gridCol>
                <a:gridCol w="588645">
                  <a:extLst>
                    <a:ext uri="{9D8B030D-6E8A-4147-A177-3AD203B41FA5}">
                      <a16:colId xmlns:a16="http://schemas.microsoft.com/office/drawing/2014/main" val="20001"/>
                    </a:ext>
                  </a:extLst>
                </a:gridCol>
                <a:gridCol w="588645">
                  <a:extLst>
                    <a:ext uri="{9D8B030D-6E8A-4147-A177-3AD203B41FA5}">
                      <a16:colId xmlns:a16="http://schemas.microsoft.com/office/drawing/2014/main" val="20002"/>
                    </a:ext>
                  </a:extLst>
                </a:gridCol>
                <a:gridCol w="588644">
                  <a:extLst>
                    <a:ext uri="{9D8B030D-6E8A-4147-A177-3AD203B41FA5}">
                      <a16:colId xmlns:a16="http://schemas.microsoft.com/office/drawing/2014/main" val="20003"/>
                    </a:ext>
                  </a:extLst>
                </a:gridCol>
                <a:gridCol w="588644">
                  <a:extLst>
                    <a:ext uri="{9D8B030D-6E8A-4147-A177-3AD203B41FA5}">
                      <a16:colId xmlns:a16="http://schemas.microsoft.com/office/drawing/2014/main" val="20004"/>
                    </a:ext>
                  </a:extLst>
                </a:gridCol>
                <a:gridCol w="588645">
                  <a:extLst>
                    <a:ext uri="{9D8B030D-6E8A-4147-A177-3AD203B41FA5}">
                      <a16:colId xmlns:a16="http://schemas.microsoft.com/office/drawing/2014/main" val="20005"/>
                    </a:ext>
                  </a:extLst>
                </a:gridCol>
                <a:gridCol w="588645">
                  <a:extLst>
                    <a:ext uri="{9D8B030D-6E8A-4147-A177-3AD203B41FA5}">
                      <a16:colId xmlns:a16="http://schemas.microsoft.com/office/drawing/2014/main" val="20006"/>
                    </a:ext>
                  </a:extLst>
                </a:gridCol>
              </a:tblGrid>
              <a:tr h="398145">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0"/>
                  </a:ext>
                </a:extLst>
              </a:tr>
            </a:tbl>
          </a:graphicData>
        </a:graphic>
      </p:graphicFrame>
      <p:sp>
        <p:nvSpPr>
          <p:cNvPr id="9" name="object 9"/>
          <p:cNvSpPr/>
          <p:nvPr/>
        </p:nvSpPr>
        <p:spPr>
          <a:xfrm>
            <a:off x="5259323" y="1231391"/>
            <a:ext cx="3124200" cy="208915"/>
          </a:xfrm>
          <a:custGeom>
            <a:avLst/>
            <a:gdLst/>
            <a:ahLst/>
            <a:cxnLst/>
            <a:rect l="l" t="t" r="r" b="b"/>
            <a:pathLst>
              <a:path w="3124200" h="208915">
                <a:moveTo>
                  <a:pt x="3124200" y="0"/>
                </a:moveTo>
                <a:lnTo>
                  <a:pt x="3122838" y="40636"/>
                </a:lnTo>
                <a:lnTo>
                  <a:pt x="3119120" y="73818"/>
                </a:lnTo>
                <a:lnTo>
                  <a:pt x="3113591" y="96190"/>
                </a:lnTo>
                <a:lnTo>
                  <a:pt x="3106801" y="104394"/>
                </a:lnTo>
                <a:lnTo>
                  <a:pt x="1579499" y="104394"/>
                </a:lnTo>
                <a:lnTo>
                  <a:pt x="1572708" y="112597"/>
                </a:lnTo>
                <a:lnTo>
                  <a:pt x="1567179" y="134969"/>
                </a:lnTo>
                <a:lnTo>
                  <a:pt x="1563461" y="168151"/>
                </a:lnTo>
                <a:lnTo>
                  <a:pt x="1562100" y="208787"/>
                </a:lnTo>
                <a:lnTo>
                  <a:pt x="1560738" y="168151"/>
                </a:lnTo>
                <a:lnTo>
                  <a:pt x="1557020" y="134969"/>
                </a:lnTo>
                <a:lnTo>
                  <a:pt x="1551491" y="112597"/>
                </a:lnTo>
                <a:lnTo>
                  <a:pt x="1544701" y="104394"/>
                </a:lnTo>
                <a:lnTo>
                  <a:pt x="17399" y="104394"/>
                </a:lnTo>
                <a:lnTo>
                  <a:pt x="10608" y="96190"/>
                </a:lnTo>
                <a:lnTo>
                  <a:pt x="5079" y="73818"/>
                </a:lnTo>
                <a:lnTo>
                  <a:pt x="1361" y="40636"/>
                </a:lnTo>
                <a:lnTo>
                  <a:pt x="0" y="0"/>
                </a:lnTo>
              </a:path>
            </a:pathLst>
          </a:custGeom>
          <a:ln w="9144">
            <a:solidFill>
              <a:srgbClr val="40B9D2"/>
            </a:solidFill>
          </a:ln>
        </p:spPr>
        <p:txBody>
          <a:bodyPr wrap="square" lIns="0" tIns="0" rIns="0" bIns="0" rtlCol="0"/>
          <a:lstStyle/>
          <a:p>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734060">
              <a:lnSpc>
                <a:spcPts val="3890"/>
              </a:lnSpc>
            </a:pPr>
            <a:r>
              <a:rPr sz="3600" b="1" spc="-10" dirty="0">
                <a:solidFill>
                  <a:srgbClr val="FFFFFF"/>
                </a:solidFill>
                <a:latin typeface="Cambria"/>
                <a:cs typeface="Cambria"/>
              </a:rPr>
              <a:t>Operator </a:t>
            </a:r>
            <a:r>
              <a:rPr sz="3600" b="1" spc="-75" dirty="0">
                <a:solidFill>
                  <a:srgbClr val="FFFFFF"/>
                </a:solidFill>
                <a:latin typeface="Cambria"/>
                <a:cs typeface="Cambria"/>
              </a:rPr>
              <a:t>Precedence </a:t>
            </a:r>
            <a:r>
              <a:rPr sz="3600" b="1" spc="-10" dirty="0">
                <a:solidFill>
                  <a:srgbClr val="FFFFFF"/>
                </a:solidFill>
                <a:latin typeface="Cambria"/>
                <a:cs typeface="Cambria"/>
              </a:rPr>
              <a:t>Parsing</a:t>
            </a:r>
            <a:endParaRPr sz="3600">
              <a:latin typeface="Cambria"/>
              <a:cs typeface="Cambria"/>
            </a:endParaRPr>
          </a:p>
        </p:txBody>
      </p:sp>
      <p:sp>
        <p:nvSpPr>
          <p:cNvPr id="3" name="object 3"/>
          <p:cNvSpPr txBox="1"/>
          <p:nvPr/>
        </p:nvSpPr>
        <p:spPr>
          <a:xfrm>
            <a:off x="4491990" y="613028"/>
            <a:ext cx="172593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E</a:t>
            </a:r>
            <a:r>
              <a:rPr sz="1800" dirty="0">
                <a:latin typeface="Wingdings"/>
                <a:cs typeface="Wingdings"/>
              </a:rPr>
              <a:t></a:t>
            </a:r>
            <a:r>
              <a:rPr sz="1800" spc="-70" dirty="0">
                <a:latin typeface="Times New Roman"/>
                <a:cs typeface="Times New Roman"/>
              </a:rPr>
              <a:t> </a:t>
            </a:r>
            <a:r>
              <a:rPr sz="1800" dirty="0">
                <a:latin typeface="Cambria"/>
                <a:cs typeface="Cambria"/>
              </a:rPr>
              <a:t>E+E</a:t>
            </a:r>
            <a:r>
              <a:rPr sz="1800" spc="-20" dirty="0">
                <a:latin typeface="Cambria"/>
                <a:cs typeface="Cambria"/>
              </a:rPr>
              <a:t> </a:t>
            </a:r>
            <a:r>
              <a:rPr sz="1800" dirty="0">
                <a:latin typeface="Cambria"/>
                <a:cs typeface="Cambria"/>
              </a:rPr>
              <a:t>|</a:t>
            </a:r>
            <a:r>
              <a:rPr sz="1800" spc="-15" dirty="0">
                <a:latin typeface="Cambria"/>
                <a:cs typeface="Cambria"/>
              </a:rPr>
              <a:t> </a:t>
            </a:r>
            <a:r>
              <a:rPr sz="1800" dirty="0">
                <a:latin typeface="Cambria"/>
                <a:cs typeface="Cambria"/>
              </a:rPr>
              <a:t>E*E</a:t>
            </a:r>
            <a:r>
              <a:rPr sz="1800" spc="-5" dirty="0">
                <a:latin typeface="Cambria"/>
                <a:cs typeface="Cambria"/>
              </a:rPr>
              <a:t> </a:t>
            </a:r>
            <a:r>
              <a:rPr sz="1800" dirty="0">
                <a:latin typeface="Cambria"/>
                <a:cs typeface="Cambria"/>
              </a:rPr>
              <a:t>|</a:t>
            </a:r>
            <a:r>
              <a:rPr sz="1800" spc="-10" dirty="0">
                <a:latin typeface="Cambria"/>
                <a:cs typeface="Cambria"/>
              </a:rPr>
              <a:t> </a:t>
            </a:r>
            <a:r>
              <a:rPr sz="1800" spc="-25" dirty="0">
                <a:latin typeface="Cambria"/>
                <a:cs typeface="Cambria"/>
              </a:rPr>
              <a:t>id</a:t>
            </a:r>
            <a:endParaRPr sz="1800">
              <a:latin typeface="Cambria"/>
              <a:cs typeface="Cambria"/>
            </a:endParaRPr>
          </a:p>
        </p:txBody>
      </p:sp>
      <p:graphicFrame>
        <p:nvGraphicFramePr>
          <p:cNvPr id="4" name="object 4"/>
          <p:cNvGraphicFramePr>
            <a:graphicFrameLocks noGrp="1"/>
          </p:cNvGraphicFramePr>
          <p:nvPr/>
        </p:nvGraphicFramePr>
        <p:xfrm>
          <a:off x="5085460" y="1289050"/>
          <a:ext cx="3665220" cy="1888489"/>
        </p:xfrm>
        <a:graphic>
          <a:graphicData uri="http://schemas.openxmlformats.org/drawingml/2006/table">
            <a:tbl>
              <a:tblPr firstRow="1" bandRow="1">
                <a:tableStyleId>{2D5ABB26-0587-4C30-8999-92F81FD0307C}</a:tableStyleId>
              </a:tblPr>
              <a:tblGrid>
                <a:gridCol w="715010">
                  <a:extLst>
                    <a:ext uri="{9D8B030D-6E8A-4147-A177-3AD203B41FA5}">
                      <a16:colId xmlns:a16="http://schemas.microsoft.com/office/drawing/2014/main" val="20000"/>
                    </a:ext>
                  </a:extLst>
                </a:gridCol>
                <a:gridCol w="715010">
                  <a:extLst>
                    <a:ext uri="{9D8B030D-6E8A-4147-A177-3AD203B41FA5}">
                      <a16:colId xmlns:a16="http://schemas.microsoft.com/office/drawing/2014/main" val="20001"/>
                    </a:ext>
                  </a:extLst>
                </a:gridCol>
                <a:gridCol w="715009">
                  <a:extLst>
                    <a:ext uri="{9D8B030D-6E8A-4147-A177-3AD203B41FA5}">
                      <a16:colId xmlns:a16="http://schemas.microsoft.com/office/drawing/2014/main" val="20002"/>
                    </a:ext>
                  </a:extLst>
                </a:gridCol>
                <a:gridCol w="715010">
                  <a:extLst>
                    <a:ext uri="{9D8B030D-6E8A-4147-A177-3AD203B41FA5}">
                      <a16:colId xmlns:a16="http://schemas.microsoft.com/office/drawing/2014/main" val="20003"/>
                    </a:ext>
                  </a:extLst>
                </a:gridCol>
                <a:gridCol w="715010">
                  <a:extLst>
                    <a:ext uri="{9D8B030D-6E8A-4147-A177-3AD203B41FA5}">
                      <a16:colId xmlns:a16="http://schemas.microsoft.com/office/drawing/2014/main" val="20004"/>
                    </a:ext>
                  </a:extLst>
                </a:gridCol>
              </a:tblGrid>
              <a:tr h="370205">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88265">
                        <a:lnSpc>
                          <a:spcPct val="100000"/>
                        </a:lnSpc>
                        <a:spcBef>
                          <a:spcPts val="240"/>
                        </a:spcBef>
                      </a:pPr>
                      <a:r>
                        <a:rPr sz="1800" b="1" spc="-25" dirty="0">
                          <a:latin typeface="Corbel"/>
                          <a:cs typeface="Corbel"/>
                        </a:rPr>
                        <a:t>id</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88265">
                        <a:lnSpc>
                          <a:spcPct val="100000"/>
                        </a:lnSpc>
                        <a:spcBef>
                          <a:spcPts val="240"/>
                        </a:spcBef>
                      </a:pPr>
                      <a:r>
                        <a:rPr sz="1800" b="1" spc="-50" dirty="0">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88265">
                        <a:lnSpc>
                          <a:spcPct val="100000"/>
                        </a:lnSpc>
                        <a:spcBef>
                          <a:spcPts val="240"/>
                        </a:spcBef>
                      </a:pPr>
                      <a:r>
                        <a:rPr sz="1800" b="1" spc="-50" dirty="0">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88265">
                        <a:lnSpc>
                          <a:spcPct val="100000"/>
                        </a:lnSpc>
                        <a:spcBef>
                          <a:spcPts val="240"/>
                        </a:spcBef>
                      </a:pPr>
                      <a:r>
                        <a:rPr sz="1800" b="1" spc="-50" dirty="0">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0"/>
                  </a:ext>
                </a:extLst>
              </a:tr>
              <a:tr h="378460">
                <a:tc>
                  <a:txBody>
                    <a:bodyPr/>
                    <a:lstStyle/>
                    <a:p>
                      <a:pPr marL="95885">
                        <a:lnSpc>
                          <a:spcPct val="100000"/>
                        </a:lnSpc>
                        <a:spcBef>
                          <a:spcPts val="305"/>
                        </a:spcBef>
                      </a:pPr>
                      <a:r>
                        <a:rPr sz="1800" b="1" spc="-25" dirty="0">
                          <a:latin typeface="Corbel"/>
                          <a:cs typeface="Corbel"/>
                        </a:rPr>
                        <a:t>id</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4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05"/>
                        </a:spcBef>
                      </a:pPr>
                      <a:r>
                        <a:rPr sz="1800" b="1" spc="-25" dirty="0">
                          <a:latin typeface="Corbel"/>
                          <a:cs typeface="Corbel"/>
                        </a:rPr>
                        <a:t>.&gt;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05"/>
                        </a:spcBef>
                      </a:pPr>
                      <a:r>
                        <a:rPr sz="1800" b="1" spc="-25" dirty="0">
                          <a:latin typeface="Corbel"/>
                          <a:cs typeface="Corbel"/>
                        </a:rPr>
                        <a:t>.&gt;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05"/>
                        </a:spcBef>
                      </a:pPr>
                      <a:r>
                        <a:rPr sz="1800" b="1" spc="-25" dirty="0">
                          <a:latin typeface="Corbel"/>
                          <a:cs typeface="Corbel"/>
                        </a:rPr>
                        <a:t>.&gt;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1"/>
                  </a:ext>
                </a:extLst>
              </a:tr>
              <a:tr h="379730">
                <a:tc>
                  <a:txBody>
                    <a:bodyPr/>
                    <a:lstStyle/>
                    <a:p>
                      <a:pPr marL="95885">
                        <a:lnSpc>
                          <a:spcPct val="100000"/>
                        </a:lnSpc>
                        <a:spcBef>
                          <a:spcPts val="320"/>
                        </a:spcBef>
                      </a:pPr>
                      <a:r>
                        <a:rPr sz="1800" b="1" spc="-50" dirty="0">
                          <a:latin typeface="Corbel"/>
                          <a:cs typeface="Corbel"/>
                        </a:rPr>
                        <a: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20"/>
                        </a:spcBef>
                      </a:pPr>
                      <a:r>
                        <a:rPr sz="1800" b="1" spc="-25" dirty="0">
                          <a:latin typeface="Corbel"/>
                          <a:cs typeface="Corbel"/>
                        </a:rPr>
                        <a:t>&lt;.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20"/>
                        </a:spcBef>
                      </a:pPr>
                      <a:r>
                        <a:rPr sz="1800" b="1" spc="-25" dirty="0">
                          <a:latin typeface="Corbel"/>
                          <a:cs typeface="Corbel"/>
                        </a:rPr>
                        <a:t>.&gt;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20"/>
                        </a:spcBef>
                      </a:pPr>
                      <a:r>
                        <a:rPr sz="1800" b="1" spc="-25" dirty="0">
                          <a:latin typeface="Corbel"/>
                          <a:cs typeface="Corbel"/>
                        </a:rPr>
                        <a:t>&lt;.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20"/>
                        </a:spcBef>
                      </a:pPr>
                      <a:r>
                        <a:rPr sz="1800" b="1" spc="-25" dirty="0">
                          <a:latin typeface="Corbel"/>
                          <a:cs typeface="Corbel"/>
                        </a:rPr>
                        <a:t>.&gt;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2"/>
                  </a:ext>
                </a:extLst>
              </a:tr>
              <a:tr h="378460">
                <a:tc>
                  <a:txBody>
                    <a:bodyPr/>
                    <a:lstStyle/>
                    <a:p>
                      <a:pPr marL="102870">
                        <a:lnSpc>
                          <a:spcPct val="100000"/>
                        </a:lnSpc>
                        <a:spcBef>
                          <a:spcPts val="305"/>
                        </a:spcBef>
                      </a:pPr>
                      <a:r>
                        <a:rPr sz="1800" b="1" spc="-50" dirty="0">
                          <a:latin typeface="Corbel"/>
                          <a:cs typeface="Corbel"/>
                        </a:rPr>
                        <a: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3505">
                        <a:lnSpc>
                          <a:spcPct val="100000"/>
                        </a:lnSpc>
                        <a:spcBef>
                          <a:spcPts val="305"/>
                        </a:spcBef>
                      </a:pPr>
                      <a:r>
                        <a:rPr sz="1800" b="1" spc="-25" dirty="0">
                          <a:latin typeface="Corbel"/>
                          <a:cs typeface="Corbel"/>
                        </a:rPr>
                        <a:t>&lt;.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2870">
                        <a:lnSpc>
                          <a:spcPct val="100000"/>
                        </a:lnSpc>
                        <a:spcBef>
                          <a:spcPts val="305"/>
                        </a:spcBef>
                      </a:pPr>
                      <a:r>
                        <a:rPr sz="1800" b="1" spc="-25" dirty="0">
                          <a:latin typeface="Corbel"/>
                          <a:cs typeface="Corbel"/>
                        </a:rPr>
                        <a:t>.&gt;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3505">
                        <a:lnSpc>
                          <a:spcPct val="100000"/>
                        </a:lnSpc>
                        <a:spcBef>
                          <a:spcPts val="305"/>
                        </a:spcBef>
                      </a:pPr>
                      <a:r>
                        <a:rPr sz="1800" b="1" spc="-25" dirty="0">
                          <a:latin typeface="Corbel"/>
                          <a:cs typeface="Corbel"/>
                        </a:rPr>
                        <a:t>.&gt;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3505">
                        <a:lnSpc>
                          <a:spcPct val="100000"/>
                        </a:lnSpc>
                        <a:spcBef>
                          <a:spcPts val="305"/>
                        </a:spcBef>
                      </a:pPr>
                      <a:r>
                        <a:rPr sz="1800" b="1" spc="-25" dirty="0">
                          <a:latin typeface="Corbel"/>
                          <a:cs typeface="Corbel"/>
                        </a:rPr>
                        <a:t>.&gt;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3"/>
                  </a:ext>
                </a:extLst>
              </a:tr>
              <a:tr h="381635">
                <a:tc>
                  <a:txBody>
                    <a:bodyPr/>
                    <a:lstStyle/>
                    <a:p>
                      <a:pPr marL="113664">
                        <a:lnSpc>
                          <a:spcPct val="100000"/>
                        </a:lnSpc>
                        <a:spcBef>
                          <a:spcPts val="330"/>
                        </a:spcBef>
                      </a:pPr>
                      <a:r>
                        <a:rPr sz="1800" b="1" spc="-50" dirty="0">
                          <a:latin typeface="Corbel"/>
                          <a:cs typeface="Corbel"/>
                        </a:rPr>
                        <a:t>$</a:t>
                      </a:r>
                      <a:endParaRPr sz="1800">
                        <a:latin typeface="Corbel"/>
                        <a:cs typeface="Corbel"/>
                      </a:endParaRPr>
                    </a:p>
                  </a:txBody>
                  <a:tcPr marL="0" marR="0" marT="4191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13664">
                        <a:lnSpc>
                          <a:spcPct val="100000"/>
                        </a:lnSpc>
                        <a:spcBef>
                          <a:spcPts val="330"/>
                        </a:spcBef>
                      </a:pPr>
                      <a:r>
                        <a:rPr sz="1800" b="1" spc="-25" dirty="0">
                          <a:latin typeface="Corbel"/>
                          <a:cs typeface="Corbel"/>
                        </a:rPr>
                        <a:t>&lt;.</a:t>
                      </a:r>
                      <a:endParaRPr sz="1800">
                        <a:latin typeface="Corbel"/>
                        <a:cs typeface="Corbel"/>
                      </a:endParaRPr>
                    </a:p>
                  </a:txBody>
                  <a:tcPr marL="0" marR="0" marT="4191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13664">
                        <a:lnSpc>
                          <a:spcPct val="100000"/>
                        </a:lnSpc>
                        <a:spcBef>
                          <a:spcPts val="330"/>
                        </a:spcBef>
                      </a:pPr>
                      <a:r>
                        <a:rPr sz="1800" b="1" spc="-25" dirty="0">
                          <a:latin typeface="Corbel"/>
                          <a:cs typeface="Corbel"/>
                        </a:rPr>
                        <a:t>&lt;.</a:t>
                      </a:r>
                      <a:endParaRPr sz="1800">
                        <a:latin typeface="Corbel"/>
                        <a:cs typeface="Corbel"/>
                      </a:endParaRPr>
                    </a:p>
                  </a:txBody>
                  <a:tcPr marL="0" marR="0" marT="4191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14300">
                        <a:lnSpc>
                          <a:spcPct val="100000"/>
                        </a:lnSpc>
                        <a:spcBef>
                          <a:spcPts val="330"/>
                        </a:spcBef>
                      </a:pPr>
                      <a:r>
                        <a:rPr sz="1800" b="1" spc="-25" dirty="0">
                          <a:latin typeface="Corbel"/>
                          <a:cs typeface="Corbel"/>
                        </a:rPr>
                        <a:t>&lt;.</a:t>
                      </a:r>
                      <a:endParaRPr sz="1800">
                        <a:latin typeface="Corbel"/>
                        <a:cs typeface="Corbel"/>
                      </a:endParaRPr>
                    </a:p>
                  </a:txBody>
                  <a:tcPr marL="0" marR="0" marT="4191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4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734060">
              <a:lnSpc>
                <a:spcPts val="3890"/>
              </a:lnSpc>
            </a:pPr>
            <a:r>
              <a:rPr sz="3600" b="1" spc="-10" dirty="0">
                <a:solidFill>
                  <a:srgbClr val="FFFFFF"/>
                </a:solidFill>
                <a:latin typeface="Cambria"/>
                <a:cs typeface="Cambria"/>
              </a:rPr>
              <a:t>Operator </a:t>
            </a:r>
            <a:r>
              <a:rPr sz="3600" b="1" spc="-75" dirty="0">
                <a:solidFill>
                  <a:srgbClr val="FFFFFF"/>
                </a:solidFill>
                <a:latin typeface="Cambria"/>
                <a:cs typeface="Cambria"/>
              </a:rPr>
              <a:t>Precedence </a:t>
            </a:r>
            <a:r>
              <a:rPr sz="3600" b="1" spc="-10" dirty="0">
                <a:solidFill>
                  <a:srgbClr val="FFFFFF"/>
                </a:solidFill>
                <a:latin typeface="Cambria"/>
                <a:cs typeface="Cambria"/>
              </a:rPr>
              <a:t>Parsing</a:t>
            </a:r>
            <a:endParaRPr sz="3600">
              <a:latin typeface="Cambria"/>
              <a:cs typeface="Cambria"/>
            </a:endParaRPr>
          </a:p>
        </p:txBody>
      </p:sp>
      <p:graphicFrame>
        <p:nvGraphicFramePr>
          <p:cNvPr id="3" name="object 3"/>
          <p:cNvGraphicFramePr>
            <a:graphicFrameLocks noGrp="1"/>
          </p:cNvGraphicFramePr>
          <p:nvPr/>
        </p:nvGraphicFramePr>
        <p:xfrm>
          <a:off x="3663315" y="939521"/>
          <a:ext cx="7992109" cy="3954144"/>
        </p:xfrm>
        <a:graphic>
          <a:graphicData uri="http://schemas.openxmlformats.org/drawingml/2006/table">
            <a:tbl>
              <a:tblPr firstRow="1" bandRow="1">
                <a:tableStyleId>{2D5ABB26-0587-4C30-8999-92F81FD0307C}</a:tableStyleId>
              </a:tblPr>
              <a:tblGrid>
                <a:gridCol w="1697355">
                  <a:extLst>
                    <a:ext uri="{9D8B030D-6E8A-4147-A177-3AD203B41FA5}">
                      <a16:colId xmlns:a16="http://schemas.microsoft.com/office/drawing/2014/main" val="20000"/>
                    </a:ext>
                  </a:extLst>
                </a:gridCol>
                <a:gridCol w="2955924">
                  <a:extLst>
                    <a:ext uri="{9D8B030D-6E8A-4147-A177-3AD203B41FA5}">
                      <a16:colId xmlns:a16="http://schemas.microsoft.com/office/drawing/2014/main" val="20001"/>
                    </a:ext>
                  </a:extLst>
                </a:gridCol>
                <a:gridCol w="1595754">
                  <a:extLst>
                    <a:ext uri="{9D8B030D-6E8A-4147-A177-3AD203B41FA5}">
                      <a16:colId xmlns:a16="http://schemas.microsoft.com/office/drawing/2014/main" val="20002"/>
                    </a:ext>
                  </a:extLst>
                </a:gridCol>
                <a:gridCol w="1666875">
                  <a:extLst>
                    <a:ext uri="{9D8B030D-6E8A-4147-A177-3AD203B41FA5}">
                      <a16:colId xmlns:a16="http://schemas.microsoft.com/office/drawing/2014/main" val="20003"/>
                    </a:ext>
                  </a:extLst>
                </a:gridCol>
              </a:tblGrid>
              <a:tr h="453390">
                <a:tc>
                  <a:txBody>
                    <a:bodyPr/>
                    <a:lstStyle/>
                    <a:p>
                      <a:pPr marL="31750">
                        <a:lnSpc>
                          <a:spcPts val="2305"/>
                        </a:lnSpc>
                      </a:pPr>
                      <a:r>
                        <a:rPr sz="2000" spc="-10" dirty="0">
                          <a:latin typeface="Cambria"/>
                          <a:cs typeface="Cambria"/>
                        </a:rPr>
                        <a:t>Stack</a:t>
                      </a:r>
                      <a:endParaRPr sz="2000">
                        <a:latin typeface="Cambria"/>
                        <a:cs typeface="Cambria"/>
                      </a:endParaRPr>
                    </a:p>
                  </a:txBody>
                  <a:tcPr marL="0" marR="0" marT="0" marB="0"/>
                </a:tc>
                <a:tc>
                  <a:txBody>
                    <a:bodyPr/>
                    <a:lstStyle/>
                    <a:p>
                      <a:pPr marL="1077595">
                        <a:lnSpc>
                          <a:spcPts val="2305"/>
                        </a:lnSpc>
                      </a:pPr>
                      <a:r>
                        <a:rPr sz="2000" spc="-10" dirty="0">
                          <a:latin typeface="Cambria"/>
                          <a:cs typeface="Cambria"/>
                        </a:rPr>
                        <a:t>Input</a:t>
                      </a:r>
                      <a:endParaRPr sz="2000">
                        <a:latin typeface="Cambria"/>
                        <a:cs typeface="Cambria"/>
                      </a:endParaRPr>
                    </a:p>
                  </a:txBody>
                  <a:tcPr marL="0" marR="0" marT="0" marB="0"/>
                </a:tc>
                <a:tc>
                  <a:txBody>
                    <a:bodyPr/>
                    <a:lstStyle/>
                    <a:p>
                      <a:pPr marL="865505">
                        <a:lnSpc>
                          <a:spcPts val="2305"/>
                        </a:lnSpc>
                      </a:pPr>
                      <a:r>
                        <a:rPr sz="2000" spc="-10" dirty="0">
                          <a:latin typeface="Cambria"/>
                          <a:cs typeface="Cambria"/>
                        </a:rPr>
                        <a:t>Action</a:t>
                      </a:r>
                      <a:endParaRPr sz="2000">
                        <a:latin typeface="Cambria"/>
                        <a:cs typeface="Cambria"/>
                      </a:endParaRPr>
                    </a:p>
                  </a:txBody>
                  <a:tcPr marL="0" marR="0" marT="0" marB="0"/>
                </a:tc>
                <a:tc>
                  <a:txBody>
                    <a:bodyPr/>
                    <a:lstStyle/>
                    <a:p>
                      <a:pPr>
                        <a:lnSpc>
                          <a:spcPct val="100000"/>
                        </a:lnSpc>
                      </a:pPr>
                      <a:endParaRPr sz="2100">
                        <a:latin typeface="Times New Roman"/>
                        <a:cs typeface="Times New Roman"/>
                      </a:endParaRPr>
                    </a:p>
                  </a:txBody>
                  <a:tcPr marL="0" marR="0" marT="0" marB="0"/>
                </a:tc>
                <a:extLst>
                  <a:ext uri="{0D108BD9-81ED-4DB2-BD59-A6C34878D82A}">
                    <a16:rowId xmlns:a16="http://schemas.microsoft.com/office/drawing/2014/main" val="10000"/>
                  </a:ext>
                </a:extLst>
              </a:tr>
              <a:tr h="457200">
                <a:tc>
                  <a:txBody>
                    <a:bodyPr/>
                    <a:lstStyle/>
                    <a:p>
                      <a:pPr marL="31750">
                        <a:lnSpc>
                          <a:spcPts val="2370"/>
                        </a:lnSpc>
                        <a:spcBef>
                          <a:spcPts val="1130"/>
                        </a:spcBef>
                      </a:pPr>
                      <a:r>
                        <a:rPr sz="2000" spc="-50" dirty="0">
                          <a:latin typeface="Cambria"/>
                          <a:cs typeface="Cambria"/>
                        </a:rPr>
                        <a:t>$</a:t>
                      </a:r>
                      <a:endParaRPr sz="2000">
                        <a:latin typeface="Cambria"/>
                        <a:cs typeface="Cambria"/>
                      </a:endParaRPr>
                    </a:p>
                  </a:txBody>
                  <a:tcPr marL="0" marR="0" marT="143510" marB="0"/>
                </a:tc>
                <a:tc>
                  <a:txBody>
                    <a:bodyPr/>
                    <a:lstStyle/>
                    <a:p>
                      <a:pPr marL="1077595">
                        <a:lnSpc>
                          <a:spcPts val="2370"/>
                        </a:lnSpc>
                        <a:spcBef>
                          <a:spcPts val="1130"/>
                        </a:spcBef>
                      </a:pPr>
                      <a:r>
                        <a:rPr sz="2000" spc="-10" dirty="0">
                          <a:latin typeface="Cambria"/>
                          <a:cs typeface="Cambria"/>
                        </a:rPr>
                        <a:t>id+id*id$</a:t>
                      </a:r>
                      <a:endParaRPr sz="2000">
                        <a:latin typeface="Cambria"/>
                        <a:cs typeface="Cambria"/>
                      </a:endParaRPr>
                    </a:p>
                  </a:txBody>
                  <a:tcPr marL="0" marR="0" marT="143510" marB="0"/>
                </a:tc>
                <a:tc>
                  <a:txBody>
                    <a:bodyPr/>
                    <a:lstStyle/>
                    <a:p>
                      <a:pPr marL="865505">
                        <a:lnSpc>
                          <a:spcPts val="2370"/>
                        </a:lnSpc>
                        <a:spcBef>
                          <a:spcPts val="1130"/>
                        </a:spcBef>
                      </a:pPr>
                      <a:r>
                        <a:rPr sz="2000" dirty="0">
                          <a:latin typeface="Cambria"/>
                          <a:cs typeface="Cambria"/>
                        </a:rPr>
                        <a:t>$&lt;.</a:t>
                      </a:r>
                      <a:r>
                        <a:rPr sz="2000" spc="-30" dirty="0">
                          <a:latin typeface="Cambria"/>
                          <a:cs typeface="Cambria"/>
                        </a:rPr>
                        <a:t> </a:t>
                      </a:r>
                      <a:r>
                        <a:rPr sz="2000" spc="-25" dirty="0">
                          <a:latin typeface="Cambria"/>
                          <a:cs typeface="Cambria"/>
                        </a:rPr>
                        <a:t>id</a:t>
                      </a:r>
                      <a:endParaRPr sz="2000">
                        <a:latin typeface="Cambria"/>
                        <a:cs typeface="Cambria"/>
                      </a:endParaRPr>
                    </a:p>
                  </a:txBody>
                  <a:tcPr marL="0" marR="0" marT="143510" marB="0"/>
                </a:tc>
                <a:tc>
                  <a:txBody>
                    <a:bodyPr/>
                    <a:lstStyle/>
                    <a:p>
                      <a:pPr marL="26034">
                        <a:lnSpc>
                          <a:spcPts val="2370"/>
                        </a:lnSpc>
                        <a:spcBef>
                          <a:spcPts val="1130"/>
                        </a:spcBef>
                      </a:pPr>
                      <a:r>
                        <a:rPr sz="2000" spc="-10" dirty="0">
                          <a:latin typeface="Cambria"/>
                          <a:cs typeface="Cambria"/>
                        </a:rPr>
                        <a:t>Shift</a:t>
                      </a:r>
                      <a:endParaRPr sz="2000">
                        <a:latin typeface="Cambria"/>
                        <a:cs typeface="Cambria"/>
                      </a:endParaRPr>
                    </a:p>
                  </a:txBody>
                  <a:tcPr marL="0" marR="0" marT="143510" marB="0"/>
                </a:tc>
                <a:extLst>
                  <a:ext uri="{0D108BD9-81ED-4DB2-BD59-A6C34878D82A}">
                    <a16:rowId xmlns:a16="http://schemas.microsoft.com/office/drawing/2014/main" val="10001"/>
                  </a:ext>
                </a:extLst>
              </a:tr>
              <a:tr h="911225">
                <a:tc>
                  <a:txBody>
                    <a:bodyPr/>
                    <a:lstStyle/>
                    <a:p>
                      <a:pPr marL="31750">
                        <a:lnSpc>
                          <a:spcPts val="2330"/>
                        </a:lnSpc>
                      </a:pPr>
                      <a:r>
                        <a:rPr sz="2000" spc="-25" dirty="0">
                          <a:latin typeface="Cambria"/>
                          <a:cs typeface="Cambria"/>
                        </a:rPr>
                        <a:t>$id</a:t>
                      </a:r>
                      <a:endParaRPr sz="2000">
                        <a:latin typeface="Cambria"/>
                        <a:cs typeface="Cambria"/>
                      </a:endParaRPr>
                    </a:p>
                    <a:p>
                      <a:pPr marL="31750">
                        <a:lnSpc>
                          <a:spcPct val="100000"/>
                        </a:lnSpc>
                      </a:pPr>
                      <a:r>
                        <a:rPr sz="2000" spc="-50" dirty="0">
                          <a:latin typeface="Cambria"/>
                          <a:cs typeface="Cambria"/>
                        </a:rPr>
                        <a:t>$</a:t>
                      </a:r>
                      <a:endParaRPr sz="2000">
                        <a:latin typeface="Cambria"/>
                        <a:cs typeface="Cambria"/>
                      </a:endParaRPr>
                    </a:p>
                    <a:p>
                      <a:pPr marL="31750">
                        <a:lnSpc>
                          <a:spcPts val="2345"/>
                        </a:lnSpc>
                      </a:pPr>
                      <a:r>
                        <a:rPr sz="2000" spc="-25" dirty="0">
                          <a:latin typeface="Cambria"/>
                          <a:cs typeface="Cambria"/>
                        </a:rPr>
                        <a:t>$+</a:t>
                      </a:r>
                      <a:endParaRPr sz="2000">
                        <a:latin typeface="Cambria"/>
                        <a:cs typeface="Cambria"/>
                      </a:endParaRPr>
                    </a:p>
                  </a:txBody>
                  <a:tcPr marL="0" marR="0" marT="0" marB="0"/>
                </a:tc>
                <a:tc>
                  <a:txBody>
                    <a:bodyPr/>
                    <a:lstStyle/>
                    <a:p>
                      <a:pPr marL="1270" algn="ctr">
                        <a:lnSpc>
                          <a:spcPts val="2330"/>
                        </a:lnSpc>
                      </a:pPr>
                      <a:r>
                        <a:rPr sz="2000" spc="-10" dirty="0">
                          <a:latin typeface="Cambria"/>
                          <a:cs typeface="Cambria"/>
                        </a:rPr>
                        <a:t>+id*id$</a:t>
                      </a:r>
                      <a:endParaRPr sz="2000">
                        <a:latin typeface="Cambria"/>
                        <a:cs typeface="Cambria"/>
                      </a:endParaRPr>
                    </a:p>
                    <a:p>
                      <a:pPr marL="1077595" marR="1068705" algn="ctr">
                        <a:lnSpc>
                          <a:spcPct val="100000"/>
                        </a:lnSpc>
                      </a:pPr>
                      <a:r>
                        <a:rPr sz="2000" spc="-10" dirty="0">
                          <a:latin typeface="Cambria"/>
                          <a:cs typeface="Cambria"/>
                        </a:rPr>
                        <a:t>+id*id$ id*id$</a:t>
                      </a:r>
                      <a:endParaRPr sz="2000">
                        <a:latin typeface="Cambria"/>
                        <a:cs typeface="Cambria"/>
                      </a:endParaRPr>
                    </a:p>
                  </a:txBody>
                  <a:tcPr marL="0" marR="0" marT="0" marB="0"/>
                </a:tc>
                <a:tc>
                  <a:txBody>
                    <a:bodyPr/>
                    <a:lstStyle/>
                    <a:p>
                      <a:pPr marL="865505" marR="177165" algn="just">
                        <a:lnSpc>
                          <a:spcPts val="2400"/>
                        </a:lnSpc>
                      </a:pPr>
                      <a:r>
                        <a:rPr sz="2000" spc="-10" dirty="0">
                          <a:latin typeface="Cambria"/>
                          <a:cs typeface="Cambria"/>
                        </a:rPr>
                        <a:t>id.&gt;+ Shift Shift</a:t>
                      </a:r>
                      <a:endParaRPr sz="2000">
                        <a:latin typeface="Cambria"/>
                        <a:cs typeface="Cambria"/>
                      </a:endParaRPr>
                    </a:p>
                  </a:txBody>
                  <a:tcPr marL="0" marR="0" marT="0" marB="0"/>
                </a:tc>
                <a:tc>
                  <a:txBody>
                    <a:bodyPr/>
                    <a:lstStyle/>
                    <a:p>
                      <a:pPr marL="38735">
                        <a:lnSpc>
                          <a:spcPts val="2330"/>
                        </a:lnSpc>
                      </a:pPr>
                      <a:r>
                        <a:rPr sz="2000" dirty="0">
                          <a:latin typeface="Cambria"/>
                          <a:cs typeface="Cambria"/>
                        </a:rPr>
                        <a:t>Reduce</a:t>
                      </a:r>
                      <a:r>
                        <a:rPr sz="2000" spc="-70" dirty="0">
                          <a:latin typeface="Cambria"/>
                          <a:cs typeface="Cambria"/>
                        </a:rPr>
                        <a:t> </a:t>
                      </a:r>
                      <a:r>
                        <a:rPr sz="2000" spc="-20" dirty="0">
                          <a:latin typeface="Cambria"/>
                          <a:cs typeface="Cambria"/>
                        </a:rPr>
                        <a:t>E</a:t>
                      </a:r>
                      <a:r>
                        <a:rPr sz="2000" spc="-20" dirty="0">
                          <a:latin typeface="Wingdings"/>
                          <a:cs typeface="Wingdings"/>
                        </a:rPr>
                        <a:t></a:t>
                      </a:r>
                      <a:r>
                        <a:rPr sz="2000" spc="-20" dirty="0">
                          <a:latin typeface="Cambria"/>
                          <a:cs typeface="Cambria"/>
                        </a:rPr>
                        <a:t>id</a:t>
                      </a:r>
                      <a:endParaRPr sz="2000">
                        <a:latin typeface="Cambria"/>
                        <a:cs typeface="Cambria"/>
                      </a:endParaRPr>
                    </a:p>
                  </a:txBody>
                  <a:tcPr marL="0" marR="0" marT="0" marB="0"/>
                </a:tc>
                <a:extLst>
                  <a:ext uri="{0D108BD9-81ED-4DB2-BD59-A6C34878D82A}">
                    <a16:rowId xmlns:a16="http://schemas.microsoft.com/office/drawing/2014/main" val="10002"/>
                  </a:ext>
                </a:extLst>
              </a:tr>
              <a:tr h="307340">
                <a:tc>
                  <a:txBody>
                    <a:bodyPr/>
                    <a:lstStyle/>
                    <a:p>
                      <a:pPr marL="31750">
                        <a:lnSpc>
                          <a:spcPts val="2275"/>
                        </a:lnSpc>
                      </a:pPr>
                      <a:r>
                        <a:rPr sz="2000" spc="-20" dirty="0">
                          <a:latin typeface="Cambria"/>
                          <a:cs typeface="Cambria"/>
                        </a:rPr>
                        <a:t>$+id</a:t>
                      </a:r>
                      <a:endParaRPr sz="2000">
                        <a:latin typeface="Cambria"/>
                        <a:cs typeface="Cambria"/>
                      </a:endParaRPr>
                    </a:p>
                  </a:txBody>
                  <a:tcPr marL="0" marR="0" marT="0" marB="0"/>
                </a:tc>
                <a:tc>
                  <a:txBody>
                    <a:bodyPr/>
                    <a:lstStyle/>
                    <a:p>
                      <a:pPr marL="1077595">
                        <a:lnSpc>
                          <a:spcPts val="2275"/>
                        </a:lnSpc>
                      </a:pPr>
                      <a:r>
                        <a:rPr sz="2000" spc="-20" dirty="0">
                          <a:latin typeface="Cambria"/>
                          <a:cs typeface="Cambria"/>
                        </a:rPr>
                        <a:t>*id$</a:t>
                      </a:r>
                      <a:endParaRPr sz="2000">
                        <a:latin typeface="Cambria"/>
                        <a:cs typeface="Cambria"/>
                      </a:endParaRPr>
                    </a:p>
                  </a:txBody>
                  <a:tcPr marL="0" marR="0" marT="0" marB="0"/>
                </a:tc>
                <a:tc gridSpan="2">
                  <a:txBody>
                    <a:bodyPr/>
                    <a:lstStyle/>
                    <a:p>
                      <a:pPr marL="865505">
                        <a:lnSpc>
                          <a:spcPts val="2275"/>
                        </a:lnSpc>
                      </a:pPr>
                      <a:r>
                        <a:rPr sz="2000" dirty="0">
                          <a:latin typeface="Cambria"/>
                          <a:cs typeface="Cambria"/>
                        </a:rPr>
                        <a:t>id</a:t>
                      </a:r>
                      <a:r>
                        <a:rPr sz="2000" spc="-25" dirty="0">
                          <a:latin typeface="Cambria"/>
                          <a:cs typeface="Cambria"/>
                        </a:rPr>
                        <a:t> </a:t>
                      </a:r>
                      <a:r>
                        <a:rPr sz="2000" dirty="0">
                          <a:latin typeface="Cambria"/>
                          <a:cs typeface="Cambria"/>
                        </a:rPr>
                        <a:t>.&gt;</a:t>
                      </a:r>
                      <a:r>
                        <a:rPr sz="2000" spc="-10" dirty="0">
                          <a:latin typeface="Cambria"/>
                          <a:cs typeface="Cambria"/>
                        </a:rPr>
                        <a:t> </a:t>
                      </a:r>
                      <a:r>
                        <a:rPr sz="2000" dirty="0">
                          <a:latin typeface="Cambria"/>
                          <a:cs typeface="Cambria"/>
                        </a:rPr>
                        <a:t>*</a:t>
                      </a:r>
                      <a:r>
                        <a:rPr sz="2000" spc="-25" dirty="0">
                          <a:latin typeface="Cambria"/>
                          <a:cs typeface="Cambria"/>
                        </a:rPr>
                        <a:t> </a:t>
                      </a:r>
                      <a:r>
                        <a:rPr sz="2000" dirty="0">
                          <a:latin typeface="Cambria"/>
                          <a:cs typeface="Cambria"/>
                        </a:rPr>
                        <a:t>Reduce</a:t>
                      </a:r>
                      <a:r>
                        <a:rPr sz="2000" spc="-45" dirty="0">
                          <a:latin typeface="Cambria"/>
                          <a:cs typeface="Cambria"/>
                        </a:rPr>
                        <a:t> </a:t>
                      </a:r>
                      <a:r>
                        <a:rPr sz="2000" spc="-20" dirty="0">
                          <a:latin typeface="Cambria"/>
                          <a:cs typeface="Cambria"/>
                        </a:rPr>
                        <a:t>E</a:t>
                      </a:r>
                      <a:r>
                        <a:rPr sz="2000" spc="-20" dirty="0">
                          <a:latin typeface="Wingdings"/>
                          <a:cs typeface="Wingdings"/>
                        </a:rPr>
                        <a:t></a:t>
                      </a:r>
                      <a:r>
                        <a:rPr sz="2000" spc="-20" dirty="0">
                          <a:latin typeface="Cambria"/>
                          <a:cs typeface="Cambria"/>
                        </a:rPr>
                        <a:t>id</a:t>
                      </a:r>
                      <a:endParaRPr sz="2000">
                        <a:latin typeface="Cambria"/>
                        <a:cs typeface="Cambria"/>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304800">
                <a:tc>
                  <a:txBody>
                    <a:bodyPr/>
                    <a:lstStyle/>
                    <a:p>
                      <a:pPr marL="31750">
                        <a:lnSpc>
                          <a:spcPts val="2300"/>
                        </a:lnSpc>
                      </a:pPr>
                      <a:r>
                        <a:rPr sz="2000" spc="-25" dirty="0">
                          <a:latin typeface="Cambria"/>
                          <a:cs typeface="Cambria"/>
                        </a:rPr>
                        <a:t>$+</a:t>
                      </a:r>
                      <a:endParaRPr sz="2000">
                        <a:latin typeface="Cambria"/>
                        <a:cs typeface="Cambria"/>
                      </a:endParaRPr>
                    </a:p>
                  </a:txBody>
                  <a:tcPr marL="0" marR="0" marT="0" marB="0"/>
                </a:tc>
                <a:tc>
                  <a:txBody>
                    <a:bodyPr/>
                    <a:lstStyle/>
                    <a:p>
                      <a:pPr marL="1077595">
                        <a:lnSpc>
                          <a:spcPts val="2300"/>
                        </a:lnSpc>
                      </a:pPr>
                      <a:r>
                        <a:rPr sz="2000" spc="-20" dirty="0">
                          <a:latin typeface="Cambria"/>
                          <a:cs typeface="Cambria"/>
                        </a:rPr>
                        <a:t>*id$</a:t>
                      </a:r>
                      <a:endParaRPr sz="2000">
                        <a:latin typeface="Cambria"/>
                        <a:cs typeface="Cambria"/>
                      </a:endParaRPr>
                    </a:p>
                  </a:txBody>
                  <a:tcPr marL="0" marR="0" marT="0" marB="0"/>
                </a:tc>
                <a:tc gridSpan="2">
                  <a:txBody>
                    <a:bodyPr/>
                    <a:lstStyle/>
                    <a:p>
                      <a:pPr marL="865505">
                        <a:lnSpc>
                          <a:spcPts val="2300"/>
                        </a:lnSpc>
                      </a:pPr>
                      <a:r>
                        <a:rPr sz="2000" spc="-10" dirty="0">
                          <a:latin typeface="Cambria"/>
                          <a:cs typeface="Cambria"/>
                        </a:rPr>
                        <a:t>Shift</a:t>
                      </a:r>
                      <a:endParaRPr sz="2000">
                        <a:latin typeface="Cambria"/>
                        <a:cs typeface="Cambria"/>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r h="304800">
                <a:tc>
                  <a:txBody>
                    <a:bodyPr/>
                    <a:lstStyle/>
                    <a:p>
                      <a:pPr marL="31750">
                        <a:lnSpc>
                          <a:spcPts val="2300"/>
                        </a:lnSpc>
                      </a:pPr>
                      <a:r>
                        <a:rPr sz="2000" spc="-25" dirty="0">
                          <a:latin typeface="Cambria"/>
                          <a:cs typeface="Cambria"/>
                        </a:rPr>
                        <a:t>$+*</a:t>
                      </a:r>
                      <a:endParaRPr sz="2000">
                        <a:latin typeface="Cambria"/>
                        <a:cs typeface="Cambria"/>
                      </a:endParaRPr>
                    </a:p>
                  </a:txBody>
                  <a:tcPr marL="0" marR="0" marT="0" marB="0"/>
                </a:tc>
                <a:tc>
                  <a:txBody>
                    <a:bodyPr/>
                    <a:lstStyle/>
                    <a:p>
                      <a:pPr marL="1077595">
                        <a:lnSpc>
                          <a:spcPts val="2300"/>
                        </a:lnSpc>
                      </a:pPr>
                      <a:r>
                        <a:rPr sz="2000" spc="-25" dirty="0">
                          <a:latin typeface="Cambria"/>
                          <a:cs typeface="Cambria"/>
                        </a:rPr>
                        <a:t>id$</a:t>
                      </a:r>
                      <a:endParaRPr sz="2000">
                        <a:latin typeface="Cambria"/>
                        <a:cs typeface="Cambria"/>
                      </a:endParaRPr>
                    </a:p>
                  </a:txBody>
                  <a:tcPr marL="0" marR="0" marT="0" marB="0"/>
                </a:tc>
                <a:tc gridSpan="2">
                  <a:txBody>
                    <a:bodyPr/>
                    <a:lstStyle/>
                    <a:p>
                      <a:pPr marL="865505">
                        <a:lnSpc>
                          <a:spcPts val="2300"/>
                        </a:lnSpc>
                      </a:pPr>
                      <a:r>
                        <a:rPr sz="2000" spc="-10" dirty="0">
                          <a:latin typeface="Cambria"/>
                          <a:cs typeface="Cambria"/>
                        </a:rPr>
                        <a:t>Shift</a:t>
                      </a:r>
                      <a:endParaRPr sz="2000">
                        <a:latin typeface="Cambria"/>
                        <a:cs typeface="Cambria"/>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r h="304800">
                <a:tc>
                  <a:txBody>
                    <a:bodyPr/>
                    <a:lstStyle/>
                    <a:p>
                      <a:pPr marL="31750">
                        <a:lnSpc>
                          <a:spcPts val="2300"/>
                        </a:lnSpc>
                      </a:pPr>
                      <a:r>
                        <a:rPr sz="2000" spc="-10" dirty="0">
                          <a:latin typeface="Cambria"/>
                          <a:cs typeface="Cambria"/>
                        </a:rPr>
                        <a:t>$+*id</a:t>
                      </a:r>
                      <a:endParaRPr sz="2000">
                        <a:latin typeface="Cambria"/>
                        <a:cs typeface="Cambria"/>
                      </a:endParaRPr>
                    </a:p>
                  </a:txBody>
                  <a:tcPr marL="0" marR="0" marT="0" marB="0"/>
                </a:tc>
                <a:tc>
                  <a:txBody>
                    <a:bodyPr/>
                    <a:lstStyle/>
                    <a:p>
                      <a:pPr marL="1077595">
                        <a:lnSpc>
                          <a:spcPts val="2300"/>
                        </a:lnSpc>
                      </a:pPr>
                      <a:r>
                        <a:rPr sz="2000" spc="-50" dirty="0">
                          <a:latin typeface="Cambria"/>
                          <a:cs typeface="Cambria"/>
                        </a:rPr>
                        <a:t>$</a:t>
                      </a:r>
                      <a:endParaRPr sz="2000">
                        <a:latin typeface="Cambria"/>
                        <a:cs typeface="Cambria"/>
                      </a:endParaRPr>
                    </a:p>
                  </a:txBody>
                  <a:tcPr marL="0" marR="0" marT="0" marB="0"/>
                </a:tc>
                <a:tc gridSpan="2">
                  <a:txBody>
                    <a:bodyPr/>
                    <a:lstStyle/>
                    <a:p>
                      <a:pPr marL="865505">
                        <a:lnSpc>
                          <a:spcPts val="2300"/>
                        </a:lnSpc>
                      </a:pPr>
                      <a:r>
                        <a:rPr sz="2000" dirty="0">
                          <a:latin typeface="Cambria"/>
                          <a:cs typeface="Cambria"/>
                        </a:rPr>
                        <a:t>id</a:t>
                      </a:r>
                      <a:r>
                        <a:rPr sz="2000" spc="-25" dirty="0">
                          <a:latin typeface="Cambria"/>
                          <a:cs typeface="Cambria"/>
                        </a:rPr>
                        <a:t> </a:t>
                      </a:r>
                      <a:r>
                        <a:rPr sz="2000" dirty="0">
                          <a:latin typeface="Cambria"/>
                          <a:cs typeface="Cambria"/>
                        </a:rPr>
                        <a:t>.&gt;</a:t>
                      </a:r>
                      <a:r>
                        <a:rPr sz="2000" spc="-5" dirty="0">
                          <a:latin typeface="Cambria"/>
                          <a:cs typeface="Cambria"/>
                        </a:rPr>
                        <a:t> </a:t>
                      </a:r>
                      <a:r>
                        <a:rPr sz="2000" dirty="0">
                          <a:latin typeface="Cambria"/>
                          <a:cs typeface="Cambria"/>
                        </a:rPr>
                        <a:t>$</a:t>
                      </a:r>
                      <a:r>
                        <a:rPr sz="2000" spc="-25" dirty="0">
                          <a:latin typeface="Cambria"/>
                          <a:cs typeface="Cambria"/>
                        </a:rPr>
                        <a:t> </a:t>
                      </a:r>
                      <a:r>
                        <a:rPr sz="2000" dirty="0">
                          <a:latin typeface="Cambria"/>
                          <a:cs typeface="Cambria"/>
                        </a:rPr>
                        <a:t>Reduce</a:t>
                      </a:r>
                      <a:r>
                        <a:rPr sz="2000" spc="-25" dirty="0">
                          <a:latin typeface="Cambria"/>
                          <a:cs typeface="Cambria"/>
                        </a:rPr>
                        <a:t> </a:t>
                      </a:r>
                      <a:r>
                        <a:rPr sz="2000" dirty="0">
                          <a:latin typeface="Cambria"/>
                          <a:cs typeface="Cambria"/>
                        </a:rPr>
                        <a:t>E</a:t>
                      </a:r>
                      <a:r>
                        <a:rPr sz="2000" dirty="0">
                          <a:latin typeface="Wingdings"/>
                          <a:cs typeface="Wingdings"/>
                        </a:rPr>
                        <a:t></a:t>
                      </a:r>
                      <a:r>
                        <a:rPr sz="2000" spc="-80" dirty="0">
                          <a:latin typeface="Times New Roman"/>
                          <a:cs typeface="Times New Roman"/>
                        </a:rPr>
                        <a:t> </a:t>
                      </a:r>
                      <a:r>
                        <a:rPr sz="2000" spc="-25" dirty="0">
                          <a:latin typeface="Cambria"/>
                          <a:cs typeface="Cambria"/>
                        </a:rPr>
                        <a:t>id</a:t>
                      </a:r>
                      <a:endParaRPr sz="2000">
                        <a:latin typeface="Cambria"/>
                        <a:cs typeface="Cambria"/>
                      </a:endParaRPr>
                    </a:p>
                  </a:txBody>
                  <a:tcPr marL="0" marR="0" marT="0" marB="0"/>
                </a:tc>
                <a:tc hMerge="1">
                  <a:txBody>
                    <a:bodyPr/>
                    <a:lstStyle/>
                    <a:p>
                      <a:endParaRPr/>
                    </a:p>
                  </a:txBody>
                  <a:tcPr marL="0" marR="0" marT="0" marB="0"/>
                </a:tc>
                <a:extLst>
                  <a:ext uri="{0D108BD9-81ED-4DB2-BD59-A6C34878D82A}">
                    <a16:rowId xmlns:a16="http://schemas.microsoft.com/office/drawing/2014/main" val="10006"/>
                  </a:ext>
                </a:extLst>
              </a:tr>
              <a:tr h="304165">
                <a:tc>
                  <a:txBody>
                    <a:bodyPr/>
                    <a:lstStyle/>
                    <a:p>
                      <a:pPr marL="31750">
                        <a:lnSpc>
                          <a:spcPts val="2300"/>
                        </a:lnSpc>
                      </a:pPr>
                      <a:r>
                        <a:rPr sz="2000" spc="-25" dirty="0">
                          <a:latin typeface="Cambria"/>
                          <a:cs typeface="Cambria"/>
                        </a:rPr>
                        <a:t>$+*</a:t>
                      </a:r>
                      <a:endParaRPr sz="2000">
                        <a:latin typeface="Cambria"/>
                        <a:cs typeface="Cambria"/>
                      </a:endParaRPr>
                    </a:p>
                  </a:txBody>
                  <a:tcPr marL="0" marR="0" marT="0" marB="0"/>
                </a:tc>
                <a:tc>
                  <a:txBody>
                    <a:bodyPr/>
                    <a:lstStyle/>
                    <a:p>
                      <a:pPr marL="1077595">
                        <a:lnSpc>
                          <a:spcPts val="2300"/>
                        </a:lnSpc>
                      </a:pPr>
                      <a:r>
                        <a:rPr sz="2000" spc="-50" dirty="0">
                          <a:latin typeface="Cambria"/>
                          <a:cs typeface="Cambria"/>
                        </a:rPr>
                        <a:t>$</a:t>
                      </a:r>
                      <a:endParaRPr sz="2000">
                        <a:latin typeface="Cambria"/>
                        <a:cs typeface="Cambria"/>
                      </a:endParaRPr>
                    </a:p>
                  </a:txBody>
                  <a:tcPr marL="0" marR="0" marT="0" marB="0"/>
                </a:tc>
                <a:tc gridSpan="2">
                  <a:txBody>
                    <a:bodyPr/>
                    <a:lstStyle/>
                    <a:p>
                      <a:pPr marL="865505">
                        <a:lnSpc>
                          <a:spcPts val="2300"/>
                        </a:lnSpc>
                        <a:tabLst>
                          <a:tab pos="1574165" algn="l"/>
                        </a:tabLst>
                      </a:pPr>
                      <a:r>
                        <a:rPr sz="2000" dirty="0">
                          <a:latin typeface="Cambria"/>
                          <a:cs typeface="Cambria"/>
                        </a:rPr>
                        <a:t>*.&gt;</a:t>
                      </a:r>
                      <a:r>
                        <a:rPr sz="2000" spc="-35" dirty="0">
                          <a:latin typeface="Cambria"/>
                          <a:cs typeface="Cambria"/>
                        </a:rPr>
                        <a:t> </a:t>
                      </a:r>
                      <a:r>
                        <a:rPr sz="2000" spc="-50" dirty="0">
                          <a:latin typeface="Cambria"/>
                          <a:cs typeface="Cambria"/>
                        </a:rPr>
                        <a:t>$</a:t>
                      </a:r>
                      <a:r>
                        <a:rPr sz="2000" dirty="0">
                          <a:latin typeface="Cambria"/>
                          <a:cs typeface="Cambria"/>
                        </a:rPr>
                        <a:t>	Reduce</a:t>
                      </a:r>
                      <a:r>
                        <a:rPr sz="2000" spc="-65" dirty="0">
                          <a:latin typeface="Cambria"/>
                          <a:cs typeface="Cambria"/>
                        </a:rPr>
                        <a:t> </a:t>
                      </a:r>
                      <a:r>
                        <a:rPr sz="2000" spc="-20" dirty="0">
                          <a:latin typeface="Cambria"/>
                          <a:cs typeface="Cambria"/>
                        </a:rPr>
                        <a:t>E</a:t>
                      </a:r>
                      <a:r>
                        <a:rPr sz="2000" spc="-20" dirty="0">
                          <a:latin typeface="Wingdings"/>
                          <a:cs typeface="Wingdings"/>
                        </a:rPr>
                        <a:t></a:t>
                      </a:r>
                      <a:r>
                        <a:rPr sz="2000" spc="-20" dirty="0">
                          <a:latin typeface="Cambria"/>
                          <a:cs typeface="Cambria"/>
                        </a:rPr>
                        <a:t>E*E</a:t>
                      </a:r>
                      <a:endParaRPr sz="2000">
                        <a:latin typeface="Cambria"/>
                        <a:cs typeface="Cambria"/>
                      </a:endParaRPr>
                    </a:p>
                  </a:txBody>
                  <a:tcPr marL="0" marR="0" marT="0" marB="0"/>
                </a:tc>
                <a:tc hMerge="1">
                  <a:txBody>
                    <a:bodyPr/>
                    <a:lstStyle/>
                    <a:p>
                      <a:endParaRPr/>
                    </a:p>
                  </a:txBody>
                  <a:tcPr marL="0" marR="0" marT="0" marB="0"/>
                </a:tc>
                <a:extLst>
                  <a:ext uri="{0D108BD9-81ED-4DB2-BD59-A6C34878D82A}">
                    <a16:rowId xmlns:a16="http://schemas.microsoft.com/office/drawing/2014/main" val="10007"/>
                  </a:ext>
                </a:extLst>
              </a:tr>
              <a:tr h="304800">
                <a:tc>
                  <a:txBody>
                    <a:bodyPr/>
                    <a:lstStyle/>
                    <a:p>
                      <a:pPr marL="31750">
                        <a:lnSpc>
                          <a:spcPts val="2305"/>
                        </a:lnSpc>
                      </a:pPr>
                      <a:r>
                        <a:rPr sz="2000" spc="-25" dirty="0">
                          <a:latin typeface="Cambria"/>
                          <a:cs typeface="Cambria"/>
                        </a:rPr>
                        <a:t>$+</a:t>
                      </a:r>
                      <a:endParaRPr sz="2000">
                        <a:latin typeface="Cambria"/>
                        <a:cs typeface="Cambria"/>
                      </a:endParaRPr>
                    </a:p>
                  </a:txBody>
                  <a:tcPr marL="0" marR="0" marT="0" marB="0"/>
                </a:tc>
                <a:tc>
                  <a:txBody>
                    <a:bodyPr/>
                    <a:lstStyle/>
                    <a:p>
                      <a:pPr marL="1077595">
                        <a:lnSpc>
                          <a:spcPts val="2305"/>
                        </a:lnSpc>
                      </a:pPr>
                      <a:r>
                        <a:rPr sz="2000" spc="-50" dirty="0">
                          <a:latin typeface="Cambria"/>
                          <a:cs typeface="Cambria"/>
                        </a:rPr>
                        <a:t>$</a:t>
                      </a:r>
                      <a:endParaRPr sz="2000">
                        <a:latin typeface="Cambria"/>
                        <a:cs typeface="Cambria"/>
                      </a:endParaRPr>
                    </a:p>
                  </a:txBody>
                  <a:tcPr marL="0" marR="0" marT="0" marB="0"/>
                </a:tc>
                <a:tc gridSpan="2">
                  <a:txBody>
                    <a:bodyPr/>
                    <a:lstStyle/>
                    <a:p>
                      <a:pPr marL="865505">
                        <a:lnSpc>
                          <a:spcPts val="2305"/>
                        </a:lnSpc>
                      </a:pPr>
                      <a:r>
                        <a:rPr sz="2000" dirty="0">
                          <a:latin typeface="Cambria"/>
                          <a:cs typeface="Cambria"/>
                        </a:rPr>
                        <a:t>+</a:t>
                      </a:r>
                      <a:r>
                        <a:rPr sz="2000" spc="-25" dirty="0">
                          <a:latin typeface="Cambria"/>
                          <a:cs typeface="Cambria"/>
                        </a:rPr>
                        <a:t> </a:t>
                      </a:r>
                      <a:r>
                        <a:rPr sz="2000" dirty="0">
                          <a:latin typeface="Cambria"/>
                          <a:cs typeface="Cambria"/>
                        </a:rPr>
                        <a:t>.&gt;</a:t>
                      </a:r>
                      <a:r>
                        <a:rPr sz="2000" spc="-10" dirty="0">
                          <a:latin typeface="Cambria"/>
                          <a:cs typeface="Cambria"/>
                        </a:rPr>
                        <a:t> </a:t>
                      </a:r>
                      <a:r>
                        <a:rPr sz="2000" dirty="0">
                          <a:latin typeface="Cambria"/>
                          <a:cs typeface="Cambria"/>
                        </a:rPr>
                        <a:t>$</a:t>
                      </a:r>
                      <a:r>
                        <a:rPr sz="2000" spc="-25" dirty="0">
                          <a:latin typeface="Cambria"/>
                          <a:cs typeface="Cambria"/>
                        </a:rPr>
                        <a:t> </a:t>
                      </a:r>
                      <a:r>
                        <a:rPr sz="2000" dirty="0">
                          <a:latin typeface="Cambria"/>
                          <a:cs typeface="Cambria"/>
                        </a:rPr>
                        <a:t>Reduce</a:t>
                      </a:r>
                      <a:r>
                        <a:rPr sz="2000" spc="-40" dirty="0">
                          <a:latin typeface="Cambria"/>
                          <a:cs typeface="Cambria"/>
                        </a:rPr>
                        <a:t> </a:t>
                      </a:r>
                      <a:r>
                        <a:rPr sz="2000" dirty="0">
                          <a:latin typeface="Cambria"/>
                          <a:cs typeface="Cambria"/>
                        </a:rPr>
                        <a:t>E</a:t>
                      </a:r>
                      <a:r>
                        <a:rPr sz="2000" dirty="0">
                          <a:latin typeface="Wingdings"/>
                          <a:cs typeface="Wingdings"/>
                        </a:rPr>
                        <a:t></a:t>
                      </a:r>
                      <a:r>
                        <a:rPr sz="2000" spc="-85" dirty="0">
                          <a:latin typeface="Times New Roman"/>
                          <a:cs typeface="Times New Roman"/>
                        </a:rPr>
                        <a:t> </a:t>
                      </a:r>
                      <a:r>
                        <a:rPr sz="2000" spc="-25" dirty="0">
                          <a:latin typeface="Cambria"/>
                          <a:cs typeface="Cambria"/>
                        </a:rPr>
                        <a:t>E+E</a:t>
                      </a:r>
                      <a:endParaRPr sz="2000">
                        <a:latin typeface="Cambria"/>
                        <a:cs typeface="Cambria"/>
                      </a:endParaRPr>
                    </a:p>
                  </a:txBody>
                  <a:tcPr marL="0" marR="0" marT="0" marB="0"/>
                </a:tc>
                <a:tc hMerge="1">
                  <a:txBody>
                    <a:bodyPr/>
                    <a:lstStyle/>
                    <a:p>
                      <a:endParaRPr/>
                    </a:p>
                  </a:txBody>
                  <a:tcPr marL="0" marR="0" marT="0" marB="0"/>
                </a:tc>
                <a:extLst>
                  <a:ext uri="{0D108BD9-81ED-4DB2-BD59-A6C34878D82A}">
                    <a16:rowId xmlns:a16="http://schemas.microsoft.com/office/drawing/2014/main" val="10008"/>
                  </a:ext>
                </a:extLst>
              </a:tr>
              <a:tr h="301625">
                <a:tc>
                  <a:txBody>
                    <a:bodyPr/>
                    <a:lstStyle/>
                    <a:p>
                      <a:pPr marL="31750">
                        <a:lnSpc>
                          <a:spcPts val="2275"/>
                        </a:lnSpc>
                      </a:pPr>
                      <a:r>
                        <a:rPr sz="2000" spc="-50" dirty="0">
                          <a:latin typeface="Cambria"/>
                          <a:cs typeface="Cambria"/>
                        </a:rPr>
                        <a:t>$</a:t>
                      </a:r>
                      <a:endParaRPr sz="2000">
                        <a:latin typeface="Cambria"/>
                        <a:cs typeface="Cambria"/>
                      </a:endParaRPr>
                    </a:p>
                  </a:txBody>
                  <a:tcPr marL="0" marR="0" marT="0" marB="0"/>
                </a:tc>
                <a:tc>
                  <a:txBody>
                    <a:bodyPr/>
                    <a:lstStyle/>
                    <a:p>
                      <a:pPr marL="1077595">
                        <a:lnSpc>
                          <a:spcPts val="2275"/>
                        </a:lnSpc>
                      </a:pPr>
                      <a:r>
                        <a:rPr sz="2000" spc="-50" dirty="0">
                          <a:latin typeface="Cambria"/>
                          <a:cs typeface="Cambria"/>
                        </a:rPr>
                        <a:t>$</a:t>
                      </a:r>
                      <a:endParaRPr sz="2000">
                        <a:latin typeface="Cambria"/>
                        <a:cs typeface="Cambria"/>
                      </a:endParaRPr>
                    </a:p>
                  </a:txBody>
                  <a:tcPr marL="0" marR="0" marT="0" marB="0"/>
                </a:tc>
                <a:tc gridSpan="2">
                  <a:txBody>
                    <a:bodyPr/>
                    <a:lstStyle/>
                    <a:p>
                      <a:pPr marL="865505">
                        <a:lnSpc>
                          <a:spcPts val="2275"/>
                        </a:lnSpc>
                      </a:pPr>
                      <a:r>
                        <a:rPr sz="2000" spc="-10" dirty="0">
                          <a:latin typeface="Cambria"/>
                          <a:cs typeface="Cambria"/>
                        </a:rPr>
                        <a:t>accept</a:t>
                      </a:r>
                      <a:endParaRPr sz="2000">
                        <a:latin typeface="Cambria"/>
                        <a:cs typeface="Cambria"/>
                      </a:endParaRPr>
                    </a:p>
                  </a:txBody>
                  <a:tcPr marL="0" marR="0" marT="0" marB="0"/>
                </a:tc>
                <a:tc hMerge="1">
                  <a:txBody>
                    <a:bodyPr/>
                    <a:lstStyle/>
                    <a:p>
                      <a:endParaRPr/>
                    </a:p>
                  </a:txBody>
                  <a:tcPr marL="0" marR="0" marT="0" marB="0"/>
                </a:tc>
                <a:extLst>
                  <a:ext uri="{0D108BD9-81ED-4DB2-BD59-A6C34878D82A}">
                    <a16:rowId xmlns:a16="http://schemas.microsoft.com/office/drawing/2014/main" val="10009"/>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734060">
              <a:lnSpc>
                <a:spcPts val="3890"/>
              </a:lnSpc>
            </a:pPr>
            <a:r>
              <a:rPr sz="3600" b="1" spc="-10" dirty="0">
                <a:solidFill>
                  <a:srgbClr val="FFFFFF"/>
                </a:solidFill>
                <a:latin typeface="Cambria"/>
                <a:cs typeface="Cambria"/>
              </a:rPr>
              <a:t>Operator </a:t>
            </a:r>
            <a:r>
              <a:rPr sz="3600" b="1" spc="-75" dirty="0">
                <a:solidFill>
                  <a:srgbClr val="FFFFFF"/>
                </a:solidFill>
                <a:latin typeface="Cambria"/>
                <a:cs typeface="Cambria"/>
              </a:rPr>
              <a:t>Precedence </a:t>
            </a:r>
            <a:r>
              <a:rPr sz="3600" b="1" spc="-10" dirty="0">
                <a:solidFill>
                  <a:srgbClr val="FFFFFF"/>
                </a:solidFill>
                <a:latin typeface="Cambria"/>
                <a:cs typeface="Cambria"/>
              </a:rPr>
              <a:t>Parsing</a:t>
            </a:r>
            <a:endParaRPr sz="3600">
              <a:latin typeface="Cambria"/>
              <a:cs typeface="Cambria"/>
            </a:endParaRPr>
          </a:p>
        </p:txBody>
      </p:sp>
      <p:sp>
        <p:nvSpPr>
          <p:cNvPr id="3" name="object 3"/>
          <p:cNvSpPr txBox="1"/>
          <p:nvPr/>
        </p:nvSpPr>
        <p:spPr>
          <a:xfrm>
            <a:off x="3682365" y="914145"/>
            <a:ext cx="463613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Cambria"/>
                <a:cs typeface="Cambria"/>
              </a:rPr>
              <a:t>Handle</a:t>
            </a:r>
            <a:r>
              <a:rPr sz="2000" spc="-60" dirty="0">
                <a:latin typeface="Cambria"/>
                <a:cs typeface="Cambria"/>
              </a:rPr>
              <a:t> </a:t>
            </a:r>
            <a:r>
              <a:rPr sz="2000" dirty="0">
                <a:latin typeface="Cambria"/>
                <a:cs typeface="Cambria"/>
              </a:rPr>
              <a:t>can</a:t>
            </a:r>
            <a:r>
              <a:rPr sz="2000" spc="-55" dirty="0">
                <a:latin typeface="Cambria"/>
                <a:cs typeface="Cambria"/>
              </a:rPr>
              <a:t> </a:t>
            </a:r>
            <a:r>
              <a:rPr sz="2000" dirty="0">
                <a:latin typeface="Cambria"/>
                <a:cs typeface="Cambria"/>
              </a:rPr>
              <a:t>be</a:t>
            </a:r>
            <a:r>
              <a:rPr sz="2000" spc="-35" dirty="0">
                <a:latin typeface="Cambria"/>
                <a:cs typeface="Cambria"/>
              </a:rPr>
              <a:t> </a:t>
            </a:r>
            <a:r>
              <a:rPr sz="2000" dirty="0">
                <a:latin typeface="Cambria"/>
                <a:cs typeface="Cambria"/>
              </a:rPr>
              <a:t>found</a:t>
            </a:r>
            <a:r>
              <a:rPr sz="2000" spc="-60" dirty="0">
                <a:latin typeface="Cambria"/>
                <a:cs typeface="Cambria"/>
              </a:rPr>
              <a:t> </a:t>
            </a:r>
            <a:r>
              <a:rPr sz="2000" dirty="0">
                <a:latin typeface="Cambria"/>
                <a:cs typeface="Cambria"/>
              </a:rPr>
              <a:t>by</a:t>
            </a:r>
            <a:r>
              <a:rPr sz="2000" spc="-30" dirty="0">
                <a:latin typeface="Cambria"/>
                <a:cs typeface="Cambria"/>
              </a:rPr>
              <a:t> </a:t>
            </a:r>
            <a:r>
              <a:rPr sz="2000" dirty="0">
                <a:latin typeface="Cambria"/>
                <a:cs typeface="Cambria"/>
              </a:rPr>
              <a:t>following</a:t>
            </a:r>
            <a:r>
              <a:rPr sz="2000" spc="-70" dirty="0">
                <a:latin typeface="Cambria"/>
                <a:cs typeface="Cambria"/>
              </a:rPr>
              <a:t> </a:t>
            </a:r>
            <a:r>
              <a:rPr sz="2000" dirty="0">
                <a:latin typeface="Cambria"/>
                <a:cs typeface="Cambria"/>
              </a:rPr>
              <a:t>process</a:t>
            </a:r>
            <a:r>
              <a:rPr sz="2000" spc="-50" dirty="0">
                <a:latin typeface="Cambria"/>
                <a:cs typeface="Cambria"/>
              </a:rPr>
              <a:t> :</a:t>
            </a:r>
            <a:endParaRPr sz="2000">
              <a:latin typeface="Cambria"/>
              <a:cs typeface="Cambria"/>
            </a:endParaRPr>
          </a:p>
        </p:txBody>
      </p:sp>
      <p:sp>
        <p:nvSpPr>
          <p:cNvPr id="4" name="object 4"/>
          <p:cNvSpPr txBox="1"/>
          <p:nvPr/>
        </p:nvSpPr>
        <p:spPr>
          <a:xfrm>
            <a:off x="3656965" y="1218945"/>
            <a:ext cx="6513195" cy="635635"/>
          </a:xfrm>
          <a:prstGeom prst="rect">
            <a:avLst/>
          </a:prstGeom>
        </p:spPr>
        <p:txBody>
          <a:bodyPr vert="horz" wrap="square" lIns="0" tIns="13335" rIns="0" bIns="0" rtlCol="0">
            <a:spAutoFit/>
          </a:bodyPr>
          <a:lstStyle/>
          <a:p>
            <a:pPr marL="495300" marR="43180" indent="-457834">
              <a:lnSpc>
                <a:spcPct val="100000"/>
              </a:lnSpc>
              <a:spcBef>
                <a:spcPts val="105"/>
              </a:spcBef>
              <a:tabLst>
                <a:tab pos="495300" algn="l"/>
              </a:tabLst>
            </a:pPr>
            <a:r>
              <a:rPr sz="2000" spc="-25" dirty="0">
                <a:latin typeface="Cambria"/>
                <a:cs typeface="Cambria"/>
              </a:rPr>
              <a:t>1)</a:t>
            </a:r>
            <a:r>
              <a:rPr sz="2000" dirty="0">
                <a:latin typeface="Cambria"/>
                <a:cs typeface="Cambria"/>
              </a:rPr>
              <a:t>	Scan</a:t>
            </a:r>
            <a:r>
              <a:rPr sz="2000" spc="-40" dirty="0">
                <a:latin typeface="Cambria"/>
                <a:cs typeface="Cambria"/>
              </a:rPr>
              <a:t> </a:t>
            </a:r>
            <a:r>
              <a:rPr sz="2000" dirty="0">
                <a:latin typeface="Cambria"/>
                <a:cs typeface="Cambria"/>
              </a:rPr>
              <a:t>the</a:t>
            </a:r>
            <a:r>
              <a:rPr sz="2000" spc="-45" dirty="0">
                <a:latin typeface="Cambria"/>
                <a:cs typeface="Cambria"/>
              </a:rPr>
              <a:t> </a:t>
            </a:r>
            <a:r>
              <a:rPr sz="2000" dirty="0">
                <a:latin typeface="Cambria"/>
                <a:cs typeface="Cambria"/>
              </a:rPr>
              <a:t>string</a:t>
            </a:r>
            <a:r>
              <a:rPr sz="2000" spc="-40" dirty="0">
                <a:latin typeface="Cambria"/>
                <a:cs typeface="Cambria"/>
              </a:rPr>
              <a:t> </a:t>
            </a:r>
            <a:r>
              <a:rPr sz="2000" dirty="0">
                <a:latin typeface="Cambria"/>
                <a:cs typeface="Cambria"/>
              </a:rPr>
              <a:t>from</a:t>
            </a:r>
            <a:r>
              <a:rPr sz="2000" spc="-45" dirty="0">
                <a:latin typeface="Cambria"/>
                <a:cs typeface="Cambria"/>
              </a:rPr>
              <a:t> </a:t>
            </a:r>
            <a:r>
              <a:rPr sz="2000" dirty="0">
                <a:latin typeface="Cambria"/>
                <a:cs typeface="Cambria"/>
              </a:rPr>
              <a:t>left</a:t>
            </a:r>
            <a:r>
              <a:rPr sz="2000" spc="-25" dirty="0">
                <a:latin typeface="Cambria"/>
                <a:cs typeface="Cambria"/>
              </a:rPr>
              <a:t> </a:t>
            </a:r>
            <a:r>
              <a:rPr sz="2000" dirty="0">
                <a:latin typeface="Cambria"/>
                <a:cs typeface="Cambria"/>
              </a:rPr>
              <a:t>end</a:t>
            </a:r>
            <a:r>
              <a:rPr sz="2000" spc="-15" dirty="0">
                <a:latin typeface="Cambria"/>
                <a:cs typeface="Cambria"/>
              </a:rPr>
              <a:t> </a:t>
            </a:r>
            <a:r>
              <a:rPr sz="2000" dirty="0">
                <a:latin typeface="Cambria"/>
                <a:cs typeface="Cambria"/>
              </a:rPr>
              <a:t>until</a:t>
            </a:r>
            <a:r>
              <a:rPr sz="2000" spc="-40" dirty="0">
                <a:latin typeface="Cambria"/>
                <a:cs typeface="Cambria"/>
              </a:rPr>
              <a:t> </a:t>
            </a:r>
            <a:r>
              <a:rPr sz="2000" dirty="0">
                <a:latin typeface="Cambria"/>
                <a:cs typeface="Cambria"/>
              </a:rPr>
              <a:t>the</a:t>
            </a:r>
            <a:r>
              <a:rPr sz="2000" spc="-30" dirty="0">
                <a:latin typeface="Cambria"/>
                <a:cs typeface="Cambria"/>
              </a:rPr>
              <a:t> </a:t>
            </a:r>
            <a:r>
              <a:rPr sz="2000" dirty="0">
                <a:latin typeface="Cambria"/>
                <a:cs typeface="Cambria"/>
              </a:rPr>
              <a:t>1</a:t>
            </a:r>
            <a:r>
              <a:rPr sz="1950" baseline="25641" dirty="0">
                <a:latin typeface="Cambria"/>
                <a:cs typeface="Cambria"/>
              </a:rPr>
              <a:t>st</a:t>
            </a:r>
            <a:r>
              <a:rPr sz="1950" spc="202" baseline="25641" dirty="0">
                <a:latin typeface="Cambria"/>
                <a:cs typeface="Cambria"/>
              </a:rPr>
              <a:t> </a:t>
            </a:r>
            <a:r>
              <a:rPr sz="2000" dirty="0">
                <a:latin typeface="Cambria"/>
                <a:cs typeface="Cambria"/>
              </a:rPr>
              <a:t>greater</a:t>
            </a:r>
            <a:r>
              <a:rPr sz="2000" spc="-55" dirty="0">
                <a:latin typeface="Cambria"/>
                <a:cs typeface="Cambria"/>
              </a:rPr>
              <a:t> </a:t>
            </a:r>
            <a:r>
              <a:rPr sz="2000" dirty="0">
                <a:latin typeface="Cambria"/>
                <a:cs typeface="Cambria"/>
              </a:rPr>
              <a:t>than</a:t>
            </a:r>
            <a:r>
              <a:rPr sz="2000" spc="-35" dirty="0">
                <a:latin typeface="Cambria"/>
                <a:cs typeface="Cambria"/>
              </a:rPr>
              <a:t> </a:t>
            </a:r>
            <a:r>
              <a:rPr sz="2000" spc="-25" dirty="0">
                <a:latin typeface="Cambria"/>
                <a:cs typeface="Cambria"/>
              </a:rPr>
              <a:t>is </a:t>
            </a:r>
            <a:r>
              <a:rPr sz="2000" spc="-10" dirty="0">
                <a:latin typeface="Cambria"/>
                <a:cs typeface="Cambria"/>
              </a:rPr>
              <a:t>encountered.</a:t>
            </a:r>
            <a:endParaRPr sz="2000">
              <a:latin typeface="Cambria"/>
              <a:cs typeface="Cambria"/>
            </a:endParaRPr>
          </a:p>
        </p:txBody>
      </p:sp>
      <p:sp>
        <p:nvSpPr>
          <p:cNvPr id="5" name="object 5"/>
          <p:cNvSpPr txBox="1"/>
          <p:nvPr/>
        </p:nvSpPr>
        <p:spPr>
          <a:xfrm>
            <a:off x="3682365" y="2133726"/>
            <a:ext cx="7531100" cy="635635"/>
          </a:xfrm>
          <a:prstGeom prst="rect">
            <a:avLst/>
          </a:prstGeom>
        </p:spPr>
        <p:txBody>
          <a:bodyPr vert="horz" wrap="square" lIns="0" tIns="13335" rIns="0" bIns="0" rtlCol="0">
            <a:spAutoFit/>
          </a:bodyPr>
          <a:lstStyle/>
          <a:p>
            <a:pPr marL="469900" marR="5080" indent="-457834">
              <a:lnSpc>
                <a:spcPct val="100000"/>
              </a:lnSpc>
              <a:spcBef>
                <a:spcPts val="105"/>
              </a:spcBef>
              <a:tabLst>
                <a:tab pos="469900" algn="l"/>
              </a:tabLst>
            </a:pPr>
            <a:r>
              <a:rPr sz="2000" spc="-25" dirty="0">
                <a:latin typeface="Cambria"/>
                <a:cs typeface="Cambria"/>
              </a:rPr>
              <a:t>2)</a:t>
            </a:r>
            <a:r>
              <a:rPr sz="2000" dirty="0">
                <a:latin typeface="Cambria"/>
                <a:cs typeface="Cambria"/>
              </a:rPr>
              <a:t>	Then</a:t>
            </a:r>
            <a:r>
              <a:rPr sz="2000" spc="-40" dirty="0">
                <a:latin typeface="Cambria"/>
                <a:cs typeface="Cambria"/>
              </a:rPr>
              <a:t> </a:t>
            </a:r>
            <a:r>
              <a:rPr sz="2000" dirty="0">
                <a:latin typeface="Cambria"/>
                <a:cs typeface="Cambria"/>
              </a:rPr>
              <a:t>scan</a:t>
            </a:r>
            <a:r>
              <a:rPr sz="2000" spc="-45" dirty="0">
                <a:latin typeface="Cambria"/>
                <a:cs typeface="Cambria"/>
              </a:rPr>
              <a:t> </a:t>
            </a:r>
            <a:r>
              <a:rPr sz="2000" spc="-10" dirty="0">
                <a:latin typeface="Cambria"/>
                <a:cs typeface="Cambria"/>
              </a:rPr>
              <a:t>backwards</a:t>
            </a:r>
            <a:r>
              <a:rPr sz="2000" spc="-50" dirty="0">
                <a:latin typeface="Cambria"/>
                <a:cs typeface="Cambria"/>
              </a:rPr>
              <a:t> </a:t>
            </a:r>
            <a:r>
              <a:rPr sz="2000" dirty="0">
                <a:latin typeface="Cambria"/>
                <a:cs typeface="Cambria"/>
              </a:rPr>
              <a:t>(to</a:t>
            </a:r>
            <a:r>
              <a:rPr sz="2000" spc="-40" dirty="0">
                <a:latin typeface="Cambria"/>
                <a:cs typeface="Cambria"/>
              </a:rPr>
              <a:t> </a:t>
            </a:r>
            <a:r>
              <a:rPr sz="2000" dirty="0">
                <a:latin typeface="Cambria"/>
                <a:cs typeface="Cambria"/>
              </a:rPr>
              <a:t>the</a:t>
            </a:r>
            <a:r>
              <a:rPr sz="2000" spc="-50" dirty="0">
                <a:latin typeface="Cambria"/>
                <a:cs typeface="Cambria"/>
              </a:rPr>
              <a:t> </a:t>
            </a:r>
            <a:r>
              <a:rPr sz="2000" dirty="0">
                <a:latin typeface="Cambria"/>
                <a:cs typeface="Cambria"/>
              </a:rPr>
              <a:t>left)</a:t>
            </a:r>
            <a:r>
              <a:rPr sz="2000" spc="-45" dirty="0">
                <a:latin typeface="Cambria"/>
                <a:cs typeface="Cambria"/>
              </a:rPr>
              <a:t> </a:t>
            </a:r>
            <a:r>
              <a:rPr sz="2000" dirty="0">
                <a:latin typeface="Cambria"/>
                <a:cs typeface="Cambria"/>
              </a:rPr>
              <a:t>over</a:t>
            </a:r>
            <a:r>
              <a:rPr sz="2000" spc="-50" dirty="0">
                <a:latin typeface="Cambria"/>
                <a:cs typeface="Cambria"/>
              </a:rPr>
              <a:t> </a:t>
            </a:r>
            <a:r>
              <a:rPr sz="2000" dirty="0">
                <a:latin typeface="Cambria"/>
                <a:cs typeface="Cambria"/>
              </a:rPr>
              <a:t>any</a:t>
            </a:r>
            <a:r>
              <a:rPr sz="2000" spc="-30" dirty="0">
                <a:latin typeface="Cambria"/>
                <a:cs typeface="Cambria"/>
              </a:rPr>
              <a:t> </a:t>
            </a:r>
            <a:r>
              <a:rPr sz="2000" dirty="0">
                <a:latin typeface="Cambria"/>
                <a:cs typeface="Cambria"/>
              </a:rPr>
              <a:t>equals</a:t>
            </a:r>
            <a:r>
              <a:rPr sz="2000" spc="-20" dirty="0">
                <a:latin typeface="Cambria"/>
                <a:cs typeface="Cambria"/>
              </a:rPr>
              <a:t> </a:t>
            </a:r>
            <a:r>
              <a:rPr sz="2000" dirty="0">
                <a:latin typeface="Cambria"/>
                <a:cs typeface="Cambria"/>
              </a:rPr>
              <a:t>to</a:t>
            </a:r>
            <a:r>
              <a:rPr sz="2000" spc="-45" dirty="0">
                <a:latin typeface="Cambria"/>
                <a:cs typeface="Cambria"/>
              </a:rPr>
              <a:t> </a:t>
            </a:r>
            <a:r>
              <a:rPr sz="2000" dirty="0">
                <a:latin typeface="Cambria"/>
                <a:cs typeface="Cambria"/>
              </a:rPr>
              <a:t>(=)</a:t>
            </a:r>
            <a:r>
              <a:rPr sz="2000" spc="-30" dirty="0">
                <a:latin typeface="Cambria"/>
                <a:cs typeface="Cambria"/>
              </a:rPr>
              <a:t> </a:t>
            </a:r>
            <a:r>
              <a:rPr sz="2000" dirty="0">
                <a:latin typeface="Cambria"/>
                <a:cs typeface="Cambria"/>
              </a:rPr>
              <a:t>until</a:t>
            </a:r>
            <a:r>
              <a:rPr sz="2000" spc="-50" dirty="0">
                <a:latin typeface="Cambria"/>
                <a:cs typeface="Cambria"/>
              </a:rPr>
              <a:t> </a:t>
            </a:r>
            <a:r>
              <a:rPr sz="2000" spc="-20" dirty="0">
                <a:latin typeface="Cambria"/>
                <a:cs typeface="Cambria"/>
              </a:rPr>
              <a:t>less </a:t>
            </a:r>
            <a:r>
              <a:rPr sz="2000" dirty="0">
                <a:latin typeface="Cambria"/>
                <a:cs typeface="Cambria"/>
              </a:rPr>
              <a:t>than</a:t>
            </a:r>
            <a:r>
              <a:rPr sz="2000" spc="-40" dirty="0">
                <a:latin typeface="Cambria"/>
                <a:cs typeface="Cambria"/>
              </a:rPr>
              <a:t> </a:t>
            </a:r>
            <a:r>
              <a:rPr sz="2000" dirty="0">
                <a:latin typeface="Cambria"/>
                <a:cs typeface="Cambria"/>
              </a:rPr>
              <a:t>is</a:t>
            </a:r>
            <a:r>
              <a:rPr sz="2000" spc="-20" dirty="0">
                <a:latin typeface="Cambria"/>
                <a:cs typeface="Cambria"/>
              </a:rPr>
              <a:t> </a:t>
            </a:r>
            <a:r>
              <a:rPr sz="2000" spc="-10" dirty="0">
                <a:latin typeface="Cambria"/>
                <a:cs typeface="Cambria"/>
              </a:rPr>
              <a:t>encountered.</a:t>
            </a:r>
            <a:endParaRPr sz="2000">
              <a:latin typeface="Cambria"/>
              <a:cs typeface="Cambria"/>
            </a:endParaRPr>
          </a:p>
        </p:txBody>
      </p:sp>
      <p:sp>
        <p:nvSpPr>
          <p:cNvPr id="6" name="object 6"/>
          <p:cNvSpPr txBox="1"/>
          <p:nvPr/>
        </p:nvSpPr>
        <p:spPr>
          <a:xfrm>
            <a:off x="3656965" y="3047822"/>
            <a:ext cx="7817484" cy="636270"/>
          </a:xfrm>
          <a:prstGeom prst="rect">
            <a:avLst/>
          </a:prstGeom>
        </p:spPr>
        <p:txBody>
          <a:bodyPr vert="horz" wrap="square" lIns="0" tIns="13335" rIns="0" bIns="0" rtlCol="0">
            <a:spAutoFit/>
          </a:bodyPr>
          <a:lstStyle/>
          <a:p>
            <a:pPr marL="38100">
              <a:lnSpc>
                <a:spcPct val="100000"/>
              </a:lnSpc>
              <a:spcBef>
                <a:spcPts val="105"/>
              </a:spcBef>
              <a:tabLst>
                <a:tab pos="495300" algn="l"/>
              </a:tabLst>
            </a:pPr>
            <a:r>
              <a:rPr sz="2000" spc="-25" dirty="0">
                <a:latin typeface="Cambria"/>
                <a:cs typeface="Cambria"/>
              </a:rPr>
              <a:t>3)</a:t>
            </a:r>
            <a:r>
              <a:rPr sz="2000" dirty="0">
                <a:latin typeface="Cambria"/>
                <a:cs typeface="Cambria"/>
              </a:rPr>
              <a:t>	The</a:t>
            </a:r>
            <a:r>
              <a:rPr sz="2000" spc="-35" dirty="0">
                <a:latin typeface="Cambria"/>
                <a:cs typeface="Cambria"/>
              </a:rPr>
              <a:t> </a:t>
            </a:r>
            <a:r>
              <a:rPr sz="2000" dirty="0">
                <a:latin typeface="Cambria"/>
                <a:cs typeface="Cambria"/>
              </a:rPr>
              <a:t>handle</a:t>
            </a:r>
            <a:r>
              <a:rPr sz="2000" spc="-40" dirty="0">
                <a:latin typeface="Cambria"/>
                <a:cs typeface="Cambria"/>
              </a:rPr>
              <a:t> </a:t>
            </a:r>
            <a:r>
              <a:rPr sz="2000" dirty="0">
                <a:latin typeface="Cambria"/>
                <a:cs typeface="Cambria"/>
              </a:rPr>
              <a:t>contains</a:t>
            </a:r>
            <a:r>
              <a:rPr sz="2000" spc="-40" dirty="0">
                <a:latin typeface="Cambria"/>
                <a:cs typeface="Cambria"/>
              </a:rPr>
              <a:t> </a:t>
            </a:r>
            <a:r>
              <a:rPr sz="2000" spc="-10" dirty="0">
                <a:latin typeface="Cambria"/>
                <a:cs typeface="Cambria"/>
              </a:rPr>
              <a:t>everything</a:t>
            </a:r>
            <a:r>
              <a:rPr sz="2000" spc="-25" dirty="0">
                <a:latin typeface="Cambria"/>
                <a:cs typeface="Cambria"/>
              </a:rPr>
              <a:t> </a:t>
            </a:r>
            <a:r>
              <a:rPr sz="2000" dirty="0">
                <a:latin typeface="Cambria"/>
                <a:cs typeface="Cambria"/>
              </a:rPr>
              <a:t>to</a:t>
            </a:r>
            <a:r>
              <a:rPr sz="2000" spc="-25" dirty="0">
                <a:latin typeface="Cambria"/>
                <a:cs typeface="Cambria"/>
              </a:rPr>
              <a:t> </a:t>
            </a:r>
            <a:r>
              <a:rPr sz="2000" dirty="0">
                <a:latin typeface="Cambria"/>
                <a:cs typeface="Cambria"/>
              </a:rPr>
              <a:t>the</a:t>
            </a:r>
            <a:r>
              <a:rPr sz="2000" spc="-20" dirty="0">
                <a:latin typeface="Cambria"/>
                <a:cs typeface="Cambria"/>
              </a:rPr>
              <a:t> </a:t>
            </a:r>
            <a:r>
              <a:rPr sz="2000" dirty="0">
                <a:latin typeface="Cambria"/>
                <a:cs typeface="Cambria"/>
              </a:rPr>
              <a:t>left</a:t>
            </a:r>
            <a:r>
              <a:rPr sz="2000" spc="-35" dirty="0">
                <a:latin typeface="Cambria"/>
                <a:cs typeface="Cambria"/>
              </a:rPr>
              <a:t> </a:t>
            </a:r>
            <a:r>
              <a:rPr sz="2000" dirty="0">
                <a:latin typeface="Cambria"/>
                <a:cs typeface="Cambria"/>
              </a:rPr>
              <a:t>of</a:t>
            </a:r>
            <a:r>
              <a:rPr sz="2000" spc="-25" dirty="0">
                <a:latin typeface="Cambria"/>
                <a:cs typeface="Cambria"/>
              </a:rPr>
              <a:t> </a:t>
            </a:r>
            <a:r>
              <a:rPr sz="2000" dirty="0">
                <a:latin typeface="Cambria"/>
                <a:cs typeface="Cambria"/>
              </a:rPr>
              <a:t>1</a:t>
            </a:r>
            <a:r>
              <a:rPr sz="1950" baseline="25641" dirty="0">
                <a:latin typeface="Cambria"/>
                <a:cs typeface="Cambria"/>
              </a:rPr>
              <a:t>st</a:t>
            </a:r>
            <a:r>
              <a:rPr sz="1950" spc="232" baseline="25641" dirty="0">
                <a:latin typeface="Cambria"/>
                <a:cs typeface="Cambria"/>
              </a:rPr>
              <a:t> </a:t>
            </a:r>
            <a:r>
              <a:rPr sz="2000" dirty="0">
                <a:latin typeface="Cambria"/>
                <a:cs typeface="Cambria"/>
              </a:rPr>
              <a:t>&gt;</a:t>
            </a:r>
            <a:r>
              <a:rPr sz="2000" spc="-20" dirty="0">
                <a:latin typeface="Cambria"/>
                <a:cs typeface="Cambria"/>
              </a:rPr>
              <a:t> </a:t>
            </a:r>
            <a:r>
              <a:rPr sz="2000" dirty="0">
                <a:latin typeface="Cambria"/>
                <a:cs typeface="Cambria"/>
              </a:rPr>
              <a:t>and</a:t>
            </a:r>
            <a:r>
              <a:rPr sz="2000" spc="-30" dirty="0">
                <a:latin typeface="Cambria"/>
                <a:cs typeface="Cambria"/>
              </a:rPr>
              <a:t> </a:t>
            </a:r>
            <a:r>
              <a:rPr sz="2000" dirty="0">
                <a:latin typeface="Cambria"/>
                <a:cs typeface="Cambria"/>
              </a:rPr>
              <a:t>to</a:t>
            </a:r>
            <a:r>
              <a:rPr sz="2000" spc="-25" dirty="0">
                <a:latin typeface="Cambria"/>
                <a:cs typeface="Cambria"/>
              </a:rPr>
              <a:t> </a:t>
            </a:r>
            <a:r>
              <a:rPr sz="2000" dirty="0">
                <a:latin typeface="Cambria"/>
                <a:cs typeface="Cambria"/>
              </a:rPr>
              <a:t>the</a:t>
            </a:r>
            <a:r>
              <a:rPr sz="2000" spc="-20" dirty="0">
                <a:latin typeface="Cambria"/>
                <a:cs typeface="Cambria"/>
              </a:rPr>
              <a:t> </a:t>
            </a:r>
            <a:r>
              <a:rPr sz="2000" dirty="0">
                <a:latin typeface="Cambria"/>
                <a:cs typeface="Cambria"/>
              </a:rPr>
              <a:t>right</a:t>
            </a:r>
            <a:r>
              <a:rPr sz="2000" spc="-40" dirty="0">
                <a:latin typeface="Cambria"/>
                <a:cs typeface="Cambria"/>
              </a:rPr>
              <a:t> </a:t>
            </a:r>
            <a:r>
              <a:rPr sz="2000" spc="-25" dirty="0">
                <a:latin typeface="Cambria"/>
                <a:cs typeface="Cambria"/>
              </a:rPr>
              <a:t>of</a:t>
            </a:r>
            <a:endParaRPr sz="2000">
              <a:latin typeface="Cambria"/>
              <a:cs typeface="Cambria"/>
            </a:endParaRPr>
          </a:p>
          <a:p>
            <a:pPr marL="495300">
              <a:lnSpc>
                <a:spcPct val="100000"/>
              </a:lnSpc>
            </a:pPr>
            <a:r>
              <a:rPr sz="2000" dirty="0">
                <a:latin typeface="Cambria"/>
                <a:cs typeface="Cambria"/>
              </a:rPr>
              <a:t>&lt;</a:t>
            </a:r>
            <a:r>
              <a:rPr sz="2000" spc="-30" dirty="0">
                <a:latin typeface="Cambria"/>
                <a:cs typeface="Cambria"/>
              </a:rPr>
              <a:t> </a:t>
            </a:r>
            <a:r>
              <a:rPr sz="2000" spc="-10" dirty="0">
                <a:latin typeface="Cambria"/>
                <a:cs typeface="Cambria"/>
              </a:rPr>
              <a:t>encountered</a:t>
            </a:r>
            <a:r>
              <a:rPr sz="2000" spc="-55" dirty="0">
                <a:latin typeface="Cambria"/>
                <a:cs typeface="Cambria"/>
              </a:rPr>
              <a:t> </a:t>
            </a:r>
            <a:r>
              <a:rPr sz="2000" dirty="0">
                <a:latin typeface="Cambria"/>
                <a:cs typeface="Cambria"/>
              </a:rPr>
              <a:t>in</a:t>
            </a:r>
            <a:r>
              <a:rPr sz="2000" spc="-40" dirty="0">
                <a:latin typeface="Cambria"/>
                <a:cs typeface="Cambria"/>
              </a:rPr>
              <a:t> </a:t>
            </a:r>
            <a:r>
              <a:rPr sz="2000" dirty="0">
                <a:latin typeface="Cambria"/>
                <a:cs typeface="Cambria"/>
              </a:rPr>
              <a:t>step</a:t>
            </a:r>
            <a:r>
              <a:rPr sz="2000" spc="-40" dirty="0">
                <a:latin typeface="Cambria"/>
                <a:cs typeface="Cambria"/>
              </a:rPr>
              <a:t> </a:t>
            </a:r>
            <a:r>
              <a:rPr sz="2000" dirty="0">
                <a:latin typeface="Cambria"/>
                <a:cs typeface="Cambria"/>
              </a:rPr>
              <a:t>2.</a:t>
            </a:r>
            <a:r>
              <a:rPr sz="2000" spc="-20" dirty="0">
                <a:latin typeface="Cambria"/>
                <a:cs typeface="Cambria"/>
              </a:rPr>
              <a:t> </a:t>
            </a:r>
            <a:r>
              <a:rPr sz="2000" dirty="0">
                <a:latin typeface="Cambria"/>
                <a:cs typeface="Cambria"/>
              </a:rPr>
              <a:t>Including</a:t>
            </a:r>
            <a:r>
              <a:rPr sz="2000" spc="-40" dirty="0">
                <a:latin typeface="Cambria"/>
                <a:cs typeface="Cambria"/>
              </a:rPr>
              <a:t> </a:t>
            </a:r>
            <a:r>
              <a:rPr sz="2000" dirty="0">
                <a:latin typeface="Cambria"/>
                <a:cs typeface="Cambria"/>
              </a:rPr>
              <a:t>any</a:t>
            </a:r>
            <a:r>
              <a:rPr sz="2000" spc="-45" dirty="0">
                <a:latin typeface="Cambria"/>
                <a:cs typeface="Cambria"/>
              </a:rPr>
              <a:t> </a:t>
            </a:r>
            <a:r>
              <a:rPr sz="2000" dirty="0">
                <a:latin typeface="Cambria"/>
                <a:cs typeface="Cambria"/>
              </a:rPr>
              <a:t>surrounding</a:t>
            </a:r>
            <a:r>
              <a:rPr sz="2000" spc="-65" dirty="0">
                <a:latin typeface="Cambria"/>
                <a:cs typeface="Cambria"/>
              </a:rPr>
              <a:t> </a:t>
            </a:r>
            <a:r>
              <a:rPr sz="2000" dirty="0">
                <a:latin typeface="Cambria"/>
                <a:cs typeface="Cambria"/>
              </a:rPr>
              <a:t>non</a:t>
            </a:r>
            <a:r>
              <a:rPr sz="2000" spc="-45" dirty="0">
                <a:latin typeface="Cambria"/>
                <a:cs typeface="Cambria"/>
              </a:rPr>
              <a:t> </a:t>
            </a:r>
            <a:r>
              <a:rPr sz="2000" spc="-10" dirty="0">
                <a:latin typeface="Cambria"/>
                <a:cs typeface="Cambria"/>
              </a:rPr>
              <a:t>terminal.</a:t>
            </a:r>
            <a:endParaRPr sz="2000">
              <a:latin typeface="Cambria"/>
              <a:cs typeface="Cambria"/>
            </a:endParaRPr>
          </a:p>
        </p:txBody>
      </p:sp>
      <p:grpSp>
        <p:nvGrpSpPr>
          <p:cNvPr id="7" name="object 7"/>
          <p:cNvGrpSpPr/>
          <p:nvPr/>
        </p:nvGrpSpPr>
        <p:grpSpPr>
          <a:xfrm>
            <a:off x="3753611" y="3767323"/>
            <a:ext cx="7566659" cy="2813050"/>
            <a:chOff x="3753611" y="3767323"/>
            <a:chExt cx="7566659" cy="2813050"/>
          </a:xfrm>
        </p:grpSpPr>
        <p:sp>
          <p:nvSpPr>
            <p:cNvPr id="8" name="object 8"/>
            <p:cNvSpPr/>
            <p:nvPr/>
          </p:nvSpPr>
          <p:spPr>
            <a:xfrm>
              <a:off x="3753599" y="3767328"/>
              <a:ext cx="7566659" cy="2813050"/>
            </a:xfrm>
            <a:custGeom>
              <a:avLst/>
              <a:gdLst/>
              <a:ahLst/>
              <a:cxnLst/>
              <a:rect l="l" t="t" r="r" b="b"/>
              <a:pathLst>
                <a:path w="7566659" h="2813050">
                  <a:moveTo>
                    <a:pt x="7566342" y="0"/>
                  </a:moveTo>
                  <a:lnTo>
                    <a:pt x="9436" y="0"/>
                  </a:lnTo>
                  <a:lnTo>
                    <a:pt x="0" y="101"/>
                  </a:lnTo>
                  <a:lnTo>
                    <a:pt x="0" y="2812973"/>
                  </a:lnTo>
                  <a:lnTo>
                    <a:pt x="9436" y="2812973"/>
                  </a:lnTo>
                  <a:lnTo>
                    <a:pt x="9436" y="9385"/>
                  </a:lnTo>
                  <a:lnTo>
                    <a:pt x="7566342" y="9385"/>
                  </a:lnTo>
                  <a:lnTo>
                    <a:pt x="7566342" y="0"/>
                  </a:lnTo>
                  <a:close/>
                </a:path>
              </a:pathLst>
            </a:custGeom>
            <a:solidFill>
              <a:srgbClr val="9F9F9F"/>
            </a:solidFill>
          </p:spPr>
          <p:txBody>
            <a:bodyPr wrap="square" lIns="0" tIns="0" rIns="0" bIns="0" rtlCol="0"/>
            <a:lstStyle/>
            <a:p>
              <a:endParaRPr/>
            </a:p>
          </p:txBody>
        </p:sp>
        <p:sp>
          <p:nvSpPr>
            <p:cNvPr id="9" name="object 9"/>
            <p:cNvSpPr/>
            <p:nvPr/>
          </p:nvSpPr>
          <p:spPr>
            <a:xfrm>
              <a:off x="3763035" y="3776776"/>
              <a:ext cx="7557134" cy="2803525"/>
            </a:xfrm>
            <a:custGeom>
              <a:avLst/>
              <a:gdLst/>
              <a:ahLst/>
              <a:cxnLst/>
              <a:rect l="l" t="t" r="r" b="b"/>
              <a:pathLst>
                <a:path w="7557134" h="2803525">
                  <a:moveTo>
                    <a:pt x="7556906" y="0"/>
                  </a:moveTo>
                  <a:lnTo>
                    <a:pt x="7547470" y="0"/>
                  </a:lnTo>
                  <a:lnTo>
                    <a:pt x="7547470" y="2794152"/>
                  </a:lnTo>
                  <a:lnTo>
                    <a:pt x="0" y="2794152"/>
                  </a:lnTo>
                  <a:lnTo>
                    <a:pt x="0" y="2803525"/>
                  </a:lnTo>
                  <a:lnTo>
                    <a:pt x="7547470" y="2803525"/>
                  </a:lnTo>
                  <a:lnTo>
                    <a:pt x="7556906" y="2803525"/>
                  </a:lnTo>
                  <a:lnTo>
                    <a:pt x="7556906" y="0"/>
                  </a:lnTo>
                  <a:close/>
                </a:path>
              </a:pathLst>
            </a:custGeom>
            <a:solidFill>
              <a:srgbClr val="E2E2E2"/>
            </a:solidFill>
          </p:spPr>
          <p:txBody>
            <a:bodyPr wrap="square" lIns="0" tIns="0" rIns="0" bIns="0" rtlCol="0"/>
            <a:lstStyle/>
            <a:p>
              <a:endParaRPr/>
            </a:p>
          </p:txBody>
        </p:sp>
        <p:sp>
          <p:nvSpPr>
            <p:cNvPr id="10" name="object 10"/>
            <p:cNvSpPr/>
            <p:nvPr/>
          </p:nvSpPr>
          <p:spPr>
            <a:xfrm>
              <a:off x="3763035" y="3776738"/>
              <a:ext cx="7547609" cy="2794635"/>
            </a:xfrm>
            <a:custGeom>
              <a:avLst/>
              <a:gdLst/>
              <a:ahLst/>
              <a:cxnLst/>
              <a:rect l="l" t="t" r="r" b="b"/>
              <a:pathLst>
                <a:path w="7547609" h="2794634">
                  <a:moveTo>
                    <a:pt x="7547508" y="12"/>
                  </a:moveTo>
                  <a:lnTo>
                    <a:pt x="9766" y="12"/>
                  </a:lnTo>
                  <a:lnTo>
                    <a:pt x="0" y="0"/>
                  </a:lnTo>
                  <a:lnTo>
                    <a:pt x="0" y="2794190"/>
                  </a:lnTo>
                  <a:lnTo>
                    <a:pt x="9766" y="2794190"/>
                  </a:lnTo>
                  <a:lnTo>
                    <a:pt x="9766" y="9715"/>
                  </a:lnTo>
                  <a:lnTo>
                    <a:pt x="7547508" y="9715"/>
                  </a:lnTo>
                  <a:lnTo>
                    <a:pt x="7547508" y="12"/>
                  </a:lnTo>
                  <a:close/>
                </a:path>
              </a:pathLst>
            </a:custGeom>
            <a:solidFill>
              <a:srgbClr val="696969"/>
            </a:solidFill>
          </p:spPr>
          <p:txBody>
            <a:bodyPr wrap="square" lIns="0" tIns="0" rIns="0" bIns="0" rtlCol="0"/>
            <a:lstStyle/>
            <a:p>
              <a:endParaRPr/>
            </a:p>
          </p:txBody>
        </p:sp>
      </p:grpSp>
      <p:sp>
        <p:nvSpPr>
          <p:cNvPr id="11" name="object 11"/>
          <p:cNvSpPr txBox="1"/>
          <p:nvPr/>
        </p:nvSpPr>
        <p:spPr>
          <a:xfrm>
            <a:off x="3772802" y="3782772"/>
            <a:ext cx="7538084" cy="1288415"/>
          </a:xfrm>
          <a:prstGeom prst="rect">
            <a:avLst/>
          </a:prstGeom>
        </p:spPr>
        <p:txBody>
          <a:bodyPr vert="horz" wrap="square" lIns="0" tIns="15875" rIns="0" bIns="0" rtlCol="0">
            <a:spAutoFit/>
          </a:bodyPr>
          <a:lstStyle/>
          <a:p>
            <a:pPr marL="95250">
              <a:lnSpc>
                <a:spcPct val="100000"/>
              </a:lnSpc>
              <a:spcBef>
                <a:spcPts val="125"/>
              </a:spcBef>
              <a:tabLst>
                <a:tab pos="1790700" algn="l"/>
              </a:tabLst>
            </a:pPr>
            <a:r>
              <a:rPr sz="1400" dirty="0">
                <a:latin typeface="Arial MT"/>
                <a:cs typeface="Arial MT"/>
              </a:rPr>
              <a:t>$</a:t>
            </a:r>
            <a:r>
              <a:rPr sz="1400" spc="20" dirty="0">
                <a:latin typeface="Arial MT"/>
                <a:cs typeface="Arial MT"/>
              </a:rPr>
              <a:t> </a:t>
            </a:r>
            <a:r>
              <a:rPr sz="1400" dirty="0">
                <a:latin typeface="Arial MT"/>
                <a:cs typeface="Arial MT"/>
              </a:rPr>
              <a:t>&lt;</a:t>
            </a:r>
            <a:r>
              <a:rPr sz="1400" spc="-15" dirty="0">
                <a:latin typeface="Arial MT"/>
                <a:cs typeface="Arial MT"/>
              </a:rPr>
              <a:t> </a:t>
            </a:r>
            <a:r>
              <a:rPr sz="1400" dirty="0">
                <a:latin typeface="Arial MT"/>
                <a:cs typeface="Arial MT"/>
              </a:rPr>
              <a:t>id</a:t>
            </a:r>
            <a:r>
              <a:rPr sz="1400" spc="20" dirty="0">
                <a:latin typeface="Arial MT"/>
                <a:cs typeface="Arial MT"/>
              </a:rPr>
              <a:t> </a:t>
            </a:r>
            <a:r>
              <a:rPr sz="1400" dirty="0">
                <a:latin typeface="Arial MT"/>
                <a:cs typeface="Arial MT"/>
              </a:rPr>
              <a:t>&gt;</a:t>
            </a:r>
            <a:r>
              <a:rPr sz="1400" spc="360" dirty="0">
                <a:latin typeface="Arial MT"/>
                <a:cs typeface="Arial MT"/>
              </a:rPr>
              <a:t> </a:t>
            </a:r>
            <a:r>
              <a:rPr sz="1400" dirty="0">
                <a:latin typeface="Arial MT"/>
                <a:cs typeface="Arial MT"/>
              </a:rPr>
              <a:t>+</a:t>
            </a:r>
            <a:r>
              <a:rPr sz="1400" spc="-15" dirty="0">
                <a:latin typeface="Arial MT"/>
                <a:cs typeface="Arial MT"/>
              </a:rPr>
              <a:t> </a:t>
            </a:r>
            <a:r>
              <a:rPr sz="1400" dirty="0">
                <a:latin typeface="Arial MT"/>
                <a:cs typeface="Arial MT"/>
              </a:rPr>
              <a:t>&lt;</a:t>
            </a:r>
            <a:r>
              <a:rPr sz="1400" spc="360" dirty="0">
                <a:latin typeface="Arial MT"/>
                <a:cs typeface="Arial MT"/>
              </a:rPr>
              <a:t> </a:t>
            </a:r>
            <a:r>
              <a:rPr sz="1400" dirty="0">
                <a:latin typeface="Arial MT"/>
                <a:cs typeface="Arial MT"/>
              </a:rPr>
              <a:t>id</a:t>
            </a:r>
            <a:r>
              <a:rPr sz="1400" spc="405" dirty="0">
                <a:latin typeface="Arial MT"/>
                <a:cs typeface="Arial MT"/>
              </a:rPr>
              <a:t> </a:t>
            </a:r>
            <a:r>
              <a:rPr sz="1400" dirty="0">
                <a:latin typeface="Arial MT"/>
                <a:cs typeface="Arial MT"/>
              </a:rPr>
              <a:t>&gt;</a:t>
            </a:r>
            <a:r>
              <a:rPr sz="1400" spc="360" dirty="0">
                <a:latin typeface="Arial MT"/>
                <a:cs typeface="Arial MT"/>
              </a:rPr>
              <a:t> </a:t>
            </a:r>
            <a:r>
              <a:rPr sz="1400" spc="-50" dirty="0">
                <a:latin typeface="Arial MT"/>
                <a:cs typeface="Arial MT"/>
              </a:rPr>
              <a:t>*</a:t>
            </a:r>
            <a:r>
              <a:rPr sz="1400" dirty="0">
                <a:latin typeface="Arial MT"/>
                <a:cs typeface="Arial MT"/>
              </a:rPr>
              <a:t>	&lt;</a:t>
            </a:r>
            <a:r>
              <a:rPr sz="1400" spc="355" dirty="0">
                <a:latin typeface="Arial MT"/>
                <a:cs typeface="Arial MT"/>
              </a:rPr>
              <a:t> </a:t>
            </a:r>
            <a:r>
              <a:rPr sz="1400" dirty="0">
                <a:latin typeface="Arial MT"/>
                <a:cs typeface="Arial MT"/>
              </a:rPr>
              <a:t>id</a:t>
            </a:r>
            <a:r>
              <a:rPr sz="1400" spc="395" dirty="0">
                <a:latin typeface="Arial MT"/>
                <a:cs typeface="Arial MT"/>
              </a:rPr>
              <a:t> </a:t>
            </a:r>
            <a:r>
              <a:rPr sz="1400" dirty="0">
                <a:latin typeface="Arial MT"/>
                <a:cs typeface="Arial MT"/>
              </a:rPr>
              <a:t>&gt;</a:t>
            </a:r>
            <a:r>
              <a:rPr sz="1400" spc="355" dirty="0">
                <a:latin typeface="Arial MT"/>
                <a:cs typeface="Arial MT"/>
              </a:rPr>
              <a:t> </a:t>
            </a:r>
            <a:r>
              <a:rPr sz="1400" spc="-50" dirty="0">
                <a:latin typeface="Arial MT"/>
                <a:cs typeface="Arial MT"/>
              </a:rPr>
              <a:t>$</a:t>
            </a:r>
            <a:endParaRPr sz="1400">
              <a:latin typeface="Arial MT"/>
              <a:cs typeface="Arial MT"/>
            </a:endParaRPr>
          </a:p>
          <a:p>
            <a:pPr>
              <a:lnSpc>
                <a:spcPct val="100000"/>
              </a:lnSpc>
            </a:pPr>
            <a:endParaRPr sz="1400">
              <a:latin typeface="Arial MT"/>
              <a:cs typeface="Arial MT"/>
            </a:endParaRPr>
          </a:p>
          <a:p>
            <a:pPr marL="95250">
              <a:lnSpc>
                <a:spcPct val="100000"/>
              </a:lnSpc>
            </a:pPr>
            <a:r>
              <a:rPr sz="1400" dirty="0">
                <a:latin typeface="Arial MT"/>
                <a:cs typeface="Arial MT"/>
              </a:rPr>
              <a:t>E</a:t>
            </a:r>
            <a:r>
              <a:rPr sz="1400" spc="20" dirty="0">
                <a:latin typeface="Arial MT"/>
                <a:cs typeface="Arial MT"/>
              </a:rPr>
              <a:t> </a:t>
            </a:r>
            <a:r>
              <a:rPr sz="1400" spc="-30" dirty="0">
                <a:latin typeface="Arial MT"/>
                <a:cs typeface="Arial MT"/>
              </a:rPr>
              <a:t>-</a:t>
            </a:r>
            <a:r>
              <a:rPr sz="1400" dirty="0">
                <a:latin typeface="Arial MT"/>
                <a:cs typeface="Arial MT"/>
              </a:rPr>
              <a:t>&gt;</a:t>
            </a:r>
            <a:r>
              <a:rPr sz="1400" spc="-10" dirty="0">
                <a:latin typeface="Arial MT"/>
                <a:cs typeface="Arial MT"/>
              </a:rPr>
              <a:t> </a:t>
            </a:r>
            <a:r>
              <a:rPr sz="1400" dirty="0">
                <a:latin typeface="Arial MT"/>
                <a:cs typeface="Arial MT"/>
              </a:rPr>
              <a:t>E+E</a:t>
            </a:r>
            <a:r>
              <a:rPr sz="1400" spc="20" dirty="0">
                <a:latin typeface="Arial MT"/>
                <a:cs typeface="Arial MT"/>
              </a:rPr>
              <a:t> </a:t>
            </a:r>
            <a:r>
              <a:rPr sz="1400" dirty="0">
                <a:latin typeface="Arial MT"/>
                <a:cs typeface="Arial MT"/>
              </a:rPr>
              <a:t>|</a:t>
            </a:r>
            <a:r>
              <a:rPr sz="1400" spc="80" dirty="0">
                <a:latin typeface="Arial MT"/>
                <a:cs typeface="Arial MT"/>
              </a:rPr>
              <a:t> </a:t>
            </a:r>
            <a:r>
              <a:rPr sz="1400" dirty="0">
                <a:latin typeface="Arial MT"/>
                <a:cs typeface="Arial MT"/>
              </a:rPr>
              <a:t>E*E</a:t>
            </a:r>
            <a:r>
              <a:rPr sz="1400" spc="20" dirty="0">
                <a:latin typeface="Arial MT"/>
                <a:cs typeface="Arial MT"/>
              </a:rPr>
              <a:t> </a:t>
            </a:r>
            <a:r>
              <a:rPr sz="1400" dirty="0">
                <a:latin typeface="Arial MT"/>
                <a:cs typeface="Arial MT"/>
              </a:rPr>
              <a:t>|</a:t>
            </a:r>
            <a:r>
              <a:rPr sz="1400" spc="80" dirty="0">
                <a:latin typeface="Arial MT"/>
                <a:cs typeface="Arial MT"/>
              </a:rPr>
              <a:t> </a:t>
            </a:r>
            <a:r>
              <a:rPr sz="1400" spc="-25" dirty="0">
                <a:latin typeface="Arial MT"/>
                <a:cs typeface="Arial MT"/>
              </a:rPr>
              <a:t>id</a:t>
            </a:r>
            <a:endParaRPr sz="1400">
              <a:latin typeface="Arial MT"/>
              <a:cs typeface="Arial MT"/>
            </a:endParaRPr>
          </a:p>
          <a:p>
            <a:pPr>
              <a:lnSpc>
                <a:spcPct val="100000"/>
              </a:lnSpc>
            </a:pPr>
            <a:endParaRPr sz="1400">
              <a:latin typeface="Arial MT"/>
              <a:cs typeface="Arial MT"/>
            </a:endParaRPr>
          </a:p>
          <a:p>
            <a:pPr>
              <a:lnSpc>
                <a:spcPct val="100000"/>
              </a:lnSpc>
              <a:spcBef>
                <a:spcPts val="40"/>
              </a:spcBef>
            </a:pPr>
            <a:endParaRPr sz="1400">
              <a:latin typeface="Arial MT"/>
              <a:cs typeface="Arial MT"/>
            </a:endParaRPr>
          </a:p>
          <a:p>
            <a:pPr marL="95250">
              <a:lnSpc>
                <a:spcPct val="100000"/>
              </a:lnSpc>
              <a:tabLst>
                <a:tab pos="342900" algn="l"/>
              </a:tabLst>
            </a:pPr>
            <a:r>
              <a:rPr sz="1400" spc="-50" dirty="0">
                <a:latin typeface="Arial MT"/>
                <a:cs typeface="Arial MT"/>
              </a:rPr>
              <a:t>$</a:t>
            </a:r>
            <a:r>
              <a:rPr sz="1400" dirty="0">
                <a:latin typeface="Arial MT"/>
                <a:cs typeface="Arial MT"/>
              </a:rPr>
              <a:t>	&lt;</a:t>
            </a:r>
            <a:r>
              <a:rPr sz="1400" spc="355" dirty="0">
                <a:latin typeface="Arial MT"/>
                <a:cs typeface="Arial MT"/>
              </a:rPr>
              <a:t> </a:t>
            </a:r>
            <a:r>
              <a:rPr sz="1400" dirty="0">
                <a:latin typeface="Arial MT"/>
                <a:cs typeface="Arial MT"/>
              </a:rPr>
              <a:t>id</a:t>
            </a:r>
            <a:r>
              <a:rPr sz="1400" spc="400" dirty="0">
                <a:latin typeface="Arial MT"/>
                <a:cs typeface="Arial MT"/>
              </a:rPr>
              <a:t> </a:t>
            </a:r>
            <a:r>
              <a:rPr sz="1400" dirty="0">
                <a:latin typeface="Arial MT"/>
                <a:cs typeface="Arial MT"/>
              </a:rPr>
              <a:t>&gt;</a:t>
            </a:r>
            <a:r>
              <a:rPr sz="1400" spc="-20" dirty="0">
                <a:latin typeface="Arial MT"/>
                <a:cs typeface="Arial MT"/>
              </a:rPr>
              <a:t> </a:t>
            </a:r>
            <a:r>
              <a:rPr sz="1400" dirty="0">
                <a:latin typeface="Arial MT"/>
                <a:cs typeface="Arial MT"/>
              </a:rPr>
              <a:t>+</a:t>
            </a:r>
            <a:r>
              <a:rPr sz="1400" spc="-15" dirty="0">
                <a:latin typeface="Arial MT"/>
                <a:cs typeface="Arial MT"/>
              </a:rPr>
              <a:t> </a:t>
            </a:r>
            <a:r>
              <a:rPr sz="1400" dirty="0">
                <a:latin typeface="Arial MT"/>
                <a:cs typeface="Arial MT"/>
              </a:rPr>
              <a:t>&lt;</a:t>
            </a:r>
            <a:r>
              <a:rPr sz="1400" spc="355" dirty="0">
                <a:latin typeface="Arial MT"/>
                <a:cs typeface="Arial MT"/>
              </a:rPr>
              <a:t> </a:t>
            </a:r>
            <a:r>
              <a:rPr sz="1400" dirty="0">
                <a:latin typeface="Arial MT"/>
                <a:cs typeface="Arial MT"/>
              </a:rPr>
              <a:t>id</a:t>
            </a:r>
            <a:r>
              <a:rPr sz="1400" spc="25" dirty="0">
                <a:latin typeface="Arial MT"/>
                <a:cs typeface="Arial MT"/>
              </a:rPr>
              <a:t> </a:t>
            </a:r>
            <a:r>
              <a:rPr sz="1400" dirty="0">
                <a:latin typeface="Arial MT"/>
                <a:cs typeface="Arial MT"/>
              </a:rPr>
              <a:t>&gt;</a:t>
            </a:r>
            <a:r>
              <a:rPr sz="1400" spc="-20" dirty="0">
                <a:latin typeface="Arial MT"/>
                <a:cs typeface="Arial MT"/>
              </a:rPr>
              <a:t> </a:t>
            </a:r>
            <a:r>
              <a:rPr sz="1400" dirty="0">
                <a:latin typeface="Arial MT"/>
                <a:cs typeface="Arial MT"/>
              </a:rPr>
              <a:t>*</a:t>
            </a:r>
            <a:r>
              <a:rPr sz="1400" spc="335" dirty="0">
                <a:latin typeface="Arial MT"/>
                <a:cs typeface="Arial MT"/>
              </a:rPr>
              <a:t> </a:t>
            </a:r>
            <a:r>
              <a:rPr sz="1400" dirty="0">
                <a:latin typeface="Arial MT"/>
                <a:cs typeface="Arial MT"/>
              </a:rPr>
              <a:t>&lt;</a:t>
            </a:r>
            <a:r>
              <a:rPr sz="1400" spc="360" dirty="0">
                <a:latin typeface="Arial MT"/>
                <a:cs typeface="Arial MT"/>
              </a:rPr>
              <a:t> </a:t>
            </a:r>
            <a:r>
              <a:rPr sz="1400" dirty="0">
                <a:latin typeface="Arial MT"/>
                <a:cs typeface="Arial MT"/>
              </a:rPr>
              <a:t>id</a:t>
            </a:r>
            <a:r>
              <a:rPr sz="1400" spc="400" dirty="0">
                <a:latin typeface="Arial MT"/>
                <a:cs typeface="Arial MT"/>
              </a:rPr>
              <a:t> </a:t>
            </a:r>
            <a:r>
              <a:rPr sz="1400" dirty="0">
                <a:latin typeface="Arial MT"/>
                <a:cs typeface="Arial MT"/>
              </a:rPr>
              <a:t>&gt;</a:t>
            </a:r>
            <a:r>
              <a:rPr sz="1400" spc="360" dirty="0">
                <a:latin typeface="Arial MT"/>
                <a:cs typeface="Arial MT"/>
              </a:rPr>
              <a:t> </a:t>
            </a:r>
            <a:r>
              <a:rPr sz="1400" spc="-50" dirty="0">
                <a:latin typeface="Arial MT"/>
                <a:cs typeface="Arial MT"/>
              </a:rPr>
              <a:t>$</a:t>
            </a:r>
            <a:endParaRPr sz="1400">
              <a:latin typeface="Arial MT"/>
              <a:cs typeface="Arial M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734060">
              <a:lnSpc>
                <a:spcPts val="3890"/>
              </a:lnSpc>
            </a:pPr>
            <a:r>
              <a:rPr sz="3600" b="1" spc="-75" dirty="0">
                <a:solidFill>
                  <a:srgbClr val="FFFFFF"/>
                </a:solidFill>
                <a:latin typeface="Cambria"/>
                <a:cs typeface="Cambria"/>
              </a:rPr>
              <a:t>Precedence </a:t>
            </a:r>
            <a:r>
              <a:rPr sz="3600" b="1" spc="-10" dirty="0">
                <a:solidFill>
                  <a:srgbClr val="FFFFFF"/>
                </a:solidFill>
                <a:latin typeface="Cambria"/>
                <a:cs typeface="Cambria"/>
              </a:rPr>
              <a:t>function</a:t>
            </a:r>
            <a:endParaRPr sz="3600">
              <a:latin typeface="Cambria"/>
              <a:cs typeface="Cambria"/>
            </a:endParaRPr>
          </a:p>
        </p:txBody>
      </p:sp>
      <p:graphicFrame>
        <p:nvGraphicFramePr>
          <p:cNvPr id="3" name="object 3"/>
          <p:cNvGraphicFramePr>
            <a:graphicFrameLocks noGrp="1"/>
          </p:cNvGraphicFramePr>
          <p:nvPr/>
        </p:nvGraphicFramePr>
        <p:xfrm>
          <a:off x="5085460" y="1021841"/>
          <a:ext cx="3736340" cy="2155190"/>
        </p:xfrm>
        <a:graphic>
          <a:graphicData uri="http://schemas.openxmlformats.org/drawingml/2006/table">
            <a:tbl>
              <a:tblPr firstRow="1" bandRow="1">
                <a:tableStyleId>{2D5ABB26-0587-4C30-8999-92F81FD0307C}</a:tableStyleId>
              </a:tblPr>
              <a:tblGrid>
                <a:gridCol w="715010">
                  <a:extLst>
                    <a:ext uri="{9D8B030D-6E8A-4147-A177-3AD203B41FA5}">
                      <a16:colId xmlns:a16="http://schemas.microsoft.com/office/drawing/2014/main" val="20000"/>
                    </a:ext>
                  </a:extLst>
                </a:gridCol>
                <a:gridCol w="62865">
                  <a:extLst>
                    <a:ext uri="{9D8B030D-6E8A-4147-A177-3AD203B41FA5}">
                      <a16:colId xmlns:a16="http://schemas.microsoft.com/office/drawing/2014/main" val="20001"/>
                    </a:ext>
                  </a:extLst>
                </a:gridCol>
                <a:gridCol w="651510">
                  <a:extLst>
                    <a:ext uri="{9D8B030D-6E8A-4147-A177-3AD203B41FA5}">
                      <a16:colId xmlns:a16="http://schemas.microsoft.com/office/drawing/2014/main" val="20002"/>
                    </a:ext>
                  </a:extLst>
                </a:gridCol>
                <a:gridCol w="715010">
                  <a:extLst>
                    <a:ext uri="{9D8B030D-6E8A-4147-A177-3AD203B41FA5}">
                      <a16:colId xmlns:a16="http://schemas.microsoft.com/office/drawing/2014/main" val="20003"/>
                    </a:ext>
                  </a:extLst>
                </a:gridCol>
                <a:gridCol w="715009">
                  <a:extLst>
                    <a:ext uri="{9D8B030D-6E8A-4147-A177-3AD203B41FA5}">
                      <a16:colId xmlns:a16="http://schemas.microsoft.com/office/drawing/2014/main" val="20004"/>
                    </a:ext>
                  </a:extLst>
                </a:gridCol>
                <a:gridCol w="715010">
                  <a:extLst>
                    <a:ext uri="{9D8B030D-6E8A-4147-A177-3AD203B41FA5}">
                      <a16:colId xmlns:a16="http://schemas.microsoft.com/office/drawing/2014/main" val="20005"/>
                    </a:ext>
                  </a:extLst>
                </a:gridCol>
                <a:gridCol w="70485">
                  <a:extLst>
                    <a:ext uri="{9D8B030D-6E8A-4147-A177-3AD203B41FA5}">
                      <a16:colId xmlns:a16="http://schemas.microsoft.com/office/drawing/2014/main" val="20006"/>
                    </a:ext>
                  </a:extLst>
                </a:gridCol>
              </a:tblGrid>
              <a:tr h="145415">
                <a:tc gridSpan="7">
                  <a:txBody>
                    <a:bodyPr/>
                    <a:lstStyle/>
                    <a:p>
                      <a:pPr>
                        <a:lnSpc>
                          <a:spcPct val="100000"/>
                        </a:lnSpc>
                      </a:pPr>
                      <a:endParaRPr sz="800">
                        <a:latin typeface="Times New Roman"/>
                        <a:cs typeface="Times New Roman"/>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21285">
                <a:tc gridSpan="2">
                  <a:txBody>
                    <a:bodyPr/>
                    <a:lstStyle/>
                    <a:p>
                      <a:pPr>
                        <a:lnSpc>
                          <a:spcPct val="100000"/>
                        </a:lnSpc>
                      </a:pPr>
                      <a:endParaRPr sz="600">
                        <a:latin typeface="Times New Roman"/>
                        <a:cs typeface="Times New Roman"/>
                      </a:endParaRPr>
                    </a:p>
                  </a:txBody>
                  <a:tcPr marL="0" marR="0" marT="0" marB="0">
                    <a:lnB w="12700">
                      <a:solidFill>
                        <a:srgbClr val="FFFFFF"/>
                      </a:solidFill>
                      <a:prstDash val="solid"/>
                    </a:lnB>
                  </a:tcPr>
                </a:tc>
                <a:tc hMerge="1">
                  <a:txBody>
                    <a:bodyPr/>
                    <a:lstStyle/>
                    <a:p>
                      <a:endParaRPr/>
                    </a:p>
                  </a:txBody>
                  <a:tcPr marL="0" marR="0" marT="0" marB="0"/>
                </a:tc>
                <a:tc gridSpan="2">
                  <a:txBody>
                    <a:bodyPr/>
                    <a:lstStyle/>
                    <a:p>
                      <a:pPr>
                        <a:lnSpc>
                          <a:spcPct val="100000"/>
                        </a:lnSpc>
                      </a:pPr>
                      <a:endParaRPr sz="600">
                        <a:latin typeface="Times New Roman"/>
                        <a:cs typeface="Times New Roman"/>
                      </a:endParaRPr>
                    </a:p>
                  </a:txBody>
                  <a:tcPr marL="0" marR="0" marT="0" marB="0">
                    <a:lnB w="12700">
                      <a:solidFill>
                        <a:srgbClr val="FFFFFF"/>
                      </a:solidFill>
                      <a:prstDash val="solid"/>
                    </a:lnB>
                  </a:tcPr>
                </a:tc>
                <a:tc hMerge="1">
                  <a:txBody>
                    <a:bodyPr/>
                    <a:lstStyle/>
                    <a:p>
                      <a:endParaRPr/>
                    </a:p>
                  </a:txBody>
                  <a:tcPr marL="0" marR="0" marT="0" marB="0"/>
                </a:tc>
                <a:tc gridSpan="2">
                  <a:txBody>
                    <a:bodyPr/>
                    <a:lstStyle/>
                    <a:p>
                      <a:pPr>
                        <a:lnSpc>
                          <a:spcPct val="100000"/>
                        </a:lnSpc>
                      </a:pPr>
                      <a:endParaRPr sz="600">
                        <a:latin typeface="Times New Roman"/>
                        <a:cs typeface="Times New Roman"/>
                      </a:endParaRPr>
                    </a:p>
                  </a:txBody>
                  <a:tcPr marL="0" marR="0" marT="0" marB="0">
                    <a:lnB w="12700">
                      <a:solidFill>
                        <a:srgbClr val="FFFFFF"/>
                      </a:solidFill>
                      <a:prstDash val="solid"/>
                    </a:lnB>
                  </a:tcPr>
                </a:tc>
                <a:tc hMerge="1">
                  <a:txBody>
                    <a:bodyPr/>
                    <a:lstStyle/>
                    <a:p>
                      <a:endParaRPr/>
                    </a:p>
                  </a:txBody>
                  <a:tcPr marL="0" marR="0" marT="0" marB="0"/>
                </a:tc>
                <a:tc rowSpan="6">
                  <a:txBody>
                    <a:bodyPr/>
                    <a:lstStyle/>
                    <a:p>
                      <a:pPr>
                        <a:lnSpc>
                          <a:spcPct val="100000"/>
                        </a:lnSpc>
                      </a:pPr>
                      <a:endParaRPr sz="2100">
                        <a:latin typeface="Times New Roman"/>
                        <a:cs typeface="Times New Roman"/>
                      </a:endParaRPr>
                    </a:p>
                  </a:txBody>
                  <a:tcPr marL="0" marR="0" marT="0" marB="0">
                    <a:solidFill>
                      <a:srgbClr val="40B9D2"/>
                    </a:solidFill>
                  </a:tcPr>
                </a:tc>
                <a:extLst>
                  <a:ext uri="{0D108BD9-81ED-4DB2-BD59-A6C34878D82A}">
                    <a16:rowId xmlns:a16="http://schemas.microsoft.com/office/drawing/2014/main" val="10001"/>
                  </a:ext>
                </a:extLst>
              </a:tr>
              <a:tr h="370205">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gridSpan="2">
                  <a:txBody>
                    <a:bodyPr/>
                    <a:lstStyle/>
                    <a:p>
                      <a:pPr marL="88265">
                        <a:lnSpc>
                          <a:spcPct val="100000"/>
                        </a:lnSpc>
                        <a:spcBef>
                          <a:spcPts val="240"/>
                        </a:spcBef>
                      </a:pPr>
                      <a:r>
                        <a:rPr sz="1800" b="1" spc="-25" dirty="0">
                          <a:latin typeface="Corbel"/>
                          <a:cs typeface="Corbel"/>
                        </a:rPr>
                        <a:t>id</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hMerge="1">
                  <a:txBody>
                    <a:bodyPr/>
                    <a:lstStyle/>
                    <a:p>
                      <a:endParaRPr/>
                    </a:p>
                  </a:txBody>
                  <a:tcPr marL="0" marR="0" marT="0" marB="0"/>
                </a:tc>
                <a:tc>
                  <a:txBody>
                    <a:bodyPr/>
                    <a:lstStyle/>
                    <a:p>
                      <a:pPr marL="88265">
                        <a:lnSpc>
                          <a:spcPct val="100000"/>
                        </a:lnSpc>
                        <a:spcBef>
                          <a:spcPts val="240"/>
                        </a:spcBef>
                      </a:pPr>
                      <a:r>
                        <a:rPr sz="1800" b="1" spc="-50" dirty="0">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88265">
                        <a:lnSpc>
                          <a:spcPct val="100000"/>
                        </a:lnSpc>
                        <a:spcBef>
                          <a:spcPts val="240"/>
                        </a:spcBef>
                      </a:pPr>
                      <a:r>
                        <a:rPr sz="1800" b="1" spc="-50" dirty="0">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88265">
                        <a:lnSpc>
                          <a:spcPct val="100000"/>
                        </a:lnSpc>
                        <a:spcBef>
                          <a:spcPts val="240"/>
                        </a:spcBef>
                      </a:pPr>
                      <a:r>
                        <a:rPr sz="1800" b="1" spc="-50" dirty="0">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vMerge="1">
                  <a:txBody>
                    <a:bodyPr/>
                    <a:lstStyle/>
                    <a:p>
                      <a:endParaRPr/>
                    </a:p>
                  </a:txBody>
                  <a:tcPr marL="0" marR="0" marT="0" marB="0">
                    <a:solidFill>
                      <a:srgbClr val="40B9D2"/>
                    </a:solidFill>
                  </a:tcPr>
                </a:tc>
                <a:extLst>
                  <a:ext uri="{0D108BD9-81ED-4DB2-BD59-A6C34878D82A}">
                    <a16:rowId xmlns:a16="http://schemas.microsoft.com/office/drawing/2014/main" val="10002"/>
                  </a:ext>
                </a:extLst>
              </a:tr>
              <a:tr h="378460">
                <a:tc>
                  <a:txBody>
                    <a:bodyPr/>
                    <a:lstStyle/>
                    <a:p>
                      <a:pPr marL="95885">
                        <a:lnSpc>
                          <a:spcPct val="100000"/>
                        </a:lnSpc>
                        <a:spcBef>
                          <a:spcPts val="305"/>
                        </a:spcBef>
                      </a:pPr>
                      <a:r>
                        <a:rPr sz="1800" b="1" spc="-25" dirty="0">
                          <a:latin typeface="Corbel"/>
                          <a:cs typeface="Corbel"/>
                        </a:rPr>
                        <a:t>id</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gridSpan="2">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hMerge="1">
                  <a:txBody>
                    <a:bodyPr/>
                    <a:lstStyle/>
                    <a:p>
                      <a:endParaRPr/>
                    </a:p>
                  </a:txBody>
                  <a:tcPr marL="0" marR="0" marT="0" marB="0"/>
                </a:tc>
                <a:tc>
                  <a:txBody>
                    <a:bodyPr/>
                    <a:lstStyle/>
                    <a:p>
                      <a:pPr marL="95885">
                        <a:lnSpc>
                          <a:spcPct val="100000"/>
                        </a:lnSpc>
                        <a:spcBef>
                          <a:spcPts val="305"/>
                        </a:spcBef>
                      </a:pPr>
                      <a:r>
                        <a:rPr sz="1800" b="1" spc="-25" dirty="0">
                          <a:latin typeface="Corbel"/>
                          <a:cs typeface="Corbel"/>
                        </a:rPr>
                        <a:t>.&gt;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05"/>
                        </a:spcBef>
                      </a:pPr>
                      <a:r>
                        <a:rPr sz="1800" b="1" spc="-25" dirty="0">
                          <a:latin typeface="Corbel"/>
                          <a:cs typeface="Corbel"/>
                        </a:rPr>
                        <a:t>.&gt;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05"/>
                        </a:spcBef>
                      </a:pPr>
                      <a:r>
                        <a:rPr sz="1800" b="1" spc="-25" dirty="0">
                          <a:latin typeface="Corbel"/>
                          <a:cs typeface="Corbel"/>
                        </a:rPr>
                        <a:t>.&gt;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vMerge="1">
                  <a:txBody>
                    <a:bodyPr/>
                    <a:lstStyle/>
                    <a:p>
                      <a:endParaRPr/>
                    </a:p>
                  </a:txBody>
                  <a:tcPr marL="0" marR="0" marT="0" marB="0">
                    <a:solidFill>
                      <a:srgbClr val="40B9D2"/>
                    </a:solidFill>
                  </a:tcPr>
                </a:tc>
                <a:extLst>
                  <a:ext uri="{0D108BD9-81ED-4DB2-BD59-A6C34878D82A}">
                    <a16:rowId xmlns:a16="http://schemas.microsoft.com/office/drawing/2014/main" val="10003"/>
                  </a:ext>
                </a:extLst>
              </a:tr>
              <a:tr h="379730">
                <a:tc>
                  <a:txBody>
                    <a:bodyPr/>
                    <a:lstStyle/>
                    <a:p>
                      <a:pPr marL="95885">
                        <a:lnSpc>
                          <a:spcPct val="100000"/>
                        </a:lnSpc>
                        <a:spcBef>
                          <a:spcPts val="320"/>
                        </a:spcBef>
                      </a:pPr>
                      <a:r>
                        <a:rPr sz="1800" b="1" spc="-50" dirty="0">
                          <a:latin typeface="Corbel"/>
                          <a:cs typeface="Corbel"/>
                        </a:rPr>
                        <a: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gridSpan="2">
                  <a:txBody>
                    <a:bodyPr/>
                    <a:lstStyle/>
                    <a:p>
                      <a:pPr marL="95885">
                        <a:lnSpc>
                          <a:spcPct val="100000"/>
                        </a:lnSpc>
                        <a:spcBef>
                          <a:spcPts val="320"/>
                        </a:spcBef>
                      </a:pPr>
                      <a:r>
                        <a:rPr sz="1800" b="1" spc="-25" dirty="0">
                          <a:latin typeface="Corbel"/>
                          <a:cs typeface="Corbel"/>
                        </a:rPr>
                        <a:t>&lt;.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hMerge="1">
                  <a:txBody>
                    <a:bodyPr/>
                    <a:lstStyle/>
                    <a:p>
                      <a:endParaRPr/>
                    </a:p>
                  </a:txBody>
                  <a:tcPr marL="0" marR="0" marT="0" marB="0"/>
                </a:tc>
                <a:tc>
                  <a:txBody>
                    <a:bodyPr/>
                    <a:lstStyle/>
                    <a:p>
                      <a:pPr marL="95885">
                        <a:lnSpc>
                          <a:spcPct val="100000"/>
                        </a:lnSpc>
                        <a:spcBef>
                          <a:spcPts val="320"/>
                        </a:spcBef>
                      </a:pPr>
                      <a:r>
                        <a:rPr sz="1800" b="1" spc="-25" dirty="0">
                          <a:latin typeface="Corbel"/>
                          <a:cs typeface="Corbel"/>
                        </a:rPr>
                        <a:t>.&gt;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20"/>
                        </a:spcBef>
                      </a:pPr>
                      <a:r>
                        <a:rPr sz="1800" b="1" spc="-25" dirty="0">
                          <a:latin typeface="Corbel"/>
                          <a:cs typeface="Corbel"/>
                        </a:rPr>
                        <a:t>&lt;.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20"/>
                        </a:spcBef>
                      </a:pPr>
                      <a:r>
                        <a:rPr sz="1800" b="1" spc="-25" dirty="0">
                          <a:latin typeface="Corbel"/>
                          <a:cs typeface="Corbel"/>
                        </a:rPr>
                        <a:t>.&gt;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vMerge="1">
                  <a:txBody>
                    <a:bodyPr/>
                    <a:lstStyle/>
                    <a:p>
                      <a:endParaRPr/>
                    </a:p>
                  </a:txBody>
                  <a:tcPr marL="0" marR="0" marT="0" marB="0">
                    <a:solidFill>
                      <a:srgbClr val="40B9D2"/>
                    </a:solidFill>
                  </a:tcPr>
                </a:tc>
                <a:extLst>
                  <a:ext uri="{0D108BD9-81ED-4DB2-BD59-A6C34878D82A}">
                    <a16:rowId xmlns:a16="http://schemas.microsoft.com/office/drawing/2014/main" val="10004"/>
                  </a:ext>
                </a:extLst>
              </a:tr>
              <a:tr h="378460">
                <a:tc>
                  <a:txBody>
                    <a:bodyPr/>
                    <a:lstStyle/>
                    <a:p>
                      <a:pPr marL="102870">
                        <a:lnSpc>
                          <a:spcPct val="100000"/>
                        </a:lnSpc>
                        <a:spcBef>
                          <a:spcPts val="305"/>
                        </a:spcBef>
                      </a:pPr>
                      <a:r>
                        <a:rPr sz="1800" b="1" spc="-50" dirty="0">
                          <a:latin typeface="Corbel"/>
                          <a:cs typeface="Corbel"/>
                        </a:rPr>
                        <a: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gridSpan="2">
                  <a:txBody>
                    <a:bodyPr/>
                    <a:lstStyle/>
                    <a:p>
                      <a:pPr marL="103505">
                        <a:lnSpc>
                          <a:spcPct val="100000"/>
                        </a:lnSpc>
                        <a:spcBef>
                          <a:spcPts val="305"/>
                        </a:spcBef>
                      </a:pPr>
                      <a:r>
                        <a:rPr sz="1800" b="1" spc="-25" dirty="0">
                          <a:latin typeface="Corbel"/>
                          <a:cs typeface="Corbel"/>
                        </a:rPr>
                        <a:t>&lt;.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hMerge="1">
                  <a:txBody>
                    <a:bodyPr/>
                    <a:lstStyle/>
                    <a:p>
                      <a:endParaRPr/>
                    </a:p>
                  </a:txBody>
                  <a:tcPr marL="0" marR="0" marT="0" marB="0"/>
                </a:tc>
                <a:tc>
                  <a:txBody>
                    <a:bodyPr/>
                    <a:lstStyle/>
                    <a:p>
                      <a:pPr marL="102870">
                        <a:lnSpc>
                          <a:spcPct val="100000"/>
                        </a:lnSpc>
                        <a:spcBef>
                          <a:spcPts val="305"/>
                        </a:spcBef>
                      </a:pPr>
                      <a:r>
                        <a:rPr sz="1800" b="1" spc="-25" dirty="0">
                          <a:latin typeface="Corbel"/>
                          <a:cs typeface="Corbel"/>
                        </a:rPr>
                        <a:t>.&gt;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3505">
                        <a:lnSpc>
                          <a:spcPct val="100000"/>
                        </a:lnSpc>
                        <a:spcBef>
                          <a:spcPts val="305"/>
                        </a:spcBef>
                      </a:pPr>
                      <a:r>
                        <a:rPr sz="1800" b="1" spc="-25" dirty="0">
                          <a:latin typeface="Corbel"/>
                          <a:cs typeface="Corbel"/>
                        </a:rPr>
                        <a:t>.&gt;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3505">
                        <a:lnSpc>
                          <a:spcPct val="100000"/>
                        </a:lnSpc>
                        <a:spcBef>
                          <a:spcPts val="305"/>
                        </a:spcBef>
                      </a:pPr>
                      <a:r>
                        <a:rPr sz="1800" b="1" spc="-25" dirty="0">
                          <a:latin typeface="Corbel"/>
                          <a:cs typeface="Corbel"/>
                        </a:rPr>
                        <a:t>.&gt;</a:t>
                      </a:r>
                      <a:endParaRPr sz="1800">
                        <a:latin typeface="Corbel"/>
                        <a:cs typeface="Corbe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vMerge="1">
                  <a:txBody>
                    <a:bodyPr/>
                    <a:lstStyle/>
                    <a:p>
                      <a:endParaRPr/>
                    </a:p>
                  </a:txBody>
                  <a:tcPr marL="0" marR="0" marT="0" marB="0">
                    <a:solidFill>
                      <a:srgbClr val="40B9D2"/>
                    </a:solidFill>
                  </a:tcPr>
                </a:tc>
                <a:extLst>
                  <a:ext uri="{0D108BD9-81ED-4DB2-BD59-A6C34878D82A}">
                    <a16:rowId xmlns:a16="http://schemas.microsoft.com/office/drawing/2014/main" val="10005"/>
                  </a:ext>
                </a:extLst>
              </a:tr>
              <a:tr h="381635">
                <a:tc>
                  <a:txBody>
                    <a:bodyPr/>
                    <a:lstStyle/>
                    <a:p>
                      <a:pPr marL="113664">
                        <a:lnSpc>
                          <a:spcPct val="100000"/>
                        </a:lnSpc>
                        <a:spcBef>
                          <a:spcPts val="330"/>
                        </a:spcBef>
                      </a:pPr>
                      <a:r>
                        <a:rPr sz="1800" b="1" spc="-50" dirty="0">
                          <a:latin typeface="Corbel"/>
                          <a:cs typeface="Corbel"/>
                        </a:rPr>
                        <a:t>$</a:t>
                      </a:r>
                      <a:endParaRPr sz="1800">
                        <a:latin typeface="Corbel"/>
                        <a:cs typeface="Corbel"/>
                      </a:endParaRPr>
                    </a:p>
                  </a:txBody>
                  <a:tcPr marL="0" marR="0" marT="4191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gridSpan="2">
                  <a:txBody>
                    <a:bodyPr/>
                    <a:lstStyle/>
                    <a:p>
                      <a:pPr marL="113664">
                        <a:lnSpc>
                          <a:spcPct val="100000"/>
                        </a:lnSpc>
                        <a:spcBef>
                          <a:spcPts val="330"/>
                        </a:spcBef>
                      </a:pPr>
                      <a:r>
                        <a:rPr sz="1800" b="1" spc="-25" dirty="0">
                          <a:latin typeface="Corbel"/>
                          <a:cs typeface="Corbel"/>
                        </a:rPr>
                        <a:t>&lt;.</a:t>
                      </a:r>
                      <a:endParaRPr sz="1800">
                        <a:latin typeface="Corbel"/>
                        <a:cs typeface="Corbel"/>
                      </a:endParaRPr>
                    </a:p>
                  </a:txBody>
                  <a:tcPr marL="0" marR="0" marT="4191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hMerge="1">
                  <a:txBody>
                    <a:bodyPr/>
                    <a:lstStyle/>
                    <a:p>
                      <a:endParaRPr/>
                    </a:p>
                  </a:txBody>
                  <a:tcPr marL="0" marR="0" marT="0" marB="0"/>
                </a:tc>
                <a:tc>
                  <a:txBody>
                    <a:bodyPr/>
                    <a:lstStyle/>
                    <a:p>
                      <a:pPr marL="113664">
                        <a:lnSpc>
                          <a:spcPct val="100000"/>
                        </a:lnSpc>
                        <a:spcBef>
                          <a:spcPts val="330"/>
                        </a:spcBef>
                      </a:pPr>
                      <a:r>
                        <a:rPr sz="1800" b="1" spc="-25" dirty="0">
                          <a:latin typeface="Corbel"/>
                          <a:cs typeface="Corbel"/>
                        </a:rPr>
                        <a:t>&lt;.</a:t>
                      </a:r>
                      <a:endParaRPr sz="1800">
                        <a:latin typeface="Corbel"/>
                        <a:cs typeface="Corbel"/>
                      </a:endParaRPr>
                    </a:p>
                  </a:txBody>
                  <a:tcPr marL="0" marR="0" marT="4191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14300">
                        <a:lnSpc>
                          <a:spcPct val="100000"/>
                        </a:lnSpc>
                        <a:spcBef>
                          <a:spcPts val="330"/>
                        </a:spcBef>
                      </a:pPr>
                      <a:r>
                        <a:rPr sz="1800" b="1" spc="-25" dirty="0">
                          <a:latin typeface="Corbel"/>
                          <a:cs typeface="Corbel"/>
                        </a:rPr>
                        <a:t>&lt;.</a:t>
                      </a:r>
                      <a:endParaRPr sz="1800">
                        <a:latin typeface="Corbel"/>
                        <a:cs typeface="Corbel"/>
                      </a:endParaRPr>
                    </a:p>
                  </a:txBody>
                  <a:tcPr marL="0" marR="0" marT="4191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vMerge="1">
                  <a:txBody>
                    <a:bodyPr/>
                    <a:lstStyle/>
                    <a:p>
                      <a:endParaRPr/>
                    </a:p>
                  </a:txBody>
                  <a:tcPr marL="0" marR="0" marT="0" marB="0">
                    <a:solidFill>
                      <a:srgbClr val="40B9D2"/>
                    </a:solidFill>
                  </a:tcPr>
                </a:tc>
                <a:extLst>
                  <a:ext uri="{0D108BD9-81ED-4DB2-BD59-A6C34878D82A}">
                    <a16:rowId xmlns:a16="http://schemas.microsoft.com/office/drawing/2014/main" val="10006"/>
                  </a:ext>
                </a:extLst>
              </a:tr>
            </a:tbl>
          </a:graphicData>
        </a:graphic>
      </p:graphicFrame>
      <p:sp>
        <p:nvSpPr>
          <p:cNvPr id="4" name="object 4"/>
          <p:cNvSpPr txBox="1"/>
          <p:nvPr/>
        </p:nvSpPr>
        <p:spPr>
          <a:xfrm>
            <a:off x="7246111" y="612775"/>
            <a:ext cx="13843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mbria"/>
                <a:cs typeface="Cambria"/>
              </a:rPr>
              <a:t>g</a:t>
            </a:r>
            <a:endParaRPr sz="1800">
              <a:latin typeface="Cambria"/>
              <a:cs typeface="Cambria"/>
            </a:endParaRPr>
          </a:p>
        </p:txBody>
      </p:sp>
      <p:sp>
        <p:nvSpPr>
          <p:cNvPr id="5" name="object 5"/>
          <p:cNvSpPr/>
          <p:nvPr/>
        </p:nvSpPr>
        <p:spPr>
          <a:xfrm>
            <a:off x="5864352" y="1040891"/>
            <a:ext cx="2880360" cy="291465"/>
          </a:xfrm>
          <a:custGeom>
            <a:avLst/>
            <a:gdLst/>
            <a:ahLst/>
            <a:cxnLst/>
            <a:rect l="l" t="t" r="r" b="b"/>
            <a:pathLst>
              <a:path w="2880359" h="291465">
                <a:moveTo>
                  <a:pt x="0" y="291084"/>
                </a:moveTo>
                <a:lnTo>
                  <a:pt x="1914" y="234428"/>
                </a:lnTo>
                <a:lnTo>
                  <a:pt x="7127" y="188166"/>
                </a:lnTo>
                <a:lnTo>
                  <a:pt x="14841" y="156977"/>
                </a:lnTo>
                <a:lnTo>
                  <a:pt x="24257" y="145542"/>
                </a:lnTo>
                <a:lnTo>
                  <a:pt x="1415923" y="145542"/>
                </a:lnTo>
                <a:lnTo>
                  <a:pt x="1425338" y="134106"/>
                </a:lnTo>
                <a:lnTo>
                  <a:pt x="1433052" y="102917"/>
                </a:lnTo>
                <a:lnTo>
                  <a:pt x="1438265" y="56655"/>
                </a:lnTo>
                <a:lnTo>
                  <a:pt x="1440179" y="0"/>
                </a:lnTo>
                <a:lnTo>
                  <a:pt x="1442094" y="56655"/>
                </a:lnTo>
                <a:lnTo>
                  <a:pt x="1447307" y="102917"/>
                </a:lnTo>
                <a:lnTo>
                  <a:pt x="1455021" y="134106"/>
                </a:lnTo>
                <a:lnTo>
                  <a:pt x="1464437" y="145542"/>
                </a:lnTo>
                <a:lnTo>
                  <a:pt x="2856103" y="145542"/>
                </a:lnTo>
                <a:lnTo>
                  <a:pt x="2865518" y="156977"/>
                </a:lnTo>
                <a:lnTo>
                  <a:pt x="2873232" y="188166"/>
                </a:lnTo>
                <a:lnTo>
                  <a:pt x="2878445" y="234428"/>
                </a:lnTo>
                <a:lnTo>
                  <a:pt x="2880359" y="291084"/>
                </a:lnTo>
              </a:path>
            </a:pathLst>
          </a:custGeom>
          <a:ln w="9144">
            <a:solidFill>
              <a:srgbClr val="40B9D2"/>
            </a:solidFill>
          </a:ln>
        </p:spPr>
        <p:txBody>
          <a:bodyPr wrap="square" lIns="0" tIns="0" rIns="0" bIns="0" rtlCol="0"/>
          <a:lstStyle/>
          <a:p>
            <a:endParaRPr/>
          </a:p>
        </p:txBody>
      </p:sp>
      <p:sp>
        <p:nvSpPr>
          <p:cNvPr id="6" name="object 6"/>
          <p:cNvSpPr/>
          <p:nvPr/>
        </p:nvSpPr>
        <p:spPr>
          <a:xfrm>
            <a:off x="4599432" y="1792223"/>
            <a:ext cx="289560" cy="1477010"/>
          </a:xfrm>
          <a:custGeom>
            <a:avLst/>
            <a:gdLst/>
            <a:ahLst/>
            <a:cxnLst/>
            <a:rect l="l" t="t" r="r" b="b"/>
            <a:pathLst>
              <a:path w="289560" h="1477010">
                <a:moveTo>
                  <a:pt x="289559" y="1476755"/>
                </a:moveTo>
                <a:lnTo>
                  <a:pt x="233183" y="1474860"/>
                </a:lnTo>
                <a:lnTo>
                  <a:pt x="187166" y="1469691"/>
                </a:lnTo>
                <a:lnTo>
                  <a:pt x="156150" y="1462022"/>
                </a:lnTo>
                <a:lnTo>
                  <a:pt x="144779" y="1452626"/>
                </a:lnTo>
                <a:lnTo>
                  <a:pt x="144779" y="762508"/>
                </a:lnTo>
                <a:lnTo>
                  <a:pt x="133409" y="753111"/>
                </a:lnTo>
                <a:lnTo>
                  <a:pt x="102393" y="745442"/>
                </a:lnTo>
                <a:lnTo>
                  <a:pt x="56376" y="740273"/>
                </a:lnTo>
                <a:lnTo>
                  <a:pt x="0" y="738377"/>
                </a:lnTo>
                <a:lnTo>
                  <a:pt x="56376" y="736482"/>
                </a:lnTo>
                <a:lnTo>
                  <a:pt x="102393" y="731313"/>
                </a:lnTo>
                <a:lnTo>
                  <a:pt x="133409" y="723644"/>
                </a:lnTo>
                <a:lnTo>
                  <a:pt x="144779" y="714248"/>
                </a:lnTo>
                <a:lnTo>
                  <a:pt x="144779" y="24129"/>
                </a:lnTo>
                <a:lnTo>
                  <a:pt x="156150" y="14733"/>
                </a:lnTo>
                <a:lnTo>
                  <a:pt x="187166" y="7064"/>
                </a:lnTo>
                <a:lnTo>
                  <a:pt x="233183" y="1895"/>
                </a:lnTo>
                <a:lnTo>
                  <a:pt x="289559" y="0"/>
                </a:lnTo>
              </a:path>
            </a:pathLst>
          </a:custGeom>
          <a:ln w="9144">
            <a:solidFill>
              <a:srgbClr val="40B9D2"/>
            </a:solidFill>
          </a:ln>
        </p:spPr>
        <p:txBody>
          <a:bodyPr wrap="square" lIns="0" tIns="0" rIns="0" bIns="0" rtlCol="0"/>
          <a:lstStyle/>
          <a:p>
            <a:endParaRPr/>
          </a:p>
        </p:txBody>
      </p:sp>
      <p:sp>
        <p:nvSpPr>
          <p:cNvPr id="7" name="object 7"/>
          <p:cNvSpPr txBox="1"/>
          <p:nvPr/>
        </p:nvSpPr>
        <p:spPr>
          <a:xfrm>
            <a:off x="4328540" y="2367153"/>
            <a:ext cx="9461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mbria"/>
                <a:cs typeface="Cambria"/>
              </a:rPr>
              <a:t>f</a:t>
            </a:r>
            <a:endParaRPr sz="1800">
              <a:latin typeface="Cambria"/>
              <a:cs typeface="Cambria"/>
            </a:endParaRPr>
          </a:p>
        </p:txBody>
      </p:sp>
      <p:sp>
        <p:nvSpPr>
          <p:cNvPr id="8" name="object 8"/>
          <p:cNvSpPr/>
          <p:nvPr/>
        </p:nvSpPr>
        <p:spPr>
          <a:xfrm>
            <a:off x="5180329" y="3268979"/>
            <a:ext cx="147955" cy="319405"/>
          </a:xfrm>
          <a:custGeom>
            <a:avLst/>
            <a:gdLst/>
            <a:ahLst/>
            <a:cxnLst/>
            <a:rect l="l" t="t" r="r" b="b"/>
            <a:pathLst>
              <a:path w="147954" h="319404">
                <a:moveTo>
                  <a:pt x="106700" y="67458"/>
                </a:moveTo>
                <a:lnTo>
                  <a:pt x="0" y="314325"/>
                </a:lnTo>
                <a:lnTo>
                  <a:pt x="11684" y="319405"/>
                </a:lnTo>
                <a:lnTo>
                  <a:pt x="118291" y="72473"/>
                </a:lnTo>
                <a:lnTo>
                  <a:pt x="106700" y="67458"/>
                </a:lnTo>
                <a:close/>
              </a:path>
              <a:path w="147954" h="319404">
                <a:moveTo>
                  <a:pt x="145826" y="55753"/>
                </a:moveTo>
                <a:lnTo>
                  <a:pt x="111760" y="55753"/>
                </a:lnTo>
                <a:lnTo>
                  <a:pt x="123317" y="60833"/>
                </a:lnTo>
                <a:lnTo>
                  <a:pt x="118291" y="72473"/>
                </a:lnTo>
                <a:lnTo>
                  <a:pt x="147447" y="85090"/>
                </a:lnTo>
                <a:lnTo>
                  <a:pt x="145826" y="55753"/>
                </a:lnTo>
                <a:close/>
              </a:path>
              <a:path w="147954" h="319404">
                <a:moveTo>
                  <a:pt x="111760" y="55753"/>
                </a:moveTo>
                <a:lnTo>
                  <a:pt x="106700" y="67458"/>
                </a:lnTo>
                <a:lnTo>
                  <a:pt x="118291" y="72473"/>
                </a:lnTo>
                <a:lnTo>
                  <a:pt x="123317" y="60833"/>
                </a:lnTo>
                <a:lnTo>
                  <a:pt x="111760" y="55753"/>
                </a:lnTo>
                <a:close/>
              </a:path>
              <a:path w="147954" h="319404">
                <a:moveTo>
                  <a:pt x="142748" y="0"/>
                </a:moveTo>
                <a:lnTo>
                  <a:pt x="77597" y="54864"/>
                </a:lnTo>
                <a:lnTo>
                  <a:pt x="106700" y="67458"/>
                </a:lnTo>
                <a:lnTo>
                  <a:pt x="111760" y="55753"/>
                </a:lnTo>
                <a:lnTo>
                  <a:pt x="145826" y="55753"/>
                </a:lnTo>
                <a:lnTo>
                  <a:pt x="142748" y="0"/>
                </a:lnTo>
                <a:close/>
              </a:path>
            </a:pathLst>
          </a:custGeom>
          <a:solidFill>
            <a:srgbClr val="40B9D2"/>
          </a:solidFill>
        </p:spPr>
        <p:txBody>
          <a:bodyPr wrap="square" lIns="0" tIns="0" rIns="0" bIns="0" rtlCol="0"/>
          <a:lstStyle/>
          <a:p>
            <a:endParaRPr/>
          </a:p>
        </p:txBody>
      </p:sp>
      <p:sp>
        <p:nvSpPr>
          <p:cNvPr id="9" name="object 9"/>
          <p:cNvSpPr/>
          <p:nvPr/>
        </p:nvSpPr>
        <p:spPr>
          <a:xfrm>
            <a:off x="8971788" y="1485900"/>
            <a:ext cx="471805" cy="76200"/>
          </a:xfrm>
          <a:custGeom>
            <a:avLst/>
            <a:gdLst/>
            <a:ahLst/>
            <a:cxnLst/>
            <a:rect l="l" t="t" r="r" b="b"/>
            <a:pathLst>
              <a:path w="471804" h="76200">
                <a:moveTo>
                  <a:pt x="73025" y="0"/>
                </a:moveTo>
                <a:lnTo>
                  <a:pt x="0" y="43814"/>
                </a:lnTo>
                <a:lnTo>
                  <a:pt x="78866" y="75946"/>
                </a:lnTo>
                <a:lnTo>
                  <a:pt x="76512" y="45338"/>
                </a:lnTo>
                <a:lnTo>
                  <a:pt x="63753" y="45338"/>
                </a:lnTo>
                <a:lnTo>
                  <a:pt x="62864" y="32638"/>
                </a:lnTo>
                <a:lnTo>
                  <a:pt x="75461" y="31669"/>
                </a:lnTo>
                <a:lnTo>
                  <a:pt x="73122" y="1270"/>
                </a:lnTo>
                <a:lnTo>
                  <a:pt x="73025" y="0"/>
                </a:lnTo>
                <a:close/>
              </a:path>
              <a:path w="471804" h="76200">
                <a:moveTo>
                  <a:pt x="75461" y="31669"/>
                </a:moveTo>
                <a:lnTo>
                  <a:pt x="62864" y="32638"/>
                </a:lnTo>
                <a:lnTo>
                  <a:pt x="63647" y="43814"/>
                </a:lnTo>
                <a:lnTo>
                  <a:pt x="63753" y="45338"/>
                </a:lnTo>
                <a:lnTo>
                  <a:pt x="76437" y="44362"/>
                </a:lnTo>
                <a:lnTo>
                  <a:pt x="75535" y="32638"/>
                </a:lnTo>
                <a:lnTo>
                  <a:pt x="75461" y="31669"/>
                </a:lnTo>
                <a:close/>
              </a:path>
              <a:path w="471804" h="76200">
                <a:moveTo>
                  <a:pt x="76437" y="44362"/>
                </a:moveTo>
                <a:lnTo>
                  <a:pt x="63753" y="45338"/>
                </a:lnTo>
                <a:lnTo>
                  <a:pt x="76512" y="45338"/>
                </a:lnTo>
                <a:lnTo>
                  <a:pt x="76437" y="44362"/>
                </a:lnTo>
                <a:close/>
              </a:path>
              <a:path w="471804" h="76200">
                <a:moveTo>
                  <a:pt x="470280" y="1270"/>
                </a:moveTo>
                <a:lnTo>
                  <a:pt x="75461" y="31669"/>
                </a:lnTo>
                <a:lnTo>
                  <a:pt x="76395" y="43814"/>
                </a:lnTo>
                <a:lnTo>
                  <a:pt x="76437" y="44362"/>
                </a:lnTo>
                <a:lnTo>
                  <a:pt x="471296" y="13970"/>
                </a:lnTo>
                <a:lnTo>
                  <a:pt x="470280" y="1270"/>
                </a:lnTo>
                <a:close/>
              </a:path>
            </a:pathLst>
          </a:custGeom>
          <a:solidFill>
            <a:srgbClr val="40B9D2"/>
          </a:solidFill>
        </p:spPr>
        <p:txBody>
          <a:bodyPr wrap="square" lIns="0" tIns="0" rIns="0" bIns="0" rtlCol="0"/>
          <a:lstStyle/>
          <a:p>
            <a:endParaRPr/>
          </a:p>
        </p:txBody>
      </p:sp>
      <p:sp>
        <p:nvSpPr>
          <p:cNvPr id="10" name="object 10"/>
          <p:cNvSpPr txBox="1"/>
          <p:nvPr/>
        </p:nvSpPr>
        <p:spPr>
          <a:xfrm>
            <a:off x="9522714" y="1268729"/>
            <a:ext cx="15113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mbria"/>
                <a:cs typeface="Cambria"/>
              </a:rPr>
              <a:t>b</a:t>
            </a:r>
            <a:endParaRPr sz="1800">
              <a:latin typeface="Cambria"/>
              <a:cs typeface="Cambria"/>
            </a:endParaRPr>
          </a:p>
        </p:txBody>
      </p:sp>
      <p:sp>
        <p:nvSpPr>
          <p:cNvPr id="11" name="object 11"/>
          <p:cNvSpPr txBox="1"/>
          <p:nvPr/>
        </p:nvSpPr>
        <p:spPr>
          <a:xfrm>
            <a:off x="5091810" y="3606495"/>
            <a:ext cx="137795" cy="300355"/>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mbria"/>
                <a:cs typeface="Cambria"/>
              </a:rPr>
              <a:t>a</a:t>
            </a:r>
            <a:endParaRPr sz="1800">
              <a:latin typeface="Cambria"/>
              <a:cs typeface="Cambria"/>
            </a:endParaRPr>
          </a:p>
        </p:txBody>
      </p:sp>
      <p:sp>
        <p:nvSpPr>
          <p:cNvPr id="12" name="object 12"/>
          <p:cNvSpPr txBox="1"/>
          <p:nvPr/>
        </p:nvSpPr>
        <p:spPr>
          <a:xfrm>
            <a:off x="3833621" y="4347794"/>
            <a:ext cx="2194560" cy="568960"/>
          </a:xfrm>
          <a:prstGeom prst="rect">
            <a:avLst/>
          </a:prstGeom>
        </p:spPr>
        <p:txBody>
          <a:bodyPr vert="horz" wrap="square" lIns="0" tIns="12700" rIns="0" bIns="0" rtlCol="0">
            <a:spAutoFit/>
          </a:bodyPr>
          <a:lstStyle/>
          <a:p>
            <a:pPr marL="12700">
              <a:lnSpc>
                <a:spcPts val="2135"/>
              </a:lnSpc>
              <a:spcBef>
                <a:spcPts val="100"/>
              </a:spcBef>
              <a:tabLst>
                <a:tab pos="1896110" algn="l"/>
              </a:tabLst>
            </a:pPr>
            <a:r>
              <a:rPr sz="1800" dirty="0">
                <a:latin typeface="Cambria"/>
                <a:cs typeface="Cambria"/>
              </a:rPr>
              <a:t>If</a:t>
            </a:r>
            <a:r>
              <a:rPr sz="1800" spc="-10" dirty="0">
                <a:latin typeface="Cambria"/>
                <a:cs typeface="Cambria"/>
              </a:rPr>
              <a:t> </a:t>
            </a:r>
            <a:r>
              <a:rPr sz="1800" dirty="0">
                <a:latin typeface="Cambria"/>
                <a:cs typeface="Cambria"/>
              </a:rPr>
              <a:t>a</a:t>
            </a:r>
            <a:r>
              <a:rPr sz="1800" spc="-15" dirty="0">
                <a:latin typeface="Cambria"/>
                <a:cs typeface="Cambria"/>
              </a:rPr>
              <a:t> </a:t>
            </a:r>
            <a:r>
              <a:rPr sz="1800" dirty="0">
                <a:latin typeface="Cambria"/>
                <a:cs typeface="Cambria"/>
              </a:rPr>
              <a:t>.&gt;</a:t>
            </a:r>
            <a:r>
              <a:rPr sz="1800" spc="-10" dirty="0">
                <a:latin typeface="Cambria"/>
                <a:cs typeface="Cambria"/>
              </a:rPr>
              <a:t> </a:t>
            </a:r>
            <a:r>
              <a:rPr sz="1800" dirty="0">
                <a:latin typeface="Cambria"/>
                <a:cs typeface="Cambria"/>
              </a:rPr>
              <a:t>b, then</a:t>
            </a:r>
            <a:r>
              <a:rPr sz="1800" spc="-15" dirty="0">
                <a:latin typeface="Cambria"/>
                <a:cs typeface="Cambria"/>
              </a:rPr>
              <a:t> </a:t>
            </a:r>
            <a:r>
              <a:rPr sz="1800" spc="-25" dirty="0">
                <a:latin typeface="Cambria"/>
                <a:cs typeface="Cambria"/>
              </a:rPr>
              <a:t>fa</a:t>
            </a:r>
            <a:r>
              <a:rPr sz="1800" dirty="0">
                <a:latin typeface="Cambria"/>
                <a:cs typeface="Cambria"/>
              </a:rPr>
              <a:t>	</a:t>
            </a:r>
            <a:r>
              <a:rPr sz="1800" spc="-25" dirty="0">
                <a:latin typeface="Cambria"/>
                <a:cs typeface="Cambria"/>
              </a:rPr>
              <a:t>gb</a:t>
            </a:r>
            <a:endParaRPr sz="1800">
              <a:latin typeface="Cambria"/>
              <a:cs typeface="Cambria"/>
            </a:endParaRPr>
          </a:p>
          <a:p>
            <a:pPr marL="12700">
              <a:lnSpc>
                <a:spcPts val="2135"/>
              </a:lnSpc>
              <a:tabLst>
                <a:tab pos="1946275" algn="l"/>
              </a:tabLst>
            </a:pPr>
            <a:r>
              <a:rPr sz="1800" dirty="0">
                <a:latin typeface="Cambria"/>
                <a:cs typeface="Cambria"/>
              </a:rPr>
              <a:t>If</a:t>
            </a:r>
            <a:r>
              <a:rPr sz="1800" spc="-10" dirty="0">
                <a:latin typeface="Cambria"/>
                <a:cs typeface="Cambria"/>
              </a:rPr>
              <a:t> </a:t>
            </a:r>
            <a:r>
              <a:rPr sz="1800" dirty="0">
                <a:latin typeface="Cambria"/>
                <a:cs typeface="Cambria"/>
              </a:rPr>
              <a:t>a</a:t>
            </a:r>
            <a:r>
              <a:rPr sz="1800" spc="-15" dirty="0">
                <a:latin typeface="Cambria"/>
                <a:cs typeface="Cambria"/>
              </a:rPr>
              <a:t> </a:t>
            </a:r>
            <a:r>
              <a:rPr sz="1800" dirty="0">
                <a:latin typeface="Cambria"/>
                <a:cs typeface="Cambria"/>
              </a:rPr>
              <a:t>&lt;.</a:t>
            </a:r>
            <a:r>
              <a:rPr sz="1800" spc="-5" dirty="0">
                <a:latin typeface="Cambria"/>
                <a:cs typeface="Cambria"/>
              </a:rPr>
              <a:t> </a:t>
            </a:r>
            <a:r>
              <a:rPr sz="1800" dirty="0">
                <a:latin typeface="Cambria"/>
                <a:cs typeface="Cambria"/>
              </a:rPr>
              <a:t>b, then</a:t>
            </a:r>
            <a:r>
              <a:rPr sz="1800" spc="-15" dirty="0">
                <a:latin typeface="Cambria"/>
                <a:cs typeface="Cambria"/>
              </a:rPr>
              <a:t> </a:t>
            </a:r>
            <a:r>
              <a:rPr sz="1800" spc="-25" dirty="0">
                <a:latin typeface="Cambria"/>
                <a:cs typeface="Cambria"/>
              </a:rPr>
              <a:t>fa</a:t>
            </a:r>
            <a:r>
              <a:rPr sz="1800" dirty="0">
                <a:latin typeface="Cambria"/>
                <a:cs typeface="Cambria"/>
              </a:rPr>
              <a:t>	</a:t>
            </a:r>
            <a:r>
              <a:rPr sz="1800" spc="-25" dirty="0">
                <a:latin typeface="Cambria"/>
                <a:cs typeface="Cambria"/>
              </a:rPr>
              <a:t>gb</a:t>
            </a:r>
            <a:endParaRPr sz="1800">
              <a:latin typeface="Cambria"/>
              <a:cs typeface="Cambria"/>
            </a:endParaRPr>
          </a:p>
        </p:txBody>
      </p:sp>
      <p:pic>
        <p:nvPicPr>
          <p:cNvPr id="13" name="object 13"/>
          <p:cNvPicPr/>
          <p:nvPr/>
        </p:nvPicPr>
        <p:blipFill>
          <a:blip r:embed="rId2" cstate="print"/>
          <a:stretch>
            <a:fillRect/>
          </a:stretch>
        </p:blipFill>
        <p:spPr>
          <a:xfrm>
            <a:off x="5413247" y="4479035"/>
            <a:ext cx="244475" cy="76200"/>
          </a:xfrm>
          <a:prstGeom prst="rect">
            <a:avLst/>
          </a:prstGeom>
        </p:spPr>
      </p:pic>
      <p:pic>
        <p:nvPicPr>
          <p:cNvPr id="14" name="object 14"/>
          <p:cNvPicPr/>
          <p:nvPr/>
        </p:nvPicPr>
        <p:blipFill>
          <a:blip r:embed="rId3" cstate="print"/>
          <a:stretch>
            <a:fillRect/>
          </a:stretch>
        </p:blipFill>
        <p:spPr>
          <a:xfrm>
            <a:off x="5413247" y="4730622"/>
            <a:ext cx="244728" cy="762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58951"/>
            <a:ext cx="3444240" cy="5331460"/>
          </a:xfrm>
          <a:custGeom>
            <a:avLst/>
            <a:gdLst/>
            <a:ahLst/>
            <a:cxnLst/>
            <a:rect l="l" t="t" r="r" b="b"/>
            <a:pathLst>
              <a:path w="3444240" h="5331460">
                <a:moveTo>
                  <a:pt x="3444240" y="0"/>
                </a:moveTo>
                <a:lnTo>
                  <a:pt x="0" y="0"/>
                </a:lnTo>
                <a:lnTo>
                  <a:pt x="0" y="5330952"/>
                </a:lnTo>
                <a:lnTo>
                  <a:pt x="3444240" y="5330952"/>
                </a:lnTo>
                <a:lnTo>
                  <a:pt x="3444240" y="0"/>
                </a:lnTo>
                <a:close/>
              </a:path>
            </a:pathLst>
          </a:custGeom>
          <a:solidFill>
            <a:srgbClr val="40B9D2"/>
          </a:solidFill>
        </p:spPr>
        <p:txBody>
          <a:bodyPr wrap="square" lIns="0" tIns="0" rIns="0" bIns="0" rtlCol="0"/>
          <a:lstStyle/>
          <a:p>
            <a:endParaRPr/>
          </a:p>
        </p:txBody>
      </p:sp>
      <p:sp>
        <p:nvSpPr>
          <p:cNvPr id="3" name="object 3"/>
          <p:cNvSpPr/>
          <p:nvPr/>
        </p:nvSpPr>
        <p:spPr>
          <a:xfrm>
            <a:off x="11815571" y="758951"/>
            <a:ext cx="376555" cy="5331460"/>
          </a:xfrm>
          <a:custGeom>
            <a:avLst/>
            <a:gdLst/>
            <a:ahLst/>
            <a:cxnLst/>
            <a:rect l="l" t="t" r="r" b="b"/>
            <a:pathLst>
              <a:path w="376554" h="5331460">
                <a:moveTo>
                  <a:pt x="376427" y="0"/>
                </a:moveTo>
                <a:lnTo>
                  <a:pt x="0" y="0"/>
                </a:lnTo>
                <a:lnTo>
                  <a:pt x="0" y="5330952"/>
                </a:lnTo>
                <a:lnTo>
                  <a:pt x="376427" y="5330952"/>
                </a:lnTo>
                <a:lnTo>
                  <a:pt x="376427" y="0"/>
                </a:lnTo>
                <a:close/>
              </a:path>
            </a:pathLst>
          </a:custGeom>
          <a:solidFill>
            <a:srgbClr val="C7C7C7">
              <a:alpha val="49803"/>
            </a:srgbClr>
          </a:solidFill>
        </p:spPr>
        <p:txBody>
          <a:bodyPr wrap="square" lIns="0" tIns="0" rIns="0" bIns="0" rtlCol="0"/>
          <a:lstStyle/>
          <a:p>
            <a:endParaRPr/>
          </a:p>
        </p:txBody>
      </p:sp>
      <p:sp>
        <p:nvSpPr>
          <p:cNvPr id="4" name="object 4"/>
          <p:cNvSpPr txBox="1"/>
          <p:nvPr/>
        </p:nvSpPr>
        <p:spPr>
          <a:xfrm>
            <a:off x="331724" y="2604338"/>
            <a:ext cx="2383790" cy="1068705"/>
          </a:xfrm>
          <a:prstGeom prst="rect">
            <a:avLst/>
          </a:prstGeom>
        </p:spPr>
        <p:txBody>
          <a:bodyPr vert="horz" wrap="square" lIns="0" tIns="74930" rIns="0" bIns="0" rtlCol="0">
            <a:spAutoFit/>
          </a:bodyPr>
          <a:lstStyle/>
          <a:p>
            <a:pPr marL="12700" marR="5080">
              <a:lnSpc>
                <a:spcPts val="3890"/>
              </a:lnSpc>
              <a:spcBef>
                <a:spcPts val="590"/>
              </a:spcBef>
            </a:pPr>
            <a:r>
              <a:rPr sz="3600" b="1" spc="-75" dirty="0">
                <a:solidFill>
                  <a:srgbClr val="FFFFFF"/>
                </a:solidFill>
                <a:latin typeface="Cambria"/>
                <a:cs typeface="Cambria"/>
              </a:rPr>
              <a:t>Precedence </a:t>
            </a:r>
            <a:r>
              <a:rPr sz="3600" b="1" spc="-10" dirty="0">
                <a:solidFill>
                  <a:srgbClr val="FFFFFF"/>
                </a:solidFill>
                <a:latin typeface="Cambria"/>
                <a:cs typeface="Cambria"/>
              </a:rPr>
              <a:t>function</a:t>
            </a:r>
            <a:endParaRPr sz="3600">
              <a:latin typeface="Cambria"/>
              <a:cs typeface="Cambria"/>
            </a:endParaRPr>
          </a:p>
        </p:txBody>
      </p:sp>
      <p:grpSp>
        <p:nvGrpSpPr>
          <p:cNvPr id="5" name="object 5"/>
          <p:cNvGrpSpPr/>
          <p:nvPr/>
        </p:nvGrpSpPr>
        <p:grpSpPr>
          <a:xfrm>
            <a:off x="4776152" y="771080"/>
            <a:ext cx="680085" cy="707390"/>
            <a:chOff x="4776152" y="771080"/>
            <a:chExt cx="680085" cy="707390"/>
          </a:xfrm>
        </p:grpSpPr>
        <p:sp>
          <p:nvSpPr>
            <p:cNvPr id="6" name="object 6"/>
            <p:cNvSpPr/>
            <p:nvPr/>
          </p:nvSpPr>
          <p:spPr>
            <a:xfrm>
              <a:off x="4781550" y="776478"/>
              <a:ext cx="669290" cy="696595"/>
            </a:xfrm>
            <a:custGeom>
              <a:avLst/>
              <a:gdLst/>
              <a:ahLst/>
              <a:cxnLst/>
              <a:rect l="l" t="t" r="r" b="b"/>
              <a:pathLst>
                <a:path w="669289" h="696594">
                  <a:moveTo>
                    <a:pt x="334517" y="0"/>
                  </a:moveTo>
                  <a:lnTo>
                    <a:pt x="289118" y="3179"/>
                  </a:lnTo>
                  <a:lnTo>
                    <a:pt x="245577" y="12442"/>
                  </a:lnTo>
                  <a:lnTo>
                    <a:pt x="204293" y="27372"/>
                  </a:lnTo>
                  <a:lnTo>
                    <a:pt x="165664" y="47554"/>
                  </a:lnTo>
                  <a:lnTo>
                    <a:pt x="130088" y="72573"/>
                  </a:lnTo>
                  <a:lnTo>
                    <a:pt x="97964" y="102012"/>
                  </a:lnTo>
                  <a:lnTo>
                    <a:pt x="69690" y="135458"/>
                  </a:lnTo>
                  <a:lnTo>
                    <a:pt x="45663" y="172494"/>
                  </a:lnTo>
                  <a:lnTo>
                    <a:pt x="26283" y="212705"/>
                  </a:lnTo>
                  <a:lnTo>
                    <a:pt x="11946" y="255675"/>
                  </a:lnTo>
                  <a:lnTo>
                    <a:pt x="3053" y="300990"/>
                  </a:lnTo>
                  <a:lnTo>
                    <a:pt x="0" y="348234"/>
                  </a:lnTo>
                  <a:lnTo>
                    <a:pt x="3053" y="395477"/>
                  </a:lnTo>
                  <a:lnTo>
                    <a:pt x="11946" y="440792"/>
                  </a:lnTo>
                  <a:lnTo>
                    <a:pt x="26283" y="483762"/>
                  </a:lnTo>
                  <a:lnTo>
                    <a:pt x="45663" y="523973"/>
                  </a:lnTo>
                  <a:lnTo>
                    <a:pt x="69690" y="561009"/>
                  </a:lnTo>
                  <a:lnTo>
                    <a:pt x="97964" y="594455"/>
                  </a:lnTo>
                  <a:lnTo>
                    <a:pt x="130088" y="623894"/>
                  </a:lnTo>
                  <a:lnTo>
                    <a:pt x="165664" y="648913"/>
                  </a:lnTo>
                  <a:lnTo>
                    <a:pt x="204293" y="669095"/>
                  </a:lnTo>
                  <a:lnTo>
                    <a:pt x="245577" y="684025"/>
                  </a:lnTo>
                  <a:lnTo>
                    <a:pt x="289118" y="693288"/>
                  </a:lnTo>
                  <a:lnTo>
                    <a:pt x="334517" y="696468"/>
                  </a:lnTo>
                  <a:lnTo>
                    <a:pt x="379917" y="693288"/>
                  </a:lnTo>
                  <a:lnTo>
                    <a:pt x="423458" y="684025"/>
                  </a:lnTo>
                  <a:lnTo>
                    <a:pt x="464742" y="669095"/>
                  </a:lnTo>
                  <a:lnTo>
                    <a:pt x="503371" y="648913"/>
                  </a:lnTo>
                  <a:lnTo>
                    <a:pt x="538947" y="623894"/>
                  </a:lnTo>
                  <a:lnTo>
                    <a:pt x="571071" y="594455"/>
                  </a:lnTo>
                  <a:lnTo>
                    <a:pt x="599345" y="561009"/>
                  </a:lnTo>
                  <a:lnTo>
                    <a:pt x="623372" y="523973"/>
                  </a:lnTo>
                  <a:lnTo>
                    <a:pt x="642752" y="483762"/>
                  </a:lnTo>
                  <a:lnTo>
                    <a:pt x="657089" y="440792"/>
                  </a:lnTo>
                  <a:lnTo>
                    <a:pt x="665982" y="395477"/>
                  </a:lnTo>
                  <a:lnTo>
                    <a:pt x="669036" y="348234"/>
                  </a:lnTo>
                  <a:lnTo>
                    <a:pt x="665982" y="300990"/>
                  </a:lnTo>
                  <a:lnTo>
                    <a:pt x="657089" y="255675"/>
                  </a:lnTo>
                  <a:lnTo>
                    <a:pt x="642752" y="212705"/>
                  </a:lnTo>
                  <a:lnTo>
                    <a:pt x="623372" y="172494"/>
                  </a:lnTo>
                  <a:lnTo>
                    <a:pt x="599345" y="135458"/>
                  </a:lnTo>
                  <a:lnTo>
                    <a:pt x="571071" y="102012"/>
                  </a:lnTo>
                  <a:lnTo>
                    <a:pt x="538947" y="72573"/>
                  </a:lnTo>
                  <a:lnTo>
                    <a:pt x="503371" y="47554"/>
                  </a:lnTo>
                  <a:lnTo>
                    <a:pt x="464742" y="27372"/>
                  </a:lnTo>
                  <a:lnTo>
                    <a:pt x="423458" y="12442"/>
                  </a:lnTo>
                  <a:lnTo>
                    <a:pt x="379917" y="3179"/>
                  </a:lnTo>
                  <a:lnTo>
                    <a:pt x="334517" y="0"/>
                  </a:lnTo>
                  <a:close/>
                </a:path>
              </a:pathLst>
            </a:custGeom>
            <a:solidFill>
              <a:srgbClr val="D9F0F6"/>
            </a:solidFill>
          </p:spPr>
          <p:txBody>
            <a:bodyPr wrap="square" lIns="0" tIns="0" rIns="0" bIns="0" rtlCol="0"/>
            <a:lstStyle/>
            <a:p>
              <a:endParaRPr/>
            </a:p>
          </p:txBody>
        </p:sp>
        <p:sp>
          <p:nvSpPr>
            <p:cNvPr id="7" name="object 7"/>
            <p:cNvSpPr/>
            <p:nvPr/>
          </p:nvSpPr>
          <p:spPr>
            <a:xfrm>
              <a:off x="4781550" y="776478"/>
              <a:ext cx="669290" cy="696595"/>
            </a:xfrm>
            <a:custGeom>
              <a:avLst/>
              <a:gdLst/>
              <a:ahLst/>
              <a:cxnLst/>
              <a:rect l="l" t="t" r="r" b="b"/>
              <a:pathLst>
                <a:path w="669289" h="696594">
                  <a:moveTo>
                    <a:pt x="0" y="348234"/>
                  </a:moveTo>
                  <a:lnTo>
                    <a:pt x="3053" y="300990"/>
                  </a:lnTo>
                  <a:lnTo>
                    <a:pt x="11946" y="255675"/>
                  </a:lnTo>
                  <a:lnTo>
                    <a:pt x="26283" y="212705"/>
                  </a:lnTo>
                  <a:lnTo>
                    <a:pt x="45663" y="172494"/>
                  </a:lnTo>
                  <a:lnTo>
                    <a:pt x="69690" y="135458"/>
                  </a:lnTo>
                  <a:lnTo>
                    <a:pt x="97964" y="102012"/>
                  </a:lnTo>
                  <a:lnTo>
                    <a:pt x="130088" y="72573"/>
                  </a:lnTo>
                  <a:lnTo>
                    <a:pt x="165664" y="47554"/>
                  </a:lnTo>
                  <a:lnTo>
                    <a:pt x="204293" y="27372"/>
                  </a:lnTo>
                  <a:lnTo>
                    <a:pt x="245577" y="12442"/>
                  </a:lnTo>
                  <a:lnTo>
                    <a:pt x="289118" y="3179"/>
                  </a:lnTo>
                  <a:lnTo>
                    <a:pt x="334517" y="0"/>
                  </a:lnTo>
                  <a:lnTo>
                    <a:pt x="379917" y="3179"/>
                  </a:lnTo>
                  <a:lnTo>
                    <a:pt x="423458" y="12442"/>
                  </a:lnTo>
                  <a:lnTo>
                    <a:pt x="464742" y="27372"/>
                  </a:lnTo>
                  <a:lnTo>
                    <a:pt x="503371" y="47554"/>
                  </a:lnTo>
                  <a:lnTo>
                    <a:pt x="538947" y="72573"/>
                  </a:lnTo>
                  <a:lnTo>
                    <a:pt x="571071" y="102012"/>
                  </a:lnTo>
                  <a:lnTo>
                    <a:pt x="599345" y="135458"/>
                  </a:lnTo>
                  <a:lnTo>
                    <a:pt x="623372" y="172494"/>
                  </a:lnTo>
                  <a:lnTo>
                    <a:pt x="642752" y="212705"/>
                  </a:lnTo>
                  <a:lnTo>
                    <a:pt x="657089" y="255675"/>
                  </a:lnTo>
                  <a:lnTo>
                    <a:pt x="665982" y="300990"/>
                  </a:lnTo>
                  <a:lnTo>
                    <a:pt x="669036" y="348234"/>
                  </a:lnTo>
                  <a:lnTo>
                    <a:pt x="665982" y="395477"/>
                  </a:lnTo>
                  <a:lnTo>
                    <a:pt x="657089" y="440792"/>
                  </a:lnTo>
                  <a:lnTo>
                    <a:pt x="642752" y="483762"/>
                  </a:lnTo>
                  <a:lnTo>
                    <a:pt x="623372" y="523973"/>
                  </a:lnTo>
                  <a:lnTo>
                    <a:pt x="599345" y="561009"/>
                  </a:lnTo>
                  <a:lnTo>
                    <a:pt x="571071" y="594455"/>
                  </a:lnTo>
                  <a:lnTo>
                    <a:pt x="538947" y="623894"/>
                  </a:lnTo>
                  <a:lnTo>
                    <a:pt x="503371" y="648913"/>
                  </a:lnTo>
                  <a:lnTo>
                    <a:pt x="464742" y="669095"/>
                  </a:lnTo>
                  <a:lnTo>
                    <a:pt x="423458" y="684025"/>
                  </a:lnTo>
                  <a:lnTo>
                    <a:pt x="379917" y="693288"/>
                  </a:lnTo>
                  <a:lnTo>
                    <a:pt x="334517" y="696468"/>
                  </a:lnTo>
                  <a:lnTo>
                    <a:pt x="289118" y="693288"/>
                  </a:lnTo>
                  <a:lnTo>
                    <a:pt x="245577" y="684025"/>
                  </a:lnTo>
                  <a:lnTo>
                    <a:pt x="204293" y="669095"/>
                  </a:lnTo>
                  <a:lnTo>
                    <a:pt x="165664" y="648913"/>
                  </a:lnTo>
                  <a:lnTo>
                    <a:pt x="130088" y="623894"/>
                  </a:lnTo>
                  <a:lnTo>
                    <a:pt x="97964" y="594455"/>
                  </a:lnTo>
                  <a:lnTo>
                    <a:pt x="69690" y="561009"/>
                  </a:lnTo>
                  <a:lnTo>
                    <a:pt x="45663" y="523973"/>
                  </a:lnTo>
                  <a:lnTo>
                    <a:pt x="26283" y="483762"/>
                  </a:lnTo>
                  <a:lnTo>
                    <a:pt x="11946" y="440792"/>
                  </a:lnTo>
                  <a:lnTo>
                    <a:pt x="3053" y="395477"/>
                  </a:lnTo>
                  <a:lnTo>
                    <a:pt x="0" y="348234"/>
                  </a:lnTo>
                  <a:close/>
                </a:path>
              </a:pathLst>
            </a:custGeom>
            <a:ln w="10668">
              <a:solidFill>
                <a:srgbClr val="2C879A"/>
              </a:solidFill>
            </a:ln>
          </p:spPr>
          <p:txBody>
            <a:bodyPr wrap="square" lIns="0" tIns="0" rIns="0" bIns="0" rtlCol="0"/>
            <a:lstStyle/>
            <a:p>
              <a:endParaRPr/>
            </a:p>
          </p:txBody>
        </p:sp>
      </p:grpSp>
      <p:sp>
        <p:nvSpPr>
          <p:cNvPr id="8" name="object 8"/>
          <p:cNvSpPr txBox="1"/>
          <p:nvPr/>
        </p:nvSpPr>
        <p:spPr>
          <a:xfrm>
            <a:off x="4965572" y="951357"/>
            <a:ext cx="302260" cy="330835"/>
          </a:xfrm>
          <a:prstGeom prst="rect">
            <a:avLst/>
          </a:prstGeom>
        </p:spPr>
        <p:txBody>
          <a:bodyPr vert="horz" wrap="square" lIns="0" tIns="13335" rIns="0" bIns="0" rtlCol="0">
            <a:spAutoFit/>
          </a:bodyPr>
          <a:lstStyle/>
          <a:p>
            <a:pPr marL="12700">
              <a:lnSpc>
                <a:spcPct val="100000"/>
              </a:lnSpc>
              <a:spcBef>
                <a:spcPts val="105"/>
              </a:spcBef>
            </a:pPr>
            <a:r>
              <a:rPr sz="2000" spc="-25" dirty="0">
                <a:latin typeface="Cambria"/>
                <a:cs typeface="Cambria"/>
              </a:rPr>
              <a:t>g</a:t>
            </a:r>
            <a:r>
              <a:rPr sz="1400" spc="-25" dirty="0">
                <a:latin typeface="Cambria"/>
                <a:cs typeface="Cambria"/>
              </a:rPr>
              <a:t>id</a:t>
            </a:r>
            <a:endParaRPr sz="1400">
              <a:latin typeface="Cambria"/>
              <a:cs typeface="Cambria"/>
            </a:endParaRPr>
          </a:p>
        </p:txBody>
      </p:sp>
      <p:grpSp>
        <p:nvGrpSpPr>
          <p:cNvPr id="9" name="object 9"/>
          <p:cNvGrpSpPr/>
          <p:nvPr/>
        </p:nvGrpSpPr>
        <p:grpSpPr>
          <a:xfrm>
            <a:off x="8005508" y="771080"/>
            <a:ext cx="681355" cy="707390"/>
            <a:chOff x="8005508" y="771080"/>
            <a:chExt cx="681355" cy="707390"/>
          </a:xfrm>
        </p:grpSpPr>
        <p:sp>
          <p:nvSpPr>
            <p:cNvPr id="10" name="object 10"/>
            <p:cNvSpPr/>
            <p:nvPr/>
          </p:nvSpPr>
          <p:spPr>
            <a:xfrm>
              <a:off x="8010905" y="776478"/>
              <a:ext cx="670560" cy="696595"/>
            </a:xfrm>
            <a:custGeom>
              <a:avLst/>
              <a:gdLst/>
              <a:ahLst/>
              <a:cxnLst/>
              <a:rect l="l" t="t" r="r" b="b"/>
              <a:pathLst>
                <a:path w="670559" h="696594">
                  <a:moveTo>
                    <a:pt x="335279" y="0"/>
                  </a:moveTo>
                  <a:lnTo>
                    <a:pt x="289785" y="3179"/>
                  </a:lnTo>
                  <a:lnTo>
                    <a:pt x="246150" y="12442"/>
                  </a:lnTo>
                  <a:lnTo>
                    <a:pt x="204775" y="27372"/>
                  </a:lnTo>
                  <a:lnTo>
                    <a:pt x="166059" y="47554"/>
                  </a:lnTo>
                  <a:lnTo>
                    <a:pt x="130402" y="72573"/>
                  </a:lnTo>
                  <a:lnTo>
                    <a:pt x="98202" y="102012"/>
                  </a:lnTo>
                  <a:lnTo>
                    <a:pt x="69861" y="135458"/>
                  </a:lnTo>
                  <a:lnTo>
                    <a:pt x="45776" y="172494"/>
                  </a:lnTo>
                  <a:lnTo>
                    <a:pt x="26348" y="212705"/>
                  </a:lnTo>
                  <a:lnTo>
                    <a:pt x="11976" y="255675"/>
                  </a:lnTo>
                  <a:lnTo>
                    <a:pt x="3060" y="300990"/>
                  </a:lnTo>
                  <a:lnTo>
                    <a:pt x="0" y="348234"/>
                  </a:lnTo>
                  <a:lnTo>
                    <a:pt x="3060" y="395477"/>
                  </a:lnTo>
                  <a:lnTo>
                    <a:pt x="11976" y="440792"/>
                  </a:lnTo>
                  <a:lnTo>
                    <a:pt x="26348" y="483762"/>
                  </a:lnTo>
                  <a:lnTo>
                    <a:pt x="45776" y="523973"/>
                  </a:lnTo>
                  <a:lnTo>
                    <a:pt x="69861" y="561009"/>
                  </a:lnTo>
                  <a:lnTo>
                    <a:pt x="98202" y="594455"/>
                  </a:lnTo>
                  <a:lnTo>
                    <a:pt x="130402" y="623894"/>
                  </a:lnTo>
                  <a:lnTo>
                    <a:pt x="166059" y="648913"/>
                  </a:lnTo>
                  <a:lnTo>
                    <a:pt x="204775" y="669095"/>
                  </a:lnTo>
                  <a:lnTo>
                    <a:pt x="246150" y="684025"/>
                  </a:lnTo>
                  <a:lnTo>
                    <a:pt x="289785" y="693288"/>
                  </a:lnTo>
                  <a:lnTo>
                    <a:pt x="335279" y="696468"/>
                  </a:lnTo>
                  <a:lnTo>
                    <a:pt x="380774" y="693288"/>
                  </a:lnTo>
                  <a:lnTo>
                    <a:pt x="424409" y="684025"/>
                  </a:lnTo>
                  <a:lnTo>
                    <a:pt x="465784" y="669095"/>
                  </a:lnTo>
                  <a:lnTo>
                    <a:pt x="504500" y="648913"/>
                  </a:lnTo>
                  <a:lnTo>
                    <a:pt x="540157" y="623894"/>
                  </a:lnTo>
                  <a:lnTo>
                    <a:pt x="572357" y="594455"/>
                  </a:lnTo>
                  <a:lnTo>
                    <a:pt x="600698" y="561009"/>
                  </a:lnTo>
                  <a:lnTo>
                    <a:pt x="624783" y="523973"/>
                  </a:lnTo>
                  <a:lnTo>
                    <a:pt x="644211" y="483762"/>
                  </a:lnTo>
                  <a:lnTo>
                    <a:pt x="658583" y="440792"/>
                  </a:lnTo>
                  <a:lnTo>
                    <a:pt x="667499" y="395477"/>
                  </a:lnTo>
                  <a:lnTo>
                    <a:pt x="670560" y="348234"/>
                  </a:lnTo>
                  <a:lnTo>
                    <a:pt x="667499" y="300990"/>
                  </a:lnTo>
                  <a:lnTo>
                    <a:pt x="658583" y="255675"/>
                  </a:lnTo>
                  <a:lnTo>
                    <a:pt x="644211" y="212705"/>
                  </a:lnTo>
                  <a:lnTo>
                    <a:pt x="624783" y="172494"/>
                  </a:lnTo>
                  <a:lnTo>
                    <a:pt x="600698" y="135458"/>
                  </a:lnTo>
                  <a:lnTo>
                    <a:pt x="572357" y="102012"/>
                  </a:lnTo>
                  <a:lnTo>
                    <a:pt x="540157" y="72573"/>
                  </a:lnTo>
                  <a:lnTo>
                    <a:pt x="504500" y="47554"/>
                  </a:lnTo>
                  <a:lnTo>
                    <a:pt x="465784" y="27372"/>
                  </a:lnTo>
                  <a:lnTo>
                    <a:pt x="424409" y="12442"/>
                  </a:lnTo>
                  <a:lnTo>
                    <a:pt x="380774" y="3179"/>
                  </a:lnTo>
                  <a:lnTo>
                    <a:pt x="335279" y="0"/>
                  </a:lnTo>
                  <a:close/>
                </a:path>
              </a:pathLst>
            </a:custGeom>
            <a:solidFill>
              <a:srgbClr val="D9F0F6"/>
            </a:solidFill>
          </p:spPr>
          <p:txBody>
            <a:bodyPr wrap="square" lIns="0" tIns="0" rIns="0" bIns="0" rtlCol="0"/>
            <a:lstStyle/>
            <a:p>
              <a:endParaRPr/>
            </a:p>
          </p:txBody>
        </p:sp>
        <p:sp>
          <p:nvSpPr>
            <p:cNvPr id="11" name="object 11"/>
            <p:cNvSpPr/>
            <p:nvPr/>
          </p:nvSpPr>
          <p:spPr>
            <a:xfrm>
              <a:off x="8010905" y="776478"/>
              <a:ext cx="670560" cy="696595"/>
            </a:xfrm>
            <a:custGeom>
              <a:avLst/>
              <a:gdLst/>
              <a:ahLst/>
              <a:cxnLst/>
              <a:rect l="l" t="t" r="r" b="b"/>
              <a:pathLst>
                <a:path w="670559" h="696594">
                  <a:moveTo>
                    <a:pt x="0" y="348234"/>
                  </a:moveTo>
                  <a:lnTo>
                    <a:pt x="3060" y="300990"/>
                  </a:lnTo>
                  <a:lnTo>
                    <a:pt x="11976" y="255675"/>
                  </a:lnTo>
                  <a:lnTo>
                    <a:pt x="26348" y="212705"/>
                  </a:lnTo>
                  <a:lnTo>
                    <a:pt x="45776" y="172494"/>
                  </a:lnTo>
                  <a:lnTo>
                    <a:pt x="69861" y="135458"/>
                  </a:lnTo>
                  <a:lnTo>
                    <a:pt x="98202" y="102012"/>
                  </a:lnTo>
                  <a:lnTo>
                    <a:pt x="130402" y="72573"/>
                  </a:lnTo>
                  <a:lnTo>
                    <a:pt x="166059" y="47554"/>
                  </a:lnTo>
                  <a:lnTo>
                    <a:pt x="204775" y="27372"/>
                  </a:lnTo>
                  <a:lnTo>
                    <a:pt x="246150" y="12442"/>
                  </a:lnTo>
                  <a:lnTo>
                    <a:pt x="289785" y="3179"/>
                  </a:lnTo>
                  <a:lnTo>
                    <a:pt x="335279" y="0"/>
                  </a:lnTo>
                  <a:lnTo>
                    <a:pt x="380774" y="3179"/>
                  </a:lnTo>
                  <a:lnTo>
                    <a:pt x="424409" y="12442"/>
                  </a:lnTo>
                  <a:lnTo>
                    <a:pt x="465784" y="27372"/>
                  </a:lnTo>
                  <a:lnTo>
                    <a:pt x="504500" y="47554"/>
                  </a:lnTo>
                  <a:lnTo>
                    <a:pt x="540157" y="72573"/>
                  </a:lnTo>
                  <a:lnTo>
                    <a:pt x="572357" y="102012"/>
                  </a:lnTo>
                  <a:lnTo>
                    <a:pt x="600698" y="135458"/>
                  </a:lnTo>
                  <a:lnTo>
                    <a:pt x="624783" y="172494"/>
                  </a:lnTo>
                  <a:lnTo>
                    <a:pt x="644211" y="212705"/>
                  </a:lnTo>
                  <a:lnTo>
                    <a:pt x="658583" y="255675"/>
                  </a:lnTo>
                  <a:lnTo>
                    <a:pt x="667499" y="300990"/>
                  </a:lnTo>
                  <a:lnTo>
                    <a:pt x="670560" y="348234"/>
                  </a:lnTo>
                  <a:lnTo>
                    <a:pt x="667499" y="395477"/>
                  </a:lnTo>
                  <a:lnTo>
                    <a:pt x="658583" y="440792"/>
                  </a:lnTo>
                  <a:lnTo>
                    <a:pt x="644211" y="483762"/>
                  </a:lnTo>
                  <a:lnTo>
                    <a:pt x="624783" y="523973"/>
                  </a:lnTo>
                  <a:lnTo>
                    <a:pt x="600698" y="561009"/>
                  </a:lnTo>
                  <a:lnTo>
                    <a:pt x="572357" y="594455"/>
                  </a:lnTo>
                  <a:lnTo>
                    <a:pt x="540157" y="623894"/>
                  </a:lnTo>
                  <a:lnTo>
                    <a:pt x="504500" y="648913"/>
                  </a:lnTo>
                  <a:lnTo>
                    <a:pt x="465784" y="669095"/>
                  </a:lnTo>
                  <a:lnTo>
                    <a:pt x="424409" y="684025"/>
                  </a:lnTo>
                  <a:lnTo>
                    <a:pt x="380774" y="693288"/>
                  </a:lnTo>
                  <a:lnTo>
                    <a:pt x="335279" y="696468"/>
                  </a:lnTo>
                  <a:lnTo>
                    <a:pt x="289785" y="693288"/>
                  </a:lnTo>
                  <a:lnTo>
                    <a:pt x="246150" y="684025"/>
                  </a:lnTo>
                  <a:lnTo>
                    <a:pt x="204775" y="669095"/>
                  </a:lnTo>
                  <a:lnTo>
                    <a:pt x="166059" y="648913"/>
                  </a:lnTo>
                  <a:lnTo>
                    <a:pt x="130402" y="623894"/>
                  </a:lnTo>
                  <a:lnTo>
                    <a:pt x="98202" y="594455"/>
                  </a:lnTo>
                  <a:lnTo>
                    <a:pt x="69861" y="561009"/>
                  </a:lnTo>
                  <a:lnTo>
                    <a:pt x="45776" y="523973"/>
                  </a:lnTo>
                  <a:lnTo>
                    <a:pt x="26348" y="483762"/>
                  </a:lnTo>
                  <a:lnTo>
                    <a:pt x="11976" y="440792"/>
                  </a:lnTo>
                  <a:lnTo>
                    <a:pt x="3060" y="395477"/>
                  </a:lnTo>
                  <a:lnTo>
                    <a:pt x="0" y="348234"/>
                  </a:lnTo>
                  <a:close/>
                </a:path>
              </a:pathLst>
            </a:custGeom>
            <a:ln w="10667">
              <a:solidFill>
                <a:srgbClr val="2C879A"/>
              </a:solidFill>
            </a:ln>
          </p:spPr>
          <p:txBody>
            <a:bodyPr wrap="square" lIns="0" tIns="0" rIns="0" bIns="0" rtlCol="0"/>
            <a:lstStyle/>
            <a:p>
              <a:endParaRPr/>
            </a:p>
          </p:txBody>
        </p:sp>
      </p:grpSp>
      <p:sp>
        <p:nvSpPr>
          <p:cNvPr id="12" name="object 12"/>
          <p:cNvSpPr txBox="1"/>
          <p:nvPr/>
        </p:nvSpPr>
        <p:spPr>
          <a:xfrm>
            <a:off x="8220836" y="951357"/>
            <a:ext cx="253365" cy="330835"/>
          </a:xfrm>
          <a:prstGeom prst="rect">
            <a:avLst/>
          </a:prstGeom>
        </p:spPr>
        <p:txBody>
          <a:bodyPr vert="horz" wrap="square" lIns="0" tIns="13335" rIns="0" bIns="0" rtlCol="0">
            <a:spAutoFit/>
          </a:bodyPr>
          <a:lstStyle/>
          <a:p>
            <a:pPr marL="12700">
              <a:lnSpc>
                <a:spcPct val="100000"/>
              </a:lnSpc>
              <a:spcBef>
                <a:spcPts val="105"/>
              </a:spcBef>
            </a:pPr>
            <a:r>
              <a:rPr sz="2000" spc="-25" dirty="0">
                <a:latin typeface="Cambria"/>
                <a:cs typeface="Cambria"/>
              </a:rPr>
              <a:t>f</a:t>
            </a:r>
            <a:r>
              <a:rPr sz="1400" spc="-25" dirty="0">
                <a:latin typeface="Cambria"/>
                <a:cs typeface="Cambria"/>
              </a:rPr>
              <a:t>id</a:t>
            </a:r>
            <a:endParaRPr sz="1400">
              <a:latin typeface="Cambria"/>
              <a:cs typeface="Cambria"/>
            </a:endParaRPr>
          </a:p>
        </p:txBody>
      </p:sp>
      <p:grpSp>
        <p:nvGrpSpPr>
          <p:cNvPr id="13" name="object 13"/>
          <p:cNvGrpSpPr/>
          <p:nvPr/>
        </p:nvGrpSpPr>
        <p:grpSpPr>
          <a:xfrm>
            <a:off x="4767008" y="2180780"/>
            <a:ext cx="680085" cy="709295"/>
            <a:chOff x="4767008" y="2180780"/>
            <a:chExt cx="680085" cy="709295"/>
          </a:xfrm>
        </p:grpSpPr>
        <p:sp>
          <p:nvSpPr>
            <p:cNvPr id="14" name="object 14"/>
            <p:cNvSpPr/>
            <p:nvPr/>
          </p:nvSpPr>
          <p:spPr>
            <a:xfrm>
              <a:off x="4772406" y="2186177"/>
              <a:ext cx="669290" cy="698500"/>
            </a:xfrm>
            <a:custGeom>
              <a:avLst/>
              <a:gdLst/>
              <a:ahLst/>
              <a:cxnLst/>
              <a:rect l="l" t="t" r="r" b="b"/>
              <a:pathLst>
                <a:path w="669289" h="698500">
                  <a:moveTo>
                    <a:pt x="334518" y="0"/>
                  </a:moveTo>
                  <a:lnTo>
                    <a:pt x="289118" y="3185"/>
                  </a:lnTo>
                  <a:lnTo>
                    <a:pt x="245577" y="12463"/>
                  </a:lnTo>
                  <a:lnTo>
                    <a:pt x="204293" y="27420"/>
                  </a:lnTo>
                  <a:lnTo>
                    <a:pt x="165664" y="47639"/>
                  </a:lnTo>
                  <a:lnTo>
                    <a:pt x="130088" y="72705"/>
                  </a:lnTo>
                  <a:lnTo>
                    <a:pt x="97964" y="102203"/>
                  </a:lnTo>
                  <a:lnTo>
                    <a:pt x="69690" y="135717"/>
                  </a:lnTo>
                  <a:lnTo>
                    <a:pt x="45663" y="172832"/>
                  </a:lnTo>
                  <a:lnTo>
                    <a:pt x="26283" y="213133"/>
                  </a:lnTo>
                  <a:lnTo>
                    <a:pt x="11946" y="256204"/>
                  </a:lnTo>
                  <a:lnTo>
                    <a:pt x="3053" y="301630"/>
                  </a:lnTo>
                  <a:lnTo>
                    <a:pt x="0" y="348996"/>
                  </a:lnTo>
                  <a:lnTo>
                    <a:pt x="3053" y="396361"/>
                  </a:lnTo>
                  <a:lnTo>
                    <a:pt x="11946" y="441787"/>
                  </a:lnTo>
                  <a:lnTo>
                    <a:pt x="26283" y="484858"/>
                  </a:lnTo>
                  <a:lnTo>
                    <a:pt x="45663" y="525159"/>
                  </a:lnTo>
                  <a:lnTo>
                    <a:pt x="69690" y="562274"/>
                  </a:lnTo>
                  <a:lnTo>
                    <a:pt x="97964" y="595788"/>
                  </a:lnTo>
                  <a:lnTo>
                    <a:pt x="130088" y="625286"/>
                  </a:lnTo>
                  <a:lnTo>
                    <a:pt x="165664" y="650352"/>
                  </a:lnTo>
                  <a:lnTo>
                    <a:pt x="204293" y="670571"/>
                  </a:lnTo>
                  <a:lnTo>
                    <a:pt x="245577" y="685528"/>
                  </a:lnTo>
                  <a:lnTo>
                    <a:pt x="289118" y="694806"/>
                  </a:lnTo>
                  <a:lnTo>
                    <a:pt x="334518" y="697992"/>
                  </a:lnTo>
                  <a:lnTo>
                    <a:pt x="379917" y="694806"/>
                  </a:lnTo>
                  <a:lnTo>
                    <a:pt x="423458" y="685528"/>
                  </a:lnTo>
                  <a:lnTo>
                    <a:pt x="464742" y="670571"/>
                  </a:lnTo>
                  <a:lnTo>
                    <a:pt x="503371" y="650352"/>
                  </a:lnTo>
                  <a:lnTo>
                    <a:pt x="538947" y="625286"/>
                  </a:lnTo>
                  <a:lnTo>
                    <a:pt x="571071" y="595788"/>
                  </a:lnTo>
                  <a:lnTo>
                    <a:pt x="599345" y="562274"/>
                  </a:lnTo>
                  <a:lnTo>
                    <a:pt x="623372" y="525159"/>
                  </a:lnTo>
                  <a:lnTo>
                    <a:pt x="642752" y="484858"/>
                  </a:lnTo>
                  <a:lnTo>
                    <a:pt x="657089" y="441787"/>
                  </a:lnTo>
                  <a:lnTo>
                    <a:pt x="665982" y="396361"/>
                  </a:lnTo>
                  <a:lnTo>
                    <a:pt x="669036" y="348996"/>
                  </a:lnTo>
                  <a:lnTo>
                    <a:pt x="665982" y="301630"/>
                  </a:lnTo>
                  <a:lnTo>
                    <a:pt x="657089" y="256204"/>
                  </a:lnTo>
                  <a:lnTo>
                    <a:pt x="642752" y="213133"/>
                  </a:lnTo>
                  <a:lnTo>
                    <a:pt x="623372" y="172832"/>
                  </a:lnTo>
                  <a:lnTo>
                    <a:pt x="599345" y="135717"/>
                  </a:lnTo>
                  <a:lnTo>
                    <a:pt x="571071" y="102203"/>
                  </a:lnTo>
                  <a:lnTo>
                    <a:pt x="538947" y="72705"/>
                  </a:lnTo>
                  <a:lnTo>
                    <a:pt x="503371" y="47639"/>
                  </a:lnTo>
                  <a:lnTo>
                    <a:pt x="464742" y="27420"/>
                  </a:lnTo>
                  <a:lnTo>
                    <a:pt x="423458" y="12463"/>
                  </a:lnTo>
                  <a:lnTo>
                    <a:pt x="379917" y="3185"/>
                  </a:lnTo>
                  <a:lnTo>
                    <a:pt x="334518" y="0"/>
                  </a:lnTo>
                  <a:close/>
                </a:path>
              </a:pathLst>
            </a:custGeom>
            <a:solidFill>
              <a:srgbClr val="D9F0F6"/>
            </a:solidFill>
          </p:spPr>
          <p:txBody>
            <a:bodyPr wrap="square" lIns="0" tIns="0" rIns="0" bIns="0" rtlCol="0"/>
            <a:lstStyle/>
            <a:p>
              <a:endParaRPr/>
            </a:p>
          </p:txBody>
        </p:sp>
        <p:sp>
          <p:nvSpPr>
            <p:cNvPr id="15" name="object 15"/>
            <p:cNvSpPr/>
            <p:nvPr/>
          </p:nvSpPr>
          <p:spPr>
            <a:xfrm>
              <a:off x="4772406" y="2186177"/>
              <a:ext cx="669290" cy="698500"/>
            </a:xfrm>
            <a:custGeom>
              <a:avLst/>
              <a:gdLst/>
              <a:ahLst/>
              <a:cxnLst/>
              <a:rect l="l" t="t" r="r" b="b"/>
              <a:pathLst>
                <a:path w="669289" h="698500">
                  <a:moveTo>
                    <a:pt x="0" y="348996"/>
                  </a:moveTo>
                  <a:lnTo>
                    <a:pt x="3053" y="301630"/>
                  </a:lnTo>
                  <a:lnTo>
                    <a:pt x="11946" y="256204"/>
                  </a:lnTo>
                  <a:lnTo>
                    <a:pt x="26283" y="213133"/>
                  </a:lnTo>
                  <a:lnTo>
                    <a:pt x="45663" y="172832"/>
                  </a:lnTo>
                  <a:lnTo>
                    <a:pt x="69690" y="135717"/>
                  </a:lnTo>
                  <a:lnTo>
                    <a:pt x="97964" y="102203"/>
                  </a:lnTo>
                  <a:lnTo>
                    <a:pt x="130088" y="72705"/>
                  </a:lnTo>
                  <a:lnTo>
                    <a:pt x="165664" y="47639"/>
                  </a:lnTo>
                  <a:lnTo>
                    <a:pt x="204293" y="27420"/>
                  </a:lnTo>
                  <a:lnTo>
                    <a:pt x="245577" y="12463"/>
                  </a:lnTo>
                  <a:lnTo>
                    <a:pt x="289118" y="3185"/>
                  </a:lnTo>
                  <a:lnTo>
                    <a:pt x="334518" y="0"/>
                  </a:lnTo>
                  <a:lnTo>
                    <a:pt x="379917" y="3185"/>
                  </a:lnTo>
                  <a:lnTo>
                    <a:pt x="423458" y="12463"/>
                  </a:lnTo>
                  <a:lnTo>
                    <a:pt x="464742" y="27420"/>
                  </a:lnTo>
                  <a:lnTo>
                    <a:pt x="503371" y="47639"/>
                  </a:lnTo>
                  <a:lnTo>
                    <a:pt x="538947" y="72705"/>
                  </a:lnTo>
                  <a:lnTo>
                    <a:pt x="571071" y="102203"/>
                  </a:lnTo>
                  <a:lnTo>
                    <a:pt x="599345" y="135717"/>
                  </a:lnTo>
                  <a:lnTo>
                    <a:pt x="623372" y="172832"/>
                  </a:lnTo>
                  <a:lnTo>
                    <a:pt x="642752" y="213133"/>
                  </a:lnTo>
                  <a:lnTo>
                    <a:pt x="657089" y="256204"/>
                  </a:lnTo>
                  <a:lnTo>
                    <a:pt x="665982" y="301630"/>
                  </a:lnTo>
                  <a:lnTo>
                    <a:pt x="669036" y="348996"/>
                  </a:lnTo>
                  <a:lnTo>
                    <a:pt x="665982" y="396361"/>
                  </a:lnTo>
                  <a:lnTo>
                    <a:pt x="657089" y="441787"/>
                  </a:lnTo>
                  <a:lnTo>
                    <a:pt x="642752" y="484858"/>
                  </a:lnTo>
                  <a:lnTo>
                    <a:pt x="623372" y="525159"/>
                  </a:lnTo>
                  <a:lnTo>
                    <a:pt x="599345" y="562274"/>
                  </a:lnTo>
                  <a:lnTo>
                    <a:pt x="571071" y="595788"/>
                  </a:lnTo>
                  <a:lnTo>
                    <a:pt x="538947" y="625286"/>
                  </a:lnTo>
                  <a:lnTo>
                    <a:pt x="503371" y="650352"/>
                  </a:lnTo>
                  <a:lnTo>
                    <a:pt x="464742" y="670571"/>
                  </a:lnTo>
                  <a:lnTo>
                    <a:pt x="423458" y="685528"/>
                  </a:lnTo>
                  <a:lnTo>
                    <a:pt x="379917" y="694806"/>
                  </a:lnTo>
                  <a:lnTo>
                    <a:pt x="334518" y="697992"/>
                  </a:lnTo>
                  <a:lnTo>
                    <a:pt x="289118" y="694806"/>
                  </a:lnTo>
                  <a:lnTo>
                    <a:pt x="245577" y="685528"/>
                  </a:lnTo>
                  <a:lnTo>
                    <a:pt x="204293" y="670571"/>
                  </a:lnTo>
                  <a:lnTo>
                    <a:pt x="165664" y="650352"/>
                  </a:lnTo>
                  <a:lnTo>
                    <a:pt x="130088" y="625286"/>
                  </a:lnTo>
                  <a:lnTo>
                    <a:pt x="97964" y="595788"/>
                  </a:lnTo>
                  <a:lnTo>
                    <a:pt x="69690" y="562274"/>
                  </a:lnTo>
                  <a:lnTo>
                    <a:pt x="45663" y="525159"/>
                  </a:lnTo>
                  <a:lnTo>
                    <a:pt x="26283" y="484858"/>
                  </a:lnTo>
                  <a:lnTo>
                    <a:pt x="11946" y="441787"/>
                  </a:lnTo>
                  <a:lnTo>
                    <a:pt x="3053" y="396361"/>
                  </a:lnTo>
                  <a:lnTo>
                    <a:pt x="0" y="348996"/>
                  </a:lnTo>
                  <a:close/>
                </a:path>
              </a:pathLst>
            </a:custGeom>
            <a:ln w="10667">
              <a:solidFill>
                <a:srgbClr val="2C879A"/>
              </a:solidFill>
            </a:ln>
          </p:spPr>
          <p:txBody>
            <a:bodyPr wrap="square" lIns="0" tIns="0" rIns="0" bIns="0" rtlCol="0"/>
            <a:lstStyle/>
            <a:p>
              <a:endParaRPr/>
            </a:p>
          </p:txBody>
        </p:sp>
      </p:grpSp>
      <p:sp>
        <p:nvSpPr>
          <p:cNvPr id="16" name="object 16"/>
          <p:cNvSpPr txBox="1"/>
          <p:nvPr/>
        </p:nvSpPr>
        <p:spPr>
          <a:xfrm>
            <a:off x="5017770" y="2362581"/>
            <a:ext cx="179705" cy="330835"/>
          </a:xfrm>
          <a:prstGeom prst="rect">
            <a:avLst/>
          </a:prstGeom>
        </p:spPr>
        <p:txBody>
          <a:bodyPr vert="horz" wrap="square" lIns="0" tIns="13335" rIns="0" bIns="0" rtlCol="0">
            <a:spAutoFit/>
          </a:bodyPr>
          <a:lstStyle/>
          <a:p>
            <a:pPr marL="12700">
              <a:lnSpc>
                <a:spcPct val="100000"/>
              </a:lnSpc>
              <a:spcBef>
                <a:spcPts val="105"/>
              </a:spcBef>
            </a:pPr>
            <a:r>
              <a:rPr sz="2000" spc="-25" dirty="0">
                <a:latin typeface="Cambria"/>
                <a:cs typeface="Cambria"/>
              </a:rPr>
              <a:t>f</a:t>
            </a:r>
            <a:r>
              <a:rPr sz="1400" spc="-25" dirty="0">
                <a:latin typeface="Cambria"/>
                <a:cs typeface="Cambria"/>
              </a:rPr>
              <a:t>*</a:t>
            </a:r>
            <a:endParaRPr sz="1400">
              <a:latin typeface="Cambria"/>
              <a:cs typeface="Cambria"/>
            </a:endParaRPr>
          </a:p>
        </p:txBody>
      </p:sp>
      <p:grpSp>
        <p:nvGrpSpPr>
          <p:cNvPr id="17" name="object 17"/>
          <p:cNvGrpSpPr/>
          <p:nvPr/>
        </p:nvGrpSpPr>
        <p:grpSpPr>
          <a:xfrm>
            <a:off x="8064944" y="2180780"/>
            <a:ext cx="681355" cy="709295"/>
            <a:chOff x="8064944" y="2180780"/>
            <a:chExt cx="681355" cy="709295"/>
          </a:xfrm>
        </p:grpSpPr>
        <p:sp>
          <p:nvSpPr>
            <p:cNvPr id="18" name="object 18"/>
            <p:cNvSpPr/>
            <p:nvPr/>
          </p:nvSpPr>
          <p:spPr>
            <a:xfrm>
              <a:off x="8070341" y="2186177"/>
              <a:ext cx="670560" cy="698500"/>
            </a:xfrm>
            <a:custGeom>
              <a:avLst/>
              <a:gdLst/>
              <a:ahLst/>
              <a:cxnLst/>
              <a:rect l="l" t="t" r="r" b="b"/>
              <a:pathLst>
                <a:path w="670559" h="698500">
                  <a:moveTo>
                    <a:pt x="335279" y="0"/>
                  </a:moveTo>
                  <a:lnTo>
                    <a:pt x="289785" y="3185"/>
                  </a:lnTo>
                  <a:lnTo>
                    <a:pt x="246150" y="12463"/>
                  </a:lnTo>
                  <a:lnTo>
                    <a:pt x="204775" y="27420"/>
                  </a:lnTo>
                  <a:lnTo>
                    <a:pt x="166059" y="47639"/>
                  </a:lnTo>
                  <a:lnTo>
                    <a:pt x="130402" y="72705"/>
                  </a:lnTo>
                  <a:lnTo>
                    <a:pt x="98202" y="102203"/>
                  </a:lnTo>
                  <a:lnTo>
                    <a:pt x="69861" y="135717"/>
                  </a:lnTo>
                  <a:lnTo>
                    <a:pt x="45776" y="172832"/>
                  </a:lnTo>
                  <a:lnTo>
                    <a:pt x="26348" y="213133"/>
                  </a:lnTo>
                  <a:lnTo>
                    <a:pt x="11976" y="256204"/>
                  </a:lnTo>
                  <a:lnTo>
                    <a:pt x="3060" y="301630"/>
                  </a:lnTo>
                  <a:lnTo>
                    <a:pt x="0" y="348996"/>
                  </a:lnTo>
                  <a:lnTo>
                    <a:pt x="3060" y="396361"/>
                  </a:lnTo>
                  <a:lnTo>
                    <a:pt x="11976" y="441787"/>
                  </a:lnTo>
                  <a:lnTo>
                    <a:pt x="26348" y="484858"/>
                  </a:lnTo>
                  <a:lnTo>
                    <a:pt x="45776" y="525159"/>
                  </a:lnTo>
                  <a:lnTo>
                    <a:pt x="69861" y="562274"/>
                  </a:lnTo>
                  <a:lnTo>
                    <a:pt x="98202" y="595788"/>
                  </a:lnTo>
                  <a:lnTo>
                    <a:pt x="130402" y="625286"/>
                  </a:lnTo>
                  <a:lnTo>
                    <a:pt x="166059" y="650352"/>
                  </a:lnTo>
                  <a:lnTo>
                    <a:pt x="204775" y="670571"/>
                  </a:lnTo>
                  <a:lnTo>
                    <a:pt x="246150" y="685528"/>
                  </a:lnTo>
                  <a:lnTo>
                    <a:pt x="289785" y="694806"/>
                  </a:lnTo>
                  <a:lnTo>
                    <a:pt x="335279" y="697992"/>
                  </a:lnTo>
                  <a:lnTo>
                    <a:pt x="380774" y="694806"/>
                  </a:lnTo>
                  <a:lnTo>
                    <a:pt x="424409" y="685528"/>
                  </a:lnTo>
                  <a:lnTo>
                    <a:pt x="465784" y="670571"/>
                  </a:lnTo>
                  <a:lnTo>
                    <a:pt x="504500" y="650352"/>
                  </a:lnTo>
                  <a:lnTo>
                    <a:pt x="540157" y="625286"/>
                  </a:lnTo>
                  <a:lnTo>
                    <a:pt x="572357" y="595788"/>
                  </a:lnTo>
                  <a:lnTo>
                    <a:pt x="600698" y="562274"/>
                  </a:lnTo>
                  <a:lnTo>
                    <a:pt x="624783" y="525159"/>
                  </a:lnTo>
                  <a:lnTo>
                    <a:pt x="644211" y="484858"/>
                  </a:lnTo>
                  <a:lnTo>
                    <a:pt x="658583" y="441787"/>
                  </a:lnTo>
                  <a:lnTo>
                    <a:pt x="667499" y="396361"/>
                  </a:lnTo>
                  <a:lnTo>
                    <a:pt x="670559" y="348996"/>
                  </a:lnTo>
                  <a:lnTo>
                    <a:pt x="667499" y="301630"/>
                  </a:lnTo>
                  <a:lnTo>
                    <a:pt x="658583" y="256204"/>
                  </a:lnTo>
                  <a:lnTo>
                    <a:pt x="644211" y="213133"/>
                  </a:lnTo>
                  <a:lnTo>
                    <a:pt x="624783" y="172832"/>
                  </a:lnTo>
                  <a:lnTo>
                    <a:pt x="600698" y="135717"/>
                  </a:lnTo>
                  <a:lnTo>
                    <a:pt x="572357" y="102203"/>
                  </a:lnTo>
                  <a:lnTo>
                    <a:pt x="540157" y="72705"/>
                  </a:lnTo>
                  <a:lnTo>
                    <a:pt x="504500" y="47639"/>
                  </a:lnTo>
                  <a:lnTo>
                    <a:pt x="465784" y="27420"/>
                  </a:lnTo>
                  <a:lnTo>
                    <a:pt x="424409" y="12463"/>
                  </a:lnTo>
                  <a:lnTo>
                    <a:pt x="380774" y="3185"/>
                  </a:lnTo>
                  <a:lnTo>
                    <a:pt x="335279" y="0"/>
                  </a:lnTo>
                  <a:close/>
                </a:path>
              </a:pathLst>
            </a:custGeom>
            <a:solidFill>
              <a:srgbClr val="D9F0F6"/>
            </a:solidFill>
          </p:spPr>
          <p:txBody>
            <a:bodyPr wrap="square" lIns="0" tIns="0" rIns="0" bIns="0" rtlCol="0"/>
            <a:lstStyle/>
            <a:p>
              <a:endParaRPr/>
            </a:p>
          </p:txBody>
        </p:sp>
        <p:sp>
          <p:nvSpPr>
            <p:cNvPr id="19" name="object 19"/>
            <p:cNvSpPr/>
            <p:nvPr/>
          </p:nvSpPr>
          <p:spPr>
            <a:xfrm>
              <a:off x="8070341" y="2186177"/>
              <a:ext cx="670560" cy="698500"/>
            </a:xfrm>
            <a:custGeom>
              <a:avLst/>
              <a:gdLst/>
              <a:ahLst/>
              <a:cxnLst/>
              <a:rect l="l" t="t" r="r" b="b"/>
              <a:pathLst>
                <a:path w="670559" h="698500">
                  <a:moveTo>
                    <a:pt x="0" y="348996"/>
                  </a:moveTo>
                  <a:lnTo>
                    <a:pt x="3060" y="301630"/>
                  </a:lnTo>
                  <a:lnTo>
                    <a:pt x="11976" y="256204"/>
                  </a:lnTo>
                  <a:lnTo>
                    <a:pt x="26348" y="213133"/>
                  </a:lnTo>
                  <a:lnTo>
                    <a:pt x="45776" y="172832"/>
                  </a:lnTo>
                  <a:lnTo>
                    <a:pt x="69861" y="135717"/>
                  </a:lnTo>
                  <a:lnTo>
                    <a:pt x="98202" y="102203"/>
                  </a:lnTo>
                  <a:lnTo>
                    <a:pt x="130402" y="72705"/>
                  </a:lnTo>
                  <a:lnTo>
                    <a:pt x="166059" y="47639"/>
                  </a:lnTo>
                  <a:lnTo>
                    <a:pt x="204775" y="27420"/>
                  </a:lnTo>
                  <a:lnTo>
                    <a:pt x="246150" y="12463"/>
                  </a:lnTo>
                  <a:lnTo>
                    <a:pt x="289785" y="3185"/>
                  </a:lnTo>
                  <a:lnTo>
                    <a:pt x="335279" y="0"/>
                  </a:lnTo>
                  <a:lnTo>
                    <a:pt x="380774" y="3185"/>
                  </a:lnTo>
                  <a:lnTo>
                    <a:pt x="424409" y="12463"/>
                  </a:lnTo>
                  <a:lnTo>
                    <a:pt x="465784" y="27420"/>
                  </a:lnTo>
                  <a:lnTo>
                    <a:pt x="504500" y="47639"/>
                  </a:lnTo>
                  <a:lnTo>
                    <a:pt x="540157" y="72705"/>
                  </a:lnTo>
                  <a:lnTo>
                    <a:pt x="572357" y="102203"/>
                  </a:lnTo>
                  <a:lnTo>
                    <a:pt x="600698" y="135717"/>
                  </a:lnTo>
                  <a:lnTo>
                    <a:pt x="624783" y="172832"/>
                  </a:lnTo>
                  <a:lnTo>
                    <a:pt x="644211" y="213133"/>
                  </a:lnTo>
                  <a:lnTo>
                    <a:pt x="658583" y="256204"/>
                  </a:lnTo>
                  <a:lnTo>
                    <a:pt x="667499" y="301630"/>
                  </a:lnTo>
                  <a:lnTo>
                    <a:pt x="670559" y="348996"/>
                  </a:lnTo>
                  <a:lnTo>
                    <a:pt x="667499" y="396361"/>
                  </a:lnTo>
                  <a:lnTo>
                    <a:pt x="658583" y="441787"/>
                  </a:lnTo>
                  <a:lnTo>
                    <a:pt x="644211" y="484858"/>
                  </a:lnTo>
                  <a:lnTo>
                    <a:pt x="624783" y="525159"/>
                  </a:lnTo>
                  <a:lnTo>
                    <a:pt x="600698" y="562274"/>
                  </a:lnTo>
                  <a:lnTo>
                    <a:pt x="572357" y="595788"/>
                  </a:lnTo>
                  <a:lnTo>
                    <a:pt x="540157" y="625286"/>
                  </a:lnTo>
                  <a:lnTo>
                    <a:pt x="504500" y="650352"/>
                  </a:lnTo>
                  <a:lnTo>
                    <a:pt x="465784" y="670571"/>
                  </a:lnTo>
                  <a:lnTo>
                    <a:pt x="424409" y="685528"/>
                  </a:lnTo>
                  <a:lnTo>
                    <a:pt x="380774" y="694806"/>
                  </a:lnTo>
                  <a:lnTo>
                    <a:pt x="335279" y="697992"/>
                  </a:lnTo>
                  <a:lnTo>
                    <a:pt x="289785" y="694806"/>
                  </a:lnTo>
                  <a:lnTo>
                    <a:pt x="246150" y="685528"/>
                  </a:lnTo>
                  <a:lnTo>
                    <a:pt x="204775" y="670571"/>
                  </a:lnTo>
                  <a:lnTo>
                    <a:pt x="166059" y="650352"/>
                  </a:lnTo>
                  <a:lnTo>
                    <a:pt x="130402" y="625286"/>
                  </a:lnTo>
                  <a:lnTo>
                    <a:pt x="98202" y="595788"/>
                  </a:lnTo>
                  <a:lnTo>
                    <a:pt x="69861" y="562274"/>
                  </a:lnTo>
                  <a:lnTo>
                    <a:pt x="45776" y="525159"/>
                  </a:lnTo>
                  <a:lnTo>
                    <a:pt x="26348" y="484858"/>
                  </a:lnTo>
                  <a:lnTo>
                    <a:pt x="11976" y="441787"/>
                  </a:lnTo>
                  <a:lnTo>
                    <a:pt x="3060" y="396361"/>
                  </a:lnTo>
                  <a:lnTo>
                    <a:pt x="0" y="348996"/>
                  </a:lnTo>
                  <a:close/>
                </a:path>
              </a:pathLst>
            </a:custGeom>
            <a:ln w="10668">
              <a:solidFill>
                <a:srgbClr val="2C879A"/>
              </a:solidFill>
            </a:ln>
          </p:spPr>
          <p:txBody>
            <a:bodyPr wrap="square" lIns="0" tIns="0" rIns="0" bIns="0" rtlCol="0"/>
            <a:lstStyle/>
            <a:p>
              <a:endParaRPr/>
            </a:p>
          </p:txBody>
        </p:sp>
      </p:grpSp>
      <p:sp>
        <p:nvSpPr>
          <p:cNvPr id="20" name="object 20"/>
          <p:cNvSpPr txBox="1"/>
          <p:nvPr/>
        </p:nvSpPr>
        <p:spPr>
          <a:xfrm>
            <a:off x="8291830" y="2362581"/>
            <a:ext cx="228600" cy="330835"/>
          </a:xfrm>
          <a:prstGeom prst="rect">
            <a:avLst/>
          </a:prstGeom>
        </p:spPr>
        <p:txBody>
          <a:bodyPr vert="horz" wrap="square" lIns="0" tIns="13335" rIns="0" bIns="0" rtlCol="0">
            <a:spAutoFit/>
          </a:bodyPr>
          <a:lstStyle/>
          <a:p>
            <a:pPr marL="12700">
              <a:lnSpc>
                <a:spcPct val="100000"/>
              </a:lnSpc>
              <a:spcBef>
                <a:spcPts val="105"/>
              </a:spcBef>
            </a:pPr>
            <a:r>
              <a:rPr sz="2000" spc="-25" dirty="0">
                <a:latin typeface="Cambria"/>
                <a:cs typeface="Cambria"/>
              </a:rPr>
              <a:t>g</a:t>
            </a:r>
            <a:r>
              <a:rPr sz="1400" spc="-25" dirty="0">
                <a:latin typeface="Cambria"/>
                <a:cs typeface="Cambria"/>
              </a:rPr>
              <a:t>*</a:t>
            </a:r>
            <a:endParaRPr sz="1400">
              <a:latin typeface="Cambria"/>
              <a:cs typeface="Cambria"/>
            </a:endParaRPr>
          </a:p>
        </p:txBody>
      </p:sp>
      <p:grpSp>
        <p:nvGrpSpPr>
          <p:cNvPr id="21" name="object 21"/>
          <p:cNvGrpSpPr/>
          <p:nvPr/>
        </p:nvGrpSpPr>
        <p:grpSpPr>
          <a:xfrm>
            <a:off x="4776152" y="3592004"/>
            <a:ext cx="680085" cy="709295"/>
            <a:chOff x="4776152" y="3592004"/>
            <a:chExt cx="680085" cy="709295"/>
          </a:xfrm>
        </p:grpSpPr>
        <p:sp>
          <p:nvSpPr>
            <p:cNvPr id="22" name="object 22"/>
            <p:cNvSpPr/>
            <p:nvPr/>
          </p:nvSpPr>
          <p:spPr>
            <a:xfrm>
              <a:off x="4781550" y="3597401"/>
              <a:ext cx="669290" cy="698500"/>
            </a:xfrm>
            <a:custGeom>
              <a:avLst/>
              <a:gdLst/>
              <a:ahLst/>
              <a:cxnLst/>
              <a:rect l="l" t="t" r="r" b="b"/>
              <a:pathLst>
                <a:path w="669289" h="698500">
                  <a:moveTo>
                    <a:pt x="334517" y="0"/>
                  </a:moveTo>
                  <a:lnTo>
                    <a:pt x="289118" y="3185"/>
                  </a:lnTo>
                  <a:lnTo>
                    <a:pt x="245577" y="12463"/>
                  </a:lnTo>
                  <a:lnTo>
                    <a:pt x="204293" y="27420"/>
                  </a:lnTo>
                  <a:lnTo>
                    <a:pt x="165664" y="47639"/>
                  </a:lnTo>
                  <a:lnTo>
                    <a:pt x="130088" y="72705"/>
                  </a:lnTo>
                  <a:lnTo>
                    <a:pt x="97964" y="102203"/>
                  </a:lnTo>
                  <a:lnTo>
                    <a:pt x="69690" y="135717"/>
                  </a:lnTo>
                  <a:lnTo>
                    <a:pt x="45663" y="172832"/>
                  </a:lnTo>
                  <a:lnTo>
                    <a:pt x="26283" y="213133"/>
                  </a:lnTo>
                  <a:lnTo>
                    <a:pt x="11946" y="256204"/>
                  </a:lnTo>
                  <a:lnTo>
                    <a:pt x="3053" y="301630"/>
                  </a:lnTo>
                  <a:lnTo>
                    <a:pt x="0" y="348996"/>
                  </a:lnTo>
                  <a:lnTo>
                    <a:pt x="3053" y="396361"/>
                  </a:lnTo>
                  <a:lnTo>
                    <a:pt x="11946" y="441787"/>
                  </a:lnTo>
                  <a:lnTo>
                    <a:pt x="26283" y="484858"/>
                  </a:lnTo>
                  <a:lnTo>
                    <a:pt x="45663" y="525159"/>
                  </a:lnTo>
                  <a:lnTo>
                    <a:pt x="69690" y="562274"/>
                  </a:lnTo>
                  <a:lnTo>
                    <a:pt x="97964" y="595788"/>
                  </a:lnTo>
                  <a:lnTo>
                    <a:pt x="130088" y="625286"/>
                  </a:lnTo>
                  <a:lnTo>
                    <a:pt x="165664" y="650352"/>
                  </a:lnTo>
                  <a:lnTo>
                    <a:pt x="204293" y="670571"/>
                  </a:lnTo>
                  <a:lnTo>
                    <a:pt x="245577" y="685528"/>
                  </a:lnTo>
                  <a:lnTo>
                    <a:pt x="289118" y="694806"/>
                  </a:lnTo>
                  <a:lnTo>
                    <a:pt x="334517" y="697992"/>
                  </a:lnTo>
                  <a:lnTo>
                    <a:pt x="379917" y="694806"/>
                  </a:lnTo>
                  <a:lnTo>
                    <a:pt x="423458" y="685528"/>
                  </a:lnTo>
                  <a:lnTo>
                    <a:pt x="464742" y="670571"/>
                  </a:lnTo>
                  <a:lnTo>
                    <a:pt x="503371" y="650352"/>
                  </a:lnTo>
                  <a:lnTo>
                    <a:pt x="538947" y="625286"/>
                  </a:lnTo>
                  <a:lnTo>
                    <a:pt x="571071" y="595788"/>
                  </a:lnTo>
                  <a:lnTo>
                    <a:pt x="599345" y="562274"/>
                  </a:lnTo>
                  <a:lnTo>
                    <a:pt x="623372" y="525159"/>
                  </a:lnTo>
                  <a:lnTo>
                    <a:pt x="642752" y="484858"/>
                  </a:lnTo>
                  <a:lnTo>
                    <a:pt x="657089" y="441787"/>
                  </a:lnTo>
                  <a:lnTo>
                    <a:pt x="665982" y="396361"/>
                  </a:lnTo>
                  <a:lnTo>
                    <a:pt x="669036" y="348996"/>
                  </a:lnTo>
                  <a:lnTo>
                    <a:pt x="665982" y="301630"/>
                  </a:lnTo>
                  <a:lnTo>
                    <a:pt x="657089" y="256204"/>
                  </a:lnTo>
                  <a:lnTo>
                    <a:pt x="642752" y="213133"/>
                  </a:lnTo>
                  <a:lnTo>
                    <a:pt x="623372" y="172832"/>
                  </a:lnTo>
                  <a:lnTo>
                    <a:pt x="599345" y="135717"/>
                  </a:lnTo>
                  <a:lnTo>
                    <a:pt x="571071" y="102203"/>
                  </a:lnTo>
                  <a:lnTo>
                    <a:pt x="538947" y="72705"/>
                  </a:lnTo>
                  <a:lnTo>
                    <a:pt x="503371" y="47639"/>
                  </a:lnTo>
                  <a:lnTo>
                    <a:pt x="464742" y="27420"/>
                  </a:lnTo>
                  <a:lnTo>
                    <a:pt x="423458" y="12463"/>
                  </a:lnTo>
                  <a:lnTo>
                    <a:pt x="379917" y="3185"/>
                  </a:lnTo>
                  <a:lnTo>
                    <a:pt x="334517" y="0"/>
                  </a:lnTo>
                  <a:close/>
                </a:path>
              </a:pathLst>
            </a:custGeom>
            <a:solidFill>
              <a:srgbClr val="D9F0F6"/>
            </a:solidFill>
          </p:spPr>
          <p:txBody>
            <a:bodyPr wrap="square" lIns="0" tIns="0" rIns="0" bIns="0" rtlCol="0"/>
            <a:lstStyle/>
            <a:p>
              <a:endParaRPr/>
            </a:p>
          </p:txBody>
        </p:sp>
        <p:sp>
          <p:nvSpPr>
            <p:cNvPr id="23" name="object 23"/>
            <p:cNvSpPr/>
            <p:nvPr/>
          </p:nvSpPr>
          <p:spPr>
            <a:xfrm>
              <a:off x="4781550" y="3597401"/>
              <a:ext cx="669290" cy="698500"/>
            </a:xfrm>
            <a:custGeom>
              <a:avLst/>
              <a:gdLst/>
              <a:ahLst/>
              <a:cxnLst/>
              <a:rect l="l" t="t" r="r" b="b"/>
              <a:pathLst>
                <a:path w="669289" h="698500">
                  <a:moveTo>
                    <a:pt x="0" y="348996"/>
                  </a:moveTo>
                  <a:lnTo>
                    <a:pt x="3053" y="301630"/>
                  </a:lnTo>
                  <a:lnTo>
                    <a:pt x="11946" y="256204"/>
                  </a:lnTo>
                  <a:lnTo>
                    <a:pt x="26283" y="213133"/>
                  </a:lnTo>
                  <a:lnTo>
                    <a:pt x="45663" y="172832"/>
                  </a:lnTo>
                  <a:lnTo>
                    <a:pt x="69690" y="135717"/>
                  </a:lnTo>
                  <a:lnTo>
                    <a:pt x="97964" y="102203"/>
                  </a:lnTo>
                  <a:lnTo>
                    <a:pt x="130088" y="72705"/>
                  </a:lnTo>
                  <a:lnTo>
                    <a:pt x="165664" y="47639"/>
                  </a:lnTo>
                  <a:lnTo>
                    <a:pt x="204293" y="27420"/>
                  </a:lnTo>
                  <a:lnTo>
                    <a:pt x="245577" y="12463"/>
                  </a:lnTo>
                  <a:lnTo>
                    <a:pt x="289118" y="3185"/>
                  </a:lnTo>
                  <a:lnTo>
                    <a:pt x="334517" y="0"/>
                  </a:lnTo>
                  <a:lnTo>
                    <a:pt x="379917" y="3185"/>
                  </a:lnTo>
                  <a:lnTo>
                    <a:pt x="423458" y="12463"/>
                  </a:lnTo>
                  <a:lnTo>
                    <a:pt x="464742" y="27420"/>
                  </a:lnTo>
                  <a:lnTo>
                    <a:pt x="503371" y="47639"/>
                  </a:lnTo>
                  <a:lnTo>
                    <a:pt x="538947" y="72705"/>
                  </a:lnTo>
                  <a:lnTo>
                    <a:pt x="571071" y="102203"/>
                  </a:lnTo>
                  <a:lnTo>
                    <a:pt x="599345" y="135717"/>
                  </a:lnTo>
                  <a:lnTo>
                    <a:pt x="623372" y="172832"/>
                  </a:lnTo>
                  <a:lnTo>
                    <a:pt x="642752" y="213133"/>
                  </a:lnTo>
                  <a:lnTo>
                    <a:pt x="657089" y="256204"/>
                  </a:lnTo>
                  <a:lnTo>
                    <a:pt x="665982" y="301630"/>
                  </a:lnTo>
                  <a:lnTo>
                    <a:pt x="669036" y="348996"/>
                  </a:lnTo>
                  <a:lnTo>
                    <a:pt x="665982" y="396361"/>
                  </a:lnTo>
                  <a:lnTo>
                    <a:pt x="657089" y="441787"/>
                  </a:lnTo>
                  <a:lnTo>
                    <a:pt x="642752" y="484858"/>
                  </a:lnTo>
                  <a:lnTo>
                    <a:pt x="623372" y="525159"/>
                  </a:lnTo>
                  <a:lnTo>
                    <a:pt x="599345" y="562274"/>
                  </a:lnTo>
                  <a:lnTo>
                    <a:pt x="571071" y="595788"/>
                  </a:lnTo>
                  <a:lnTo>
                    <a:pt x="538947" y="625286"/>
                  </a:lnTo>
                  <a:lnTo>
                    <a:pt x="503371" y="650352"/>
                  </a:lnTo>
                  <a:lnTo>
                    <a:pt x="464742" y="670571"/>
                  </a:lnTo>
                  <a:lnTo>
                    <a:pt x="423458" y="685528"/>
                  </a:lnTo>
                  <a:lnTo>
                    <a:pt x="379917" y="694806"/>
                  </a:lnTo>
                  <a:lnTo>
                    <a:pt x="334517" y="697992"/>
                  </a:lnTo>
                  <a:lnTo>
                    <a:pt x="289118" y="694806"/>
                  </a:lnTo>
                  <a:lnTo>
                    <a:pt x="245577" y="685528"/>
                  </a:lnTo>
                  <a:lnTo>
                    <a:pt x="204293" y="670571"/>
                  </a:lnTo>
                  <a:lnTo>
                    <a:pt x="165664" y="650352"/>
                  </a:lnTo>
                  <a:lnTo>
                    <a:pt x="130088" y="625286"/>
                  </a:lnTo>
                  <a:lnTo>
                    <a:pt x="97964" y="595788"/>
                  </a:lnTo>
                  <a:lnTo>
                    <a:pt x="69690" y="562274"/>
                  </a:lnTo>
                  <a:lnTo>
                    <a:pt x="45663" y="525159"/>
                  </a:lnTo>
                  <a:lnTo>
                    <a:pt x="26283" y="484858"/>
                  </a:lnTo>
                  <a:lnTo>
                    <a:pt x="11946" y="441787"/>
                  </a:lnTo>
                  <a:lnTo>
                    <a:pt x="3053" y="396361"/>
                  </a:lnTo>
                  <a:lnTo>
                    <a:pt x="0" y="348996"/>
                  </a:lnTo>
                  <a:close/>
                </a:path>
              </a:pathLst>
            </a:custGeom>
            <a:ln w="10668">
              <a:solidFill>
                <a:srgbClr val="2C879A"/>
              </a:solidFill>
            </a:ln>
          </p:spPr>
          <p:txBody>
            <a:bodyPr wrap="square" lIns="0" tIns="0" rIns="0" bIns="0" rtlCol="0"/>
            <a:lstStyle/>
            <a:p>
              <a:endParaRPr/>
            </a:p>
          </p:txBody>
        </p:sp>
      </p:grpSp>
      <p:sp>
        <p:nvSpPr>
          <p:cNvPr id="24" name="object 24"/>
          <p:cNvSpPr txBox="1"/>
          <p:nvPr/>
        </p:nvSpPr>
        <p:spPr>
          <a:xfrm>
            <a:off x="4989957" y="3773804"/>
            <a:ext cx="250825" cy="330835"/>
          </a:xfrm>
          <a:prstGeom prst="rect">
            <a:avLst/>
          </a:prstGeom>
        </p:spPr>
        <p:txBody>
          <a:bodyPr vert="horz" wrap="square" lIns="0" tIns="12700" rIns="0" bIns="0" rtlCol="0">
            <a:spAutoFit/>
          </a:bodyPr>
          <a:lstStyle/>
          <a:p>
            <a:pPr marL="12700">
              <a:lnSpc>
                <a:spcPct val="100000"/>
              </a:lnSpc>
              <a:spcBef>
                <a:spcPts val="100"/>
              </a:spcBef>
            </a:pPr>
            <a:r>
              <a:rPr sz="2000" spc="-25" dirty="0">
                <a:latin typeface="Cambria"/>
                <a:cs typeface="Cambria"/>
              </a:rPr>
              <a:t>g</a:t>
            </a:r>
            <a:r>
              <a:rPr sz="1400" spc="-25" dirty="0">
                <a:latin typeface="Cambria"/>
                <a:cs typeface="Cambria"/>
              </a:rPr>
              <a:t>+</a:t>
            </a:r>
            <a:endParaRPr sz="1400">
              <a:latin typeface="Cambria"/>
              <a:cs typeface="Cambria"/>
            </a:endParaRPr>
          </a:p>
        </p:txBody>
      </p:sp>
      <p:grpSp>
        <p:nvGrpSpPr>
          <p:cNvPr id="25" name="object 25"/>
          <p:cNvGrpSpPr/>
          <p:nvPr/>
        </p:nvGrpSpPr>
        <p:grpSpPr>
          <a:xfrm>
            <a:off x="8064944" y="3592004"/>
            <a:ext cx="681355" cy="709295"/>
            <a:chOff x="8064944" y="3592004"/>
            <a:chExt cx="681355" cy="709295"/>
          </a:xfrm>
        </p:grpSpPr>
        <p:sp>
          <p:nvSpPr>
            <p:cNvPr id="26" name="object 26"/>
            <p:cNvSpPr/>
            <p:nvPr/>
          </p:nvSpPr>
          <p:spPr>
            <a:xfrm>
              <a:off x="8070341" y="3597401"/>
              <a:ext cx="670560" cy="698500"/>
            </a:xfrm>
            <a:custGeom>
              <a:avLst/>
              <a:gdLst/>
              <a:ahLst/>
              <a:cxnLst/>
              <a:rect l="l" t="t" r="r" b="b"/>
              <a:pathLst>
                <a:path w="670559" h="698500">
                  <a:moveTo>
                    <a:pt x="335279" y="0"/>
                  </a:moveTo>
                  <a:lnTo>
                    <a:pt x="289785" y="3185"/>
                  </a:lnTo>
                  <a:lnTo>
                    <a:pt x="246150" y="12463"/>
                  </a:lnTo>
                  <a:lnTo>
                    <a:pt x="204775" y="27420"/>
                  </a:lnTo>
                  <a:lnTo>
                    <a:pt x="166059" y="47639"/>
                  </a:lnTo>
                  <a:lnTo>
                    <a:pt x="130402" y="72705"/>
                  </a:lnTo>
                  <a:lnTo>
                    <a:pt x="98202" y="102203"/>
                  </a:lnTo>
                  <a:lnTo>
                    <a:pt x="69861" y="135717"/>
                  </a:lnTo>
                  <a:lnTo>
                    <a:pt x="45776" y="172832"/>
                  </a:lnTo>
                  <a:lnTo>
                    <a:pt x="26348" y="213133"/>
                  </a:lnTo>
                  <a:lnTo>
                    <a:pt x="11976" y="256204"/>
                  </a:lnTo>
                  <a:lnTo>
                    <a:pt x="3060" y="301630"/>
                  </a:lnTo>
                  <a:lnTo>
                    <a:pt x="0" y="348996"/>
                  </a:lnTo>
                  <a:lnTo>
                    <a:pt x="3060" y="396361"/>
                  </a:lnTo>
                  <a:lnTo>
                    <a:pt x="11976" y="441787"/>
                  </a:lnTo>
                  <a:lnTo>
                    <a:pt x="26348" y="484858"/>
                  </a:lnTo>
                  <a:lnTo>
                    <a:pt x="45776" y="525159"/>
                  </a:lnTo>
                  <a:lnTo>
                    <a:pt x="69861" y="562274"/>
                  </a:lnTo>
                  <a:lnTo>
                    <a:pt x="98202" y="595788"/>
                  </a:lnTo>
                  <a:lnTo>
                    <a:pt x="130402" y="625286"/>
                  </a:lnTo>
                  <a:lnTo>
                    <a:pt x="166059" y="650352"/>
                  </a:lnTo>
                  <a:lnTo>
                    <a:pt x="204775" y="670571"/>
                  </a:lnTo>
                  <a:lnTo>
                    <a:pt x="246150" y="685528"/>
                  </a:lnTo>
                  <a:lnTo>
                    <a:pt x="289785" y="694806"/>
                  </a:lnTo>
                  <a:lnTo>
                    <a:pt x="335279" y="697992"/>
                  </a:lnTo>
                  <a:lnTo>
                    <a:pt x="380774" y="694806"/>
                  </a:lnTo>
                  <a:lnTo>
                    <a:pt x="424409" y="685528"/>
                  </a:lnTo>
                  <a:lnTo>
                    <a:pt x="465784" y="670571"/>
                  </a:lnTo>
                  <a:lnTo>
                    <a:pt x="504500" y="650352"/>
                  </a:lnTo>
                  <a:lnTo>
                    <a:pt x="540157" y="625286"/>
                  </a:lnTo>
                  <a:lnTo>
                    <a:pt x="572357" y="595788"/>
                  </a:lnTo>
                  <a:lnTo>
                    <a:pt x="600698" y="562274"/>
                  </a:lnTo>
                  <a:lnTo>
                    <a:pt x="624783" y="525159"/>
                  </a:lnTo>
                  <a:lnTo>
                    <a:pt x="644211" y="484858"/>
                  </a:lnTo>
                  <a:lnTo>
                    <a:pt x="658583" y="441787"/>
                  </a:lnTo>
                  <a:lnTo>
                    <a:pt x="667499" y="396361"/>
                  </a:lnTo>
                  <a:lnTo>
                    <a:pt x="670559" y="348996"/>
                  </a:lnTo>
                  <a:lnTo>
                    <a:pt x="667499" y="301630"/>
                  </a:lnTo>
                  <a:lnTo>
                    <a:pt x="658583" y="256204"/>
                  </a:lnTo>
                  <a:lnTo>
                    <a:pt x="644211" y="213133"/>
                  </a:lnTo>
                  <a:lnTo>
                    <a:pt x="624783" y="172832"/>
                  </a:lnTo>
                  <a:lnTo>
                    <a:pt x="600698" y="135717"/>
                  </a:lnTo>
                  <a:lnTo>
                    <a:pt x="572357" y="102203"/>
                  </a:lnTo>
                  <a:lnTo>
                    <a:pt x="540157" y="72705"/>
                  </a:lnTo>
                  <a:lnTo>
                    <a:pt x="504500" y="47639"/>
                  </a:lnTo>
                  <a:lnTo>
                    <a:pt x="465784" y="27420"/>
                  </a:lnTo>
                  <a:lnTo>
                    <a:pt x="424409" y="12463"/>
                  </a:lnTo>
                  <a:lnTo>
                    <a:pt x="380774" y="3185"/>
                  </a:lnTo>
                  <a:lnTo>
                    <a:pt x="335279" y="0"/>
                  </a:lnTo>
                  <a:close/>
                </a:path>
              </a:pathLst>
            </a:custGeom>
            <a:solidFill>
              <a:srgbClr val="D9F0F6"/>
            </a:solidFill>
          </p:spPr>
          <p:txBody>
            <a:bodyPr wrap="square" lIns="0" tIns="0" rIns="0" bIns="0" rtlCol="0"/>
            <a:lstStyle/>
            <a:p>
              <a:endParaRPr/>
            </a:p>
          </p:txBody>
        </p:sp>
        <p:sp>
          <p:nvSpPr>
            <p:cNvPr id="27" name="object 27"/>
            <p:cNvSpPr/>
            <p:nvPr/>
          </p:nvSpPr>
          <p:spPr>
            <a:xfrm>
              <a:off x="8070341" y="3597401"/>
              <a:ext cx="670560" cy="698500"/>
            </a:xfrm>
            <a:custGeom>
              <a:avLst/>
              <a:gdLst/>
              <a:ahLst/>
              <a:cxnLst/>
              <a:rect l="l" t="t" r="r" b="b"/>
              <a:pathLst>
                <a:path w="670559" h="698500">
                  <a:moveTo>
                    <a:pt x="0" y="348996"/>
                  </a:moveTo>
                  <a:lnTo>
                    <a:pt x="3060" y="301630"/>
                  </a:lnTo>
                  <a:lnTo>
                    <a:pt x="11976" y="256204"/>
                  </a:lnTo>
                  <a:lnTo>
                    <a:pt x="26348" y="213133"/>
                  </a:lnTo>
                  <a:lnTo>
                    <a:pt x="45776" y="172832"/>
                  </a:lnTo>
                  <a:lnTo>
                    <a:pt x="69861" y="135717"/>
                  </a:lnTo>
                  <a:lnTo>
                    <a:pt x="98202" y="102203"/>
                  </a:lnTo>
                  <a:lnTo>
                    <a:pt x="130402" y="72705"/>
                  </a:lnTo>
                  <a:lnTo>
                    <a:pt x="166059" y="47639"/>
                  </a:lnTo>
                  <a:lnTo>
                    <a:pt x="204775" y="27420"/>
                  </a:lnTo>
                  <a:lnTo>
                    <a:pt x="246150" y="12463"/>
                  </a:lnTo>
                  <a:lnTo>
                    <a:pt x="289785" y="3185"/>
                  </a:lnTo>
                  <a:lnTo>
                    <a:pt x="335279" y="0"/>
                  </a:lnTo>
                  <a:lnTo>
                    <a:pt x="380774" y="3185"/>
                  </a:lnTo>
                  <a:lnTo>
                    <a:pt x="424409" y="12463"/>
                  </a:lnTo>
                  <a:lnTo>
                    <a:pt x="465784" y="27420"/>
                  </a:lnTo>
                  <a:lnTo>
                    <a:pt x="504500" y="47639"/>
                  </a:lnTo>
                  <a:lnTo>
                    <a:pt x="540157" y="72705"/>
                  </a:lnTo>
                  <a:lnTo>
                    <a:pt x="572357" y="102203"/>
                  </a:lnTo>
                  <a:lnTo>
                    <a:pt x="600698" y="135717"/>
                  </a:lnTo>
                  <a:lnTo>
                    <a:pt x="624783" y="172832"/>
                  </a:lnTo>
                  <a:lnTo>
                    <a:pt x="644211" y="213133"/>
                  </a:lnTo>
                  <a:lnTo>
                    <a:pt x="658583" y="256204"/>
                  </a:lnTo>
                  <a:lnTo>
                    <a:pt x="667499" y="301630"/>
                  </a:lnTo>
                  <a:lnTo>
                    <a:pt x="670559" y="348996"/>
                  </a:lnTo>
                  <a:lnTo>
                    <a:pt x="667499" y="396361"/>
                  </a:lnTo>
                  <a:lnTo>
                    <a:pt x="658583" y="441787"/>
                  </a:lnTo>
                  <a:lnTo>
                    <a:pt x="644211" y="484858"/>
                  </a:lnTo>
                  <a:lnTo>
                    <a:pt x="624783" y="525159"/>
                  </a:lnTo>
                  <a:lnTo>
                    <a:pt x="600698" y="562274"/>
                  </a:lnTo>
                  <a:lnTo>
                    <a:pt x="572357" y="595788"/>
                  </a:lnTo>
                  <a:lnTo>
                    <a:pt x="540157" y="625286"/>
                  </a:lnTo>
                  <a:lnTo>
                    <a:pt x="504500" y="650352"/>
                  </a:lnTo>
                  <a:lnTo>
                    <a:pt x="465784" y="670571"/>
                  </a:lnTo>
                  <a:lnTo>
                    <a:pt x="424409" y="685528"/>
                  </a:lnTo>
                  <a:lnTo>
                    <a:pt x="380774" y="694806"/>
                  </a:lnTo>
                  <a:lnTo>
                    <a:pt x="335279" y="697992"/>
                  </a:lnTo>
                  <a:lnTo>
                    <a:pt x="289785" y="694806"/>
                  </a:lnTo>
                  <a:lnTo>
                    <a:pt x="246150" y="685528"/>
                  </a:lnTo>
                  <a:lnTo>
                    <a:pt x="204775" y="670571"/>
                  </a:lnTo>
                  <a:lnTo>
                    <a:pt x="166059" y="650352"/>
                  </a:lnTo>
                  <a:lnTo>
                    <a:pt x="130402" y="625286"/>
                  </a:lnTo>
                  <a:lnTo>
                    <a:pt x="98202" y="595788"/>
                  </a:lnTo>
                  <a:lnTo>
                    <a:pt x="69861" y="562274"/>
                  </a:lnTo>
                  <a:lnTo>
                    <a:pt x="45776" y="525159"/>
                  </a:lnTo>
                  <a:lnTo>
                    <a:pt x="26348" y="484858"/>
                  </a:lnTo>
                  <a:lnTo>
                    <a:pt x="11976" y="441787"/>
                  </a:lnTo>
                  <a:lnTo>
                    <a:pt x="3060" y="396361"/>
                  </a:lnTo>
                  <a:lnTo>
                    <a:pt x="0" y="348996"/>
                  </a:lnTo>
                  <a:close/>
                </a:path>
              </a:pathLst>
            </a:custGeom>
            <a:ln w="10668">
              <a:solidFill>
                <a:srgbClr val="2C879A"/>
              </a:solidFill>
            </a:ln>
          </p:spPr>
          <p:txBody>
            <a:bodyPr wrap="square" lIns="0" tIns="0" rIns="0" bIns="0" rtlCol="0"/>
            <a:lstStyle/>
            <a:p>
              <a:endParaRPr/>
            </a:p>
          </p:txBody>
        </p:sp>
      </p:grpSp>
      <p:sp>
        <p:nvSpPr>
          <p:cNvPr id="28" name="object 28"/>
          <p:cNvSpPr txBox="1"/>
          <p:nvPr/>
        </p:nvSpPr>
        <p:spPr>
          <a:xfrm>
            <a:off x="8284209" y="3773804"/>
            <a:ext cx="244475" cy="330835"/>
          </a:xfrm>
          <a:prstGeom prst="rect">
            <a:avLst/>
          </a:prstGeom>
        </p:spPr>
        <p:txBody>
          <a:bodyPr vert="horz" wrap="square" lIns="0" tIns="12700" rIns="0" bIns="0" rtlCol="0">
            <a:spAutoFit/>
          </a:bodyPr>
          <a:lstStyle/>
          <a:p>
            <a:pPr marL="12700">
              <a:lnSpc>
                <a:spcPct val="100000"/>
              </a:lnSpc>
              <a:spcBef>
                <a:spcPts val="100"/>
              </a:spcBef>
            </a:pPr>
            <a:r>
              <a:rPr sz="2000" spc="-25" dirty="0">
                <a:latin typeface="Cambria"/>
                <a:cs typeface="Cambria"/>
              </a:rPr>
              <a:t>f+</a:t>
            </a:r>
            <a:endParaRPr sz="2000">
              <a:latin typeface="Cambria"/>
              <a:cs typeface="Cambria"/>
            </a:endParaRPr>
          </a:p>
        </p:txBody>
      </p:sp>
      <p:grpSp>
        <p:nvGrpSpPr>
          <p:cNvPr id="29" name="object 29"/>
          <p:cNvGrpSpPr/>
          <p:nvPr/>
        </p:nvGrpSpPr>
        <p:grpSpPr>
          <a:xfrm>
            <a:off x="4776152" y="5138864"/>
            <a:ext cx="680085" cy="707390"/>
            <a:chOff x="4776152" y="5138864"/>
            <a:chExt cx="680085" cy="707390"/>
          </a:xfrm>
        </p:grpSpPr>
        <p:sp>
          <p:nvSpPr>
            <p:cNvPr id="30" name="object 30"/>
            <p:cNvSpPr/>
            <p:nvPr/>
          </p:nvSpPr>
          <p:spPr>
            <a:xfrm>
              <a:off x="4781550" y="5144262"/>
              <a:ext cx="669290" cy="696595"/>
            </a:xfrm>
            <a:custGeom>
              <a:avLst/>
              <a:gdLst/>
              <a:ahLst/>
              <a:cxnLst/>
              <a:rect l="l" t="t" r="r" b="b"/>
              <a:pathLst>
                <a:path w="669289" h="696595">
                  <a:moveTo>
                    <a:pt x="334517" y="0"/>
                  </a:moveTo>
                  <a:lnTo>
                    <a:pt x="289118" y="3179"/>
                  </a:lnTo>
                  <a:lnTo>
                    <a:pt x="245577" y="12442"/>
                  </a:lnTo>
                  <a:lnTo>
                    <a:pt x="204293" y="27372"/>
                  </a:lnTo>
                  <a:lnTo>
                    <a:pt x="165664" y="47554"/>
                  </a:lnTo>
                  <a:lnTo>
                    <a:pt x="130088" y="72573"/>
                  </a:lnTo>
                  <a:lnTo>
                    <a:pt x="97964" y="102012"/>
                  </a:lnTo>
                  <a:lnTo>
                    <a:pt x="69690" y="135458"/>
                  </a:lnTo>
                  <a:lnTo>
                    <a:pt x="45663" y="172494"/>
                  </a:lnTo>
                  <a:lnTo>
                    <a:pt x="26283" y="212705"/>
                  </a:lnTo>
                  <a:lnTo>
                    <a:pt x="11946" y="255675"/>
                  </a:lnTo>
                  <a:lnTo>
                    <a:pt x="3053" y="300990"/>
                  </a:lnTo>
                  <a:lnTo>
                    <a:pt x="0" y="348234"/>
                  </a:lnTo>
                  <a:lnTo>
                    <a:pt x="3053" y="395488"/>
                  </a:lnTo>
                  <a:lnTo>
                    <a:pt x="11946" y="440809"/>
                  </a:lnTo>
                  <a:lnTo>
                    <a:pt x="26283" y="483784"/>
                  </a:lnTo>
                  <a:lnTo>
                    <a:pt x="45663" y="523996"/>
                  </a:lnTo>
                  <a:lnTo>
                    <a:pt x="69690" y="561031"/>
                  </a:lnTo>
                  <a:lnTo>
                    <a:pt x="97964" y="594474"/>
                  </a:lnTo>
                  <a:lnTo>
                    <a:pt x="130088" y="623910"/>
                  </a:lnTo>
                  <a:lnTo>
                    <a:pt x="165664" y="648924"/>
                  </a:lnTo>
                  <a:lnTo>
                    <a:pt x="204293" y="669102"/>
                  </a:lnTo>
                  <a:lnTo>
                    <a:pt x="245577" y="684029"/>
                  </a:lnTo>
                  <a:lnTo>
                    <a:pt x="289118" y="693289"/>
                  </a:lnTo>
                  <a:lnTo>
                    <a:pt x="334517" y="696468"/>
                  </a:lnTo>
                  <a:lnTo>
                    <a:pt x="379917" y="693289"/>
                  </a:lnTo>
                  <a:lnTo>
                    <a:pt x="423458" y="684029"/>
                  </a:lnTo>
                  <a:lnTo>
                    <a:pt x="464742" y="669102"/>
                  </a:lnTo>
                  <a:lnTo>
                    <a:pt x="503371" y="648924"/>
                  </a:lnTo>
                  <a:lnTo>
                    <a:pt x="538947" y="623910"/>
                  </a:lnTo>
                  <a:lnTo>
                    <a:pt x="571071" y="594474"/>
                  </a:lnTo>
                  <a:lnTo>
                    <a:pt x="599345" y="561031"/>
                  </a:lnTo>
                  <a:lnTo>
                    <a:pt x="623372" y="523996"/>
                  </a:lnTo>
                  <a:lnTo>
                    <a:pt x="642752" y="483784"/>
                  </a:lnTo>
                  <a:lnTo>
                    <a:pt x="657089" y="440809"/>
                  </a:lnTo>
                  <a:lnTo>
                    <a:pt x="665982" y="395488"/>
                  </a:lnTo>
                  <a:lnTo>
                    <a:pt x="669036" y="348234"/>
                  </a:lnTo>
                  <a:lnTo>
                    <a:pt x="665982" y="300990"/>
                  </a:lnTo>
                  <a:lnTo>
                    <a:pt x="657089" y="255675"/>
                  </a:lnTo>
                  <a:lnTo>
                    <a:pt x="642752" y="212705"/>
                  </a:lnTo>
                  <a:lnTo>
                    <a:pt x="623372" y="172494"/>
                  </a:lnTo>
                  <a:lnTo>
                    <a:pt x="599345" y="135458"/>
                  </a:lnTo>
                  <a:lnTo>
                    <a:pt x="571071" y="102012"/>
                  </a:lnTo>
                  <a:lnTo>
                    <a:pt x="538947" y="72573"/>
                  </a:lnTo>
                  <a:lnTo>
                    <a:pt x="503371" y="47554"/>
                  </a:lnTo>
                  <a:lnTo>
                    <a:pt x="464742" y="27372"/>
                  </a:lnTo>
                  <a:lnTo>
                    <a:pt x="423458" y="12442"/>
                  </a:lnTo>
                  <a:lnTo>
                    <a:pt x="379917" y="3179"/>
                  </a:lnTo>
                  <a:lnTo>
                    <a:pt x="334517" y="0"/>
                  </a:lnTo>
                  <a:close/>
                </a:path>
              </a:pathLst>
            </a:custGeom>
            <a:solidFill>
              <a:srgbClr val="D9F0F6"/>
            </a:solidFill>
          </p:spPr>
          <p:txBody>
            <a:bodyPr wrap="square" lIns="0" tIns="0" rIns="0" bIns="0" rtlCol="0"/>
            <a:lstStyle/>
            <a:p>
              <a:endParaRPr/>
            </a:p>
          </p:txBody>
        </p:sp>
        <p:sp>
          <p:nvSpPr>
            <p:cNvPr id="31" name="object 31"/>
            <p:cNvSpPr/>
            <p:nvPr/>
          </p:nvSpPr>
          <p:spPr>
            <a:xfrm>
              <a:off x="4781550" y="5144262"/>
              <a:ext cx="669290" cy="696595"/>
            </a:xfrm>
            <a:custGeom>
              <a:avLst/>
              <a:gdLst/>
              <a:ahLst/>
              <a:cxnLst/>
              <a:rect l="l" t="t" r="r" b="b"/>
              <a:pathLst>
                <a:path w="669289" h="696595">
                  <a:moveTo>
                    <a:pt x="0" y="348234"/>
                  </a:moveTo>
                  <a:lnTo>
                    <a:pt x="3053" y="300990"/>
                  </a:lnTo>
                  <a:lnTo>
                    <a:pt x="11946" y="255675"/>
                  </a:lnTo>
                  <a:lnTo>
                    <a:pt x="26283" y="212705"/>
                  </a:lnTo>
                  <a:lnTo>
                    <a:pt x="45663" y="172494"/>
                  </a:lnTo>
                  <a:lnTo>
                    <a:pt x="69690" y="135458"/>
                  </a:lnTo>
                  <a:lnTo>
                    <a:pt x="97964" y="102012"/>
                  </a:lnTo>
                  <a:lnTo>
                    <a:pt x="130088" y="72573"/>
                  </a:lnTo>
                  <a:lnTo>
                    <a:pt x="165664" y="47554"/>
                  </a:lnTo>
                  <a:lnTo>
                    <a:pt x="204293" y="27372"/>
                  </a:lnTo>
                  <a:lnTo>
                    <a:pt x="245577" y="12442"/>
                  </a:lnTo>
                  <a:lnTo>
                    <a:pt x="289118" y="3179"/>
                  </a:lnTo>
                  <a:lnTo>
                    <a:pt x="334517" y="0"/>
                  </a:lnTo>
                  <a:lnTo>
                    <a:pt x="379917" y="3179"/>
                  </a:lnTo>
                  <a:lnTo>
                    <a:pt x="423458" y="12442"/>
                  </a:lnTo>
                  <a:lnTo>
                    <a:pt x="464742" y="27372"/>
                  </a:lnTo>
                  <a:lnTo>
                    <a:pt x="503371" y="47554"/>
                  </a:lnTo>
                  <a:lnTo>
                    <a:pt x="538947" y="72573"/>
                  </a:lnTo>
                  <a:lnTo>
                    <a:pt x="571071" y="102012"/>
                  </a:lnTo>
                  <a:lnTo>
                    <a:pt x="599345" y="135458"/>
                  </a:lnTo>
                  <a:lnTo>
                    <a:pt x="623372" y="172494"/>
                  </a:lnTo>
                  <a:lnTo>
                    <a:pt x="642752" y="212705"/>
                  </a:lnTo>
                  <a:lnTo>
                    <a:pt x="657089" y="255675"/>
                  </a:lnTo>
                  <a:lnTo>
                    <a:pt x="665982" y="300990"/>
                  </a:lnTo>
                  <a:lnTo>
                    <a:pt x="669036" y="348234"/>
                  </a:lnTo>
                  <a:lnTo>
                    <a:pt x="665982" y="395488"/>
                  </a:lnTo>
                  <a:lnTo>
                    <a:pt x="657089" y="440809"/>
                  </a:lnTo>
                  <a:lnTo>
                    <a:pt x="642752" y="483784"/>
                  </a:lnTo>
                  <a:lnTo>
                    <a:pt x="623372" y="523996"/>
                  </a:lnTo>
                  <a:lnTo>
                    <a:pt x="599345" y="561031"/>
                  </a:lnTo>
                  <a:lnTo>
                    <a:pt x="571071" y="594474"/>
                  </a:lnTo>
                  <a:lnTo>
                    <a:pt x="538947" y="623910"/>
                  </a:lnTo>
                  <a:lnTo>
                    <a:pt x="503371" y="648924"/>
                  </a:lnTo>
                  <a:lnTo>
                    <a:pt x="464742" y="669102"/>
                  </a:lnTo>
                  <a:lnTo>
                    <a:pt x="423458" y="684029"/>
                  </a:lnTo>
                  <a:lnTo>
                    <a:pt x="379917" y="693289"/>
                  </a:lnTo>
                  <a:lnTo>
                    <a:pt x="334517" y="696468"/>
                  </a:lnTo>
                  <a:lnTo>
                    <a:pt x="289118" y="693289"/>
                  </a:lnTo>
                  <a:lnTo>
                    <a:pt x="245577" y="684029"/>
                  </a:lnTo>
                  <a:lnTo>
                    <a:pt x="204293" y="669102"/>
                  </a:lnTo>
                  <a:lnTo>
                    <a:pt x="165664" y="648924"/>
                  </a:lnTo>
                  <a:lnTo>
                    <a:pt x="130088" y="623910"/>
                  </a:lnTo>
                  <a:lnTo>
                    <a:pt x="97964" y="594474"/>
                  </a:lnTo>
                  <a:lnTo>
                    <a:pt x="69690" y="561031"/>
                  </a:lnTo>
                  <a:lnTo>
                    <a:pt x="45663" y="523996"/>
                  </a:lnTo>
                  <a:lnTo>
                    <a:pt x="26283" y="483784"/>
                  </a:lnTo>
                  <a:lnTo>
                    <a:pt x="11946" y="440809"/>
                  </a:lnTo>
                  <a:lnTo>
                    <a:pt x="3053" y="395488"/>
                  </a:lnTo>
                  <a:lnTo>
                    <a:pt x="0" y="348234"/>
                  </a:lnTo>
                  <a:close/>
                </a:path>
              </a:pathLst>
            </a:custGeom>
            <a:ln w="10668">
              <a:solidFill>
                <a:srgbClr val="2C879A"/>
              </a:solidFill>
            </a:ln>
          </p:spPr>
          <p:txBody>
            <a:bodyPr wrap="square" lIns="0" tIns="0" rIns="0" bIns="0" rtlCol="0"/>
            <a:lstStyle/>
            <a:p>
              <a:endParaRPr/>
            </a:p>
          </p:txBody>
        </p:sp>
      </p:grpSp>
      <p:sp>
        <p:nvSpPr>
          <p:cNvPr id="32" name="object 32"/>
          <p:cNvSpPr txBox="1"/>
          <p:nvPr/>
        </p:nvSpPr>
        <p:spPr>
          <a:xfrm>
            <a:off x="5018913" y="5320665"/>
            <a:ext cx="193675" cy="330835"/>
          </a:xfrm>
          <a:prstGeom prst="rect">
            <a:avLst/>
          </a:prstGeom>
        </p:spPr>
        <p:txBody>
          <a:bodyPr vert="horz" wrap="square" lIns="0" tIns="12700" rIns="0" bIns="0" rtlCol="0">
            <a:spAutoFit/>
          </a:bodyPr>
          <a:lstStyle/>
          <a:p>
            <a:pPr marL="12700">
              <a:lnSpc>
                <a:spcPct val="100000"/>
              </a:lnSpc>
              <a:spcBef>
                <a:spcPts val="100"/>
              </a:spcBef>
            </a:pPr>
            <a:r>
              <a:rPr sz="2000" spc="-25" dirty="0">
                <a:latin typeface="Cambria"/>
                <a:cs typeface="Cambria"/>
              </a:rPr>
              <a:t>f</a:t>
            </a:r>
            <a:r>
              <a:rPr sz="1400" spc="-25" dirty="0">
                <a:latin typeface="Cambria"/>
                <a:cs typeface="Cambria"/>
              </a:rPr>
              <a:t>$</a:t>
            </a:r>
            <a:endParaRPr sz="1400">
              <a:latin typeface="Cambria"/>
              <a:cs typeface="Cambria"/>
            </a:endParaRPr>
          </a:p>
        </p:txBody>
      </p:sp>
      <p:grpSp>
        <p:nvGrpSpPr>
          <p:cNvPr id="33" name="object 33"/>
          <p:cNvGrpSpPr/>
          <p:nvPr/>
        </p:nvGrpSpPr>
        <p:grpSpPr>
          <a:xfrm>
            <a:off x="8005508" y="5138864"/>
            <a:ext cx="681355" cy="707390"/>
            <a:chOff x="8005508" y="5138864"/>
            <a:chExt cx="681355" cy="707390"/>
          </a:xfrm>
        </p:grpSpPr>
        <p:sp>
          <p:nvSpPr>
            <p:cNvPr id="34" name="object 34"/>
            <p:cNvSpPr/>
            <p:nvPr/>
          </p:nvSpPr>
          <p:spPr>
            <a:xfrm>
              <a:off x="8010905" y="5144262"/>
              <a:ext cx="670560" cy="696595"/>
            </a:xfrm>
            <a:custGeom>
              <a:avLst/>
              <a:gdLst/>
              <a:ahLst/>
              <a:cxnLst/>
              <a:rect l="l" t="t" r="r" b="b"/>
              <a:pathLst>
                <a:path w="670559" h="696595">
                  <a:moveTo>
                    <a:pt x="335279" y="0"/>
                  </a:moveTo>
                  <a:lnTo>
                    <a:pt x="289785" y="3179"/>
                  </a:lnTo>
                  <a:lnTo>
                    <a:pt x="246150" y="12442"/>
                  </a:lnTo>
                  <a:lnTo>
                    <a:pt x="204775" y="27372"/>
                  </a:lnTo>
                  <a:lnTo>
                    <a:pt x="166059" y="47554"/>
                  </a:lnTo>
                  <a:lnTo>
                    <a:pt x="130402" y="72573"/>
                  </a:lnTo>
                  <a:lnTo>
                    <a:pt x="98202" y="102012"/>
                  </a:lnTo>
                  <a:lnTo>
                    <a:pt x="69861" y="135458"/>
                  </a:lnTo>
                  <a:lnTo>
                    <a:pt x="45776" y="172494"/>
                  </a:lnTo>
                  <a:lnTo>
                    <a:pt x="26348" y="212705"/>
                  </a:lnTo>
                  <a:lnTo>
                    <a:pt x="11976" y="255675"/>
                  </a:lnTo>
                  <a:lnTo>
                    <a:pt x="3060" y="300990"/>
                  </a:lnTo>
                  <a:lnTo>
                    <a:pt x="0" y="348234"/>
                  </a:lnTo>
                  <a:lnTo>
                    <a:pt x="3060" y="395488"/>
                  </a:lnTo>
                  <a:lnTo>
                    <a:pt x="11976" y="440809"/>
                  </a:lnTo>
                  <a:lnTo>
                    <a:pt x="26348" y="483784"/>
                  </a:lnTo>
                  <a:lnTo>
                    <a:pt x="45776" y="523996"/>
                  </a:lnTo>
                  <a:lnTo>
                    <a:pt x="69861" y="561031"/>
                  </a:lnTo>
                  <a:lnTo>
                    <a:pt x="98202" y="594474"/>
                  </a:lnTo>
                  <a:lnTo>
                    <a:pt x="130402" y="623910"/>
                  </a:lnTo>
                  <a:lnTo>
                    <a:pt x="166059" y="648924"/>
                  </a:lnTo>
                  <a:lnTo>
                    <a:pt x="204775" y="669102"/>
                  </a:lnTo>
                  <a:lnTo>
                    <a:pt x="246150" y="684029"/>
                  </a:lnTo>
                  <a:lnTo>
                    <a:pt x="289785" y="693289"/>
                  </a:lnTo>
                  <a:lnTo>
                    <a:pt x="335279" y="696468"/>
                  </a:lnTo>
                  <a:lnTo>
                    <a:pt x="380774" y="693289"/>
                  </a:lnTo>
                  <a:lnTo>
                    <a:pt x="424409" y="684029"/>
                  </a:lnTo>
                  <a:lnTo>
                    <a:pt x="465784" y="669102"/>
                  </a:lnTo>
                  <a:lnTo>
                    <a:pt x="504500" y="648924"/>
                  </a:lnTo>
                  <a:lnTo>
                    <a:pt x="540157" y="623910"/>
                  </a:lnTo>
                  <a:lnTo>
                    <a:pt x="572357" y="594474"/>
                  </a:lnTo>
                  <a:lnTo>
                    <a:pt x="600698" y="561031"/>
                  </a:lnTo>
                  <a:lnTo>
                    <a:pt x="624783" y="523996"/>
                  </a:lnTo>
                  <a:lnTo>
                    <a:pt x="644211" y="483784"/>
                  </a:lnTo>
                  <a:lnTo>
                    <a:pt x="658583" y="440809"/>
                  </a:lnTo>
                  <a:lnTo>
                    <a:pt x="667499" y="395488"/>
                  </a:lnTo>
                  <a:lnTo>
                    <a:pt x="670560" y="348234"/>
                  </a:lnTo>
                  <a:lnTo>
                    <a:pt x="667499" y="300990"/>
                  </a:lnTo>
                  <a:lnTo>
                    <a:pt x="658583" y="255675"/>
                  </a:lnTo>
                  <a:lnTo>
                    <a:pt x="644211" y="212705"/>
                  </a:lnTo>
                  <a:lnTo>
                    <a:pt x="624783" y="172494"/>
                  </a:lnTo>
                  <a:lnTo>
                    <a:pt x="600698" y="135458"/>
                  </a:lnTo>
                  <a:lnTo>
                    <a:pt x="572357" y="102012"/>
                  </a:lnTo>
                  <a:lnTo>
                    <a:pt x="540157" y="72573"/>
                  </a:lnTo>
                  <a:lnTo>
                    <a:pt x="504500" y="47554"/>
                  </a:lnTo>
                  <a:lnTo>
                    <a:pt x="465784" y="27372"/>
                  </a:lnTo>
                  <a:lnTo>
                    <a:pt x="424409" y="12442"/>
                  </a:lnTo>
                  <a:lnTo>
                    <a:pt x="380774" y="3179"/>
                  </a:lnTo>
                  <a:lnTo>
                    <a:pt x="335279" y="0"/>
                  </a:lnTo>
                  <a:close/>
                </a:path>
              </a:pathLst>
            </a:custGeom>
            <a:solidFill>
              <a:srgbClr val="D9F0F6"/>
            </a:solidFill>
          </p:spPr>
          <p:txBody>
            <a:bodyPr wrap="square" lIns="0" tIns="0" rIns="0" bIns="0" rtlCol="0"/>
            <a:lstStyle/>
            <a:p>
              <a:endParaRPr/>
            </a:p>
          </p:txBody>
        </p:sp>
        <p:sp>
          <p:nvSpPr>
            <p:cNvPr id="35" name="object 35"/>
            <p:cNvSpPr/>
            <p:nvPr/>
          </p:nvSpPr>
          <p:spPr>
            <a:xfrm>
              <a:off x="8010905" y="5144262"/>
              <a:ext cx="670560" cy="696595"/>
            </a:xfrm>
            <a:custGeom>
              <a:avLst/>
              <a:gdLst/>
              <a:ahLst/>
              <a:cxnLst/>
              <a:rect l="l" t="t" r="r" b="b"/>
              <a:pathLst>
                <a:path w="670559" h="696595">
                  <a:moveTo>
                    <a:pt x="0" y="348234"/>
                  </a:moveTo>
                  <a:lnTo>
                    <a:pt x="3060" y="300990"/>
                  </a:lnTo>
                  <a:lnTo>
                    <a:pt x="11976" y="255675"/>
                  </a:lnTo>
                  <a:lnTo>
                    <a:pt x="26348" y="212705"/>
                  </a:lnTo>
                  <a:lnTo>
                    <a:pt x="45776" y="172494"/>
                  </a:lnTo>
                  <a:lnTo>
                    <a:pt x="69861" y="135458"/>
                  </a:lnTo>
                  <a:lnTo>
                    <a:pt x="98202" y="102012"/>
                  </a:lnTo>
                  <a:lnTo>
                    <a:pt x="130402" y="72573"/>
                  </a:lnTo>
                  <a:lnTo>
                    <a:pt x="166059" y="47554"/>
                  </a:lnTo>
                  <a:lnTo>
                    <a:pt x="204775" y="27372"/>
                  </a:lnTo>
                  <a:lnTo>
                    <a:pt x="246150" y="12442"/>
                  </a:lnTo>
                  <a:lnTo>
                    <a:pt x="289785" y="3179"/>
                  </a:lnTo>
                  <a:lnTo>
                    <a:pt x="335279" y="0"/>
                  </a:lnTo>
                  <a:lnTo>
                    <a:pt x="380774" y="3179"/>
                  </a:lnTo>
                  <a:lnTo>
                    <a:pt x="424409" y="12442"/>
                  </a:lnTo>
                  <a:lnTo>
                    <a:pt x="465784" y="27372"/>
                  </a:lnTo>
                  <a:lnTo>
                    <a:pt x="504500" y="47554"/>
                  </a:lnTo>
                  <a:lnTo>
                    <a:pt x="540157" y="72573"/>
                  </a:lnTo>
                  <a:lnTo>
                    <a:pt x="572357" y="102012"/>
                  </a:lnTo>
                  <a:lnTo>
                    <a:pt x="600698" y="135458"/>
                  </a:lnTo>
                  <a:lnTo>
                    <a:pt x="624783" y="172494"/>
                  </a:lnTo>
                  <a:lnTo>
                    <a:pt x="644211" y="212705"/>
                  </a:lnTo>
                  <a:lnTo>
                    <a:pt x="658583" y="255675"/>
                  </a:lnTo>
                  <a:lnTo>
                    <a:pt x="667499" y="300990"/>
                  </a:lnTo>
                  <a:lnTo>
                    <a:pt x="670560" y="348234"/>
                  </a:lnTo>
                  <a:lnTo>
                    <a:pt x="667499" y="395488"/>
                  </a:lnTo>
                  <a:lnTo>
                    <a:pt x="658583" y="440809"/>
                  </a:lnTo>
                  <a:lnTo>
                    <a:pt x="644211" y="483784"/>
                  </a:lnTo>
                  <a:lnTo>
                    <a:pt x="624783" y="523996"/>
                  </a:lnTo>
                  <a:lnTo>
                    <a:pt x="600698" y="561031"/>
                  </a:lnTo>
                  <a:lnTo>
                    <a:pt x="572357" y="594474"/>
                  </a:lnTo>
                  <a:lnTo>
                    <a:pt x="540157" y="623910"/>
                  </a:lnTo>
                  <a:lnTo>
                    <a:pt x="504500" y="648924"/>
                  </a:lnTo>
                  <a:lnTo>
                    <a:pt x="465784" y="669102"/>
                  </a:lnTo>
                  <a:lnTo>
                    <a:pt x="424409" y="684029"/>
                  </a:lnTo>
                  <a:lnTo>
                    <a:pt x="380774" y="693289"/>
                  </a:lnTo>
                  <a:lnTo>
                    <a:pt x="335279" y="696468"/>
                  </a:lnTo>
                  <a:lnTo>
                    <a:pt x="289785" y="693289"/>
                  </a:lnTo>
                  <a:lnTo>
                    <a:pt x="246150" y="684029"/>
                  </a:lnTo>
                  <a:lnTo>
                    <a:pt x="204775" y="669102"/>
                  </a:lnTo>
                  <a:lnTo>
                    <a:pt x="166059" y="648924"/>
                  </a:lnTo>
                  <a:lnTo>
                    <a:pt x="130402" y="623910"/>
                  </a:lnTo>
                  <a:lnTo>
                    <a:pt x="98202" y="594474"/>
                  </a:lnTo>
                  <a:lnTo>
                    <a:pt x="69861" y="561031"/>
                  </a:lnTo>
                  <a:lnTo>
                    <a:pt x="45776" y="523996"/>
                  </a:lnTo>
                  <a:lnTo>
                    <a:pt x="26348" y="483784"/>
                  </a:lnTo>
                  <a:lnTo>
                    <a:pt x="11976" y="440809"/>
                  </a:lnTo>
                  <a:lnTo>
                    <a:pt x="3060" y="395488"/>
                  </a:lnTo>
                  <a:lnTo>
                    <a:pt x="0" y="348234"/>
                  </a:lnTo>
                  <a:close/>
                </a:path>
              </a:pathLst>
            </a:custGeom>
            <a:ln w="10668">
              <a:solidFill>
                <a:srgbClr val="2C879A"/>
              </a:solidFill>
            </a:ln>
          </p:spPr>
          <p:txBody>
            <a:bodyPr wrap="square" lIns="0" tIns="0" rIns="0" bIns="0" rtlCol="0"/>
            <a:lstStyle/>
            <a:p>
              <a:endParaRPr/>
            </a:p>
          </p:txBody>
        </p:sp>
      </p:grpSp>
      <p:sp>
        <p:nvSpPr>
          <p:cNvPr id="36" name="object 36"/>
          <p:cNvSpPr txBox="1"/>
          <p:nvPr/>
        </p:nvSpPr>
        <p:spPr>
          <a:xfrm>
            <a:off x="8225408" y="5320665"/>
            <a:ext cx="242570" cy="330835"/>
          </a:xfrm>
          <a:prstGeom prst="rect">
            <a:avLst/>
          </a:prstGeom>
        </p:spPr>
        <p:txBody>
          <a:bodyPr vert="horz" wrap="square" lIns="0" tIns="12700" rIns="0" bIns="0" rtlCol="0">
            <a:spAutoFit/>
          </a:bodyPr>
          <a:lstStyle/>
          <a:p>
            <a:pPr marL="12700">
              <a:lnSpc>
                <a:spcPct val="100000"/>
              </a:lnSpc>
              <a:spcBef>
                <a:spcPts val="100"/>
              </a:spcBef>
            </a:pPr>
            <a:r>
              <a:rPr sz="2000" spc="-25" dirty="0">
                <a:latin typeface="Cambria"/>
                <a:cs typeface="Cambria"/>
              </a:rPr>
              <a:t>g</a:t>
            </a:r>
            <a:r>
              <a:rPr sz="1400" spc="-25" dirty="0">
                <a:latin typeface="Cambria"/>
                <a:cs typeface="Cambria"/>
              </a:rPr>
              <a:t>$</a:t>
            </a:r>
            <a:endParaRPr sz="1400">
              <a:latin typeface="Cambria"/>
              <a:cs typeface="Cambria"/>
            </a:endParaRPr>
          </a:p>
        </p:txBody>
      </p:sp>
      <p:grpSp>
        <p:nvGrpSpPr>
          <p:cNvPr id="37" name="object 37"/>
          <p:cNvGrpSpPr/>
          <p:nvPr/>
        </p:nvGrpSpPr>
        <p:grpSpPr>
          <a:xfrm>
            <a:off x="4166615" y="1118616"/>
            <a:ext cx="5163820" cy="4523740"/>
            <a:chOff x="4166615" y="1118616"/>
            <a:chExt cx="5163820" cy="4523740"/>
          </a:xfrm>
        </p:grpSpPr>
        <p:sp>
          <p:nvSpPr>
            <p:cNvPr id="38" name="object 38"/>
            <p:cNvSpPr/>
            <p:nvPr/>
          </p:nvSpPr>
          <p:spPr>
            <a:xfrm>
              <a:off x="5069713" y="1365122"/>
              <a:ext cx="3098800" cy="2333625"/>
            </a:xfrm>
            <a:custGeom>
              <a:avLst/>
              <a:gdLst/>
              <a:ahLst/>
              <a:cxnLst/>
              <a:rect l="l" t="t" r="r" b="b"/>
              <a:pathLst>
                <a:path w="3098800" h="2333625">
                  <a:moveTo>
                    <a:pt x="76200" y="745109"/>
                  </a:moveTo>
                  <a:lnTo>
                    <a:pt x="44475" y="744689"/>
                  </a:lnTo>
                  <a:lnTo>
                    <a:pt x="52451" y="107188"/>
                  </a:lnTo>
                  <a:lnTo>
                    <a:pt x="39751" y="106934"/>
                  </a:lnTo>
                  <a:lnTo>
                    <a:pt x="31775" y="744093"/>
                  </a:lnTo>
                  <a:lnTo>
                    <a:pt x="31775" y="744524"/>
                  </a:lnTo>
                  <a:lnTo>
                    <a:pt x="0" y="744093"/>
                  </a:lnTo>
                  <a:lnTo>
                    <a:pt x="37211" y="820801"/>
                  </a:lnTo>
                  <a:lnTo>
                    <a:pt x="69913" y="757301"/>
                  </a:lnTo>
                  <a:lnTo>
                    <a:pt x="76200" y="745109"/>
                  </a:lnTo>
                  <a:close/>
                </a:path>
                <a:path w="3098800" h="2333625">
                  <a:moveTo>
                    <a:pt x="3098292" y="2333625"/>
                  </a:moveTo>
                  <a:lnTo>
                    <a:pt x="3082569" y="2298065"/>
                  </a:lnTo>
                  <a:lnTo>
                    <a:pt x="3063875" y="2255774"/>
                  </a:lnTo>
                  <a:lnTo>
                    <a:pt x="3043644" y="2280183"/>
                  </a:lnTo>
                  <a:lnTo>
                    <a:pt x="286639" y="0"/>
                  </a:lnTo>
                  <a:lnTo>
                    <a:pt x="278511" y="9906"/>
                  </a:lnTo>
                  <a:lnTo>
                    <a:pt x="3035528" y="2289962"/>
                  </a:lnTo>
                  <a:lnTo>
                    <a:pt x="3015234" y="2314448"/>
                  </a:lnTo>
                  <a:lnTo>
                    <a:pt x="3098292" y="2333625"/>
                  </a:lnTo>
                  <a:close/>
                </a:path>
              </a:pathLst>
            </a:custGeom>
            <a:solidFill>
              <a:srgbClr val="40B9D2"/>
            </a:solidFill>
          </p:spPr>
          <p:txBody>
            <a:bodyPr wrap="square" lIns="0" tIns="0" rIns="0" bIns="0" rtlCol="0"/>
            <a:lstStyle/>
            <a:p>
              <a:endParaRPr/>
            </a:p>
          </p:txBody>
        </p:sp>
        <p:sp>
          <p:nvSpPr>
            <p:cNvPr id="39" name="object 39"/>
            <p:cNvSpPr/>
            <p:nvPr/>
          </p:nvSpPr>
          <p:spPr>
            <a:xfrm>
              <a:off x="4171949" y="1201674"/>
              <a:ext cx="641985" cy="4300855"/>
            </a:xfrm>
            <a:custGeom>
              <a:avLst/>
              <a:gdLst/>
              <a:ahLst/>
              <a:cxnLst/>
              <a:rect l="l" t="t" r="r" b="b"/>
              <a:pathLst>
                <a:path w="641985" h="4300855">
                  <a:moveTo>
                    <a:pt x="641603" y="0"/>
                  </a:moveTo>
                  <a:lnTo>
                    <a:pt x="0" y="1394333"/>
                  </a:lnTo>
                  <a:lnTo>
                    <a:pt x="1073" y="1421352"/>
                  </a:lnTo>
                  <a:lnTo>
                    <a:pt x="1828" y="1451709"/>
                  </a:lnTo>
                  <a:lnTo>
                    <a:pt x="2311" y="1485217"/>
                  </a:lnTo>
                  <a:lnTo>
                    <a:pt x="2568" y="1521695"/>
                  </a:lnTo>
                  <a:lnTo>
                    <a:pt x="2648" y="1560958"/>
                  </a:lnTo>
                  <a:lnTo>
                    <a:pt x="2595" y="1602822"/>
                  </a:lnTo>
                  <a:lnTo>
                    <a:pt x="2457" y="1647104"/>
                  </a:lnTo>
                  <a:lnTo>
                    <a:pt x="2280" y="1693619"/>
                  </a:lnTo>
                  <a:lnTo>
                    <a:pt x="2112" y="1742185"/>
                  </a:lnTo>
                  <a:lnTo>
                    <a:pt x="1998" y="1792617"/>
                  </a:lnTo>
                  <a:lnTo>
                    <a:pt x="1985" y="1844731"/>
                  </a:lnTo>
                  <a:lnTo>
                    <a:pt x="2121" y="1898345"/>
                  </a:lnTo>
                  <a:lnTo>
                    <a:pt x="2451" y="1953273"/>
                  </a:lnTo>
                  <a:lnTo>
                    <a:pt x="3022" y="2009334"/>
                  </a:lnTo>
                  <a:lnTo>
                    <a:pt x="3881" y="2066341"/>
                  </a:lnTo>
                  <a:lnTo>
                    <a:pt x="5075" y="2124113"/>
                  </a:lnTo>
                  <a:lnTo>
                    <a:pt x="6650" y="2182465"/>
                  </a:lnTo>
                  <a:lnTo>
                    <a:pt x="8653" y="2241213"/>
                  </a:lnTo>
                  <a:lnTo>
                    <a:pt x="11130" y="2300174"/>
                  </a:lnTo>
                  <a:lnTo>
                    <a:pt x="14128" y="2359163"/>
                  </a:lnTo>
                  <a:lnTo>
                    <a:pt x="17695" y="2417998"/>
                  </a:lnTo>
                  <a:lnTo>
                    <a:pt x="21875" y="2476495"/>
                  </a:lnTo>
                  <a:lnTo>
                    <a:pt x="26717" y="2534469"/>
                  </a:lnTo>
                  <a:lnTo>
                    <a:pt x="32267" y="2591737"/>
                  </a:lnTo>
                  <a:lnTo>
                    <a:pt x="38570" y="2648115"/>
                  </a:lnTo>
                  <a:lnTo>
                    <a:pt x="45675" y="2703420"/>
                  </a:lnTo>
                  <a:lnTo>
                    <a:pt x="53628" y="2757467"/>
                  </a:lnTo>
                  <a:lnTo>
                    <a:pt x="62475" y="2810074"/>
                  </a:lnTo>
                  <a:lnTo>
                    <a:pt x="72262" y="2861056"/>
                  </a:lnTo>
                  <a:lnTo>
                    <a:pt x="196109" y="3290405"/>
                  </a:lnTo>
                  <a:lnTo>
                    <a:pt x="371617" y="3762581"/>
                  </a:lnTo>
                  <a:lnTo>
                    <a:pt x="528480" y="4143912"/>
                  </a:lnTo>
                  <a:lnTo>
                    <a:pt x="596391" y="4300728"/>
                  </a:lnTo>
                </a:path>
              </a:pathLst>
            </a:custGeom>
            <a:ln w="10668">
              <a:solidFill>
                <a:srgbClr val="2C879A"/>
              </a:solidFill>
            </a:ln>
          </p:spPr>
          <p:txBody>
            <a:bodyPr wrap="square" lIns="0" tIns="0" rIns="0" bIns="0" rtlCol="0"/>
            <a:lstStyle/>
            <a:p>
              <a:endParaRPr/>
            </a:p>
          </p:txBody>
        </p:sp>
        <p:pic>
          <p:nvPicPr>
            <p:cNvPr id="40" name="object 40"/>
            <p:cNvPicPr/>
            <p:nvPr/>
          </p:nvPicPr>
          <p:blipFill>
            <a:blip r:embed="rId2" cstate="print"/>
            <a:stretch>
              <a:fillRect/>
            </a:stretch>
          </p:blipFill>
          <p:spPr>
            <a:xfrm>
              <a:off x="4676139" y="5335650"/>
              <a:ext cx="92075" cy="165862"/>
            </a:xfrm>
            <a:prstGeom prst="rect">
              <a:avLst/>
            </a:prstGeom>
          </p:spPr>
        </p:pic>
        <p:sp>
          <p:nvSpPr>
            <p:cNvPr id="41" name="object 41"/>
            <p:cNvSpPr/>
            <p:nvPr/>
          </p:nvSpPr>
          <p:spPr>
            <a:xfrm>
              <a:off x="5350764" y="1118615"/>
              <a:ext cx="3088640" cy="2616835"/>
            </a:xfrm>
            <a:custGeom>
              <a:avLst/>
              <a:gdLst/>
              <a:ahLst/>
              <a:cxnLst/>
              <a:rect l="l" t="t" r="r" b="b"/>
              <a:pathLst>
                <a:path w="3088640" h="2616835">
                  <a:moveTo>
                    <a:pt x="2664968" y="9144"/>
                  </a:moveTo>
                  <a:lnTo>
                    <a:pt x="2656078" y="0"/>
                  </a:lnTo>
                  <a:lnTo>
                    <a:pt x="49898" y="2558719"/>
                  </a:lnTo>
                  <a:lnTo>
                    <a:pt x="27686" y="2536063"/>
                  </a:lnTo>
                  <a:lnTo>
                    <a:pt x="0" y="2616581"/>
                  </a:lnTo>
                  <a:lnTo>
                    <a:pt x="81026" y="2590419"/>
                  </a:lnTo>
                  <a:lnTo>
                    <a:pt x="67564" y="2576703"/>
                  </a:lnTo>
                  <a:lnTo>
                    <a:pt x="58839" y="2567813"/>
                  </a:lnTo>
                  <a:lnTo>
                    <a:pt x="2664968" y="9144"/>
                  </a:lnTo>
                  <a:close/>
                </a:path>
                <a:path w="3088640" h="2616835">
                  <a:moveTo>
                    <a:pt x="3088513" y="991616"/>
                  </a:moveTo>
                  <a:lnTo>
                    <a:pt x="3056788" y="991196"/>
                  </a:lnTo>
                  <a:lnTo>
                    <a:pt x="3064764" y="353695"/>
                  </a:lnTo>
                  <a:lnTo>
                    <a:pt x="3052064" y="353441"/>
                  </a:lnTo>
                  <a:lnTo>
                    <a:pt x="3044088" y="990600"/>
                  </a:lnTo>
                  <a:lnTo>
                    <a:pt x="3044088" y="991031"/>
                  </a:lnTo>
                  <a:lnTo>
                    <a:pt x="3012313" y="990600"/>
                  </a:lnTo>
                  <a:lnTo>
                    <a:pt x="3049524" y="1067308"/>
                  </a:lnTo>
                  <a:lnTo>
                    <a:pt x="3082226" y="1003808"/>
                  </a:lnTo>
                  <a:lnTo>
                    <a:pt x="3088513" y="991616"/>
                  </a:lnTo>
                  <a:close/>
                </a:path>
              </a:pathLst>
            </a:custGeom>
            <a:solidFill>
              <a:srgbClr val="40B9D2"/>
            </a:solidFill>
          </p:spPr>
          <p:txBody>
            <a:bodyPr wrap="square" lIns="0" tIns="0" rIns="0" bIns="0" rtlCol="0"/>
            <a:lstStyle/>
            <a:p>
              <a:endParaRPr/>
            </a:p>
          </p:txBody>
        </p:sp>
        <p:sp>
          <p:nvSpPr>
            <p:cNvPr id="42" name="object 42"/>
            <p:cNvSpPr/>
            <p:nvPr/>
          </p:nvSpPr>
          <p:spPr>
            <a:xfrm>
              <a:off x="8681465" y="1203198"/>
              <a:ext cx="643255" cy="4300855"/>
            </a:xfrm>
            <a:custGeom>
              <a:avLst/>
              <a:gdLst/>
              <a:ahLst/>
              <a:cxnLst/>
              <a:rect l="l" t="t" r="r" b="b"/>
              <a:pathLst>
                <a:path w="643254" h="4300855">
                  <a:moveTo>
                    <a:pt x="0" y="0"/>
                  </a:moveTo>
                  <a:lnTo>
                    <a:pt x="643127" y="1394332"/>
                  </a:lnTo>
                  <a:lnTo>
                    <a:pt x="642055" y="1421352"/>
                  </a:lnTo>
                  <a:lnTo>
                    <a:pt x="641301" y="1451709"/>
                  </a:lnTo>
                  <a:lnTo>
                    <a:pt x="640820" y="1485217"/>
                  </a:lnTo>
                  <a:lnTo>
                    <a:pt x="640564" y="1521695"/>
                  </a:lnTo>
                  <a:lnTo>
                    <a:pt x="640488" y="1560958"/>
                  </a:lnTo>
                  <a:lnTo>
                    <a:pt x="640543" y="1602822"/>
                  </a:lnTo>
                  <a:lnTo>
                    <a:pt x="640683" y="1647104"/>
                  </a:lnTo>
                  <a:lnTo>
                    <a:pt x="640862" y="1693619"/>
                  </a:lnTo>
                  <a:lnTo>
                    <a:pt x="641033" y="1742185"/>
                  </a:lnTo>
                  <a:lnTo>
                    <a:pt x="641148" y="1792617"/>
                  </a:lnTo>
                  <a:lnTo>
                    <a:pt x="641162" y="1844731"/>
                  </a:lnTo>
                  <a:lnTo>
                    <a:pt x="641027" y="1898345"/>
                  </a:lnTo>
                  <a:lnTo>
                    <a:pt x="640696" y="1953273"/>
                  </a:lnTo>
                  <a:lnTo>
                    <a:pt x="640122" y="2009334"/>
                  </a:lnTo>
                  <a:lnTo>
                    <a:pt x="639260" y="2066341"/>
                  </a:lnTo>
                  <a:lnTo>
                    <a:pt x="638061" y="2124113"/>
                  </a:lnTo>
                  <a:lnTo>
                    <a:pt x="636480" y="2182465"/>
                  </a:lnTo>
                  <a:lnTo>
                    <a:pt x="634469" y="2241213"/>
                  </a:lnTo>
                  <a:lnTo>
                    <a:pt x="631982" y="2300174"/>
                  </a:lnTo>
                  <a:lnTo>
                    <a:pt x="628972" y="2359163"/>
                  </a:lnTo>
                  <a:lnTo>
                    <a:pt x="625391" y="2417998"/>
                  </a:lnTo>
                  <a:lnTo>
                    <a:pt x="621194" y="2476495"/>
                  </a:lnTo>
                  <a:lnTo>
                    <a:pt x="616333" y="2534469"/>
                  </a:lnTo>
                  <a:lnTo>
                    <a:pt x="610762" y="2591737"/>
                  </a:lnTo>
                  <a:lnTo>
                    <a:pt x="604433" y="2648115"/>
                  </a:lnTo>
                  <a:lnTo>
                    <a:pt x="597300" y="2703420"/>
                  </a:lnTo>
                  <a:lnTo>
                    <a:pt x="589317" y="2757467"/>
                  </a:lnTo>
                  <a:lnTo>
                    <a:pt x="580436" y="2810074"/>
                  </a:lnTo>
                  <a:lnTo>
                    <a:pt x="570610" y="2861056"/>
                  </a:lnTo>
                  <a:lnTo>
                    <a:pt x="446531" y="3290405"/>
                  </a:lnTo>
                  <a:lnTo>
                    <a:pt x="270636" y="3762581"/>
                  </a:lnTo>
                  <a:lnTo>
                    <a:pt x="113410" y="4143912"/>
                  </a:lnTo>
                  <a:lnTo>
                    <a:pt x="45338" y="4300728"/>
                  </a:lnTo>
                </a:path>
              </a:pathLst>
            </a:custGeom>
            <a:ln w="10668">
              <a:solidFill>
                <a:srgbClr val="2C879A"/>
              </a:solidFill>
            </a:ln>
          </p:spPr>
          <p:txBody>
            <a:bodyPr wrap="square" lIns="0" tIns="0" rIns="0" bIns="0" rtlCol="0"/>
            <a:lstStyle/>
            <a:p>
              <a:endParaRPr/>
            </a:p>
          </p:txBody>
        </p:sp>
        <p:pic>
          <p:nvPicPr>
            <p:cNvPr id="43" name="object 43"/>
            <p:cNvPicPr/>
            <p:nvPr/>
          </p:nvPicPr>
          <p:blipFill>
            <a:blip r:embed="rId3" cstate="print"/>
            <a:stretch>
              <a:fillRect/>
            </a:stretch>
          </p:blipFill>
          <p:spPr>
            <a:xfrm>
              <a:off x="8675369" y="5490337"/>
              <a:ext cx="71627" cy="151523"/>
            </a:xfrm>
            <a:prstGeom prst="rect">
              <a:avLst/>
            </a:prstGeom>
          </p:spPr>
        </p:pic>
        <p:sp>
          <p:nvSpPr>
            <p:cNvPr id="44" name="object 44"/>
            <p:cNvSpPr/>
            <p:nvPr/>
          </p:nvSpPr>
          <p:spPr>
            <a:xfrm>
              <a:off x="5077206" y="2496311"/>
              <a:ext cx="3362325" cy="2749550"/>
            </a:xfrm>
            <a:custGeom>
              <a:avLst/>
              <a:gdLst/>
              <a:ahLst/>
              <a:cxnLst/>
              <a:rect l="l" t="t" r="r" b="b"/>
              <a:pathLst>
                <a:path w="3362325" h="2749550">
                  <a:moveTo>
                    <a:pt x="76200" y="2571623"/>
                  </a:moveTo>
                  <a:lnTo>
                    <a:pt x="44450" y="2571318"/>
                  </a:lnTo>
                  <a:lnTo>
                    <a:pt x="52578" y="1790827"/>
                  </a:lnTo>
                  <a:lnTo>
                    <a:pt x="39878" y="1790573"/>
                  </a:lnTo>
                  <a:lnTo>
                    <a:pt x="31750" y="2570861"/>
                  </a:lnTo>
                  <a:lnTo>
                    <a:pt x="31750" y="2571191"/>
                  </a:lnTo>
                  <a:lnTo>
                    <a:pt x="0" y="2570861"/>
                  </a:lnTo>
                  <a:lnTo>
                    <a:pt x="37338" y="2647442"/>
                  </a:lnTo>
                  <a:lnTo>
                    <a:pt x="69875" y="2583942"/>
                  </a:lnTo>
                  <a:lnTo>
                    <a:pt x="76200" y="2571623"/>
                  </a:lnTo>
                  <a:close/>
                </a:path>
                <a:path w="3362325" h="2749550">
                  <a:moveTo>
                    <a:pt x="76327" y="1032764"/>
                  </a:moveTo>
                  <a:lnTo>
                    <a:pt x="44602" y="1032344"/>
                  </a:lnTo>
                  <a:lnTo>
                    <a:pt x="52578" y="394843"/>
                  </a:lnTo>
                  <a:lnTo>
                    <a:pt x="39878" y="394589"/>
                  </a:lnTo>
                  <a:lnTo>
                    <a:pt x="31902" y="1031748"/>
                  </a:lnTo>
                  <a:lnTo>
                    <a:pt x="31902" y="1032179"/>
                  </a:lnTo>
                  <a:lnTo>
                    <a:pt x="127" y="1031748"/>
                  </a:lnTo>
                  <a:lnTo>
                    <a:pt x="37338" y="1108456"/>
                  </a:lnTo>
                  <a:lnTo>
                    <a:pt x="70040" y="1044956"/>
                  </a:lnTo>
                  <a:lnTo>
                    <a:pt x="76327" y="1032764"/>
                  </a:lnTo>
                  <a:close/>
                </a:path>
                <a:path w="3362325" h="2749550">
                  <a:moveTo>
                    <a:pt x="2991739" y="38100"/>
                  </a:moveTo>
                  <a:lnTo>
                    <a:pt x="2979039" y="31750"/>
                  </a:lnTo>
                  <a:lnTo>
                    <a:pt x="2915539" y="0"/>
                  </a:lnTo>
                  <a:lnTo>
                    <a:pt x="2915539" y="31750"/>
                  </a:lnTo>
                  <a:lnTo>
                    <a:pt x="363474" y="31750"/>
                  </a:lnTo>
                  <a:lnTo>
                    <a:pt x="363474" y="44450"/>
                  </a:lnTo>
                  <a:lnTo>
                    <a:pt x="2915539" y="44450"/>
                  </a:lnTo>
                  <a:lnTo>
                    <a:pt x="2915539" y="76200"/>
                  </a:lnTo>
                  <a:lnTo>
                    <a:pt x="2979039" y="44450"/>
                  </a:lnTo>
                  <a:lnTo>
                    <a:pt x="2991739" y="38100"/>
                  </a:lnTo>
                  <a:close/>
                </a:path>
                <a:path w="3362325" h="2749550">
                  <a:moveTo>
                    <a:pt x="3094990" y="289814"/>
                  </a:moveTo>
                  <a:lnTo>
                    <a:pt x="3086608" y="280162"/>
                  </a:lnTo>
                  <a:lnTo>
                    <a:pt x="1758111" y="1442974"/>
                  </a:lnTo>
                  <a:lnTo>
                    <a:pt x="1743608" y="1442974"/>
                  </a:lnTo>
                  <a:lnTo>
                    <a:pt x="1743608" y="1455674"/>
                  </a:lnTo>
                  <a:lnTo>
                    <a:pt x="1671193" y="1519059"/>
                  </a:lnTo>
                  <a:lnTo>
                    <a:pt x="1600568" y="1455674"/>
                  </a:lnTo>
                  <a:lnTo>
                    <a:pt x="1743608" y="1455674"/>
                  </a:lnTo>
                  <a:lnTo>
                    <a:pt x="1743608" y="1442974"/>
                  </a:lnTo>
                  <a:lnTo>
                    <a:pt x="1586420" y="1442974"/>
                  </a:lnTo>
                  <a:lnTo>
                    <a:pt x="265557" y="257429"/>
                  </a:lnTo>
                  <a:lnTo>
                    <a:pt x="257175" y="266827"/>
                  </a:lnTo>
                  <a:lnTo>
                    <a:pt x="1567434" y="1442974"/>
                  </a:lnTo>
                  <a:lnTo>
                    <a:pt x="448818" y="1442974"/>
                  </a:lnTo>
                  <a:lnTo>
                    <a:pt x="448818" y="1411224"/>
                  </a:lnTo>
                  <a:lnTo>
                    <a:pt x="372618" y="1449324"/>
                  </a:lnTo>
                  <a:lnTo>
                    <a:pt x="448818" y="1487424"/>
                  </a:lnTo>
                  <a:lnTo>
                    <a:pt x="448818" y="1455674"/>
                  </a:lnTo>
                  <a:lnTo>
                    <a:pt x="1581581" y="1455674"/>
                  </a:lnTo>
                  <a:lnTo>
                    <a:pt x="1661579" y="1527479"/>
                  </a:lnTo>
                  <a:lnTo>
                    <a:pt x="328231" y="2694546"/>
                  </a:lnTo>
                  <a:lnTo>
                    <a:pt x="307340" y="2670683"/>
                  </a:lnTo>
                  <a:lnTo>
                    <a:pt x="275082" y="2749550"/>
                  </a:lnTo>
                  <a:lnTo>
                    <a:pt x="357505" y="2727972"/>
                  </a:lnTo>
                  <a:lnTo>
                    <a:pt x="343928" y="2712466"/>
                  </a:lnTo>
                  <a:lnTo>
                    <a:pt x="336588" y="2704096"/>
                  </a:lnTo>
                  <a:lnTo>
                    <a:pt x="1671129" y="1536052"/>
                  </a:lnTo>
                  <a:lnTo>
                    <a:pt x="2970885" y="2702750"/>
                  </a:lnTo>
                  <a:lnTo>
                    <a:pt x="2949702" y="2726309"/>
                  </a:lnTo>
                  <a:lnTo>
                    <a:pt x="3031871" y="2748915"/>
                  </a:lnTo>
                  <a:lnTo>
                    <a:pt x="3016999" y="2711196"/>
                  </a:lnTo>
                  <a:lnTo>
                    <a:pt x="3000629" y="2669667"/>
                  </a:lnTo>
                  <a:lnTo>
                    <a:pt x="2979420" y="2693251"/>
                  </a:lnTo>
                  <a:lnTo>
                    <a:pt x="1680743" y="1527632"/>
                  </a:lnTo>
                  <a:lnTo>
                    <a:pt x="1762950" y="1455674"/>
                  </a:lnTo>
                  <a:lnTo>
                    <a:pt x="2992120" y="1455674"/>
                  </a:lnTo>
                  <a:lnTo>
                    <a:pt x="2992120" y="1442974"/>
                  </a:lnTo>
                  <a:lnTo>
                    <a:pt x="1777466" y="1442974"/>
                  </a:lnTo>
                  <a:lnTo>
                    <a:pt x="3094990" y="289814"/>
                  </a:lnTo>
                  <a:close/>
                </a:path>
                <a:path w="3362325" h="2749550">
                  <a:moveTo>
                    <a:pt x="3307207" y="2571750"/>
                  </a:moveTo>
                  <a:lnTo>
                    <a:pt x="3275482" y="2571331"/>
                  </a:lnTo>
                  <a:lnTo>
                    <a:pt x="3285236" y="1790827"/>
                  </a:lnTo>
                  <a:lnTo>
                    <a:pt x="3272536" y="1790573"/>
                  </a:lnTo>
                  <a:lnTo>
                    <a:pt x="3262782" y="2570734"/>
                  </a:lnTo>
                  <a:lnTo>
                    <a:pt x="3262782" y="2571165"/>
                  </a:lnTo>
                  <a:lnTo>
                    <a:pt x="3231007" y="2570734"/>
                  </a:lnTo>
                  <a:lnTo>
                    <a:pt x="3268218" y="2647442"/>
                  </a:lnTo>
                  <a:lnTo>
                    <a:pt x="3300920" y="2583942"/>
                  </a:lnTo>
                  <a:lnTo>
                    <a:pt x="3307207" y="2571750"/>
                  </a:lnTo>
                  <a:close/>
                </a:path>
                <a:path w="3362325" h="2749550">
                  <a:moveTo>
                    <a:pt x="3362071" y="1032764"/>
                  </a:moveTo>
                  <a:lnTo>
                    <a:pt x="3330346" y="1032344"/>
                  </a:lnTo>
                  <a:lnTo>
                    <a:pt x="3338322" y="394843"/>
                  </a:lnTo>
                  <a:lnTo>
                    <a:pt x="3325622" y="394589"/>
                  </a:lnTo>
                  <a:lnTo>
                    <a:pt x="3317646" y="1031748"/>
                  </a:lnTo>
                  <a:lnTo>
                    <a:pt x="3317646" y="1032179"/>
                  </a:lnTo>
                  <a:lnTo>
                    <a:pt x="3285871" y="1031748"/>
                  </a:lnTo>
                  <a:lnTo>
                    <a:pt x="3323082" y="1108456"/>
                  </a:lnTo>
                  <a:lnTo>
                    <a:pt x="3355784" y="1044956"/>
                  </a:lnTo>
                  <a:lnTo>
                    <a:pt x="3362071" y="1032764"/>
                  </a:lnTo>
                  <a:close/>
                </a:path>
              </a:pathLst>
            </a:custGeom>
            <a:solidFill>
              <a:srgbClr val="40B9D2"/>
            </a:solidFill>
          </p:spPr>
          <p:txBody>
            <a:bodyPr wrap="square" lIns="0" tIns="0" rIns="0" bIns="0" rtlCol="0"/>
            <a:lstStyle/>
            <a:p>
              <a:endParaRPr/>
            </a:p>
          </p:txBody>
        </p:sp>
      </p:grpSp>
      <p:sp>
        <p:nvSpPr>
          <p:cNvPr id="45" name="object 45"/>
          <p:cNvSpPr txBox="1"/>
          <p:nvPr/>
        </p:nvSpPr>
        <p:spPr>
          <a:xfrm>
            <a:off x="9430639" y="852296"/>
            <a:ext cx="7023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a:cs typeface="Cambria"/>
              </a:rPr>
              <a:t>g</a:t>
            </a:r>
            <a:r>
              <a:rPr sz="1200" dirty="0">
                <a:latin typeface="Cambria"/>
                <a:cs typeface="Cambria"/>
              </a:rPr>
              <a:t>id</a:t>
            </a:r>
            <a:r>
              <a:rPr sz="1200" spc="229" dirty="0">
                <a:latin typeface="Cambria"/>
                <a:cs typeface="Cambria"/>
              </a:rPr>
              <a:t> </a:t>
            </a:r>
            <a:r>
              <a:rPr sz="1800" dirty="0">
                <a:latin typeface="Cambria"/>
                <a:cs typeface="Cambria"/>
              </a:rPr>
              <a:t>.&gt; </a:t>
            </a:r>
            <a:r>
              <a:rPr sz="1800" spc="-25" dirty="0">
                <a:latin typeface="Cambria"/>
                <a:cs typeface="Cambria"/>
              </a:rPr>
              <a:t>f</a:t>
            </a:r>
            <a:r>
              <a:rPr sz="1400" spc="-25" dirty="0">
                <a:latin typeface="Cambria"/>
                <a:cs typeface="Cambria"/>
              </a:rPr>
              <a:t>*</a:t>
            </a:r>
            <a:endParaRPr sz="1400">
              <a:latin typeface="Cambria"/>
              <a:cs typeface="Cambria"/>
            </a:endParaRPr>
          </a:p>
        </p:txBody>
      </p:sp>
      <p:sp>
        <p:nvSpPr>
          <p:cNvPr id="46" name="object 46"/>
          <p:cNvSpPr txBox="1"/>
          <p:nvPr/>
        </p:nvSpPr>
        <p:spPr>
          <a:xfrm>
            <a:off x="10544936" y="852296"/>
            <a:ext cx="684530" cy="299720"/>
          </a:xfrm>
          <a:prstGeom prst="rect">
            <a:avLst/>
          </a:prstGeom>
        </p:spPr>
        <p:txBody>
          <a:bodyPr vert="horz" wrap="square" lIns="0" tIns="12700" rIns="0" bIns="0" rtlCol="0">
            <a:spAutoFit/>
          </a:bodyPr>
          <a:lstStyle/>
          <a:p>
            <a:pPr marL="12700">
              <a:lnSpc>
                <a:spcPct val="100000"/>
              </a:lnSpc>
              <a:spcBef>
                <a:spcPts val="100"/>
              </a:spcBef>
              <a:tabLst>
                <a:tab pos="542925" algn="l"/>
              </a:tabLst>
            </a:pPr>
            <a:r>
              <a:rPr sz="1800" spc="-25" dirty="0">
                <a:latin typeface="Cambria"/>
                <a:cs typeface="Cambria"/>
              </a:rPr>
              <a:t>g</a:t>
            </a:r>
            <a:r>
              <a:rPr sz="1050" spc="-25" dirty="0">
                <a:latin typeface="Cambria"/>
                <a:cs typeface="Cambria"/>
              </a:rPr>
              <a:t>id</a:t>
            </a:r>
            <a:r>
              <a:rPr sz="1050" dirty="0">
                <a:latin typeface="Cambria"/>
                <a:cs typeface="Cambria"/>
              </a:rPr>
              <a:t>	</a:t>
            </a:r>
            <a:r>
              <a:rPr sz="1800" spc="-25" dirty="0">
                <a:latin typeface="Cambria"/>
                <a:cs typeface="Cambria"/>
              </a:rPr>
              <a:t>f</a:t>
            </a:r>
            <a:r>
              <a:rPr sz="1100" spc="-25" dirty="0">
                <a:latin typeface="Cambria"/>
                <a:cs typeface="Cambria"/>
              </a:rPr>
              <a:t>*</a:t>
            </a:r>
            <a:endParaRPr sz="1100">
              <a:latin typeface="Cambria"/>
              <a:cs typeface="Cambria"/>
            </a:endParaRPr>
          </a:p>
        </p:txBody>
      </p:sp>
      <p:pic>
        <p:nvPicPr>
          <p:cNvPr id="47" name="object 47"/>
          <p:cNvPicPr/>
          <p:nvPr/>
        </p:nvPicPr>
        <p:blipFill>
          <a:blip r:embed="rId4" cstate="print"/>
          <a:stretch>
            <a:fillRect/>
          </a:stretch>
        </p:blipFill>
        <p:spPr>
          <a:xfrm>
            <a:off x="10846307" y="992124"/>
            <a:ext cx="232410" cy="76200"/>
          </a:xfrm>
          <a:prstGeom prst="rect">
            <a:avLst/>
          </a:prstGeom>
        </p:spPr>
      </p:pic>
      <p:sp>
        <p:nvSpPr>
          <p:cNvPr id="48" name="object 48"/>
          <p:cNvSpPr txBox="1"/>
          <p:nvPr/>
        </p:nvSpPr>
        <p:spPr>
          <a:xfrm>
            <a:off x="9387331" y="1323212"/>
            <a:ext cx="835025" cy="885190"/>
          </a:xfrm>
          <a:prstGeom prst="rect">
            <a:avLst/>
          </a:prstGeom>
        </p:spPr>
        <p:txBody>
          <a:bodyPr vert="horz" wrap="square" lIns="0" tIns="12700" rIns="0" bIns="0" rtlCol="0">
            <a:spAutoFit/>
          </a:bodyPr>
          <a:lstStyle/>
          <a:p>
            <a:pPr marL="28575" marR="5080" indent="-16510">
              <a:lnSpc>
                <a:spcPct val="156700"/>
              </a:lnSpc>
              <a:spcBef>
                <a:spcPts val="100"/>
              </a:spcBef>
            </a:pPr>
            <a:r>
              <a:rPr sz="1800" dirty="0">
                <a:latin typeface="Cambria"/>
                <a:cs typeface="Cambria"/>
              </a:rPr>
              <a:t>g</a:t>
            </a:r>
            <a:r>
              <a:rPr sz="1600" dirty="0">
                <a:latin typeface="Cambria"/>
                <a:cs typeface="Cambria"/>
              </a:rPr>
              <a:t>id</a:t>
            </a:r>
            <a:r>
              <a:rPr sz="1600" spc="330" dirty="0">
                <a:latin typeface="Cambria"/>
                <a:cs typeface="Cambria"/>
              </a:rPr>
              <a:t> </a:t>
            </a:r>
            <a:r>
              <a:rPr sz="1800" dirty="0">
                <a:latin typeface="Cambria"/>
                <a:cs typeface="Cambria"/>
              </a:rPr>
              <a:t>.&gt; </a:t>
            </a:r>
            <a:r>
              <a:rPr sz="1800" spc="-25" dirty="0">
                <a:latin typeface="Cambria"/>
                <a:cs typeface="Cambria"/>
              </a:rPr>
              <a:t>f+ </a:t>
            </a:r>
            <a:r>
              <a:rPr sz="1800" dirty="0">
                <a:latin typeface="Cambria"/>
                <a:cs typeface="Cambria"/>
              </a:rPr>
              <a:t>g</a:t>
            </a:r>
            <a:r>
              <a:rPr sz="1600" dirty="0">
                <a:latin typeface="Cambria"/>
                <a:cs typeface="Cambria"/>
              </a:rPr>
              <a:t>id</a:t>
            </a:r>
            <a:r>
              <a:rPr sz="1600" spc="330" dirty="0">
                <a:latin typeface="Cambria"/>
                <a:cs typeface="Cambria"/>
              </a:rPr>
              <a:t> </a:t>
            </a:r>
            <a:r>
              <a:rPr sz="1800" dirty="0">
                <a:latin typeface="Cambria"/>
                <a:cs typeface="Cambria"/>
              </a:rPr>
              <a:t>.&gt; </a:t>
            </a:r>
            <a:r>
              <a:rPr sz="1800" spc="-25" dirty="0">
                <a:latin typeface="Cambria"/>
                <a:cs typeface="Cambria"/>
              </a:rPr>
              <a:t>f+</a:t>
            </a:r>
            <a:endParaRPr sz="1800">
              <a:latin typeface="Cambria"/>
              <a:cs typeface="Cambria"/>
            </a:endParaRPr>
          </a:p>
        </p:txBody>
      </p:sp>
      <p:pic>
        <p:nvPicPr>
          <p:cNvPr id="49" name="object 49"/>
          <p:cNvPicPr/>
          <p:nvPr/>
        </p:nvPicPr>
        <p:blipFill>
          <a:blip r:embed="rId4" cstate="print"/>
          <a:stretch>
            <a:fillRect/>
          </a:stretch>
        </p:blipFill>
        <p:spPr>
          <a:xfrm>
            <a:off x="10962131" y="1618488"/>
            <a:ext cx="232410" cy="76200"/>
          </a:xfrm>
          <a:prstGeom prst="rect">
            <a:avLst/>
          </a:prstGeom>
        </p:spPr>
      </p:pic>
      <p:sp>
        <p:nvSpPr>
          <p:cNvPr id="50" name="object 50"/>
          <p:cNvSpPr txBox="1"/>
          <p:nvPr/>
        </p:nvSpPr>
        <p:spPr>
          <a:xfrm>
            <a:off x="10739119" y="1323212"/>
            <a:ext cx="678180" cy="885190"/>
          </a:xfrm>
          <a:prstGeom prst="rect">
            <a:avLst/>
          </a:prstGeom>
        </p:spPr>
        <p:txBody>
          <a:bodyPr vert="horz" wrap="square" lIns="0" tIns="167640" rIns="0" bIns="0" rtlCol="0">
            <a:spAutoFit/>
          </a:bodyPr>
          <a:lstStyle/>
          <a:p>
            <a:pPr marL="12700">
              <a:lnSpc>
                <a:spcPct val="100000"/>
              </a:lnSpc>
              <a:spcBef>
                <a:spcPts val="1320"/>
              </a:spcBef>
              <a:tabLst>
                <a:tab pos="489584" algn="l"/>
              </a:tabLst>
            </a:pPr>
            <a:r>
              <a:rPr sz="1800" spc="-25" dirty="0">
                <a:latin typeface="Cambria"/>
                <a:cs typeface="Cambria"/>
              </a:rPr>
              <a:t>g</a:t>
            </a:r>
            <a:r>
              <a:rPr sz="1200" spc="-25" dirty="0">
                <a:latin typeface="Cambria"/>
                <a:cs typeface="Cambria"/>
              </a:rPr>
              <a:t>id</a:t>
            </a:r>
            <a:r>
              <a:rPr sz="1200" dirty="0">
                <a:latin typeface="Cambria"/>
                <a:cs typeface="Cambria"/>
              </a:rPr>
              <a:t>	</a:t>
            </a:r>
            <a:r>
              <a:rPr sz="1800" spc="-25" dirty="0">
                <a:latin typeface="Cambria"/>
                <a:cs typeface="Cambria"/>
              </a:rPr>
              <a:t>f</a:t>
            </a:r>
            <a:r>
              <a:rPr sz="1400" spc="-25" dirty="0">
                <a:latin typeface="Cambria"/>
                <a:cs typeface="Cambria"/>
              </a:rPr>
              <a:t>+</a:t>
            </a:r>
            <a:endParaRPr sz="1400">
              <a:latin typeface="Cambria"/>
              <a:cs typeface="Cambria"/>
            </a:endParaRPr>
          </a:p>
          <a:p>
            <a:pPr marL="28575">
              <a:lnSpc>
                <a:spcPct val="100000"/>
              </a:lnSpc>
              <a:spcBef>
                <a:spcPts val="1225"/>
              </a:spcBef>
              <a:tabLst>
                <a:tab pos="506095" algn="l"/>
              </a:tabLst>
            </a:pPr>
            <a:r>
              <a:rPr sz="1800" spc="-25" dirty="0">
                <a:latin typeface="Cambria"/>
                <a:cs typeface="Cambria"/>
              </a:rPr>
              <a:t>g</a:t>
            </a:r>
            <a:r>
              <a:rPr sz="1200" spc="-25" dirty="0">
                <a:latin typeface="Cambria"/>
                <a:cs typeface="Cambria"/>
              </a:rPr>
              <a:t>id</a:t>
            </a:r>
            <a:r>
              <a:rPr sz="1200" dirty="0">
                <a:latin typeface="Cambria"/>
                <a:cs typeface="Cambria"/>
              </a:rPr>
              <a:t>	</a:t>
            </a:r>
            <a:r>
              <a:rPr sz="1800" spc="-25" dirty="0">
                <a:latin typeface="Cambria"/>
                <a:cs typeface="Cambria"/>
              </a:rPr>
              <a:t>f</a:t>
            </a:r>
            <a:r>
              <a:rPr sz="1400" spc="-25" dirty="0">
                <a:latin typeface="Cambria"/>
                <a:cs typeface="Cambria"/>
              </a:rPr>
              <a:t>$</a:t>
            </a:r>
            <a:endParaRPr sz="1400">
              <a:latin typeface="Cambria"/>
              <a:cs typeface="Cambria"/>
            </a:endParaRPr>
          </a:p>
        </p:txBody>
      </p:sp>
      <p:pic>
        <p:nvPicPr>
          <p:cNvPr id="51" name="object 51"/>
          <p:cNvPicPr/>
          <p:nvPr/>
        </p:nvPicPr>
        <p:blipFill>
          <a:blip r:embed="rId4" cstate="print"/>
          <a:stretch>
            <a:fillRect/>
          </a:stretch>
        </p:blipFill>
        <p:spPr>
          <a:xfrm>
            <a:off x="10962131" y="2033016"/>
            <a:ext cx="232410" cy="76200"/>
          </a:xfrm>
          <a:prstGeom prst="rect">
            <a:avLst/>
          </a:prstGeom>
        </p:spPr>
      </p:pic>
      <p:sp>
        <p:nvSpPr>
          <p:cNvPr id="52" name="object 52"/>
          <p:cNvSpPr txBox="1"/>
          <p:nvPr/>
        </p:nvSpPr>
        <p:spPr>
          <a:xfrm>
            <a:off x="9489440" y="2273935"/>
            <a:ext cx="831850" cy="1282700"/>
          </a:xfrm>
          <a:prstGeom prst="rect">
            <a:avLst/>
          </a:prstGeom>
        </p:spPr>
        <p:txBody>
          <a:bodyPr vert="horz" wrap="square" lIns="0" tIns="1270" rIns="0" bIns="0" rtlCol="0">
            <a:spAutoFit/>
          </a:bodyPr>
          <a:lstStyle/>
          <a:p>
            <a:pPr marL="43815" marR="5080" indent="-31750" algn="just">
              <a:lnSpc>
                <a:spcPct val="154100"/>
              </a:lnSpc>
              <a:spcBef>
                <a:spcPts val="10"/>
              </a:spcBef>
            </a:pPr>
            <a:r>
              <a:rPr sz="1800" dirty="0">
                <a:latin typeface="Cambria"/>
                <a:cs typeface="Cambria"/>
              </a:rPr>
              <a:t>f</a:t>
            </a:r>
            <a:r>
              <a:rPr sz="1600" dirty="0">
                <a:latin typeface="Cambria"/>
                <a:cs typeface="Cambria"/>
              </a:rPr>
              <a:t>id</a:t>
            </a:r>
            <a:r>
              <a:rPr sz="1600" spc="340" dirty="0">
                <a:latin typeface="Cambria"/>
                <a:cs typeface="Cambria"/>
              </a:rPr>
              <a:t> </a:t>
            </a:r>
            <a:r>
              <a:rPr sz="1800" dirty="0">
                <a:latin typeface="Cambria"/>
                <a:cs typeface="Cambria"/>
              </a:rPr>
              <a:t>.&gt;</a:t>
            </a:r>
            <a:r>
              <a:rPr sz="1800" spc="-5" dirty="0">
                <a:latin typeface="Cambria"/>
                <a:cs typeface="Cambria"/>
              </a:rPr>
              <a:t> </a:t>
            </a:r>
            <a:r>
              <a:rPr sz="1800" spc="-25" dirty="0">
                <a:latin typeface="Cambria"/>
                <a:cs typeface="Cambria"/>
              </a:rPr>
              <a:t>g+ </a:t>
            </a:r>
            <a:r>
              <a:rPr sz="1800" dirty="0">
                <a:latin typeface="Cambria"/>
                <a:cs typeface="Cambria"/>
              </a:rPr>
              <a:t>f</a:t>
            </a:r>
            <a:r>
              <a:rPr sz="1600" dirty="0">
                <a:latin typeface="Cambria"/>
                <a:cs typeface="Cambria"/>
              </a:rPr>
              <a:t>id</a:t>
            </a:r>
            <a:r>
              <a:rPr sz="1600" spc="340" dirty="0">
                <a:latin typeface="Cambria"/>
                <a:cs typeface="Cambria"/>
              </a:rPr>
              <a:t> </a:t>
            </a:r>
            <a:r>
              <a:rPr sz="1800" dirty="0">
                <a:latin typeface="Cambria"/>
                <a:cs typeface="Cambria"/>
              </a:rPr>
              <a:t>.&gt;</a:t>
            </a:r>
            <a:r>
              <a:rPr sz="1800" spc="-5" dirty="0">
                <a:latin typeface="Cambria"/>
                <a:cs typeface="Cambria"/>
              </a:rPr>
              <a:t> </a:t>
            </a:r>
            <a:r>
              <a:rPr sz="1800" spc="-25" dirty="0">
                <a:latin typeface="Cambria"/>
                <a:cs typeface="Cambria"/>
              </a:rPr>
              <a:t>g* </a:t>
            </a:r>
            <a:r>
              <a:rPr sz="1800" dirty="0">
                <a:latin typeface="Cambria"/>
                <a:cs typeface="Cambria"/>
              </a:rPr>
              <a:t>f</a:t>
            </a:r>
            <a:r>
              <a:rPr sz="1600" dirty="0">
                <a:latin typeface="Cambria"/>
                <a:cs typeface="Cambria"/>
              </a:rPr>
              <a:t>id</a:t>
            </a:r>
            <a:r>
              <a:rPr sz="1600" spc="340" dirty="0">
                <a:latin typeface="Cambria"/>
                <a:cs typeface="Cambria"/>
              </a:rPr>
              <a:t> </a:t>
            </a:r>
            <a:r>
              <a:rPr sz="1800" dirty="0">
                <a:latin typeface="Cambria"/>
                <a:cs typeface="Cambria"/>
              </a:rPr>
              <a:t>.&gt;</a:t>
            </a:r>
            <a:r>
              <a:rPr sz="1800" spc="-5" dirty="0">
                <a:latin typeface="Cambria"/>
                <a:cs typeface="Cambria"/>
              </a:rPr>
              <a:t> </a:t>
            </a:r>
            <a:r>
              <a:rPr sz="1800" spc="-25" dirty="0">
                <a:latin typeface="Cambria"/>
                <a:cs typeface="Cambria"/>
              </a:rPr>
              <a:t>g</a:t>
            </a:r>
            <a:r>
              <a:rPr sz="1400" spc="-25" dirty="0">
                <a:latin typeface="Cambria"/>
                <a:cs typeface="Cambria"/>
              </a:rPr>
              <a:t>$</a:t>
            </a:r>
            <a:endParaRPr sz="1400">
              <a:latin typeface="Cambria"/>
              <a:cs typeface="Cambria"/>
            </a:endParaRPr>
          </a:p>
        </p:txBody>
      </p:sp>
      <p:pic>
        <p:nvPicPr>
          <p:cNvPr id="53" name="object 53"/>
          <p:cNvPicPr/>
          <p:nvPr/>
        </p:nvPicPr>
        <p:blipFill>
          <a:blip r:embed="rId4" cstate="print"/>
          <a:stretch>
            <a:fillRect/>
          </a:stretch>
        </p:blipFill>
        <p:spPr>
          <a:xfrm>
            <a:off x="11077956" y="2542032"/>
            <a:ext cx="232410" cy="76200"/>
          </a:xfrm>
          <a:prstGeom prst="rect">
            <a:avLst/>
          </a:prstGeom>
        </p:spPr>
      </p:pic>
      <p:pic>
        <p:nvPicPr>
          <p:cNvPr id="54" name="object 54"/>
          <p:cNvPicPr/>
          <p:nvPr/>
        </p:nvPicPr>
        <p:blipFill>
          <a:blip r:embed="rId4" cstate="print"/>
          <a:stretch>
            <a:fillRect/>
          </a:stretch>
        </p:blipFill>
        <p:spPr>
          <a:xfrm>
            <a:off x="11077956" y="2947416"/>
            <a:ext cx="232410" cy="76200"/>
          </a:xfrm>
          <a:prstGeom prst="rect">
            <a:avLst/>
          </a:prstGeom>
        </p:spPr>
      </p:pic>
      <p:sp>
        <p:nvSpPr>
          <p:cNvPr id="55" name="object 55"/>
          <p:cNvSpPr txBox="1"/>
          <p:nvPr/>
        </p:nvSpPr>
        <p:spPr>
          <a:xfrm>
            <a:off x="10837926" y="2273935"/>
            <a:ext cx="711835" cy="1282700"/>
          </a:xfrm>
          <a:prstGeom prst="rect">
            <a:avLst/>
          </a:prstGeom>
        </p:spPr>
        <p:txBody>
          <a:bodyPr vert="horz" wrap="square" lIns="0" tIns="149860" rIns="0" bIns="0" rtlCol="0">
            <a:spAutoFit/>
          </a:bodyPr>
          <a:lstStyle/>
          <a:p>
            <a:pPr marL="15240">
              <a:lnSpc>
                <a:spcPct val="100000"/>
              </a:lnSpc>
              <a:spcBef>
                <a:spcPts val="1180"/>
              </a:spcBef>
              <a:tabLst>
                <a:tab pos="450215" algn="l"/>
              </a:tabLst>
            </a:pPr>
            <a:r>
              <a:rPr sz="1800" spc="-25" dirty="0">
                <a:latin typeface="Cambria"/>
                <a:cs typeface="Cambria"/>
              </a:rPr>
              <a:t>f</a:t>
            </a:r>
            <a:r>
              <a:rPr sz="1200" spc="-25" dirty="0">
                <a:latin typeface="Cambria"/>
                <a:cs typeface="Cambria"/>
              </a:rPr>
              <a:t>id</a:t>
            </a:r>
            <a:r>
              <a:rPr sz="1200" dirty="0">
                <a:latin typeface="Cambria"/>
                <a:cs typeface="Cambria"/>
              </a:rPr>
              <a:t>	</a:t>
            </a:r>
            <a:r>
              <a:rPr sz="1800" spc="-25" dirty="0">
                <a:latin typeface="Cambria"/>
                <a:cs typeface="Cambria"/>
              </a:rPr>
              <a:t>g+</a:t>
            </a:r>
            <a:endParaRPr sz="1800">
              <a:latin typeface="Cambria"/>
              <a:cs typeface="Cambria"/>
            </a:endParaRPr>
          </a:p>
          <a:p>
            <a:pPr marL="29209">
              <a:lnSpc>
                <a:spcPct val="100000"/>
              </a:lnSpc>
              <a:spcBef>
                <a:spcPts val="1080"/>
              </a:spcBef>
              <a:tabLst>
                <a:tab pos="462280" algn="l"/>
              </a:tabLst>
            </a:pPr>
            <a:r>
              <a:rPr sz="1800" spc="-25" dirty="0">
                <a:latin typeface="Cambria"/>
                <a:cs typeface="Cambria"/>
              </a:rPr>
              <a:t>f</a:t>
            </a:r>
            <a:r>
              <a:rPr sz="1200" spc="-25" dirty="0">
                <a:latin typeface="Cambria"/>
                <a:cs typeface="Cambria"/>
              </a:rPr>
              <a:t>id</a:t>
            </a:r>
            <a:r>
              <a:rPr sz="1200" dirty="0">
                <a:latin typeface="Cambria"/>
                <a:cs typeface="Cambria"/>
              </a:rPr>
              <a:t>	</a:t>
            </a:r>
            <a:r>
              <a:rPr sz="1800" spc="-25" dirty="0">
                <a:latin typeface="Cambria"/>
                <a:cs typeface="Cambria"/>
              </a:rPr>
              <a:t>g*</a:t>
            </a:r>
            <a:endParaRPr sz="1800">
              <a:latin typeface="Cambria"/>
              <a:cs typeface="Cambria"/>
            </a:endParaRPr>
          </a:p>
          <a:p>
            <a:pPr marL="12700">
              <a:lnSpc>
                <a:spcPct val="100000"/>
              </a:lnSpc>
              <a:spcBef>
                <a:spcPts val="1255"/>
              </a:spcBef>
              <a:tabLst>
                <a:tab pos="445134" algn="l"/>
              </a:tabLst>
            </a:pPr>
            <a:r>
              <a:rPr sz="1800" spc="-25" dirty="0">
                <a:latin typeface="Cambria"/>
                <a:cs typeface="Cambria"/>
              </a:rPr>
              <a:t>f</a:t>
            </a:r>
            <a:r>
              <a:rPr sz="1200" spc="-25" dirty="0">
                <a:latin typeface="Cambria"/>
                <a:cs typeface="Cambria"/>
              </a:rPr>
              <a:t>id</a:t>
            </a:r>
            <a:r>
              <a:rPr sz="1200" dirty="0">
                <a:latin typeface="Cambria"/>
                <a:cs typeface="Cambria"/>
              </a:rPr>
              <a:t>	</a:t>
            </a:r>
            <a:r>
              <a:rPr sz="1800" dirty="0">
                <a:latin typeface="Cambria"/>
                <a:cs typeface="Cambria"/>
              </a:rPr>
              <a:t>g</a:t>
            </a:r>
            <a:r>
              <a:rPr sz="1800" spc="-5" dirty="0">
                <a:latin typeface="Cambria"/>
                <a:cs typeface="Cambria"/>
              </a:rPr>
              <a:t> </a:t>
            </a:r>
            <a:r>
              <a:rPr sz="1400" spc="-50" dirty="0">
                <a:latin typeface="Cambria"/>
                <a:cs typeface="Cambria"/>
              </a:rPr>
              <a:t>$</a:t>
            </a:r>
            <a:endParaRPr sz="1400">
              <a:latin typeface="Cambria"/>
              <a:cs typeface="Cambria"/>
            </a:endParaRPr>
          </a:p>
        </p:txBody>
      </p:sp>
      <p:pic>
        <p:nvPicPr>
          <p:cNvPr id="56" name="object 56"/>
          <p:cNvPicPr/>
          <p:nvPr/>
        </p:nvPicPr>
        <p:blipFill>
          <a:blip r:embed="rId4" cstate="print"/>
          <a:stretch>
            <a:fillRect/>
          </a:stretch>
        </p:blipFill>
        <p:spPr>
          <a:xfrm>
            <a:off x="11071859" y="3368040"/>
            <a:ext cx="232410" cy="76200"/>
          </a:xfrm>
          <a:prstGeom prst="rect">
            <a:avLst/>
          </a:prstGeom>
        </p:spPr>
      </p:pic>
      <p:sp>
        <p:nvSpPr>
          <p:cNvPr id="57" name="object 57"/>
          <p:cNvSpPr txBox="1"/>
          <p:nvPr/>
        </p:nvSpPr>
        <p:spPr>
          <a:xfrm>
            <a:off x="9516871" y="4225544"/>
            <a:ext cx="1991360" cy="568325"/>
          </a:xfrm>
          <a:prstGeom prst="rect">
            <a:avLst/>
          </a:prstGeom>
        </p:spPr>
        <p:txBody>
          <a:bodyPr vert="horz" wrap="square" lIns="0" tIns="26670" rIns="0" bIns="0" rtlCol="0">
            <a:spAutoFit/>
          </a:bodyPr>
          <a:lstStyle/>
          <a:p>
            <a:pPr marL="12700" marR="5080">
              <a:lnSpc>
                <a:spcPts val="2110"/>
              </a:lnSpc>
              <a:spcBef>
                <a:spcPts val="210"/>
              </a:spcBef>
            </a:pPr>
            <a:r>
              <a:rPr sz="1800" dirty="0">
                <a:latin typeface="Cambria"/>
                <a:cs typeface="Cambria"/>
              </a:rPr>
              <a:t>*Same</a:t>
            </a:r>
            <a:r>
              <a:rPr sz="1800" spc="-55" dirty="0">
                <a:latin typeface="Cambria"/>
                <a:cs typeface="Cambria"/>
              </a:rPr>
              <a:t> </a:t>
            </a:r>
            <a:r>
              <a:rPr sz="1800" dirty="0">
                <a:latin typeface="Cambria"/>
                <a:cs typeface="Cambria"/>
              </a:rPr>
              <a:t>way</a:t>
            </a:r>
            <a:r>
              <a:rPr sz="1800" spc="-50" dirty="0">
                <a:latin typeface="Cambria"/>
                <a:cs typeface="Cambria"/>
              </a:rPr>
              <a:t> </a:t>
            </a:r>
            <a:r>
              <a:rPr sz="1800" spc="-10" dirty="0">
                <a:latin typeface="Cambria"/>
                <a:cs typeface="Cambria"/>
              </a:rPr>
              <a:t>consider </a:t>
            </a:r>
            <a:r>
              <a:rPr sz="1800" dirty="0">
                <a:latin typeface="Cambria"/>
                <a:cs typeface="Cambria"/>
              </a:rPr>
              <a:t>for</a:t>
            </a:r>
            <a:r>
              <a:rPr sz="1800" spc="-45" dirty="0">
                <a:latin typeface="Cambria"/>
                <a:cs typeface="Cambria"/>
              </a:rPr>
              <a:t> </a:t>
            </a:r>
            <a:r>
              <a:rPr sz="1800" spc="-25" dirty="0">
                <a:latin typeface="Cambria"/>
                <a:cs typeface="Cambria"/>
              </a:rPr>
              <a:t>all</a:t>
            </a:r>
            <a:endParaRPr sz="1800">
              <a:latin typeface="Cambria"/>
              <a:cs typeface="Cambria"/>
            </a:endParaRPr>
          </a:p>
        </p:txBody>
      </p:sp>
      <p:grpSp>
        <p:nvGrpSpPr>
          <p:cNvPr id="58" name="object 58"/>
          <p:cNvGrpSpPr/>
          <p:nvPr/>
        </p:nvGrpSpPr>
        <p:grpSpPr>
          <a:xfrm>
            <a:off x="2987675" y="3870325"/>
            <a:ext cx="741045" cy="1890395"/>
            <a:chOff x="2987675" y="3870325"/>
            <a:chExt cx="741045" cy="1890395"/>
          </a:xfrm>
        </p:grpSpPr>
        <p:sp>
          <p:nvSpPr>
            <p:cNvPr id="59" name="object 59"/>
            <p:cNvSpPr/>
            <p:nvPr/>
          </p:nvSpPr>
          <p:spPr>
            <a:xfrm>
              <a:off x="2987675" y="3870325"/>
              <a:ext cx="715645" cy="370840"/>
            </a:xfrm>
            <a:custGeom>
              <a:avLst/>
              <a:gdLst/>
              <a:ahLst/>
              <a:cxnLst/>
              <a:rect l="l" t="t" r="r" b="b"/>
              <a:pathLst>
                <a:path w="715645" h="370839">
                  <a:moveTo>
                    <a:pt x="715225" y="0"/>
                  </a:moveTo>
                  <a:lnTo>
                    <a:pt x="0" y="0"/>
                  </a:lnTo>
                  <a:lnTo>
                    <a:pt x="0" y="370839"/>
                  </a:lnTo>
                  <a:lnTo>
                    <a:pt x="715225" y="370839"/>
                  </a:lnTo>
                  <a:lnTo>
                    <a:pt x="715225" y="0"/>
                  </a:lnTo>
                  <a:close/>
                </a:path>
              </a:pathLst>
            </a:custGeom>
            <a:solidFill>
              <a:srgbClr val="40B9D2"/>
            </a:solidFill>
          </p:spPr>
          <p:txBody>
            <a:bodyPr wrap="square" lIns="0" tIns="0" rIns="0" bIns="0" rtlCol="0"/>
            <a:lstStyle/>
            <a:p>
              <a:endParaRPr/>
            </a:p>
          </p:txBody>
        </p:sp>
        <p:sp>
          <p:nvSpPr>
            <p:cNvPr id="60" name="object 60"/>
            <p:cNvSpPr/>
            <p:nvPr/>
          </p:nvSpPr>
          <p:spPr>
            <a:xfrm>
              <a:off x="2995168" y="4249051"/>
              <a:ext cx="733425" cy="1511935"/>
            </a:xfrm>
            <a:custGeom>
              <a:avLst/>
              <a:gdLst/>
              <a:ahLst/>
              <a:cxnLst/>
              <a:rect l="l" t="t" r="r" b="b"/>
              <a:pathLst>
                <a:path w="733425" h="1511935">
                  <a:moveTo>
                    <a:pt x="715225" y="380238"/>
                  </a:moveTo>
                  <a:lnTo>
                    <a:pt x="0" y="380238"/>
                  </a:lnTo>
                  <a:lnTo>
                    <a:pt x="0" y="751065"/>
                  </a:lnTo>
                  <a:lnTo>
                    <a:pt x="715225" y="751065"/>
                  </a:lnTo>
                  <a:lnTo>
                    <a:pt x="715225" y="380238"/>
                  </a:lnTo>
                  <a:close/>
                </a:path>
                <a:path w="733425" h="1511935">
                  <a:moveTo>
                    <a:pt x="715225" y="0"/>
                  </a:moveTo>
                  <a:lnTo>
                    <a:pt x="0" y="0"/>
                  </a:lnTo>
                  <a:lnTo>
                    <a:pt x="0" y="370827"/>
                  </a:lnTo>
                  <a:lnTo>
                    <a:pt x="715225" y="370827"/>
                  </a:lnTo>
                  <a:lnTo>
                    <a:pt x="715225" y="0"/>
                  </a:lnTo>
                  <a:close/>
                </a:path>
                <a:path w="733425" h="1511935">
                  <a:moveTo>
                    <a:pt x="722845" y="758939"/>
                  </a:moveTo>
                  <a:lnTo>
                    <a:pt x="7620" y="758939"/>
                  </a:lnTo>
                  <a:lnTo>
                    <a:pt x="7620" y="1129779"/>
                  </a:lnTo>
                  <a:lnTo>
                    <a:pt x="722845" y="1129779"/>
                  </a:lnTo>
                  <a:lnTo>
                    <a:pt x="722845" y="758939"/>
                  </a:lnTo>
                  <a:close/>
                </a:path>
                <a:path w="733425" h="1511935">
                  <a:moveTo>
                    <a:pt x="733386" y="1140688"/>
                  </a:moveTo>
                  <a:lnTo>
                    <a:pt x="18161" y="1140688"/>
                  </a:lnTo>
                  <a:lnTo>
                    <a:pt x="18161" y="1511528"/>
                  </a:lnTo>
                  <a:lnTo>
                    <a:pt x="733386" y="1511528"/>
                  </a:lnTo>
                  <a:lnTo>
                    <a:pt x="733386" y="1140688"/>
                  </a:lnTo>
                  <a:close/>
                </a:path>
              </a:pathLst>
            </a:custGeom>
            <a:solidFill>
              <a:srgbClr val="40B9D2"/>
            </a:solidFill>
          </p:spPr>
          <p:txBody>
            <a:bodyPr wrap="square" lIns="0" tIns="0" rIns="0" bIns="0" rtlCol="0"/>
            <a:lstStyle/>
            <a:p>
              <a:endParaRPr/>
            </a:p>
          </p:txBody>
        </p:sp>
      </p:grpSp>
      <p:graphicFrame>
        <p:nvGraphicFramePr>
          <p:cNvPr id="61" name="object 61"/>
          <p:cNvGraphicFramePr>
            <a:graphicFrameLocks noGrp="1"/>
          </p:cNvGraphicFramePr>
          <p:nvPr/>
        </p:nvGraphicFramePr>
        <p:xfrm>
          <a:off x="124169" y="3851275"/>
          <a:ext cx="3665220" cy="1888489"/>
        </p:xfrm>
        <a:graphic>
          <a:graphicData uri="http://schemas.openxmlformats.org/drawingml/2006/table">
            <a:tbl>
              <a:tblPr firstRow="1" bandRow="1">
                <a:tableStyleId>{2D5ABB26-0587-4C30-8999-92F81FD0307C}</a:tableStyleId>
              </a:tblPr>
              <a:tblGrid>
                <a:gridCol w="715010">
                  <a:extLst>
                    <a:ext uri="{9D8B030D-6E8A-4147-A177-3AD203B41FA5}">
                      <a16:colId xmlns:a16="http://schemas.microsoft.com/office/drawing/2014/main" val="20000"/>
                    </a:ext>
                  </a:extLst>
                </a:gridCol>
                <a:gridCol w="715010">
                  <a:extLst>
                    <a:ext uri="{9D8B030D-6E8A-4147-A177-3AD203B41FA5}">
                      <a16:colId xmlns:a16="http://schemas.microsoft.com/office/drawing/2014/main" val="20001"/>
                    </a:ext>
                  </a:extLst>
                </a:gridCol>
                <a:gridCol w="715009">
                  <a:extLst>
                    <a:ext uri="{9D8B030D-6E8A-4147-A177-3AD203B41FA5}">
                      <a16:colId xmlns:a16="http://schemas.microsoft.com/office/drawing/2014/main" val="20002"/>
                    </a:ext>
                  </a:extLst>
                </a:gridCol>
                <a:gridCol w="715010">
                  <a:extLst>
                    <a:ext uri="{9D8B030D-6E8A-4147-A177-3AD203B41FA5}">
                      <a16:colId xmlns:a16="http://schemas.microsoft.com/office/drawing/2014/main" val="20003"/>
                    </a:ext>
                  </a:extLst>
                </a:gridCol>
                <a:gridCol w="715010">
                  <a:extLst>
                    <a:ext uri="{9D8B030D-6E8A-4147-A177-3AD203B41FA5}">
                      <a16:colId xmlns:a16="http://schemas.microsoft.com/office/drawing/2014/main" val="20004"/>
                    </a:ext>
                  </a:extLst>
                </a:gridCol>
              </a:tblGrid>
              <a:tr h="370205">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87630">
                        <a:lnSpc>
                          <a:spcPct val="100000"/>
                        </a:lnSpc>
                        <a:spcBef>
                          <a:spcPts val="245"/>
                        </a:spcBef>
                      </a:pPr>
                      <a:r>
                        <a:rPr sz="1800" b="1" spc="-25" dirty="0">
                          <a:latin typeface="Corbel"/>
                          <a:cs typeface="Corbel"/>
                        </a:rPr>
                        <a:t>id</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87630">
                        <a:lnSpc>
                          <a:spcPct val="100000"/>
                        </a:lnSpc>
                        <a:spcBef>
                          <a:spcPts val="245"/>
                        </a:spcBef>
                      </a:pPr>
                      <a:r>
                        <a:rPr sz="1800" b="1" spc="-50" dirty="0">
                          <a:latin typeface="Corbel"/>
                          <a:cs typeface="Corbel"/>
                        </a:rPr>
                        <a:t>+</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87630">
                        <a:lnSpc>
                          <a:spcPct val="100000"/>
                        </a:lnSpc>
                        <a:spcBef>
                          <a:spcPts val="245"/>
                        </a:spcBef>
                      </a:pPr>
                      <a:r>
                        <a:rPr sz="1800" b="1" spc="-50" dirty="0">
                          <a:latin typeface="Corbel"/>
                          <a:cs typeface="Corbel"/>
                        </a:rPr>
                        <a:t>*</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87630">
                        <a:lnSpc>
                          <a:spcPct val="100000"/>
                        </a:lnSpc>
                        <a:spcBef>
                          <a:spcPts val="245"/>
                        </a:spcBef>
                      </a:pPr>
                      <a:r>
                        <a:rPr sz="1800" b="1" spc="-50" dirty="0">
                          <a:latin typeface="Corbel"/>
                          <a:cs typeface="Corbel"/>
                        </a:rPr>
                        <a:t>$</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0"/>
                  </a:ext>
                </a:extLst>
              </a:tr>
              <a:tr h="378460">
                <a:tc>
                  <a:txBody>
                    <a:bodyPr/>
                    <a:lstStyle/>
                    <a:p>
                      <a:pPr marL="95250">
                        <a:lnSpc>
                          <a:spcPct val="100000"/>
                        </a:lnSpc>
                        <a:spcBef>
                          <a:spcPts val="310"/>
                        </a:spcBef>
                      </a:pPr>
                      <a:r>
                        <a:rPr sz="1800" b="1" spc="-25" dirty="0">
                          <a:latin typeface="Corbel"/>
                          <a:cs typeface="Corbel"/>
                        </a:rPr>
                        <a:t>id</a:t>
                      </a:r>
                      <a:endParaRPr sz="1800">
                        <a:latin typeface="Corbel"/>
                        <a:cs typeface="Corbe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250">
                        <a:lnSpc>
                          <a:spcPct val="100000"/>
                        </a:lnSpc>
                        <a:spcBef>
                          <a:spcPts val="310"/>
                        </a:spcBef>
                      </a:pPr>
                      <a:r>
                        <a:rPr sz="1800" b="1" spc="-25" dirty="0">
                          <a:latin typeface="Corbel"/>
                          <a:cs typeface="Corbel"/>
                        </a:rPr>
                        <a:t>.&gt;</a:t>
                      </a:r>
                      <a:endParaRPr sz="1800">
                        <a:latin typeface="Corbel"/>
                        <a:cs typeface="Corbe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250">
                        <a:lnSpc>
                          <a:spcPct val="100000"/>
                        </a:lnSpc>
                        <a:spcBef>
                          <a:spcPts val="310"/>
                        </a:spcBef>
                      </a:pPr>
                      <a:r>
                        <a:rPr sz="1800" b="1" spc="-25" dirty="0">
                          <a:latin typeface="Corbel"/>
                          <a:cs typeface="Corbel"/>
                        </a:rPr>
                        <a:t>.&gt;</a:t>
                      </a:r>
                      <a:endParaRPr sz="1800">
                        <a:latin typeface="Corbel"/>
                        <a:cs typeface="Corbe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250">
                        <a:lnSpc>
                          <a:spcPct val="100000"/>
                        </a:lnSpc>
                        <a:spcBef>
                          <a:spcPts val="310"/>
                        </a:spcBef>
                      </a:pPr>
                      <a:r>
                        <a:rPr sz="1800" b="1" spc="-25" dirty="0">
                          <a:latin typeface="Corbel"/>
                          <a:cs typeface="Corbel"/>
                        </a:rPr>
                        <a:t>.&gt;</a:t>
                      </a:r>
                      <a:endParaRPr sz="1800">
                        <a:latin typeface="Corbel"/>
                        <a:cs typeface="Corbe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1"/>
                  </a:ext>
                </a:extLst>
              </a:tr>
              <a:tr h="379730">
                <a:tc>
                  <a:txBody>
                    <a:bodyPr/>
                    <a:lstStyle/>
                    <a:p>
                      <a:pPr marL="95250">
                        <a:lnSpc>
                          <a:spcPct val="100000"/>
                        </a:lnSpc>
                        <a:spcBef>
                          <a:spcPts val="320"/>
                        </a:spcBef>
                      </a:pPr>
                      <a:r>
                        <a:rPr sz="1800" b="1" spc="-50" dirty="0">
                          <a:latin typeface="Corbel"/>
                          <a:cs typeface="Corbel"/>
                        </a:rPr>
                        <a: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250">
                        <a:lnSpc>
                          <a:spcPct val="100000"/>
                        </a:lnSpc>
                        <a:spcBef>
                          <a:spcPts val="320"/>
                        </a:spcBef>
                      </a:pPr>
                      <a:r>
                        <a:rPr sz="1800" b="1" spc="-25" dirty="0">
                          <a:latin typeface="Corbel"/>
                          <a:cs typeface="Corbel"/>
                        </a:rPr>
                        <a:t>&lt;.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250">
                        <a:lnSpc>
                          <a:spcPct val="100000"/>
                        </a:lnSpc>
                        <a:spcBef>
                          <a:spcPts val="320"/>
                        </a:spcBef>
                      </a:pPr>
                      <a:r>
                        <a:rPr sz="1800" b="1" spc="-25" dirty="0">
                          <a:latin typeface="Corbel"/>
                          <a:cs typeface="Corbel"/>
                        </a:rPr>
                        <a:t>.&gt;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250">
                        <a:lnSpc>
                          <a:spcPct val="100000"/>
                        </a:lnSpc>
                        <a:spcBef>
                          <a:spcPts val="320"/>
                        </a:spcBef>
                      </a:pPr>
                      <a:r>
                        <a:rPr sz="1800" b="1" spc="-25" dirty="0">
                          <a:latin typeface="Corbel"/>
                          <a:cs typeface="Corbel"/>
                        </a:rPr>
                        <a:t>&lt;.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250">
                        <a:lnSpc>
                          <a:spcPct val="100000"/>
                        </a:lnSpc>
                        <a:spcBef>
                          <a:spcPts val="320"/>
                        </a:spcBef>
                      </a:pPr>
                      <a:r>
                        <a:rPr sz="1800" b="1" spc="-25" dirty="0">
                          <a:latin typeface="Corbel"/>
                          <a:cs typeface="Corbel"/>
                        </a:rPr>
                        <a:t>.&gt;</a:t>
                      </a:r>
                      <a:endParaRPr sz="1800">
                        <a:latin typeface="Corbel"/>
                        <a:cs typeface="Corbel"/>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2"/>
                  </a:ext>
                </a:extLst>
              </a:tr>
              <a:tr h="378460">
                <a:tc>
                  <a:txBody>
                    <a:bodyPr/>
                    <a:lstStyle/>
                    <a:p>
                      <a:pPr marL="102235">
                        <a:lnSpc>
                          <a:spcPct val="100000"/>
                        </a:lnSpc>
                        <a:spcBef>
                          <a:spcPts val="310"/>
                        </a:spcBef>
                      </a:pPr>
                      <a:r>
                        <a:rPr sz="1800" b="1" spc="-50" dirty="0">
                          <a:latin typeface="Corbel"/>
                          <a:cs typeface="Corbel"/>
                        </a:rPr>
                        <a:t>*</a:t>
                      </a:r>
                      <a:endParaRPr sz="1800">
                        <a:latin typeface="Corbel"/>
                        <a:cs typeface="Corbe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2235">
                        <a:lnSpc>
                          <a:spcPct val="100000"/>
                        </a:lnSpc>
                        <a:spcBef>
                          <a:spcPts val="310"/>
                        </a:spcBef>
                      </a:pPr>
                      <a:r>
                        <a:rPr sz="1800" b="1" spc="-25" dirty="0">
                          <a:latin typeface="Corbel"/>
                          <a:cs typeface="Corbel"/>
                        </a:rPr>
                        <a:t>&lt;.</a:t>
                      </a:r>
                      <a:endParaRPr sz="1800">
                        <a:latin typeface="Corbel"/>
                        <a:cs typeface="Corbe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2870">
                        <a:lnSpc>
                          <a:spcPct val="100000"/>
                        </a:lnSpc>
                        <a:spcBef>
                          <a:spcPts val="310"/>
                        </a:spcBef>
                      </a:pPr>
                      <a:r>
                        <a:rPr sz="1800" b="1" spc="-25" dirty="0">
                          <a:latin typeface="Corbel"/>
                          <a:cs typeface="Corbel"/>
                        </a:rPr>
                        <a:t>.&gt;</a:t>
                      </a:r>
                      <a:endParaRPr sz="1800">
                        <a:latin typeface="Corbel"/>
                        <a:cs typeface="Corbe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2870">
                        <a:lnSpc>
                          <a:spcPct val="100000"/>
                        </a:lnSpc>
                        <a:spcBef>
                          <a:spcPts val="310"/>
                        </a:spcBef>
                      </a:pPr>
                      <a:r>
                        <a:rPr sz="1800" b="1" spc="-25" dirty="0">
                          <a:latin typeface="Corbel"/>
                          <a:cs typeface="Corbel"/>
                        </a:rPr>
                        <a:t>.&gt;</a:t>
                      </a:r>
                      <a:endParaRPr sz="1800">
                        <a:latin typeface="Corbel"/>
                        <a:cs typeface="Corbe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2870">
                        <a:lnSpc>
                          <a:spcPct val="100000"/>
                        </a:lnSpc>
                        <a:spcBef>
                          <a:spcPts val="310"/>
                        </a:spcBef>
                      </a:pPr>
                      <a:r>
                        <a:rPr sz="1800" b="1" spc="-25" dirty="0">
                          <a:latin typeface="Corbel"/>
                          <a:cs typeface="Corbel"/>
                        </a:rPr>
                        <a:t>.&gt;</a:t>
                      </a:r>
                      <a:endParaRPr sz="1800">
                        <a:latin typeface="Corbel"/>
                        <a:cs typeface="Corbel"/>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3"/>
                  </a:ext>
                </a:extLst>
              </a:tr>
              <a:tr h="381635">
                <a:tc>
                  <a:txBody>
                    <a:bodyPr/>
                    <a:lstStyle/>
                    <a:p>
                      <a:pPr marL="113030">
                        <a:lnSpc>
                          <a:spcPct val="100000"/>
                        </a:lnSpc>
                        <a:spcBef>
                          <a:spcPts val="335"/>
                        </a:spcBef>
                      </a:pPr>
                      <a:r>
                        <a:rPr sz="1800" b="1" spc="-50" dirty="0">
                          <a:latin typeface="Corbel"/>
                          <a:cs typeface="Corbel"/>
                        </a:rPr>
                        <a:t>$</a:t>
                      </a:r>
                      <a:endParaRPr sz="1800">
                        <a:latin typeface="Corbel"/>
                        <a:cs typeface="Corbel"/>
                      </a:endParaRPr>
                    </a:p>
                  </a:txBody>
                  <a:tcPr marL="0" marR="0" marT="4254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13030">
                        <a:lnSpc>
                          <a:spcPct val="100000"/>
                        </a:lnSpc>
                        <a:spcBef>
                          <a:spcPts val="335"/>
                        </a:spcBef>
                      </a:pPr>
                      <a:r>
                        <a:rPr sz="1800" b="1" spc="-25" dirty="0">
                          <a:latin typeface="Corbel"/>
                          <a:cs typeface="Corbel"/>
                        </a:rPr>
                        <a:t>&lt;.</a:t>
                      </a:r>
                      <a:endParaRPr sz="1800">
                        <a:latin typeface="Corbel"/>
                        <a:cs typeface="Corbel"/>
                      </a:endParaRPr>
                    </a:p>
                  </a:txBody>
                  <a:tcPr marL="0" marR="0" marT="4254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13664">
                        <a:lnSpc>
                          <a:spcPct val="100000"/>
                        </a:lnSpc>
                        <a:spcBef>
                          <a:spcPts val="335"/>
                        </a:spcBef>
                      </a:pPr>
                      <a:r>
                        <a:rPr sz="1800" b="1" spc="-25" dirty="0">
                          <a:latin typeface="Corbel"/>
                          <a:cs typeface="Corbel"/>
                        </a:rPr>
                        <a:t>&lt;.</a:t>
                      </a:r>
                      <a:endParaRPr sz="1800">
                        <a:latin typeface="Corbel"/>
                        <a:cs typeface="Corbel"/>
                      </a:endParaRPr>
                    </a:p>
                  </a:txBody>
                  <a:tcPr marL="0" marR="0" marT="4254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13664">
                        <a:lnSpc>
                          <a:spcPct val="100000"/>
                        </a:lnSpc>
                        <a:spcBef>
                          <a:spcPts val="335"/>
                        </a:spcBef>
                      </a:pPr>
                      <a:r>
                        <a:rPr sz="1800" b="1" spc="-25" dirty="0">
                          <a:latin typeface="Corbel"/>
                          <a:cs typeface="Corbel"/>
                        </a:rPr>
                        <a:t>&lt;.</a:t>
                      </a:r>
                      <a:endParaRPr sz="1800">
                        <a:latin typeface="Corbel"/>
                        <a:cs typeface="Corbel"/>
                      </a:endParaRPr>
                    </a:p>
                  </a:txBody>
                  <a:tcPr marL="0" marR="0" marT="4254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505"/>
              </a:spcBef>
            </a:pPr>
            <a:endParaRPr sz="3600">
              <a:latin typeface="Times New Roman"/>
              <a:cs typeface="Times New Roman"/>
            </a:endParaRPr>
          </a:p>
          <a:p>
            <a:pPr marL="344170" marR="734060">
              <a:lnSpc>
                <a:spcPts val="3890"/>
              </a:lnSpc>
            </a:pPr>
            <a:r>
              <a:rPr sz="3600" b="1" spc="-75" dirty="0">
                <a:solidFill>
                  <a:srgbClr val="FFFFFF"/>
                </a:solidFill>
                <a:latin typeface="Cambria"/>
                <a:cs typeface="Cambria"/>
              </a:rPr>
              <a:t>Precedence </a:t>
            </a:r>
            <a:r>
              <a:rPr sz="3600" b="1" spc="-10" dirty="0">
                <a:solidFill>
                  <a:srgbClr val="FFFFFF"/>
                </a:solidFill>
                <a:latin typeface="Cambria"/>
                <a:cs typeface="Cambria"/>
              </a:rPr>
              <a:t>function</a:t>
            </a:r>
            <a:endParaRPr sz="3600">
              <a:latin typeface="Cambria"/>
              <a:cs typeface="Cambria"/>
            </a:endParaRPr>
          </a:p>
        </p:txBody>
      </p:sp>
      <p:sp>
        <p:nvSpPr>
          <p:cNvPr id="3" name="object 3"/>
          <p:cNvSpPr txBox="1">
            <a:spLocks noGrp="1"/>
          </p:cNvSpPr>
          <p:nvPr>
            <p:ph type="title"/>
          </p:nvPr>
        </p:nvSpPr>
        <p:spPr>
          <a:xfrm>
            <a:off x="3682365" y="914145"/>
            <a:ext cx="7797165" cy="940435"/>
          </a:xfrm>
          <a:prstGeom prst="rect">
            <a:avLst/>
          </a:prstGeom>
        </p:spPr>
        <p:txBody>
          <a:bodyPr vert="horz" wrap="square" lIns="0" tIns="13335" rIns="0" bIns="0" rtlCol="0">
            <a:spAutoFit/>
          </a:bodyPr>
          <a:lstStyle/>
          <a:p>
            <a:pPr marL="12700" marR="5080" algn="just">
              <a:lnSpc>
                <a:spcPct val="100000"/>
              </a:lnSpc>
              <a:spcBef>
                <a:spcPts val="105"/>
              </a:spcBef>
            </a:pPr>
            <a:r>
              <a:rPr sz="2000" dirty="0"/>
              <a:t>If</a:t>
            </a:r>
            <a:r>
              <a:rPr sz="2000" spc="-25" dirty="0"/>
              <a:t> </a:t>
            </a:r>
            <a:r>
              <a:rPr sz="2000" dirty="0"/>
              <a:t>the</a:t>
            </a:r>
            <a:r>
              <a:rPr sz="2000" spc="-50" dirty="0"/>
              <a:t> </a:t>
            </a:r>
            <a:r>
              <a:rPr sz="2000" dirty="0"/>
              <a:t>constructed</a:t>
            </a:r>
            <a:r>
              <a:rPr sz="2000" spc="-60" dirty="0"/>
              <a:t> </a:t>
            </a:r>
            <a:r>
              <a:rPr sz="2000" dirty="0"/>
              <a:t>graph</a:t>
            </a:r>
            <a:r>
              <a:rPr sz="2000" spc="-55" dirty="0"/>
              <a:t> </a:t>
            </a:r>
            <a:r>
              <a:rPr sz="2000" dirty="0"/>
              <a:t>has</a:t>
            </a:r>
            <a:r>
              <a:rPr sz="2000" spc="-25" dirty="0"/>
              <a:t> </a:t>
            </a:r>
            <a:r>
              <a:rPr sz="2000" dirty="0"/>
              <a:t>an</a:t>
            </a:r>
            <a:r>
              <a:rPr sz="2000" spc="-45" dirty="0"/>
              <a:t> </a:t>
            </a:r>
            <a:r>
              <a:rPr sz="2000" dirty="0"/>
              <a:t>cycle</a:t>
            </a:r>
            <a:r>
              <a:rPr sz="2000" spc="-25" dirty="0"/>
              <a:t> </a:t>
            </a:r>
            <a:r>
              <a:rPr sz="2000" dirty="0"/>
              <a:t>then</a:t>
            </a:r>
            <a:r>
              <a:rPr sz="2000" spc="-45" dirty="0"/>
              <a:t> </a:t>
            </a:r>
            <a:r>
              <a:rPr sz="2000" dirty="0"/>
              <a:t>no</a:t>
            </a:r>
            <a:r>
              <a:rPr sz="2000" spc="-35" dirty="0"/>
              <a:t> </a:t>
            </a:r>
            <a:r>
              <a:rPr sz="2000" dirty="0"/>
              <a:t>precedence</a:t>
            </a:r>
            <a:r>
              <a:rPr sz="2000" spc="-35" dirty="0"/>
              <a:t> </a:t>
            </a:r>
            <a:r>
              <a:rPr sz="2000" dirty="0"/>
              <a:t>function</a:t>
            </a:r>
            <a:r>
              <a:rPr sz="2000" spc="-55" dirty="0"/>
              <a:t> </a:t>
            </a:r>
            <a:r>
              <a:rPr sz="2000" spc="-10" dirty="0"/>
              <a:t>exist. </a:t>
            </a:r>
            <a:r>
              <a:rPr sz="2000" dirty="0"/>
              <a:t>When</a:t>
            </a:r>
            <a:r>
              <a:rPr sz="2000" spc="-50" dirty="0"/>
              <a:t> </a:t>
            </a:r>
            <a:r>
              <a:rPr sz="2000" dirty="0"/>
              <a:t>there</a:t>
            </a:r>
            <a:r>
              <a:rPr sz="2000" spc="-50" dirty="0"/>
              <a:t> </a:t>
            </a:r>
            <a:r>
              <a:rPr sz="2000" dirty="0"/>
              <a:t>are</a:t>
            </a:r>
            <a:r>
              <a:rPr sz="2000" spc="-30" dirty="0"/>
              <a:t> </a:t>
            </a:r>
            <a:r>
              <a:rPr sz="2000" dirty="0"/>
              <a:t>no</a:t>
            </a:r>
            <a:r>
              <a:rPr sz="2000" spc="-40" dirty="0"/>
              <a:t> </a:t>
            </a:r>
            <a:r>
              <a:rPr sz="2000" dirty="0"/>
              <a:t>cycles</a:t>
            </a:r>
            <a:r>
              <a:rPr sz="2000" spc="-20" dirty="0"/>
              <a:t> </a:t>
            </a:r>
            <a:r>
              <a:rPr sz="2000" dirty="0"/>
              <a:t>collect</a:t>
            </a:r>
            <a:r>
              <a:rPr sz="2000" spc="-40" dirty="0"/>
              <a:t> </a:t>
            </a:r>
            <a:r>
              <a:rPr sz="2000" dirty="0"/>
              <a:t>the</a:t>
            </a:r>
            <a:r>
              <a:rPr sz="2000" spc="-45" dirty="0"/>
              <a:t> </a:t>
            </a:r>
            <a:r>
              <a:rPr sz="2000" dirty="0"/>
              <a:t>length</a:t>
            </a:r>
            <a:r>
              <a:rPr sz="2000" spc="-45" dirty="0"/>
              <a:t> </a:t>
            </a:r>
            <a:r>
              <a:rPr sz="2000" dirty="0"/>
              <a:t>of</a:t>
            </a:r>
            <a:r>
              <a:rPr sz="2000" spc="-35" dirty="0"/>
              <a:t> </a:t>
            </a:r>
            <a:r>
              <a:rPr sz="2000" dirty="0"/>
              <a:t>the</a:t>
            </a:r>
            <a:r>
              <a:rPr sz="2000" spc="-45" dirty="0"/>
              <a:t> </a:t>
            </a:r>
            <a:r>
              <a:rPr sz="2000" dirty="0"/>
              <a:t>longest</a:t>
            </a:r>
            <a:r>
              <a:rPr sz="2000" spc="-35" dirty="0"/>
              <a:t> </a:t>
            </a:r>
            <a:r>
              <a:rPr sz="2000" dirty="0"/>
              <a:t>paths</a:t>
            </a:r>
            <a:r>
              <a:rPr sz="2000" spc="-50" dirty="0"/>
              <a:t> </a:t>
            </a:r>
            <a:r>
              <a:rPr sz="2000" dirty="0"/>
              <a:t>from</a:t>
            </a:r>
            <a:r>
              <a:rPr sz="2000" spc="-50" dirty="0"/>
              <a:t> </a:t>
            </a:r>
            <a:r>
              <a:rPr sz="2000" spc="-25" dirty="0"/>
              <a:t>the </a:t>
            </a:r>
            <a:r>
              <a:rPr sz="2000" dirty="0"/>
              <a:t>group</a:t>
            </a:r>
            <a:r>
              <a:rPr sz="2000" spc="-40" dirty="0"/>
              <a:t> </a:t>
            </a:r>
            <a:r>
              <a:rPr sz="2000" dirty="0"/>
              <a:t>of</a:t>
            </a:r>
            <a:r>
              <a:rPr sz="2000" spc="-10" dirty="0"/>
              <a:t> </a:t>
            </a:r>
            <a:r>
              <a:rPr sz="2000" dirty="0"/>
              <a:t>f</a:t>
            </a:r>
            <a:r>
              <a:rPr sz="1200" dirty="0"/>
              <a:t>a</a:t>
            </a:r>
            <a:r>
              <a:rPr sz="1200" spc="145" dirty="0"/>
              <a:t> </a:t>
            </a:r>
            <a:r>
              <a:rPr sz="2000" dirty="0"/>
              <a:t>and</a:t>
            </a:r>
            <a:r>
              <a:rPr sz="2000" spc="-15" dirty="0"/>
              <a:t> </a:t>
            </a:r>
            <a:r>
              <a:rPr sz="2000" dirty="0"/>
              <a:t>g</a:t>
            </a:r>
            <a:r>
              <a:rPr sz="1200" dirty="0"/>
              <a:t>b</a:t>
            </a:r>
            <a:r>
              <a:rPr sz="1200" spc="160" dirty="0"/>
              <a:t>  </a:t>
            </a:r>
            <a:r>
              <a:rPr sz="2000" spc="-10" dirty="0"/>
              <a:t>respectively.</a:t>
            </a:r>
            <a:endParaRPr sz="2000"/>
          </a:p>
        </p:txBody>
      </p:sp>
      <p:graphicFrame>
        <p:nvGraphicFramePr>
          <p:cNvPr id="4" name="object 4"/>
          <p:cNvGraphicFramePr>
            <a:graphicFrameLocks noGrp="1"/>
          </p:cNvGraphicFramePr>
          <p:nvPr/>
        </p:nvGraphicFramePr>
        <p:xfrm>
          <a:off x="3663315" y="2463902"/>
          <a:ext cx="3938904" cy="3041015"/>
        </p:xfrm>
        <a:graphic>
          <a:graphicData uri="http://schemas.openxmlformats.org/drawingml/2006/table">
            <a:tbl>
              <a:tblPr firstRow="1" bandRow="1">
                <a:tableStyleId>{2D5ABB26-0587-4C30-8999-92F81FD0307C}</a:tableStyleId>
              </a:tblPr>
              <a:tblGrid>
                <a:gridCol w="752475">
                  <a:extLst>
                    <a:ext uri="{9D8B030D-6E8A-4147-A177-3AD203B41FA5}">
                      <a16:colId xmlns:a16="http://schemas.microsoft.com/office/drawing/2014/main" val="20000"/>
                    </a:ext>
                  </a:extLst>
                </a:gridCol>
                <a:gridCol w="7213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49325">
                  <a:extLst>
                    <a:ext uri="{9D8B030D-6E8A-4147-A177-3AD203B41FA5}">
                      <a16:colId xmlns:a16="http://schemas.microsoft.com/office/drawing/2014/main" val="20003"/>
                    </a:ext>
                  </a:extLst>
                </a:gridCol>
                <a:gridCol w="524510">
                  <a:extLst>
                    <a:ext uri="{9D8B030D-6E8A-4147-A177-3AD203B41FA5}">
                      <a16:colId xmlns:a16="http://schemas.microsoft.com/office/drawing/2014/main" val="20004"/>
                    </a:ext>
                  </a:extLst>
                </a:gridCol>
              </a:tblGrid>
              <a:tr h="1063625">
                <a:tc>
                  <a:txBody>
                    <a:bodyPr/>
                    <a:lstStyle/>
                    <a:p>
                      <a:pPr marL="31750">
                        <a:lnSpc>
                          <a:spcPts val="2305"/>
                        </a:lnSpc>
                      </a:pPr>
                      <a:r>
                        <a:rPr sz="2000" spc="-20" dirty="0">
                          <a:latin typeface="Cambria"/>
                          <a:cs typeface="Cambria"/>
                        </a:rPr>
                        <a:t>Now,</a:t>
                      </a:r>
                      <a:endParaRPr sz="2000">
                        <a:latin typeface="Cambria"/>
                        <a:cs typeface="Cambria"/>
                      </a:endParaRPr>
                    </a:p>
                    <a:p>
                      <a:pPr>
                        <a:lnSpc>
                          <a:spcPct val="100000"/>
                        </a:lnSpc>
                        <a:spcBef>
                          <a:spcPts val="100"/>
                        </a:spcBef>
                      </a:pPr>
                      <a:endParaRPr sz="2000">
                        <a:latin typeface="Times New Roman"/>
                        <a:cs typeface="Times New Roman"/>
                      </a:endParaRPr>
                    </a:p>
                    <a:p>
                      <a:pPr marL="31750">
                        <a:lnSpc>
                          <a:spcPct val="100000"/>
                        </a:lnSpc>
                      </a:pPr>
                      <a:r>
                        <a:rPr sz="2000" spc="-50" dirty="0">
                          <a:latin typeface="Cambria"/>
                          <a:cs typeface="Cambria"/>
                        </a:rPr>
                        <a:t>f</a:t>
                      </a:r>
                      <a:endParaRPr sz="2000">
                        <a:latin typeface="Cambria"/>
                        <a:cs typeface="Cambria"/>
                      </a:endParaRPr>
                    </a:p>
                  </a:txBody>
                  <a:tcPr marL="0" marR="0" marT="0" marB="0"/>
                </a:tc>
                <a:tc>
                  <a:txBody>
                    <a:bodyPr/>
                    <a:lstStyle/>
                    <a:p>
                      <a:pPr>
                        <a:lnSpc>
                          <a:spcPct val="100000"/>
                        </a:lnSpc>
                      </a:pPr>
                      <a:endParaRPr sz="2000">
                        <a:latin typeface="Times New Roman"/>
                        <a:cs typeface="Times New Roman"/>
                      </a:endParaRPr>
                    </a:p>
                    <a:p>
                      <a:pPr marL="193675">
                        <a:lnSpc>
                          <a:spcPct val="100000"/>
                        </a:lnSpc>
                        <a:spcBef>
                          <a:spcPts val="5"/>
                        </a:spcBef>
                      </a:pPr>
                      <a:r>
                        <a:rPr sz="2000" spc="-50" dirty="0">
                          <a:latin typeface="Cambria"/>
                          <a:cs typeface="Cambria"/>
                        </a:rPr>
                        <a:t>+</a:t>
                      </a:r>
                      <a:endParaRPr sz="2000">
                        <a:latin typeface="Cambria"/>
                        <a:cs typeface="Cambria"/>
                      </a:endParaRPr>
                    </a:p>
                  </a:txBody>
                  <a:tcPr marL="0" marR="0" marT="0" marB="0"/>
                </a:tc>
                <a:tc>
                  <a:txBody>
                    <a:bodyPr/>
                    <a:lstStyle/>
                    <a:p>
                      <a:pPr>
                        <a:lnSpc>
                          <a:spcPct val="100000"/>
                        </a:lnSpc>
                      </a:pPr>
                      <a:endParaRPr sz="2000">
                        <a:latin typeface="Times New Roman"/>
                        <a:cs typeface="Times New Roman"/>
                      </a:endParaRPr>
                    </a:p>
                    <a:p>
                      <a:pPr marR="24130" algn="ctr">
                        <a:lnSpc>
                          <a:spcPct val="100000"/>
                        </a:lnSpc>
                        <a:spcBef>
                          <a:spcPts val="5"/>
                        </a:spcBef>
                      </a:pPr>
                      <a:r>
                        <a:rPr sz="2000" spc="-50" dirty="0">
                          <a:latin typeface="Cambria"/>
                          <a:cs typeface="Cambria"/>
                        </a:rPr>
                        <a:t>*</a:t>
                      </a:r>
                      <a:endParaRPr sz="2000">
                        <a:latin typeface="Cambria"/>
                        <a:cs typeface="Cambria"/>
                      </a:endParaRPr>
                    </a:p>
                  </a:txBody>
                  <a:tcPr marL="0" marR="0" marT="0" marB="0"/>
                </a:tc>
                <a:tc>
                  <a:txBody>
                    <a:bodyPr/>
                    <a:lstStyle/>
                    <a:p>
                      <a:pPr>
                        <a:lnSpc>
                          <a:spcPct val="100000"/>
                        </a:lnSpc>
                      </a:pPr>
                      <a:endParaRPr sz="2000">
                        <a:latin typeface="Times New Roman"/>
                        <a:cs typeface="Times New Roman"/>
                      </a:endParaRPr>
                    </a:p>
                    <a:p>
                      <a:pPr marL="34290" algn="ctr">
                        <a:lnSpc>
                          <a:spcPct val="100000"/>
                        </a:lnSpc>
                        <a:spcBef>
                          <a:spcPts val="5"/>
                        </a:spcBef>
                      </a:pPr>
                      <a:r>
                        <a:rPr sz="2000" spc="-25" dirty="0">
                          <a:latin typeface="Cambria"/>
                          <a:cs typeface="Cambria"/>
                        </a:rPr>
                        <a:t>id</a:t>
                      </a:r>
                      <a:endParaRPr sz="2000">
                        <a:latin typeface="Cambria"/>
                        <a:cs typeface="Cambria"/>
                      </a:endParaRPr>
                    </a:p>
                  </a:txBody>
                  <a:tcPr marL="0" marR="0" marT="0" marB="0"/>
                </a:tc>
                <a:tc>
                  <a:txBody>
                    <a:bodyPr/>
                    <a:lstStyle/>
                    <a:p>
                      <a:pPr>
                        <a:lnSpc>
                          <a:spcPct val="100000"/>
                        </a:lnSpc>
                      </a:pPr>
                      <a:endParaRPr sz="2000">
                        <a:latin typeface="Times New Roman"/>
                        <a:cs typeface="Times New Roman"/>
                      </a:endParaRPr>
                    </a:p>
                    <a:p>
                      <a:pPr marR="36195" algn="r">
                        <a:lnSpc>
                          <a:spcPct val="100000"/>
                        </a:lnSpc>
                        <a:spcBef>
                          <a:spcPts val="5"/>
                        </a:spcBef>
                      </a:pPr>
                      <a:r>
                        <a:rPr sz="2000" spc="-50" dirty="0">
                          <a:latin typeface="Cambria"/>
                          <a:cs typeface="Cambria"/>
                        </a:rPr>
                        <a:t>$</a:t>
                      </a:r>
                      <a:endParaRPr sz="2000">
                        <a:latin typeface="Cambria"/>
                        <a:cs typeface="Cambria"/>
                      </a:endParaRPr>
                    </a:p>
                  </a:txBody>
                  <a:tcPr marL="0" marR="0" marT="0" marB="0"/>
                </a:tc>
                <a:extLst>
                  <a:ext uri="{0D108BD9-81ED-4DB2-BD59-A6C34878D82A}">
                    <a16:rowId xmlns:a16="http://schemas.microsoft.com/office/drawing/2014/main" val="10000"/>
                  </a:ext>
                </a:extLst>
              </a:tr>
              <a:tr h="762000">
                <a:tc>
                  <a:txBody>
                    <a:bodyPr/>
                    <a:lstStyle/>
                    <a:p>
                      <a:pPr marL="31750">
                        <a:lnSpc>
                          <a:spcPct val="100000"/>
                        </a:lnSpc>
                        <a:spcBef>
                          <a:spcPts val="1130"/>
                        </a:spcBef>
                      </a:pPr>
                      <a:r>
                        <a:rPr sz="2000" spc="-50" dirty="0">
                          <a:latin typeface="Cambria"/>
                          <a:cs typeface="Cambria"/>
                        </a:rPr>
                        <a:t>g</a:t>
                      </a:r>
                      <a:endParaRPr sz="2000">
                        <a:latin typeface="Cambria"/>
                        <a:cs typeface="Cambria"/>
                      </a:endParaRPr>
                    </a:p>
                  </a:txBody>
                  <a:tcPr marL="0" marR="0" marT="143510" marB="0"/>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tc>
                <a:extLst>
                  <a:ext uri="{0D108BD9-81ED-4DB2-BD59-A6C34878D82A}">
                    <a16:rowId xmlns:a16="http://schemas.microsoft.com/office/drawing/2014/main" val="10001"/>
                  </a:ext>
                </a:extLst>
              </a:tr>
              <a:tr h="762000">
                <a:tc>
                  <a:txBody>
                    <a:bodyPr/>
                    <a:lstStyle/>
                    <a:p>
                      <a:pPr>
                        <a:lnSpc>
                          <a:spcPct val="100000"/>
                        </a:lnSpc>
                        <a:spcBef>
                          <a:spcPts val="30"/>
                        </a:spcBef>
                      </a:pPr>
                      <a:endParaRPr sz="2000">
                        <a:latin typeface="Times New Roman"/>
                        <a:cs typeface="Times New Roman"/>
                      </a:endParaRPr>
                    </a:p>
                    <a:p>
                      <a:pPr marL="31750">
                        <a:lnSpc>
                          <a:spcPct val="100000"/>
                        </a:lnSpc>
                      </a:pPr>
                      <a:r>
                        <a:rPr sz="2000" spc="-50" dirty="0">
                          <a:latin typeface="Cambria"/>
                          <a:cs typeface="Cambria"/>
                        </a:rPr>
                        <a:t>f</a:t>
                      </a:r>
                      <a:endParaRPr sz="2000">
                        <a:latin typeface="Cambria"/>
                        <a:cs typeface="Cambria"/>
                      </a:endParaRPr>
                    </a:p>
                  </a:txBody>
                  <a:tcPr marL="0" marR="0" marT="3810" marB="0"/>
                </a:tc>
                <a:tc>
                  <a:txBody>
                    <a:bodyPr/>
                    <a:lstStyle/>
                    <a:p>
                      <a:pPr>
                        <a:lnSpc>
                          <a:spcPct val="100000"/>
                        </a:lnSpc>
                        <a:spcBef>
                          <a:spcPts val="30"/>
                        </a:spcBef>
                      </a:pPr>
                      <a:endParaRPr sz="2000">
                        <a:latin typeface="Times New Roman"/>
                        <a:cs typeface="Times New Roman"/>
                      </a:endParaRPr>
                    </a:p>
                    <a:p>
                      <a:pPr marL="193675">
                        <a:lnSpc>
                          <a:spcPct val="100000"/>
                        </a:lnSpc>
                      </a:pPr>
                      <a:r>
                        <a:rPr sz="2000" spc="-50" dirty="0">
                          <a:latin typeface="Cambria"/>
                          <a:cs typeface="Cambria"/>
                        </a:rPr>
                        <a:t>2</a:t>
                      </a:r>
                      <a:endParaRPr sz="2000">
                        <a:latin typeface="Cambria"/>
                        <a:cs typeface="Cambria"/>
                      </a:endParaRPr>
                    </a:p>
                  </a:txBody>
                  <a:tcPr marL="0" marR="0" marT="3810" marB="0"/>
                </a:tc>
                <a:tc>
                  <a:txBody>
                    <a:bodyPr/>
                    <a:lstStyle/>
                    <a:p>
                      <a:pPr>
                        <a:lnSpc>
                          <a:spcPct val="100000"/>
                        </a:lnSpc>
                        <a:spcBef>
                          <a:spcPts val="30"/>
                        </a:spcBef>
                      </a:pPr>
                      <a:endParaRPr sz="2000">
                        <a:latin typeface="Times New Roman"/>
                        <a:cs typeface="Times New Roman"/>
                      </a:endParaRPr>
                    </a:p>
                    <a:p>
                      <a:pPr algn="ctr">
                        <a:lnSpc>
                          <a:spcPct val="100000"/>
                        </a:lnSpc>
                      </a:pPr>
                      <a:r>
                        <a:rPr sz="2000" spc="-50" dirty="0">
                          <a:latin typeface="Cambria"/>
                          <a:cs typeface="Cambria"/>
                        </a:rPr>
                        <a:t>4</a:t>
                      </a:r>
                      <a:endParaRPr sz="2000">
                        <a:latin typeface="Cambria"/>
                        <a:cs typeface="Cambria"/>
                      </a:endParaRPr>
                    </a:p>
                  </a:txBody>
                  <a:tcPr marL="0" marR="0" marT="3810" marB="0"/>
                </a:tc>
                <a:tc>
                  <a:txBody>
                    <a:bodyPr/>
                    <a:lstStyle/>
                    <a:p>
                      <a:pPr>
                        <a:lnSpc>
                          <a:spcPct val="100000"/>
                        </a:lnSpc>
                        <a:spcBef>
                          <a:spcPts val="30"/>
                        </a:spcBef>
                      </a:pPr>
                      <a:endParaRPr sz="2000">
                        <a:latin typeface="Times New Roman"/>
                        <a:cs typeface="Times New Roman"/>
                      </a:endParaRPr>
                    </a:p>
                    <a:p>
                      <a:pPr marR="27305" algn="ctr">
                        <a:lnSpc>
                          <a:spcPct val="100000"/>
                        </a:lnSpc>
                      </a:pPr>
                      <a:r>
                        <a:rPr sz="2000" spc="-50" dirty="0">
                          <a:latin typeface="Cambria"/>
                          <a:cs typeface="Cambria"/>
                        </a:rPr>
                        <a:t>4</a:t>
                      </a:r>
                      <a:endParaRPr sz="2000">
                        <a:latin typeface="Cambria"/>
                        <a:cs typeface="Cambria"/>
                      </a:endParaRPr>
                    </a:p>
                  </a:txBody>
                  <a:tcPr marL="0" marR="0" marT="3810" marB="0"/>
                </a:tc>
                <a:tc>
                  <a:txBody>
                    <a:bodyPr/>
                    <a:lstStyle/>
                    <a:p>
                      <a:pPr>
                        <a:lnSpc>
                          <a:spcPct val="100000"/>
                        </a:lnSpc>
                        <a:spcBef>
                          <a:spcPts val="30"/>
                        </a:spcBef>
                      </a:pPr>
                      <a:endParaRPr sz="2000">
                        <a:latin typeface="Times New Roman"/>
                        <a:cs typeface="Times New Roman"/>
                      </a:endParaRPr>
                    </a:p>
                    <a:p>
                      <a:pPr marR="24130" algn="r">
                        <a:lnSpc>
                          <a:spcPct val="100000"/>
                        </a:lnSpc>
                      </a:pPr>
                      <a:r>
                        <a:rPr sz="2000" spc="-50" dirty="0">
                          <a:latin typeface="Cambria"/>
                          <a:cs typeface="Cambria"/>
                        </a:rPr>
                        <a:t>0</a:t>
                      </a:r>
                      <a:endParaRPr sz="2000">
                        <a:latin typeface="Cambria"/>
                        <a:cs typeface="Cambria"/>
                      </a:endParaRPr>
                    </a:p>
                  </a:txBody>
                  <a:tcPr marL="0" marR="0" marT="3810" marB="0"/>
                </a:tc>
                <a:extLst>
                  <a:ext uri="{0D108BD9-81ED-4DB2-BD59-A6C34878D82A}">
                    <a16:rowId xmlns:a16="http://schemas.microsoft.com/office/drawing/2014/main" val="10002"/>
                  </a:ext>
                </a:extLst>
              </a:tr>
              <a:tr h="453390">
                <a:tc>
                  <a:txBody>
                    <a:bodyPr/>
                    <a:lstStyle/>
                    <a:p>
                      <a:pPr marL="31750">
                        <a:lnSpc>
                          <a:spcPts val="2345"/>
                        </a:lnSpc>
                        <a:spcBef>
                          <a:spcPts val="1130"/>
                        </a:spcBef>
                      </a:pPr>
                      <a:r>
                        <a:rPr sz="2000" spc="-50" dirty="0">
                          <a:latin typeface="Cambria"/>
                          <a:cs typeface="Cambria"/>
                        </a:rPr>
                        <a:t>g</a:t>
                      </a:r>
                      <a:endParaRPr sz="2000">
                        <a:latin typeface="Cambria"/>
                        <a:cs typeface="Cambria"/>
                      </a:endParaRPr>
                    </a:p>
                  </a:txBody>
                  <a:tcPr marL="0" marR="0" marT="143510" marB="0"/>
                </a:tc>
                <a:tc>
                  <a:txBody>
                    <a:bodyPr/>
                    <a:lstStyle/>
                    <a:p>
                      <a:pPr marL="182880">
                        <a:lnSpc>
                          <a:spcPts val="2345"/>
                        </a:lnSpc>
                        <a:spcBef>
                          <a:spcPts val="1130"/>
                        </a:spcBef>
                      </a:pPr>
                      <a:r>
                        <a:rPr sz="2000" spc="-50" dirty="0">
                          <a:latin typeface="Cambria"/>
                          <a:cs typeface="Cambria"/>
                        </a:rPr>
                        <a:t>1</a:t>
                      </a:r>
                      <a:endParaRPr sz="2000">
                        <a:latin typeface="Cambria"/>
                        <a:cs typeface="Cambria"/>
                      </a:endParaRPr>
                    </a:p>
                  </a:txBody>
                  <a:tcPr marL="0" marR="0" marT="143510" marB="0"/>
                </a:tc>
                <a:tc>
                  <a:txBody>
                    <a:bodyPr/>
                    <a:lstStyle/>
                    <a:p>
                      <a:pPr algn="ctr">
                        <a:lnSpc>
                          <a:spcPts val="2345"/>
                        </a:lnSpc>
                        <a:spcBef>
                          <a:spcPts val="1130"/>
                        </a:spcBef>
                      </a:pPr>
                      <a:r>
                        <a:rPr sz="2000" spc="-50" dirty="0">
                          <a:latin typeface="Cambria"/>
                          <a:cs typeface="Cambria"/>
                        </a:rPr>
                        <a:t>3</a:t>
                      </a:r>
                      <a:endParaRPr sz="2000">
                        <a:latin typeface="Cambria"/>
                        <a:cs typeface="Cambria"/>
                      </a:endParaRPr>
                    </a:p>
                  </a:txBody>
                  <a:tcPr marL="0" marR="0" marT="143510" marB="0"/>
                </a:tc>
                <a:tc>
                  <a:txBody>
                    <a:bodyPr/>
                    <a:lstStyle/>
                    <a:p>
                      <a:pPr marR="27305" algn="ctr">
                        <a:lnSpc>
                          <a:spcPts val="2345"/>
                        </a:lnSpc>
                        <a:spcBef>
                          <a:spcPts val="1130"/>
                        </a:spcBef>
                      </a:pPr>
                      <a:r>
                        <a:rPr sz="2000" spc="-50" dirty="0">
                          <a:latin typeface="Cambria"/>
                          <a:cs typeface="Cambria"/>
                        </a:rPr>
                        <a:t>5</a:t>
                      </a:r>
                      <a:endParaRPr sz="2000">
                        <a:latin typeface="Cambria"/>
                        <a:cs typeface="Cambria"/>
                      </a:endParaRPr>
                    </a:p>
                  </a:txBody>
                  <a:tcPr marL="0" marR="0" marT="143510" marB="0"/>
                </a:tc>
                <a:tc>
                  <a:txBody>
                    <a:bodyPr/>
                    <a:lstStyle/>
                    <a:p>
                      <a:pPr marR="24130" algn="r">
                        <a:lnSpc>
                          <a:spcPts val="2345"/>
                        </a:lnSpc>
                        <a:spcBef>
                          <a:spcPts val="1130"/>
                        </a:spcBef>
                      </a:pPr>
                      <a:r>
                        <a:rPr sz="2000" spc="-50" dirty="0">
                          <a:latin typeface="Cambria"/>
                          <a:cs typeface="Cambria"/>
                        </a:rPr>
                        <a:t>0</a:t>
                      </a:r>
                      <a:endParaRPr sz="2000">
                        <a:latin typeface="Cambria"/>
                        <a:cs typeface="Cambria"/>
                      </a:endParaRPr>
                    </a:p>
                  </a:txBody>
                  <a:tcPr marL="0" marR="0" marT="143510" marB="0"/>
                </a:tc>
                <a:extLst>
                  <a:ext uri="{0D108BD9-81ED-4DB2-BD59-A6C34878D82A}">
                    <a16:rowId xmlns:a16="http://schemas.microsoft.com/office/drawing/2014/main" val="10003"/>
                  </a:ext>
                </a:extLst>
              </a:tr>
            </a:tbl>
          </a:graphicData>
        </a:graphic>
      </p:graphicFrame>
      <p:pic>
        <p:nvPicPr>
          <p:cNvPr id="5" name="object 5"/>
          <p:cNvPicPr/>
          <p:nvPr/>
        </p:nvPicPr>
        <p:blipFill>
          <a:blip r:embed="rId2" cstate="print"/>
          <a:stretch>
            <a:fillRect/>
          </a:stretch>
        </p:blipFill>
        <p:spPr>
          <a:xfrm>
            <a:off x="7581900" y="1592580"/>
            <a:ext cx="4472940" cy="431292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734060">
              <a:lnSpc>
                <a:spcPts val="3890"/>
              </a:lnSpc>
            </a:pPr>
            <a:r>
              <a:rPr sz="3600" b="1" spc="-10" dirty="0">
                <a:solidFill>
                  <a:srgbClr val="FFFFFF"/>
                </a:solidFill>
                <a:latin typeface="Cambria"/>
                <a:cs typeface="Cambria"/>
              </a:rPr>
              <a:t>Operator </a:t>
            </a:r>
            <a:r>
              <a:rPr sz="3600" b="1" spc="-75" dirty="0">
                <a:solidFill>
                  <a:srgbClr val="FFFFFF"/>
                </a:solidFill>
                <a:latin typeface="Cambria"/>
                <a:cs typeface="Cambria"/>
              </a:rPr>
              <a:t>Precedence </a:t>
            </a:r>
            <a:r>
              <a:rPr sz="3600" b="1" spc="-10" dirty="0">
                <a:solidFill>
                  <a:srgbClr val="FFFFFF"/>
                </a:solidFill>
                <a:latin typeface="Cambria"/>
                <a:cs typeface="Cambria"/>
              </a:rPr>
              <a:t>Parsing</a:t>
            </a:r>
            <a:endParaRPr sz="3600">
              <a:latin typeface="Cambria"/>
              <a:cs typeface="Cambria"/>
            </a:endParaRPr>
          </a:p>
        </p:txBody>
      </p:sp>
      <p:pic>
        <p:nvPicPr>
          <p:cNvPr id="3" name="object 3"/>
          <p:cNvPicPr/>
          <p:nvPr/>
        </p:nvPicPr>
        <p:blipFill>
          <a:blip r:embed="rId2" cstate="print"/>
          <a:stretch>
            <a:fillRect/>
          </a:stretch>
        </p:blipFill>
        <p:spPr>
          <a:xfrm>
            <a:off x="4280973" y="997638"/>
            <a:ext cx="6614728" cy="4970026"/>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700"/>
              </a:spcBef>
            </a:pPr>
            <a:endParaRPr sz="3600">
              <a:latin typeface="Times New Roman"/>
              <a:cs typeface="Times New Roman"/>
            </a:endParaRPr>
          </a:p>
          <a:p>
            <a:pPr marL="344170" marR="734060">
              <a:lnSpc>
                <a:spcPts val="3890"/>
              </a:lnSpc>
            </a:pPr>
            <a:r>
              <a:rPr sz="3600" b="1" spc="-10" dirty="0">
                <a:solidFill>
                  <a:srgbClr val="FFFFFF"/>
                </a:solidFill>
                <a:latin typeface="Cambria"/>
                <a:cs typeface="Cambria"/>
              </a:rPr>
              <a:t>Operator </a:t>
            </a:r>
            <a:r>
              <a:rPr sz="3600" b="1" spc="-75" dirty="0">
                <a:solidFill>
                  <a:srgbClr val="FFFFFF"/>
                </a:solidFill>
                <a:latin typeface="Cambria"/>
                <a:cs typeface="Cambria"/>
              </a:rPr>
              <a:t>Precedence </a:t>
            </a:r>
            <a:r>
              <a:rPr sz="3600" b="1" spc="-10" dirty="0">
                <a:solidFill>
                  <a:srgbClr val="FFFFFF"/>
                </a:solidFill>
                <a:latin typeface="Cambria"/>
                <a:cs typeface="Cambria"/>
              </a:rPr>
              <a:t>Parsing</a:t>
            </a:r>
            <a:endParaRPr sz="3600">
              <a:latin typeface="Cambria"/>
              <a:cs typeface="Cambria"/>
            </a:endParaRPr>
          </a:p>
        </p:txBody>
      </p:sp>
      <p:sp>
        <p:nvSpPr>
          <p:cNvPr id="3" name="object 3"/>
          <p:cNvSpPr txBox="1"/>
          <p:nvPr/>
        </p:nvSpPr>
        <p:spPr>
          <a:xfrm>
            <a:off x="3682365" y="853795"/>
            <a:ext cx="7769225" cy="1123315"/>
          </a:xfrm>
          <a:prstGeom prst="rect">
            <a:avLst/>
          </a:prstGeom>
        </p:spPr>
        <p:txBody>
          <a:bodyPr vert="horz" wrap="square" lIns="0" tIns="73660" rIns="0" bIns="0" rtlCol="0">
            <a:spAutoFit/>
          </a:bodyPr>
          <a:lstStyle/>
          <a:p>
            <a:pPr marL="354965" indent="-342265">
              <a:lnSpc>
                <a:spcPct val="100000"/>
              </a:lnSpc>
              <a:spcBef>
                <a:spcPts val="580"/>
              </a:spcBef>
              <a:buClr>
                <a:srgbClr val="003399"/>
              </a:buClr>
              <a:buSzPct val="85000"/>
              <a:buFont typeface="Microsoft Sans Serif"/>
              <a:buChar char="•"/>
              <a:tabLst>
                <a:tab pos="354965" algn="l"/>
              </a:tabLst>
            </a:pPr>
            <a:r>
              <a:rPr sz="2000" b="1" spc="-10" dirty="0">
                <a:latin typeface="Cambria"/>
                <a:cs typeface="Cambria"/>
              </a:rPr>
              <a:t>Disadvantages</a:t>
            </a:r>
            <a:r>
              <a:rPr sz="2000" spc="-10" dirty="0">
                <a:latin typeface="Cambria"/>
                <a:cs typeface="Cambria"/>
              </a:rPr>
              <a:t>:</a:t>
            </a:r>
            <a:endParaRPr sz="2000">
              <a:latin typeface="Cambria"/>
              <a:cs typeface="Cambria"/>
            </a:endParaRPr>
          </a:p>
          <a:p>
            <a:pPr marL="812800" lvl="1" indent="-342900">
              <a:lnSpc>
                <a:spcPct val="100000"/>
              </a:lnSpc>
              <a:spcBef>
                <a:spcPts val="480"/>
              </a:spcBef>
              <a:buClr>
                <a:srgbClr val="FF3300"/>
              </a:buClr>
              <a:buSzPct val="75000"/>
              <a:buFont typeface="Microsoft Sans Serif"/>
              <a:buChar char="•"/>
              <a:tabLst>
                <a:tab pos="812800" algn="l"/>
              </a:tabLst>
            </a:pPr>
            <a:r>
              <a:rPr sz="2000" dirty="0">
                <a:latin typeface="Cambria"/>
                <a:cs typeface="Cambria"/>
              </a:rPr>
              <a:t>Small</a:t>
            </a:r>
            <a:r>
              <a:rPr sz="2000" spc="-50" dirty="0">
                <a:latin typeface="Cambria"/>
                <a:cs typeface="Cambria"/>
              </a:rPr>
              <a:t> </a:t>
            </a:r>
            <a:r>
              <a:rPr sz="2000" dirty="0">
                <a:latin typeface="Cambria"/>
                <a:cs typeface="Cambria"/>
              </a:rPr>
              <a:t>class</a:t>
            </a:r>
            <a:r>
              <a:rPr sz="2000" spc="-20" dirty="0">
                <a:latin typeface="Cambria"/>
                <a:cs typeface="Cambria"/>
              </a:rPr>
              <a:t> </a:t>
            </a:r>
            <a:r>
              <a:rPr sz="2000" dirty="0">
                <a:latin typeface="Cambria"/>
                <a:cs typeface="Cambria"/>
              </a:rPr>
              <a:t>of</a:t>
            </a:r>
            <a:r>
              <a:rPr sz="2000" spc="-30" dirty="0">
                <a:latin typeface="Cambria"/>
                <a:cs typeface="Cambria"/>
              </a:rPr>
              <a:t> </a:t>
            </a:r>
            <a:r>
              <a:rPr sz="2000" spc="-10" dirty="0">
                <a:latin typeface="Cambria"/>
                <a:cs typeface="Cambria"/>
              </a:rPr>
              <a:t>grammars.</a:t>
            </a:r>
            <a:endParaRPr sz="2000">
              <a:latin typeface="Cambria"/>
              <a:cs typeface="Cambria"/>
            </a:endParaRPr>
          </a:p>
          <a:p>
            <a:pPr marL="812800" lvl="1" indent="-342900">
              <a:lnSpc>
                <a:spcPct val="100000"/>
              </a:lnSpc>
              <a:spcBef>
                <a:spcPts val="480"/>
              </a:spcBef>
              <a:buClr>
                <a:srgbClr val="FF3300"/>
              </a:buClr>
              <a:buSzPct val="75000"/>
              <a:buFont typeface="Microsoft Sans Serif"/>
              <a:buChar char="•"/>
              <a:tabLst>
                <a:tab pos="812800" algn="l"/>
              </a:tabLst>
            </a:pPr>
            <a:r>
              <a:rPr sz="2000" dirty="0">
                <a:latin typeface="Cambria"/>
                <a:cs typeface="Cambria"/>
              </a:rPr>
              <a:t>Difficult</a:t>
            </a:r>
            <a:r>
              <a:rPr sz="2000" spc="-65" dirty="0">
                <a:latin typeface="Cambria"/>
                <a:cs typeface="Cambria"/>
              </a:rPr>
              <a:t> </a:t>
            </a:r>
            <a:r>
              <a:rPr sz="2000" dirty="0">
                <a:latin typeface="Cambria"/>
                <a:cs typeface="Cambria"/>
              </a:rPr>
              <a:t>to</a:t>
            </a:r>
            <a:r>
              <a:rPr sz="2000" spc="-50" dirty="0">
                <a:latin typeface="Cambria"/>
                <a:cs typeface="Cambria"/>
              </a:rPr>
              <a:t> </a:t>
            </a:r>
            <a:r>
              <a:rPr sz="2000" dirty="0">
                <a:latin typeface="Cambria"/>
                <a:cs typeface="Cambria"/>
              </a:rPr>
              <a:t>decide</a:t>
            </a:r>
            <a:r>
              <a:rPr sz="2000" spc="-45" dirty="0">
                <a:latin typeface="Cambria"/>
                <a:cs typeface="Cambria"/>
              </a:rPr>
              <a:t> </a:t>
            </a:r>
            <a:r>
              <a:rPr sz="2000" dirty="0">
                <a:latin typeface="Cambria"/>
                <a:cs typeface="Cambria"/>
              </a:rPr>
              <a:t>which</a:t>
            </a:r>
            <a:r>
              <a:rPr sz="2000" spc="-45" dirty="0">
                <a:latin typeface="Cambria"/>
                <a:cs typeface="Cambria"/>
              </a:rPr>
              <a:t> </a:t>
            </a:r>
            <a:r>
              <a:rPr sz="2000" dirty="0">
                <a:latin typeface="Cambria"/>
                <a:cs typeface="Cambria"/>
              </a:rPr>
              <a:t>language</a:t>
            </a:r>
            <a:r>
              <a:rPr sz="2000" spc="-75" dirty="0">
                <a:latin typeface="Cambria"/>
                <a:cs typeface="Cambria"/>
              </a:rPr>
              <a:t> </a:t>
            </a:r>
            <a:r>
              <a:rPr sz="2000" dirty="0">
                <a:latin typeface="Cambria"/>
                <a:cs typeface="Cambria"/>
              </a:rPr>
              <a:t>is</a:t>
            </a:r>
            <a:r>
              <a:rPr sz="2000" spc="-40" dirty="0">
                <a:latin typeface="Cambria"/>
                <a:cs typeface="Cambria"/>
              </a:rPr>
              <a:t> </a:t>
            </a:r>
            <a:r>
              <a:rPr sz="2000" dirty="0">
                <a:latin typeface="Cambria"/>
                <a:cs typeface="Cambria"/>
              </a:rPr>
              <a:t>recognized</a:t>
            </a:r>
            <a:r>
              <a:rPr sz="2000" spc="-45" dirty="0">
                <a:latin typeface="Cambria"/>
                <a:cs typeface="Cambria"/>
              </a:rPr>
              <a:t> </a:t>
            </a:r>
            <a:r>
              <a:rPr sz="2000" dirty="0">
                <a:latin typeface="Cambria"/>
                <a:cs typeface="Cambria"/>
              </a:rPr>
              <a:t>by</a:t>
            </a:r>
            <a:r>
              <a:rPr sz="2000" spc="-35" dirty="0">
                <a:latin typeface="Cambria"/>
                <a:cs typeface="Cambria"/>
              </a:rPr>
              <a:t> </a:t>
            </a:r>
            <a:r>
              <a:rPr sz="2000" dirty="0">
                <a:latin typeface="Cambria"/>
                <a:cs typeface="Cambria"/>
              </a:rPr>
              <a:t>the</a:t>
            </a:r>
            <a:r>
              <a:rPr sz="2000" spc="-60" dirty="0">
                <a:latin typeface="Cambria"/>
                <a:cs typeface="Cambria"/>
              </a:rPr>
              <a:t> </a:t>
            </a:r>
            <a:r>
              <a:rPr sz="2000" spc="-10" dirty="0">
                <a:latin typeface="Cambria"/>
                <a:cs typeface="Cambria"/>
              </a:rPr>
              <a:t>grammar.</a:t>
            </a:r>
            <a:endParaRPr sz="2000">
              <a:latin typeface="Cambria"/>
              <a:cs typeface="Cambria"/>
            </a:endParaRPr>
          </a:p>
        </p:txBody>
      </p:sp>
      <p:sp>
        <p:nvSpPr>
          <p:cNvPr id="4" name="object 4"/>
          <p:cNvSpPr txBox="1"/>
          <p:nvPr/>
        </p:nvSpPr>
        <p:spPr>
          <a:xfrm>
            <a:off x="3682365" y="2317216"/>
            <a:ext cx="7323455" cy="1123315"/>
          </a:xfrm>
          <a:prstGeom prst="rect">
            <a:avLst/>
          </a:prstGeom>
        </p:spPr>
        <p:txBody>
          <a:bodyPr vert="horz" wrap="square" lIns="0" tIns="73660" rIns="0" bIns="0" rtlCol="0">
            <a:spAutoFit/>
          </a:bodyPr>
          <a:lstStyle/>
          <a:p>
            <a:pPr marL="354965" indent="-342265">
              <a:lnSpc>
                <a:spcPct val="100000"/>
              </a:lnSpc>
              <a:spcBef>
                <a:spcPts val="580"/>
              </a:spcBef>
              <a:buClr>
                <a:srgbClr val="003399"/>
              </a:buClr>
              <a:buSzPct val="85000"/>
              <a:buFont typeface="Microsoft Sans Serif"/>
              <a:buChar char="•"/>
              <a:tabLst>
                <a:tab pos="354965" algn="l"/>
              </a:tabLst>
            </a:pPr>
            <a:r>
              <a:rPr sz="2000" b="1" spc="-10" dirty="0">
                <a:latin typeface="Cambria"/>
                <a:cs typeface="Cambria"/>
              </a:rPr>
              <a:t>Advantages</a:t>
            </a:r>
            <a:r>
              <a:rPr sz="2000" spc="-10" dirty="0">
                <a:latin typeface="Cambria"/>
                <a:cs typeface="Cambria"/>
              </a:rPr>
              <a:t>:</a:t>
            </a:r>
            <a:endParaRPr sz="2000">
              <a:latin typeface="Cambria"/>
              <a:cs typeface="Cambria"/>
            </a:endParaRPr>
          </a:p>
          <a:p>
            <a:pPr marL="812800" lvl="1" indent="-342900">
              <a:lnSpc>
                <a:spcPct val="100000"/>
              </a:lnSpc>
              <a:spcBef>
                <a:spcPts val="480"/>
              </a:spcBef>
              <a:buClr>
                <a:srgbClr val="FF3300"/>
              </a:buClr>
              <a:buSzPct val="75000"/>
              <a:buFont typeface="Microsoft Sans Serif"/>
              <a:buChar char="•"/>
              <a:tabLst>
                <a:tab pos="812800" algn="l"/>
              </a:tabLst>
            </a:pPr>
            <a:r>
              <a:rPr sz="2000" spc="-10" dirty="0">
                <a:latin typeface="Cambria"/>
                <a:cs typeface="Cambria"/>
              </a:rPr>
              <a:t>simple</a:t>
            </a:r>
            <a:endParaRPr sz="2000">
              <a:latin typeface="Cambria"/>
              <a:cs typeface="Cambria"/>
            </a:endParaRPr>
          </a:p>
          <a:p>
            <a:pPr marL="812800" lvl="1" indent="-342900">
              <a:lnSpc>
                <a:spcPct val="100000"/>
              </a:lnSpc>
              <a:spcBef>
                <a:spcPts val="480"/>
              </a:spcBef>
              <a:buClr>
                <a:srgbClr val="FF3300"/>
              </a:buClr>
              <a:buSzPct val="75000"/>
              <a:buFont typeface="Microsoft Sans Serif"/>
              <a:buChar char="•"/>
              <a:tabLst>
                <a:tab pos="812800" algn="l"/>
              </a:tabLst>
            </a:pPr>
            <a:r>
              <a:rPr sz="2000" dirty="0">
                <a:latin typeface="Cambria"/>
                <a:cs typeface="Cambria"/>
              </a:rPr>
              <a:t>powerful</a:t>
            </a:r>
            <a:r>
              <a:rPr sz="2000" spc="-60" dirty="0">
                <a:latin typeface="Cambria"/>
                <a:cs typeface="Cambria"/>
              </a:rPr>
              <a:t> </a:t>
            </a:r>
            <a:r>
              <a:rPr sz="2000" dirty="0">
                <a:latin typeface="Cambria"/>
                <a:cs typeface="Cambria"/>
              </a:rPr>
              <a:t>enough</a:t>
            </a:r>
            <a:r>
              <a:rPr sz="2000" spc="-55" dirty="0">
                <a:latin typeface="Cambria"/>
                <a:cs typeface="Cambria"/>
              </a:rPr>
              <a:t> </a:t>
            </a:r>
            <a:r>
              <a:rPr sz="2000" dirty="0">
                <a:latin typeface="Cambria"/>
                <a:cs typeface="Cambria"/>
              </a:rPr>
              <a:t>for</a:t>
            </a:r>
            <a:r>
              <a:rPr sz="2000" spc="-40" dirty="0">
                <a:latin typeface="Cambria"/>
                <a:cs typeface="Cambria"/>
              </a:rPr>
              <a:t> </a:t>
            </a:r>
            <a:r>
              <a:rPr sz="2000" dirty="0">
                <a:latin typeface="Cambria"/>
                <a:cs typeface="Cambria"/>
              </a:rPr>
              <a:t>expressions</a:t>
            </a:r>
            <a:r>
              <a:rPr sz="2000" spc="-70" dirty="0">
                <a:latin typeface="Cambria"/>
                <a:cs typeface="Cambria"/>
              </a:rPr>
              <a:t> </a:t>
            </a:r>
            <a:r>
              <a:rPr sz="2000" dirty="0">
                <a:latin typeface="Cambria"/>
                <a:cs typeface="Cambria"/>
              </a:rPr>
              <a:t>in</a:t>
            </a:r>
            <a:r>
              <a:rPr sz="2000" spc="-40" dirty="0">
                <a:latin typeface="Cambria"/>
                <a:cs typeface="Cambria"/>
              </a:rPr>
              <a:t> </a:t>
            </a:r>
            <a:r>
              <a:rPr sz="2000" spc="-10" dirty="0">
                <a:latin typeface="Cambria"/>
                <a:cs typeface="Cambria"/>
              </a:rPr>
              <a:t>programming</a:t>
            </a:r>
            <a:r>
              <a:rPr sz="2000" spc="-60" dirty="0">
                <a:latin typeface="Cambria"/>
                <a:cs typeface="Cambria"/>
              </a:rPr>
              <a:t> </a:t>
            </a:r>
            <a:r>
              <a:rPr sz="2000" spc="-10" dirty="0">
                <a:latin typeface="Cambria"/>
                <a:cs typeface="Cambria"/>
              </a:rPr>
              <a:t>languages</a:t>
            </a:r>
            <a:endParaRPr sz="2000">
              <a:latin typeface="Cambria"/>
              <a:cs typeface="Cambri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30" dirty="0">
                <a:solidFill>
                  <a:srgbClr val="FFFFFF"/>
                </a:solidFill>
                <a:latin typeface="Cambria"/>
                <a:cs typeface="Cambria"/>
              </a:rPr>
              <a:t>LR</a:t>
            </a:r>
            <a:r>
              <a:rPr sz="3600" b="1" spc="-165" dirty="0">
                <a:solidFill>
                  <a:srgbClr val="FFFFFF"/>
                </a:solidFill>
                <a:latin typeface="Cambria"/>
                <a:cs typeface="Cambria"/>
              </a:rPr>
              <a:t> </a:t>
            </a:r>
            <a:r>
              <a:rPr sz="3600" b="1" spc="-10" dirty="0">
                <a:solidFill>
                  <a:srgbClr val="FFFFFF"/>
                </a:solidFill>
                <a:latin typeface="Cambria"/>
                <a:cs typeface="Cambria"/>
              </a:rPr>
              <a:t>Parsers</a:t>
            </a:r>
            <a:endParaRPr sz="3600">
              <a:latin typeface="Cambria"/>
              <a:cs typeface="Cambria"/>
            </a:endParaRPr>
          </a:p>
        </p:txBody>
      </p:sp>
      <p:sp>
        <p:nvSpPr>
          <p:cNvPr id="3" name="object 3"/>
          <p:cNvSpPr txBox="1"/>
          <p:nvPr/>
        </p:nvSpPr>
        <p:spPr>
          <a:xfrm>
            <a:off x="3577209" y="957783"/>
            <a:ext cx="7878445" cy="2449830"/>
          </a:xfrm>
          <a:prstGeom prst="rect">
            <a:avLst/>
          </a:prstGeom>
        </p:spPr>
        <p:txBody>
          <a:bodyPr vert="horz" wrap="square" lIns="0" tIns="12700" rIns="0" bIns="0" rtlCol="0">
            <a:spAutoFit/>
          </a:bodyPr>
          <a:lstStyle/>
          <a:p>
            <a:pPr marL="194945" marR="5080" indent="-182880" algn="just">
              <a:lnSpc>
                <a:spcPct val="100000"/>
              </a:lnSpc>
              <a:spcBef>
                <a:spcPts val="100"/>
              </a:spcBef>
              <a:buClr>
                <a:srgbClr val="003399"/>
              </a:buClr>
              <a:buSzPct val="85416"/>
              <a:buFont typeface="Microsoft Sans Serif"/>
              <a:buChar char="•"/>
              <a:tabLst>
                <a:tab pos="194945" algn="l"/>
              </a:tabLst>
            </a:pPr>
            <a:r>
              <a:rPr sz="2400" dirty="0">
                <a:latin typeface="Cambria"/>
                <a:cs typeface="Cambria"/>
              </a:rPr>
              <a:t>This</a:t>
            </a:r>
            <a:r>
              <a:rPr sz="2400" spc="60" dirty="0">
                <a:latin typeface="Cambria"/>
                <a:cs typeface="Cambria"/>
              </a:rPr>
              <a:t> </a:t>
            </a:r>
            <a:r>
              <a:rPr sz="2400" dirty="0">
                <a:latin typeface="Cambria"/>
                <a:cs typeface="Cambria"/>
              </a:rPr>
              <a:t>is</a:t>
            </a:r>
            <a:r>
              <a:rPr sz="2400" spc="50" dirty="0">
                <a:latin typeface="Cambria"/>
                <a:cs typeface="Cambria"/>
              </a:rPr>
              <a:t> </a:t>
            </a:r>
            <a:r>
              <a:rPr sz="2400" dirty="0">
                <a:latin typeface="Cambria"/>
                <a:cs typeface="Cambria"/>
              </a:rPr>
              <a:t>the</a:t>
            </a:r>
            <a:r>
              <a:rPr sz="2400" spc="50" dirty="0">
                <a:latin typeface="Cambria"/>
                <a:cs typeface="Cambria"/>
              </a:rPr>
              <a:t> </a:t>
            </a:r>
            <a:r>
              <a:rPr sz="2400" dirty="0">
                <a:latin typeface="Cambria"/>
                <a:cs typeface="Cambria"/>
              </a:rPr>
              <a:t>most</a:t>
            </a:r>
            <a:r>
              <a:rPr sz="2400" spc="60" dirty="0">
                <a:latin typeface="Cambria"/>
                <a:cs typeface="Cambria"/>
              </a:rPr>
              <a:t> </a:t>
            </a:r>
            <a:r>
              <a:rPr sz="2400" dirty="0">
                <a:latin typeface="Cambria"/>
                <a:cs typeface="Cambria"/>
              </a:rPr>
              <a:t>efficient</a:t>
            </a:r>
            <a:r>
              <a:rPr sz="2400" spc="75" dirty="0">
                <a:latin typeface="Cambria"/>
                <a:cs typeface="Cambria"/>
              </a:rPr>
              <a:t> </a:t>
            </a:r>
            <a:r>
              <a:rPr sz="2400" dirty="0">
                <a:latin typeface="Cambria"/>
                <a:cs typeface="Cambria"/>
              </a:rPr>
              <a:t>method</a:t>
            </a:r>
            <a:r>
              <a:rPr sz="2400" spc="55" dirty="0">
                <a:latin typeface="Cambria"/>
                <a:cs typeface="Cambria"/>
              </a:rPr>
              <a:t> </a:t>
            </a:r>
            <a:r>
              <a:rPr sz="2400" dirty="0">
                <a:latin typeface="Cambria"/>
                <a:cs typeface="Cambria"/>
              </a:rPr>
              <a:t>of</a:t>
            </a:r>
            <a:r>
              <a:rPr sz="2400" spc="70" dirty="0">
                <a:latin typeface="Cambria"/>
                <a:cs typeface="Cambria"/>
              </a:rPr>
              <a:t> </a:t>
            </a:r>
            <a:r>
              <a:rPr sz="2400" dirty="0">
                <a:latin typeface="Cambria"/>
                <a:cs typeface="Cambria"/>
              </a:rPr>
              <a:t>the</a:t>
            </a:r>
            <a:r>
              <a:rPr sz="2400" spc="65" dirty="0">
                <a:latin typeface="Cambria"/>
                <a:cs typeface="Cambria"/>
              </a:rPr>
              <a:t> </a:t>
            </a:r>
            <a:r>
              <a:rPr sz="2400" spc="-20" dirty="0">
                <a:latin typeface="Cambria"/>
                <a:cs typeface="Cambria"/>
              </a:rPr>
              <a:t>bottom-</a:t>
            </a:r>
            <a:r>
              <a:rPr sz="2400" dirty="0">
                <a:latin typeface="Cambria"/>
                <a:cs typeface="Cambria"/>
              </a:rPr>
              <a:t>up</a:t>
            </a:r>
            <a:r>
              <a:rPr sz="2400" spc="55" dirty="0">
                <a:latin typeface="Cambria"/>
                <a:cs typeface="Cambria"/>
              </a:rPr>
              <a:t> </a:t>
            </a:r>
            <a:r>
              <a:rPr sz="2400" spc="-10" dirty="0">
                <a:latin typeface="Cambria"/>
                <a:cs typeface="Cambria"/>
              </a:rPr>
              <a:t>parsing </a:t>
            </a:r>
            <a:r>
              <a:rPr sz="2400" dirty="0">
                <a:latin typeface="Cambria"/>
                <a:cs typeface="Cambria"/>
              </a:rPr>
              <a:t>which</a:t>
            </a:r>
            <a:r>
              <a:rPr sz="2400" spc="180" dirty="0">
                <a:latin typeface="Cambria"/>
                <a:cs typeface="Cambria"/>
              </a:rPr>
              <a:t> </a:t>
            </a:r>
            <a:r>
              <a:rPr sz="2400" dirty="0">
                <a:latin typeface="Cambria"/>
                <a:cs typeface="Cambria"/>
              </a:rPr>
              <a:t>can</a:t>
            </a:r>
            <a:r>
              <a:rPr sz="2400" spc="195" dirty="0">
                <a:latin typeface="Cambria"/>
                <a:cs typeface="Cambria"/>
              </a:rPr>
              <a:t> </a:t>
            </a:r>
            <a:r>
              <a:rPr sz="2400" dirty="0">
                <a:latin typeface="Cambria"/>
                <a:cs typeface="Cambria"/>
              </a:rPr>
              <a:t>be</a:t>
            </a:r>
            <a:r>
              <a:rPr sz="2400" spc="190" dirty="0">
                <a:latin typeface="Cambria"/>
                <a:cs typeface="Cambria"/>
              </a:rPr>
              <a:t> </a:t>
            </a:r>
            <a:r>
              <a:rPr sz="2400" dirty="0">
                <a:latin typeface="Cambria"/>
                <a:cs typeface="Cambria"/>
              </a:rPr>
              <a:t>used</a:t>
            </a:r>
            <a:r>
              <a:rPr sz="2400" spc="185" dirty="0">
                <a:latin typeface="Cambria"/>
                <a:cs typeface="Cambria"/>
              </a:rPr>
              <a:t> </a:t>
            </a:r>
            <a:r>
              <a:rPr sz="2400" dirty="0">
                <a:latin typeface="Cambria"/>
                <a:cs typeface="Cambria"/>
              </a:rPr>
              <a:t>to</a:t>
            </a:r>
            <a:r>
              <a:rPr sz="2400" spc="190" dirty="0">
                <a:latin typeface="Cambria"/>
                <a:cs typeface="Cambria"/>
              </a:rPr>
              <a:t> </a:t>
            </a:r>
            <a:r>
              <a:rPr sz="2400" dirty="0">
                <a:latin typeface="Cambria"/>
                <a:cs typeface="Cambria"/>
              </a:rPr>
              <a:t>parse</a:t>
            </a:r>
            <a:r>
              <a:rPr sz="2400" spc="190" dirty="0">
                <a:latin typeface="Cambria"/>
                <a:cs typeface="Cambria"/>
              </a:rPr>
              <a:t> </a:t>
            </a:r>
            <a:r>
              <a:rPr sz="2400" dirty="0">
                <a:latin typeface="Cambria"/>
                <a:cs typeface="Cambria"/>
              </a:rPr>
              <a:t>the</a:t>
            </a:r>
            <a:r>
              <a:rPr sz="2400" spc="190" dirty="0">
                <a:latin typeface="Cambria"/>
                <a:cs typeface="Cambria"/>
              </a:rPr>
              <a:t> </a:t>
            </a:r>
            <a:r>
              <a:rPr sz="2400" dirty="0">
                <a:latin typeface="Cambria"/>
                <a:cs typeface="Cambria"/>
              </a:rPr>
              <a:t>large</a:t>
            </a:r>
            <a:r>
              <a:rPr sz="2400" spc="180" dirty="0">
                <a:latin typeface="Cambria"/>
                <a:cs typeface="Cambria"/>
              </a:rPr>
              <a:t> </a:t>
            </a:r>
            <a:r>
              <a:rPr sz="2400" dirty="0">
                <a:latin typeface="Cambria"/>
                <a:cs typeface="Cambria"/>
              </a:rPr>
              <a:t>class</a:t>
            </a:r>
            <a:r>
              <a:rPr sz="2400" spc="185" dirty="0">
                <a:latin typeface="Cambria"/>
                <a:cs typeface="Cambria"/>
              </a:rPr>
              <a:t> </a:t>
            </a:r>
            <a:r>
              <a:rPr sz="2400" dirty="0">
                <a:latin typeface="Cambria"/>
                <a:cs typeface="Cambria"/>
              </a:rPr>
              <a:t>of</a:t>
            </a:r>
            <a:r>
              <a:rPr sz="2400" spc="185" dirty="0">
                <a:latin typeface="Cambria"/>
                <a:cs typeface="Cambria"/>
              </a:rPr>
              <a:t> </a:t>
            </a:r>
            <a:r>
              <a:rPr sz="2400" dirty="0">
                <a:latin typeface="Cambria"/>
                <a:cs typeface="Cambria"/>
              </a:rPr>
              <a:t>context</a:t>
            </a:r>
            <a:r>
              <a:rPr sz="2400" spc="195" dirty="0">
                <a:latin typeface="Cambria"/>
                <a:cs typeface="Cambria"/>
              </a:rPr>
              <a:t> </a:t>
            </a:r>
            <a:r>
              <a:rPr sz="2400" spc="-20" dirty="0">
                <a:latin typeface="Cambria"/>
                <a:cs typeface="Cambria"/>
              </a:rPr>
              <a:t>free </a:t>
            </a:r>
            <a:r>
              <a:rPr sz="2400" spc="-10" dirty="0">
                <a:latin typeface="Cambria"/>
                <a:cs typeface="Cambria"/>
              </a:rPr>
              <a:t>grammars.</a:t>
            </a:r>
            <a:r>
              <a:rPr sz="2400" spc="-55" dirty="0">
                <a:latin typeface="Cambria"/>
                <a:cs typeface="Cambria"/>
              </a:rPr>
              <a:t> </a:t>
            </a:r>
            <a:r>
              <a:rPr sz="2400" dirty="0">
                <a:latin typeface="Cambria"/>
                <a:cs typeface="Cambria"/>
              </a:rPr>
              <a:t>This</a:t>
            </a:r>
            <a:r>
              <a:rPr sz="2400" spc="-40" dirty="0">
                <a:latin typeface="Cambria"/>
                <a:cs typeface="Cambria"/>
              </a:rPr>
              <a:t> </a:t>
            </a:r>
            <a:r>
              <a:rPr sz="2400" dirty="0">
                <a:latin typeface="Cambria"/>
                <a:cs typeface="Cambria"/>
              </a:rPr>
              <a:t>method</a:t>
            </a:r>
            <a:r>
              <a:rPr sz="2400" spc="-35" dirty="0">
                <a:latin typeface="Cambria"/>
                <a:cs typeface="Cambria"/>
              </a:rPr>
              <a:t> </a:t>
            </a:r>
            <a:r>
              <a:rPr sz="2400" dirty="0">
                <a:latin typeface="Cambria"/>
                <a:cs typeface="Cambria"/>
              </a:rPr>
              <a:t>is</a:t>
            </a:r>
            <a:r>
              <a:rPr sz="2400" spc="-50" dirty="0">
                <a:latin typeface="Cambria"/>
                <a:cs typeface="Cambria"/>
              </a:rPr>
              <a:t> </a:t>
            </a:r>
            <a:r>
              <a:rPr sz="2400" dirty="0">
                <a:latin typeface="Cambria"/>
                <a:cs typeface="Cambria"/>
              </a:rPr>
              <a:t>also</a:t>
            </a:r>
            <a:r>
              <a:rPr sz="2400" spc="-35" dirty="0">
                <a:latin typeface="Cambria"/>
                <a:cs typeface="Cambria"/>
              </a:rPr>
              <a:t> </a:t>
            </a:r>
            <a:r>
              <a:rPr sz="2400" dirty="0">
                <a:latin typeface="Cambria"/>
                <a:cs typeface="Cambria"/>
              </a:rPr>
              <a:t>called</a:t>
            </a:r>
            <a:r>
              <a:rPr sz="2400" spc="-35" dirty="0">
                <a:latin typeface="Cambria"/>
                <a:cs typeface="Cambria"/>
              </a:rPr>
              <a:t> </a:t>
            </a:r>
            <a:r>
              <a:rPr sz="2400" dirty="0">
                <a:latin typeface="Cambria"/>
                <a:cs typeface="Cambria"/>
              </a:rPr>
              <a:t>LR</a:t>
            </a:r>
            <a:r>
              <a:rPr sz="2400" spc="-45" dirty="0">
                <a:latin typeface="Cambria"/>
                <a:cs typeface="Cambria"/>
              </a:rPr>
              <a:t> </a:t>
            </a:r>
            <a:r>
              <a:rPr sz="2400" spc="-10" dirty="0">
                <a:latin typeface="Cambria"/>
                <a:cs typeface="Cambria"/>
              </a:rPr>
              <a:t>parser.</a:t>
            </a:r>
            <a:endParaRPr sz="2400">
              <a:latin typeface="Cambria"/>
              <a:cs typeface="Cambria"/>
            </a:endParaRPr>
          </a:p>
          <a:p>
            <a:pPr marL="196215" indent="-183515" algn="just">
              <a:lnSpc>
                <a:spcPct val="100000"/>
              </a:lnSpc>
              <a:spcBef>
                <a:spcPts val="605"/>
              </a:spcBef>
              <a:buClr>
                <a:srgbClr val="003399"/>
              </a:buClr>
              <a:buSzPct val="85416"/>
              <a:buFont typeface="Microsoft Sans Serif"/>
              <a:buChar char="•"/>
              <a:tabLst>
                <a:tab pos="196215" algn="l"/>
              </a:tabLst>
            </a:pPr>
            <a:r>
              <a:rPr sz="2400" dirty="0">
                <a:latin typeface="Cambria"/>
                <a:cs typeface="Cambria"/>
              </a:rPr>
              <a:t>Non</a:t>
            </a:r>
            <a:r>
              <a:rPr sz="2400" spc="-45" dirty="0">
                <a:latin typeface="Cambria"/>
                <a:cs typeface="Cambria"/>
              </a:rPr>
              <a:t> </a:t>
            </a:r>
            <a:r>
              <a:rPr sz="2400" spc="-10" dirty="0">
                <a:latin typeface="Cambria"/>
                <a:cs typeface="Cambria"/>
              </a:rPr>
              <a:t>backtracking</a:t>
            </a:r>
            <a:r>
              <a:rPr sz="2400" spc="-70" dirty="0">
                <a:latin typeface="Cambria"/>
                <a:cs typeface="Cambria"/>
              </a:rPr>
              <a:t> </a:t>
            </a:r>
            <a:r>
              <a:rPr sz="2400" dirty="0">
                <a:latin typeface="Cambria"/>
                <a:cs typeface="Cambria"/>
              </a:rPr>
              <a:t>shift</a:t>
            </a:r>
            <a:r>
              <a:rPr sz="2400" spc="-45" dirty="0">
                <a:latin typeface="Cambria"/>
                <a:cs typeface="Cambria"/>
              </a:rPr>
              <a:t> </a:t>
            </a:r>
            <a:r>
              <a:rPr sz="2400" dirty="0">
                <a:latin typeface="Cambria"/>
                <a:cs typeface="Cambria"/>
              </a:rPr>
              <a:t>reduce</a:t>
            </a:r>
            <a:r>
              <a:rPr sz="2400" spc="-50" dirty="0">
                <a:latin typeface="Cambria"/>
                <a:cs typeface="Cambria"/>
              </a:rPr>
              <a:t> </a:t>
            </a:r>
            <a:r>
              <a:rPr sz="2400" spc="-10" dirty="0">
                <a:latin typeface="Cambria"/>
                <a:cs typeface="Cambria"/>
              </a:rPr>
              <a:t>technique.</a:t>
            </a:r>
            <a:endParaRPr sz="2400">
              <a:latin typeface="Cambria"/>
              <a:cs typeface="Cambria"/>
            </a:endParaRPr>
          </a:p>
          <a:p>
            <a:pPr marL="195580" indent="-182880" algn="just">
              <a:lnSpc>
                <a:spcPct val="100000"/>
              </a:lnSpc>
              <a:spcBef>
                <a:spcPts val="600"/>
              </a:spcBef>
              <a:buClr>
                <a:srgbClr val="003399"/>
              </a:buClr>
              <a:buSzPct val="85416"/>
              <a:buFont typeface="Microsoft Sans Serif"/>
              <a:buChar char="•"/>
              <a:tabLst>
                <a:tab pos="195580" algn="l"/>
              </a:tabLst>
            </a:pPr>
            <a:r>
              <a:rPr sz="2400" dirty="0">
                <a:latin typeface="Cambria"/>
                <a:cs typeface="Cambria"/>
              </a:rPr>
              <a:t>L</a:t>
            </a:r>
            <a:r>
              <a:rPr sz="2400" spc="-40" dirty="0">
                <a:latin typeface="Cambria"/>
                <a:cs typeface="Cambria"/>
              </a:rPr>
              <a:t> </a:t>
            </a:r>
            <a:r>
              <a:rPr sz="2400" dirty="0">
                <a:latin typeface="Cambria"/>
                <a:cs typeface="Cambria"/>
              </a:rPr>
              <a:t>stands</a:t>
            </a:r>
            <a:r>
              <a:rPr sz="2400" spc="-25" dirty="0">
                <a:latin typeface="Cambria"/>
                <a:cs typeface="Cambria"/>
              </a:rPr>
              <a:t> </a:t>
            </a:r>
            <a:r>
              <a:rPr sz="2400" dirty="0">
                <a:latin typeface="Cambria"/>
                <a:cs typeface="Cambria"/>
              </a:rPr>
              <a:t>for</a:t>
            </a:r>
            <a:r>
              <a:rPr sz="2400" spc="-50" dirty="0">
                <a:latin typeface="Cambria"/>
                <a:cs typeface="Cambria"/>
              </a:rPr>
              <a:t> </a:t>
            </a:r>
            <a:r>
              <a:rPr sz="2400" dirty="0">
                <a:latin typeface="Cambria"/>
                <a:cs typeface="Cambria"/>
              </a:rPr>
              <a:t>Left</a:t>
            </a:r>
            <a:r>
              <a:rPr sz="2400" spc="-35" dirty="0">
                <a:latin typeface="Cambria"/>
                <a:cs typeface="Cambria"/>
              </a:rPr>
              <a:t> </a:t>
            </a:r>
            <a:r>
              <a:rPr sz="2400" dirty="0">
                <a:latin typeface="Cambria"/>
                <a:cs typeface="Cambria"/>
              </a:rPr>
              <a:t>to</a:t>
            </a:r>
            <a:r>
              <a:rPr sz="2400" spc="-40" dirty="0">
                <a:latin typeface="Cambria"/>
                <a:cs typeface="Cambria"/>
              </a:rPr>
              <a:t> </a:t>
            </a:r>
            <a:r>
              <a:rPr sz="2400" dirty="0">
                <a:latin typeface="Cambria"/>
                <a:cs typeface="Cambria"/>
              </a:rPr>
              <a:t>right</a:t>
            </a:r>
            <a:r>
              <a:rPr sz="2400" spc="-55" dirty="0">
                <a:latin typeface="Cambria"/>
                <a:cs typeface="Cambria"/>
              </a:rPr>
              <a:t> </a:t>
            </a:r>
            <a:r>
              <a:rPr sz="2400" spc="-10" dirty="0">
                <a:latin typeface="Cambria"/>
                <a:cs typeface="Cambria"/>
              </a:rPr>
              <a:t>scanning</a:t>
            </a:r>
            <a:endParaRPr sz="2400">
              <a:latin typeface="Cambria"/>
              <a:cs typeface="Cambria"/>
            </a:endParaRPr>
          </a:p>
          <a:p>
            <a:pPr marL="195580" indent="-182880" algn="just">
              <a:lnSpc>
                <a:spcPct val="100000"/>
              </a:lnSpc>
              <a:spcBef>
                <a:spcPts val="600"/>
              </a:spcBef>
              <a:buClr>
                <a:srgbClr val="003399"/>
              </a:buClr>
              <a:buSzPct val="85416"/>
              <a:buFont typeface="Microsoft Sans Serif"/>
              <a:buChar char="•"/>
              <a:tabLst>
                <a:tab pos="195580" algn="l"/>
              </a:tabLst>
            </a:pPr>
            <a:r>
              <a:rPr sz="2400" dirty="0">
                <a:latin typeface="Cambria"/>
                <a:cs typeface="Cambria"/>
              </a:rPr>
              <a:t>R</a:t>
            </a:r>
            <a:r>
              <a:rPr sz="2400" spc="-40" dirty="0">
                <a:latin typeface="Cambria"/>
                <a:cs typeface="Cambria"/>
              </a:rPr>
              <a:t> </a:t>
            </a:r>
            <a:r>
              <a:rPr sz="2400" dirty="0">
                <a:latin typeface="Cambria"/>
                <a:cs typeface="Cambria"/>
              </a:rPr>
              <a:t>stands</a:t>
            </a:r>
            <a:r>
              <a:rPr sz="2400" spc="-30" dirty="0">
                <a:latin typeface="Cambria"/>
                <a:cs typeface="Cambria"/>
              </a:rPr>
              <a:t> </a:t>
            </a:r>
            <a:r>
              <a:rPr sz="2400" dirty="0">
                <a:latin typeface="Cambria"/>
                <a:cs typeface="Cambria"/>
              </a:rPr>
              <a:t>for</a:t>
            </a:r>
            <a:r>
              <a:rPr sz="2400" spc="-55" dirty="0">
                <a:latin typeface="Cambria"/>
                <a:cs typeface="Cambria"/>
              </a:rPr>
              <a:t> </a:t>
            </a:r>
            <a:r>
              <a:rPr sz="2400" dirty="0">
                <a:latin typeface="Cambria"/>
                <a:cs typeface="Cambria"/>
              </a:rPr>
              <a:t>rightmost</a:t>
            </a:r>
            <a:r>
              <a:rPr sz="2400" spc="-45" dirty="0">
                <a:latin typeface="Cambria"/>
                <a:cs typeface="Cambria"/>
              </a:rPr>
              <a:t> </a:t>
            </a:r>
            <a:r>
              <a:rPr sz="2400" spc="-10" dirty="0">
                <a:latin typeface="Cambria"/>
                <a:cs typeface="Cambria"/>
              </a:rPr>
              <a:t>derivation</a:t>
            </a:r>
            <a:r>
              <a:rPr sz="2400" spc="-80" dirty="0">
                <a:latin typeface="Cambria"/>
                <a:cs typeface="Cambria"/>
              </a:rPr>
              <a:t> </a:t>
            </a:r>
            <a:r>
              <a:rPr sz="2400" dirty="0">
                <a:latin typeface="Cambria"/>
                <a:cs typeface="Cambria"/>
              </a:rPr>
              <a:t>in</a:t>
            </a:r>
            <a:r>
              <a:rPr sz="2400" spc="-45" dirty="0">
                <a:latin typeface="Cambria"/>
                <a:cs typeface="Cambria"/>
              </a:rPr>
              <a:t> </a:t>
            </a:r>
            <a:r>
              <a:rPr sz="2400" spc="-10" dirty="0">
                <a:latin typeface="Cambria"/>
                <a:cs typeface="Cambria"/>
              </a:rPr>
              <a:t>reverse.</a:t>
            </a:r>
            <a:endParaRPr sz="2400">
              <a:latin typeface="Cambria"/>
              <a:cs typeface="Cambri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30" dirty="0">
                <a:solidFill>
                  <a:srgbClr val="FFFFFF"/>
                </a:solidFill>
                <a:latin typeface="Cambria"/>
                <a:cs typeface="Cambria"/>
              </a:rPr>
              <a:t>LR</a:t>
            </a:r>
            <a:r>
              <a:rPr sz="3600" b="1" spc="-165" dirty="0">
                <a:solidFill>
                  <a:srgbClr val="FFFFFF"/>
                </a:solidFill>
                <a:latin typeface="Cambria"/>
                <a:cs typeface="Cambria"/>
              </a:rPr>
              <a:t> </a:t>
            </a:r>
            <a:r>
              <a:rPr sz="3600" b="1" spc="-10" dirty="0">
                <a:solidFill>
                  <a:srgbClr val="FFFFFF"/>
                </a:solidFill>
                <a:latin typeface="Cambria"/>
                <a:cs typeface="Cambria"/>
              </a:rPr>
              <a:t>Parsers</a:t>
            </a:r>
            <a:endParaRPr sz="3600">
              <a:latin typeface="Cambria"/>
              <a:cs typeface="Cambria"/>
            </a:endParaRPr>
          </a:p>
        </p:txBody>
      </p:sp>
      <p:pic>
        <p:nvPicPr>
          <p:cNvPr id="3" name="object 3"/>
          <p:cNvPicPr/>
          <p:nvPr/>
        </p:nvPicPr>
        <p:blipFill>
          <a:blip r:embed="rId2" cstate="print"/>
          <a:stretch>
            <a:fillRect/>
          </a:stretch>
        </p:blipFill>
        <p:spPr>
          <a:xfrm>
            <a:off x="4938104" y="1272484"/>
            <a:ext cx="5521713" cy="4354474"/>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30" dirty="0">
                <a:solidFill>
                  <a:srgbClr val="FFFFFF"/>
                </a:solidFill>
                <a:latin typeface="Cambria"/>
                <a:cs typeface="Cambria"/>
              </a:rPr>
              <a:t>LR</a:t>
            </a:r>
            <a:r>
              <a:rPr sz="3600" b="1" spc="-165" dirty="0">
                <a:solidFill>
                  <a:srgbClr val="FFFFFF"/>
                </a:solidFill>
                <a:latin typeface="Cambria"/>
                <a:cs typeface="Cambria"/>
              </a:rPr>
              <a:t> </a:t>
            </a:r>
            <a:r>
              <a:rPr sz="3600" b="1" spc="-10" dirty="0">
                <a:solidFill>
                  <a:srgbClr val="FFFFFF"/>
                </a:solidFill>
                <a:latin typeface="Cambria"/>
                <a:cs typeface="Cambria"/>
              </a:rPr>
              <a:t>Parsers</a:t>
            </a:r>
            <a:endParaRPr sz="3600">
              <a:latin typeface="Cambria"/>
              <a:cs typeface="Cambria"/>
            </a:endParaRPr>
          </a:p>
        </p:txBody>
      </p:sp>
      <p:sp>
        <p:nvSpPr>
          <p:cNvPr id="3" name="object 3"/>
          <p:cNvSpPr txBox="1">
            <a:spLocks noGrp="1"/>
          </p:cNvSpPr>
          <p:nvPr>
            <p:ph type="title"/>
          </p:nvPr>
        </p:nvSpPr>
        <p:spPr>
          <a:xfrm>
            <a:off x="3577209" y="469138"/>
            <a:ext cx="7879080" cy="1489075"/>
          </a:xfrm>
          <a:prstGeom prst="rect">
            <a:avLst/>
          </a:prstGeom>
        </p:spPr>
        <p:txBody>
          <a:bodyPr vert="horz" wrap="square" lIns="0" tIns="12700" rIns="0" bIns="0" rtlCol="0">
            <a:spAutoFit/>
          </a:bodyPr>
          <a:lstStyle/>
          <a:p>
            <a:pPr marL="12700" marR="5080" algn="just">
              <a:lnSpc>
                <a:spcPct val="100000"/>
              </a:lnSpc>
              <a:spcBef>
                <a:spcPts val="100"/>
              </a:spcBef>
            </a:pPr>
            <a:r>
              <a:rPr dirty="0"/>
              <a:t>The</a:t>
            </a:r>
            <a:r>
              <a:rPr spc="110" dirty="0"/>
              <a:t>  </a:t>
            </a:r>
            <a:r>
              <a:rPr dirty="0"/>
              <a:t>structure</a:t>
            </a:r>
            <a:r>
              <a:rPr spc="120" dirty="0"/>
              <a:t>  </a:t>
            </a:r>
            <a:r>
              <a:rPr dirty="0"/>
              <a:t>of</a:t>
            </a:r>
            <a:r>
              <a:rPr spc="110" dirty="0"/>
              <a:t>  </a:t>
            </a:r>
            <a:r>
              <a:rPr dirty="0"/>
              <a:t>LR</a:t>
            </a:r>
            <a:r>
              <a:rPr spc="105" dirty="0"/>
              <a:t>  </a:t>
            </a:r>
            <a:r>
              <a:rPr dirty="0"/>
              <a:t>parser</a:t>
            </a:r>
            <a:r>
              <a:rPr spc="114" dirty="0"/>
              <a:t>  </a:t>
            </a:r>
            <a:r>
              <a:rPr dirty="0"/>
              <a:t>consists</a:t>
            </a:r>
            <a:r>
              <a:rPr spc="120" dirty="0"/>
              <a:t>  </a:t>
            </a:r>
            <a:r>
              <a:rPr dirty="0"/>
              <a:t>of</a:t>
            </a:r>
            <a:r>
              <a:rPr spc="110" dirty="0"/>
              <a:t>  </a:t>
            </a:r>
            <a:r>
              <a:rPr dirty="0"/>
              <a:t>input</a:t>
            </a:r>
            <a:r>
              <a:rPr spc="114" dirty="0"/>
              <a:t>  </a:t>
            </a:r>
            <a:r>
              <a:rPr dirty="0"/>
              <a:t>buffer</a:t>
            </a:r>
            <a:r>
              <a:rPr spc="100" dirty="0"/>
              <a:t>  </a:t>
            </a:r>
            <a:r>
              <a:rPr spc="-25" dirty="0"/>
              <a:t>for </a:t>
            </a:r>
            <a:r>
              <a:rPr dirty="0"/>
              <a:t>storing</a:t>
            </a:r>
            <a:r>
              <a:rPr spc="505" dirty="0"/>
              <a:t> </a:t>
            </a:r>
            <a:r>
              <a:rPr dirty="0"/>
              <a:t>the</a:t>
            </a:r>
            <a:r>
              <a:rPr spc="490" dirty="0"/>
              <a:t> </a:t>
            </a:r>
            <a:r>
              <a:rPr dirty="0"/>
              <a:t>input</a:t>
            </a:r>
            <a:r>
              <a:rPr spc="505" dirty="0"/>
              <a:t> </a:t>
            </a:r>
            <a:r>
              <a:rPr dirty="0"/>
              <a:t>string,</a:t>
            </a:r>
            <a:r>
              <a:rPr spc="505" dirty="0"/>
              <a:t> </a:t>
            </a:r>
            <a:r>
              <a:rPr dirty="0"/>
              <a:t>a</a:t>
            </a:r>
            <a:r>
              <a:rPr spc="505" dirty="0"/>
              <a:t> </a:t>
            </a:r>
            <a:r>
              <a:rPr dirty="0"/>
              <a:t>stack</a:t>
            </a:r>
            <a:r>
              <a:rPr spc="500" dirty="0"/>
              <a:t> </a:t>
            </a:r>
            <a:r>
              <a:rPr dirty="0"/>
              <a:t>for</a:t>
            </a:r>
            <a:r>
              <a:rPr spc="505" dirty="0"/>
              <a:t> </a:t>
            </a:r>
            <a:r>
              <a:rPr dirty="0"/>
              <a:t>storing</a:t>
            </a:r>
            <a:r>
              <a:rPr spc="500" dirty="0"/>
              <a:t> </a:t>
            </a:r>
            <a:r>
              <a:rPr dirty="0"/>
              <a:t>the</a:t>
            </a:r>
            <a:r>
              <a:rPr spc="505" dirty="0"/>
              <a:t> </a:t>
            </a:r>
            <a:r>
              <a:rPr spc="-10" dirty="0"/>
              <a:t>grammar </a:t>
            </a:r>
            <a:r>
              <a:rPr dirty="0"/>
              <a:t>symbols,</a:t>
            </a:r>
            <a:r>
              <a:rPr spc="20" dirty="0"/>
              <a:t> </a:t>
            </a:r>
            <a:r>
              <a:rPr dirty="0"/>
              <a:t>output</a:t>
            </a:r>
            <a:r>
              <a:rPr spc="30" dirty="0"/>
              <a:t> </a:t>
            </a:r>
            <a:r>
              <a:rPr dirty="0"/>
              <a:t>and</a:t>
            </a:r>
            <a:r>
              <a:rPr spc="15" dirty="0"/>
              <a:t> </a:t>
            </a:r>
            <a:r>
              <a:rPr dirty="0"/>
              <a:t>a parsing</a:t>
            </a:r>
            <a:r>
              <a:rPr spc="20" dirty="0"/>
              <a:t> </a:t>
            </a:r>
            <a:r>
              <a:rPr dirty="0"/>
              <a:t>table</a:t>
            </a:r>
            <a:r>
              <a:rPr spc="30" dirty="0"/>
              <a:t> </a:t>
            </a:r>
            <a:r>
              <a:rPr dirty="0"/>
              <a:t>comprised</a:t>
            </a:r>
            <a:r>
              <a:rPr spc="20" dirty="0"/>
              <a:t> </a:t>
            </a:r>
            <a:r>
              <a:rPr dirty="0"/>
              <a:t>of</a:t>
            </a:r>
            <a:r>
              <a:rPr spc="15" dirty="0"/>
              <a:t> </a:t>
            </a:r>
            <a:r>
              <a:rPr dirty="0"/>
              <a:t>two</a:t>
            </a:r>
            <a:r>
              <a:rPr spc="20" dirty="0"/>
              <a:t> </a:t>
            </a:r>
            <a:r>
              <a:rPr spc="-10" dirty="0"/>
              <a:t>parts, </a:t>
            </a:r>
            <a:r>
              <a:rPr dirty="0"/>
              <a:t>namely</a:t>
            </a:r>
            <a:r>
              <a:rPr spc="-80" dirty="0"/>
              <a:t> </a:t>
            </a:r>
            <a:r>
              <a:rPr dirty="0"/>
              <a:t>actions</a:t>
            </a:r>
            <a:r>
              <a:rPr spc="-85" dirty="0"/>
              <a:t> </a:t>
            </a:r>
            <a:r>
              <a:rPr dirty="0"/>
              <a:t>and</a:t>
            </a:r>
            <a:r>
              <a:rPr spc="-90" dirty="0"/>
              <a:t> </a:t>
            </a:r>
            <a:r>
              <a:rPr spc="-10" dirty="0"/>
              <a:t>goto.</a:t>
            </a:r>
          </a:p>
        </p:txBody>
      </p:sp>
      <p:sp>
        <p:nvSpPr>
          <p:cNvPr id="4" name="object 4"/>
          <p:cNvSpPr txBox="1"/>
          <p:nvPr/>
        </p:nvSpPr>
        <p:spPr>
          <a:xfrm>
            <a:off x="3577209" y="2008454"/>
            <a:ext cx="7879080" cy="2373630"/>
          </a:xfrm>
          <a:prstGeom prst="rect">
            <a:avLst/>
          </a:prstGeom>
        </p:spPr>
        <p:txBody>
          <a:bodyPr vert="horz" wrap="square" lIns="0" tIns="12700" rIns="0" bIns="0" rtlCol="0">
            <a:spAutoFit/>
          </a:bodyPr>
          <a:lstStyle/>
          <a:p>
            <a:pPr marL="12700" marR="5080" algn="just">
              <a:lnSpc>
                <a:spcPct val="100000"/>
              </a:lnSpc>
              <a:spcBef>
                <a:spcPts val="100"/>
              </a:spcBef>
            </a:pPr>
            <a:r>
              <a:rPr sz="2400" dirty="0">
                <a:latin typeface="Cambria"/>
                <a:cs typeface="Cambria"/>
              </a:rPr>
              <a:t>There</a:t>
            </a:r>
            <a:r>
              <a:rPr sz="2400" spc="85" dirty="0">
                <a:latin typeface="Cambria"/>
                <a:cs typeface="Cambria"/>
              </a:rPr>
              <a:t>  </a:t>
            </a:r>
            <a:r>
              <a:rPr sz="2400" dirty="0">
                <a:latin typeface="Cambria"/>
                <a:cs typeface="Cambria"/>
              </a:rPr>
              <a:t>is</a:t>
            </a:r>
            <a:r>
              <a:rPr sz="2400" spc="95" dirty="0">
                <a:latin typeface="Cambria"/>
                <a:cs typeface="Cambria"/>
              </a:rPr>
              <a:t>  </a:t>
            </a:r>
            <a:r>
              <a:rPr sz="2400" dirty="0">
                <a:latin typeface="Cambria"/>
                <a:cs typeface="Cambria"/>
              </a:rPr>
              <a:t>one</a:t>
            </a:r>
            <a:r>
              <a:rPr sz="2400" spc="100" dirty="0">
                <a:latin typeface="Cambria"/>
                <a:cs typeface="Cambria"/>
              </a:rPr>
              <a:t>  </a:t>
            </a:r>
            <a:r>
              <a:rPr sz="2400" dirty="0">
                <a:latin typeface="Cambria"/>
                <a:cs typeface="Cambria"/>
              </a:rPr>
              <a:t>parsing</a:t>
            </a:r>
            <a:r>
              <a:rPr sz="2400" spc="90" dirty="0">
                <a:latin typeface="Cambria"/>
                <a:cs typeface="Cambria"/>
              </a:rPr>
              <a:t>  </a:t>
            </a:r>
            <a:r>
              <a:rPr sz="2400" dirty="0">
                <a:latin typeface="Cambria"/>
                <a:cs typeface="Cambria"/>
              </a:rPr>
              <a:t>program</a:t>
            </a:r>
            <a:r>
              <a:rPr sz="2400" spc="85" dirty="0">
                <a:latin typeface="Cambria"/>
                <a:cs typeface="Cambria"/>
              </a:rPr>
              <a:t>  </a:t>
            </a:r>
            <a:r>
              <a:rPr sz="2400" dirty="0">
                <a:latin typeface="Cambria"/>
                <a:cs typeface="Cambria"/>
              </a:rPr>
              <a:t>which</a:t>
            </a:r>
            <a:r>
              <a:rPr sz="2400" spc="90" dirty="0">
                <a:latin typeface="Cambria"/>
                <a:cs typeface="Cambria"/>
              </a:rPr>
              <a:t>  </a:t>
            </a:r>
            <a:r>
              <a:rPr sz="2400" dirty="0">
                <a:latin typeface="Cambria"/>
                <a:cs typeface="Cambria"/>
              </a:rPr>
              <a:t>is</a:t>
            </a:r>
            <a:r>
              <a:rPr sz="2400" spc="95" dirty="0">
                <a:latin typeface="Cambria"/>
                <a:cs typeface="Cambria"/>
              </a:rPr>
              <a:t>  </a:t>
            </a:r>
            <a:r>
              <a:rPr sz="2400" dirty="0">
                <a:latin typeface="Cambria"/>
                <a:cs typeface="Cambria"/>
              </a:rPr>
              <a:t>actually</a:t>
            </a:r>
            <a:r>
              <a:rPr sz="2400" spc="95" dirty="0">
                <a:latin typeface="Cambria"/>
                <a:cs typeface="Cambria"/>
              </a:rPr>
              <a:t>  </a:t>
            </a:r>
            <a:r>
              <a:rPr sz="2400" spc="-10" dirty="0">
                <a:latin typeface="Cambria"/>
                <a:cs typeface="Cambria"/>
              </a:rPr>
              <a:t>driving </a:t>
            </a:r>
            <a:r>
              <a:rPr sz="2400" dirty="0">
                <a:latin typeface="Cambria"/>
                <a:cs typeface="Cambria"/>
              </a:rPr>
              <a:t>program</a:t>
            </a:r>
            <a:r>
              <a:rPr sz="2400" spc="114" dirty="0">
                <a:latin typeface="Cambria"/>
                <a:cs typeface="Cambria"/>
              </a:rPr>
              <a:t> </a:t>
            </a:r>
            <a:r>
              <a:rPr sz="2400" dirty="0">
                <a:latin typeface="Cambria"/>
                <a:cs typeface="Cambria"/>
              </a:rPr>
              <a:t>and</a:t>
            </a:r>
            <a:r>
              <a:rPr sz="2400" spc="110" dirty="0">
                <a:latin typeface="Cambria"/>
                <a:cs typeface="Cambria"/>
              </a:rPr>
              <a:t> </a:t>
            </a:r>
            <a:r>
              <a:rPr sz="2400" dirty="0">
                <a:latin typeface="Cambria"/>
                <a:cs typeface="Cambria"/>
              </a:rPr>
              <a:t>reads</a:t>
            </a:r>
            <a:r>
              <a:rPr sz="2400" spc="125" dirty="0">
                <a:latin typeface="Cambria"/>
                <a:cs typeface="Cambria"/>
              </a:rPr>
              <a:t> </a:t>
            </a:r>
            <a:r>
              <a:rPr sz="2400" dirty="0">
                <a:latin typeface="Cambria"/>
                <a:cs typeface="Cambria"/>
              </a:rPr>
              <a:t>the</a:t>
            </a:r>
            <a:r>
              <a:rPr sz="2400" spc="130" dirty="0">
                <a:latin typeface="Cambria"/>
                <a:cs typeface="Cambria"/>
              </a:rPr>
              <a:t> </a:t>
            </a:r>
            <a:r>
              <a:rPr sz="2400" dirty="0">
                <a:latin typeface="Cambria"/>
                <a:cs typeface="Cambria"/>
              </a:rPr>
              <a:t>input</a:t>
            </a:r>
            <a:r>
              <a:rPr sz="2400" spc="114" dirty="0">
                <a:latin typeface="Cambria"/>
                <a:cs typeface="Cambria"/>
              </a:rPr>
              <a:t> </a:t>
            </a:r>
            <a:r>
              <a:rPr sz="2400" dirty="0">
                <a:latin typeface="Cambria"/>
                <a:cs typeface="Cambria"/>
              </a:rPr>
              <a:t>symbol</a:t>
            </a:r>
            <a:r>
              <a:rPr sz="2400" spc="110" dirty="0">
                <a:latin typeface="Cambria"/>
                <a:cs typeface="Cambria"/>
              </a:rPr>
              <a:t> </a:t>
            </a:r>
            <a:r>
              <a:rPr sz="2400" dirty="0">
                <a:latin typeface="Cambria"/>
                <a:cs typeface="Cambria"/>
              </a:rPr>
              <a:t>out</a:t>
            </a:r>
            <a:r>
              <a:rPr sz="2400" spc="120" dirty="0">
                <a:latin typeface="Cambria"/>
                <a:cs typeface="Cambria"/>
              </a:rPr>
              <a:t> </a:t>
            </a:r>
            <a:r>
              <a:rPr sz="2400" dirty="0">
                <a:latin typeface="Cambria"/>
                <a:cs typeface="Cambria"/>
              </a:rPr>
              <a:t>at</a:t>
            </a:r>
            <a:r>
              <a:rPr sz="2400" spc="120" dirty="0">
                <a:latin typeface="Cambria"/>
                <a:cs typeface="Cambria"/>
              </a:rPr>
              <a:t> </a:t>
            </a:r>
            <a:r>
              <a:rPr sz="2400" dirty="0">
                <a:latin typeface="Cambria"/>
                <a:cs typeface="Cambria"/>
              </a:rPr>
              <a:t>a</a:t>
            </a:r>
            <a:r>
              <a:rPr sz="2400" spc="120" dirty="0">
                <a:latin typeface="Cambria"/>
                <a:cs typeface="Cambria"/>
              </a:rPr>
              <a:t> </a:t>
            </a:r>
            <a:r>
              <a:rPr sz="2400" dirty="0">
                <a:latin typeface="Cambria"/>
                <a:cs typeface="Cambria"/>
              </a:rPr>
              <a:t>time</a:t>
            </a:r>
            <a:r>
              <a:rPr sz="2400" spc="120" dirty="0">
                <a:latin typeface="Cambria"/>
                <a:cs typeface="Cambria"/>
              </a:rPr>
              <a:t> </a:t>
            </a:r>
            <a:r>
              <a:rPr sz="2400" dirty="0">
                <a:latin typeface="Cambria"/>
                <a:cs typeface="Cambria"/>
              </a:rPr>
              <a:t>from</a:t>
            </a:r>
            <a:r>
              <a:rPr sz="2400" spc="110" dirty="0">
                <a:latin typeface="Cambria"/>
                <a:cs typeface="Cambria"/>
              </a:rPr>
              <a:t> </a:t>
            </a:r>
            <a:r>
              <a:rPr sz="2400" spc="-25" dirty="0">
                <a:latin typeface="Cambria"/>
                <a:cs typeface="Cambria"/>
              </a:rPr>
              <a:t>the </a:t>
            </a:r>
            <a:r>
              <a:rPr sz="2400" dirty="0">
                <a:latin typeface="Cambria"/>
                <a:cs typeface="Cambria"/>
              </a:rPr>
              <a:t>input</a:t>
            </a:r>
            <a:r>
              <a:rPr sz="2400" spc="-60" dirty="0">
                <a:latin typeface="Cambria"/>
                <a:cs typeface="Cambria"/>
              </a:rPr>
              <a:t> </a:t>
            </a:r>
            <a:r>
              <a:rPr sz="2400" spc="-10" dirty="0">
                <a:latin typeface="Cambria"/>
                <a:cs typeface="Cambria"/>
              </a:rPr>
              <a:t>buffer.</a:t>
            </a:r>
            <a:endParaRPr sz="2400">
              <a:latin typeface="Cambria"/>
              <a:cs typeface="Cambria"/>
            </a:endParaRPr>
          </a:p>
          <a:p>
            <a:pPr marL="12700" algn="just">
              <a:lnSpc>
                <a:spcPct val="100000"/>
              </a:lnSpc>
              <a:spcBef>
                <a:spcPts val="605"/>
              </a:spcBef>
            </a:pPr>
            <a:r>
              <a:rPr sz="2400" dirty="0">
                <a:latin typeface="Cambria"/>
                <a:cs typeface="Cambria"/>
              </a:rPr>
              <a:t>The</a:t>
            </a:r>
            <a:r>
              <a:rPr sz="2400" spc="-70" dirty="0">
                <a:latin typeface="Cambria"/>
                <a:cs typeface="Cambria"/>
              </a:rPr>
              <a:t> </a:t>
            </a:r>
            <a:r>
              <a:rPr sz="2400" dirty="0">
                <a:latin typeface="Cambria"/>
                <a:cs typeface="Cambria"/>
              </a:rPr>
              <a:t>driving</a:t>
            </a:r>
            <a:r>
              <a:rPr sz="2400" spc="-95" dirty="0">
                <a:latin typeface="Cambria"/>
                <a:cs typeface="Cambria"/>
              </a:rPr>
              <a:t> </a:t>
            </a:r>
            <a:r>
              <a:rPr sz="2400" dirty="0">
                <a:latin typeface="Cambria"/>
                <a:cs typeface="Cambria"/>
              </a:rPr>
              <a:t>program</a:t>
            </a:r>
            <a:r>
              <a:rPr sz="2400" spc="-85" dirty="0">
                <a:latin typeface="Cambria"/>
                <a:cs typeface="Cambria"/>
              </a:rPr>
              <a:t> </a:t>
            </a:r>
            <a:r>
              <a:rPr sz="2400" dirty="0">
                <a:latin typeface="Cambria"/>
                <a:cs typeface="Cambria"/>
              </a:rPr>
              <a:t>works</a:t>
            </a:r>
            <a:r>
              <a:rPr sz="2400" spc="-60" dirty="0">
                <a:latin typeface="Cambria"/>
                <a:cs typeface="Cambria"/>
              </a:rPr>
              <a:t> </a:t>
            </a:r>
            <a:r>
              <a:rPr sz="2400" dirty="0">
                <a:latin typeface="Cambria"/>
                <a:cs typeface="Cambria"/>
              </a:rPr>
              <a:t>on</a:t>
            </a:r>
            <a:r>
              <a:rPr sz="2400" spc="-80" dirty="0">
                <a:latin typeface="Cambria"/>
                <a:cs typeface="Cambria"/>
              </a:rPr>
              <a:t> </a:t>
            </a:r>
            <a:r>
              <a:rPr sz="2400" dirty="0">
                <a:latin typeface="Cambria"/>
                <a:cs typeface="Cambria"/>
              </a:rPr>
              <a:t>following</a:t>
            </a:r>
            <a:r>
              <a:rPr sz="2400" spc="-75" dirty="0">
                <a:latin typeface="Cambria"/>
                <a:cs typeface="Cambria"/>
              </a:rPr>
              <a:t> </a:t>
            </a:r>
            <a:r>
              <a:rPr sz="2400" spc="-10" dirty="0">
                <a:latin typeface="Cambria"/>
                <a:cs typeface="Cambria"/>
              </a:rPr>
              <a:t>line.</a:t>
            </a:r>
            <a:endParaRPr sz="2400">
              <a:latin typeface="Cambria"/>
              <a:cs typeface="Cambria"/>
            </a:endParaRPr>
          </a:p>
          <a:p>
            <a:pPr marL="469900" marR="5080" indent="-457200" algn="just">
              <a:lnSpc>
                <a:spcPct val="100000"/>
              </a:lnSpc>
              <a:spcBef>
                <a:spcPts val="600"/>
              </a:spcBef>
            </a:pPr>
            <a:r>
              <a:rPr sz="2050" dirty="0">
                <a:solidFill>
                  <a:srgbClr val="003399"/>
                </a:solidFill>
                <a:latin typeface="Cambria"/>
                <a:cs typeface="Cambria"/>
              </a:rPr>
              <a:t>1.</a:t>
            </a:r>
            <a:r>
              <a:rPr sz="2050" spc="210" dirty="0">
                <a:solidFill>
                  <a:srgbClr val="003399"/>
                </a:solidFill>
                <a:latin typeface="Cambria"/>
                <a:cs typeface="Cambria"/>
              </a:rPr>
              <a:t>   </a:t>
            </a:r>
            <a:r>
              <a:rPr sz="2400" dirty="0">
                <a:latin typeface="Cambria"/>
                <a:cs typeface="Cambria"/>
              </a:rPr>
              <a:t>It</a:t>
            </a:r>
            <a:r>
              <a:rPr sz="2400" spc="40" dirty="0">
                <a:latin typeface="Cambria"/>
                <a:cs typeface="Cambria"/>
              </a:rPr>
              <a:t>  </a:t>
            </a:r>
            <a:r>
              <a:rPr sz="2400" dirty="0">
                <a:latin typeface="Cambria"/>
                <a:cs typeface="Cambria"/>
              </a:rPr>
              <a:t>initializes</a:t>
            </a:r>
            <a:r>
              <a:rPr sz="2400" spc="580" dirty="0">
                <a:latin typeface="Cambria"/>
                <a:cs typeface="Cambria"/>
              </a:rPr>
              <a:t> </a:t>
            </a:r>
            <a:r>
              <a:rPr sz="2400" dirty="0">
                <a:latin typeface="Cambria"/>
                <a:cs typeface="Cambria"/>
              </a:rPr>
              <a:t>the</a:t>
            </a:r>
            <a:r>
              <a:rPr sz="2400" spc="40" dirty="0">
                <a:latin typeface="Cambria"/>
                <a:cs typeface="Cambria"/>
              </a:rPr>
              <a:t>  </a:t>
            </a:r>
            <a:r>
              <a:rPr sz="2400" dirty="0">
                <a:latin typeface="Cambria"/>
                <a:cs typeface="Cambria"/>
              </a:rPr>
              <a:t>stack</a:t>
            </a:r>
            <a:r>
              <a:rPr sz="2400" spc="50" dirty="0">
                <a:latin typeface="Cambria"/>
                <a:cs typeface="Cambria"/>
              </a:rPr>
              <a:t>  </a:t>
            </a:r>
            <a:r>
              <a:rPr sz="2400" dirty="0">
                <a:latin typeface="Cambria"/>
                <a:cs typeface="Cambria"/>
              </a:rPr>
              <a:t>with</a:t>
            </a:r>
            <a:r>
              <a:rPr sz="2400" spc="40" dirty="0">
                <a:latin typeface="Cambria"/>
                <a:cs typeface="Cambria"/>
              </a:rPr>
              <a:t>  </a:t>
            </a:r>
            <a:r>
              <a:rPr sz="2400" dirty="0">
                <a:latin typeface="Cambria"/>
                <a:cs typeface="Cambria"/>
              </a:rPr>
              <a:t>start</a:t>
            </a:r>
            <a:r>
              <a:rPr sz="2400" spc="35" dirty="0">
                <a:latin typeface="Cambria"/>
                <a:cs typeface="Cambria"/>
              </a:rPr>
              <a:t>  </a:t>
            </a:r>
            <a:r>
              <a:rPr sz="2400" dirty="0">
                <a:latin typeface="Cambria"/>
                <a:cs typeface="Cambria"/>
              </a:rPr>
              <a:t>symbol</a:t>
            </a:r>
            <a:r>
              <a:rPr sz="2400" spc="45" dirty="0">
                <a:latin typeface="Cambria"/>
                <a:cs typeface="Cambria"/>
              </a:rPr>
              <a:t>  </a:t>
            </a:r>
            <a:r>
              <a:rPr sz="2400" dirty="0">
                <a:latin typeface="Cambria"/>
                <a:cs typeface="Cambria"/>
              </a:rPr>
              <a:t>and</a:t>
            </a:r>
            <a:r>
              <a:rPr sz="2400" spc="40" dirty="0">
                <a:latin typeface="Cambria"/>
                <a:cs typeface="Cambria"/>
              </a:rPr>
              <a:t>  </a:t>
            </a:r>
            <a:r>
              <a:rPr sz="2400" spc="-10" dirty="0">
                <a:latin typeface="Cambria"/>
                <a:cs typeface="Cambria"/>
              </a:rPr>
              <a:t>invokes </a:t>
            </a:r>
            <a:r>
              <a:rPr sz="2400" dirty="0">
                <a:latin typeface="Cambria"/>
                <a:cs typeface="Cambria"/>
              </a:rPr>
              <a:t>scanner</a:t>
            </a:r>
            <a:r>
              <a:rPr sz="2400" spc="430" dirty="0">
                <a:latin typeface="Cambria"/>
                <a:cs typeface="Cambria"/>
              </a:rPr>
              <a:t> </a:t>
            </a:r>
            <a:r>
              <a:rPr sz="2400" dirty="0">
                <a:latin typeface="Cambria"/>
                <a:cs typeface="Cambria"/>
              </a:rPr>
              <a:t>(lexical</a:t>
            </a:r>
            <a:r>
              <a:rPr sz="2400" spc="-60" dirty="0">
                <a:latin typeface="Cambria"/>
                <a:cs typeface="Cambria"/>
              </a:rPr>
              <a:t> </a:t>
            </a:r>
            <a:r>
              <a:rPr sz="2400" spc="-10" dirty="0">
                <a:latin typeface="Cambria"/>
                <a:cs typeface="Cambria"/>
              </a:rPr>
              <a:t>analyzer)</a:t>
            </a:r>
            <a:r>
              <a:rPr sz="2400" spc="-65" dirty="0">
                <a:latin typeface="Cambria"/>
                <a:cs typeface="Cambria"/>
              </a:rPr>
              <a:t> </a:t>
            </a:r>
            <a:r>
              <a:rPr sz="2400" dirty="0">
                <a:latin typeface="Cambria"/>
                <a:cs typeface="Cambria"/>
              </a:rPr>
              <a:t>to</a:t>
            </a:r>
            <a:r>
              <a:rPr sz="2400" spc="-50" dirty="0">
                <a:latin typeface="Cambria"/>
                <a:cs typeface="Cambria"/>
              </a:rPr>
              <a:t> </a:t>
            </a:r>
            <a:r>
              <a:rPr sz="2400" dirty="0">
                <a:latin typeface="Cambria"/>
                <a:cs typeface="Cambria"/>
              </a:rPr>
              <a:t>get</a:t>
            </a:r>
            <a:r>
              <a:rPr sz="2400" spc="-55" dirty="0">
                <a:latin typeface="Cambria"/>
                <a:cs typeface="Cambria"/>
              </a:rPr>
              <a:t> </a:t>
            </a:r>
            <a:r>
              <a:rPr sz="2400" dirty="0">
                <a:latin typeface="Cambria"/>
                <a:cs typeface="Cambria"/>
              </a:rPr>
              <a:t>next</a:t>
            </a:r>
            <a:r>
              <a:rPr sz="2400" spc="-55" dirty="0">
                <a:latin typeface="Cambria"/>
                <a:cs typeface="Cambria"/>
              </a:rPr>
              <a:t> </a:t>
            </a:r>
            <a:r>
              <a:rPr sz="2400" spc="-10" dirty="0">
                <a:latin typeface="Cambria"/>
                <a:cs typeface="Cambria"/>
              </a:rPr>
              <a:t>token.</a:t>
            </a:r>
            <a:endParaRPr sz="2400">
              <a:latin typeface="Cambria"/>
              <a:cs typeface="Cambria"/>
            </a:endParaRPr>
          </a:p>
        </p:txBody>
      </p:sp>
      <p:sp>
        <p:nvSpPr>
          <p:cNvPr id="5" name="object 5"/>
          <p:cNvSpPr txBox="1"/>
          <p:nvPr/>
        </p:nvSpPr>
        <p:spPr>
          <a:xfrm>
            <a:off x="3577209" y="4432554"/>
            <a:ext cx="7879080" cy="757555"/>
          </a:xfrm>
          <a:prstGeom prst="rect">
            <a:avLst/>
          </a:prstGeom>
        </p:spPr>
        <p:txBody>
          <a:bodyPr vert="horz" wrap="square" lIns="0" tIns="12700" rIns="0" bIns="0" rtlCol="0">
            <a:spAutoFit/>
          </a:bodyPr>
          <a:lstStyle/>
          <a:p>
            <a:pPr marL="469900" marR="5080" indent="-457200">
              <a:lnSpc>
                <a:spcPct val="100000"/>
              </a:lnSpc>
              <a:spcBef>
                <a:spcPts val="100"/>
              </a:spcBef>
              <a:tabLst>
                <a:tab pos="469265" algn="l"/>
                <a:tab pos="807720" algn="l"/>
                <a:tab pos="2425065" algn="l"/>
                <a:tab pos="2794000" algn="l"/>
                <a:tab pos="3350260" algn="l"/>
                <a:tab pos="4121785" algn="l"/>
                <a:tab pos="5461000" algn="l"/>
                <a:tab pos="5929630" algn="l"/>
                <a:tab pos="6485890" algn="l"/>
                <a:tab pos="7054215" algn="l"/>
                <a:tab pos="7446009" algn="l"/>
              </a:tabLst>
            </a:pPr>
            <a:r>
              <a:rPr sz="2050" spc="-25" dirty="0">
                <a:solidFill>
                  <a:srgbClr val="003399"/>
                </a:solidFill>
                <a:latin typeface="Cambria"/>
                <a:cs typeface="Cambria"/>
              </a:rPr>
              <a:t>2.</a:t>
            </a:r>
            <a:r>
              <a:rPr sz="2050" dirty="0">
                <a:solidFill>
                  <a:srgbClr val="003399"/>
                </a:solidFill>
                <a:latin typeface="Cambria"/>
                <a:cs typeface="Cambria"/>
              </a:rPr>
              <a:t>	</a:t>
            </a:r>
            <a:r>
              <a:rPr sz="2400" spc="-25" dirty="0">
                <a:latin typeface="Cambria"/>
                <a:cs typeface="Cambria"/>
              </a:rPr>
              <a:t>It</a:t>
            </a:r>
            <a:r>
              <a:rPr sz="2400" dirty="0">
                <a:latin typeface="Cambria"/>
                <a:cs typeface="Cambria"/>
              </a:rPr>
              <a:t>	</a:t>
            </a:r>
            <a:r>
              <a:rPr sz="2400" spc="-10" dirty="0">
                <a:latin typeface="Cambria"/>
                <a:cs typeface="Cambria"/>
              </a:rPr>
              <a:t>determines</a:t>
            </a:r>
            <a:r>
              <a:rPr sz="2400" dirty="0">
                <a:latin typeface="Cambria"/>
                <a:cs typeface="Cambria"/>
              </a:rPr>
              <a:t>	</a:t>
            </a:r>
            <a:r>
              <a:rPr sz="2400" spc="-25" dirty="0">
                <a:latin typeface="Cambria"/>
                <a:cs typeface="Cambria"/>
              </a:rPr>
              <a:t>s</a:t>
            </a:r>
            <a:r>
              <a:rPr sz="1200" spc="-25" dirty="0">
                <a:latin typeface="Cambria"/>
                <a:cs typeface="Cambria"/>
              </a:rPr>
              <a:t>j</a:t>
            </a:r>
            <a:r>
              <a:rPr sz="1200" dirty="0">
                <a:latin typeface="Cambria"/>
                <a:cs typeface="Cambria"/>
              </a:rPr>
              <a:t>	</a:t>
            </a:r>
            <a:r>
              <a:rPr sz="2400" spc="-25" dirty="0">
                <a:latin typeface="Cambria"/>
                <a:cs typeface="Cambria"/>
              </a:rPr>
              <a:t>the</a:t>
            </a:r>
            <a:r>
              <a:rPr sz="2400" dirty="0">
                <a:latin typeface="Cambria"/>
                <a:cs typeface="Cambria"/>
              </a:rPr>
              <a:t>	</a:t>
            </a:r>
            <a:r>
              <a:rPr sz="2400" spc="-10" dirty="0">
                <a:latin typeface="Cambria"/>
                <a:cs typeface="Cambria"/>
              </a:rPr>
              <a:t>state</a:t>
            </a:r>
            <a:r>
              <a:rPr sz="2400" dirty="0">
                <a:latin typeface="Cambria"/>
                <a:cs typeface="Cambria"/>
              </a:rPr>
              <a:t>	</a:t>
            </a:r>
            <a:r>
              <a:rPr sz="2400" spc="-10" dirty="0">
                <a:latin typeface="Cambria"/>
                <a:cs typeface="Cambria"/>
              </a:rPr>
              <a:t>currently</a:t>
            </a:r>
            <a:r>
              <a:rPr sz="2400" dirty="0">
                <a:latin typeface="Cambria"/>
                <a:cs typeface="Cambria"/>
              </a:rPr>
              <a:t>	</a:t>
            </a:r>
            <a:r>
              <a:rPr sz="2400" spc="-25" dirty="0">
                <a:latin typeface="Cambria"/>
                <a:cs typeface="Cambria"/>
              </a:rPr>
              <a:t>on</a:t>
            </a:r>
            <a:r>
              <a:rPr sz="2400" dirty="0">
                <a:latin typeface="Cambria"/>
                <a:cs typeface="Cambria"/>
              </a:rPr>
              <a:t>	</a:t>
            </a:r>
            <a:r>
              <a:rPr sz="2400" spc="-25" dirty="0">
                <a:latin typeface="Cambria"/>
                <a:cs typeface="Cambria"/>
              </a:rPr>
              <a:t>the</a:t>
            </a:r>
            <a:r>
              <a:rPr sz="2400" dirty="0">
                <a:latin typeface="Cambria"/>
                <a:cs typeface="Cambria"/>
              </a:rPr>
              <a:t>	</a:t>
            </a:r>
            <a:r>
              <a:rPr sz="2400" spc="-25" dirty="0">
                <a:latin typeface="Cambria"/>
                <a:cs typeface="Cambria"/>
              </a:rPr>
              <a:t>top</a:t>
            </a:r>
            <a:r>
              <a:rPr sz="2400" dirty="0">
                <a:latin typeface="Cambria"/>
                <a:cs typeface="Cambria"/>
              </a:rPr>
              <a:t>	</a:t>
            </a:r>
            <a:r>
              <a:rPr sz="2400" spc="-25" dirty="0">
                <a:latin typeface="Cambria"/>
                <a:cs typeface="Cambria"/>
              </a:rPr>
              <a:t>of</a:t>
            </a:r>
            <a:r>
              <a:rPr sz="2400" dirty="0">
                <a:latin typeface="Cambria"/>
                <a:cs typeface="Cambria"/>
              </a:rPr>
              <a:t>	</a:t>
            </a:r>
            <a:r>
              <a:rPr sz="2400" spc="-25" dirty="0">
                <a:latin typeface="Cambria"/>
                <a:cs typeface="Cambria"/>
              </a:rPr>
              <a:t>the </a:t>
            </a:r>
            <a:r>
              <a:rPr sz="2400" dirty="0">
                <a:latin typeface="Cambria"/>
                <a:cs typeface="Cambria"/>
              </a:rPr>
              <a:t>stack</a:t>
            </a:r>
            <a:r>
              <a:rPr sz="2400" spc="-40" dirty="0">
                <a:latin typeface="Cambria"/>
                <a:cs typeface="Cambria"/>
              </a:rPr>
              <a:t> </a:t>
            </a:r>
            <a:r>
              <a:rPr sz="2400" dirty="0">
                <a:latin typeface="Cambria"/>
                <a:cs typeface="Cambria"/>
              </a:rPr>
              <a:t>and</a:t>
            </a:r>
            <a:r>
              <a:rPr sz="2400" spc="-65" dirty="0">
                <a:latin typeface="Cambria"/>
                <a:cs typeface="Cambria"/>
              </a:rPr>
              <a:t> </a:t>
            </a:r>
            <a:r>
              <a:rPr sz="2400" dirty="0">
                <a:latin typeface="Cambria"/>
                <a:cs typeface="Cambria"/>
              </a:rPr>
              <a:t>a</a:t>
            </a:r>
            <a:r>
              <a:rPr sz="1200" dirty="0">
                <a:latin typeface="Cambria"/>
                <a:cs typeface="Cambria"/>
              </a:rPr>
              <a:t>i</a:t>
            </a:r>
            <a:r>
              <a:rPr sz="1200" spc="215" dirty="0">
                <a:latin typeface="Cambria"/>
                <a:cs typeface="Cambria"/>
              </a:rPr>
              <a:t> </a:t>
            </a:r>
            <a:r>
              <a:rPr sz="2400" dirty="0">
                <a:latin typeface="Cambria"/>
                <a:cs typeface="Cambria"/>
              </a:rPr>
              <a:t>the</a:t>
            </a:r>
            <a:r>
              <a:rPr sz="2400" spc="-45" dirty="0">
                <a:latin typeface="Cambria"/>
                <a:cs typeface="Cambria"/>
              </a:rPr>
              <a:t> </a:t>
            </a:r>
            <a:r>
              <a:rPr sz="2400" dirty="0">
                <a:latin typeface="Cambria"/>
                <a:cs typeface="Cambria"/>
              </a:rPr>
              <a:t>current</a:t>
            </a:r>
            <a:r>
              <a:rPr sz="2400" spc="-55" dirty="0">
                <a:latin typeface="Cambria"/>
                <a:cs typeface="Cambria"/>
              </a:rPr>
              <a:t> </a:t>
            </a:r>
            <a:r>
              <a:rPr sz="2400" dirty="0">
                <a:latin typeface="Cambria"/>
                <a:cs typeface="Cambria"/>
              </a:rPr>
              <a:t>input</a:t>
            </a:r>
            <a:r>
              <a:rPr sz="2400" spc="-55" dirty="0">
                <a:latin typeface="Cambria"/>
                <a:cs typeface="Cambria"/>
              </a:rPr>
              <a:t> </a:t>
            </a:r>
            <a:r>
              <a:rPr sz="2400" spc="-10" dirty="0">
                <a:latin typeface="Cambria"/>
                <a:cs typeface="Cambria"/>
              </a:rPr>
              <a:t>symbol.</a:t>
            </a:r>
            <a:endParaRPr sz="2400">
              <a:latin typeface="Cambria"/>
              <a:cs typeface="Cambria"/>
            </a:endParaRPr>
          </a:p>
        </p:txBody>
      </p:sp>
      <p:sp>
        <p:nvSpPr>
          <p:cNvPr id="6" name="object 6"/>
          <p:cNvSpPr txBox="1"/>
          <p:nvPr/>
        </p:nvSpPr>
        <p:spPr>
          <a:xfrm>
            <a:off x="3577209" y="5240528"/>
            <a:ext cx="7877809" cy="756920"/>
          </a:xfrm>
          <a:prstGeom prst="rect">
            <a:avLst/>
          </a:prstGeom>
        </p:spPr>
        <p:txBody>
          <a:bodyPr vert="horz" wrap="square" lIns="0" tIns="12700" rIns="0" bIns="0" rtlCol="0">
            <a:spAutoFit/>
          </a:bodyPr>
          <a:lstStyle/>
          <a:p>
            <a:pPr marL="469900" marR="5080" indent="-457200">
              <a:lnSpc>
                <a:spcPct val="100000"/>
              </a:lnSpc>
              <a:spcBef>
                <a:spcPts val="100"/>
              </a:spcBef>
              <a:tabLst>
                <a:tab pos="469265" algn="l"/>
              </a:tabLst>
            </a:pPr>
            <a:r>
              <a:rPr sz="2050" spc="-25" dirty="0">
                <a:solidFill>
                  <a:srgbClr val="003399"/>
                </a:solidFill>
                <a:latin typeface="Cambria"/>
                <a:cs typeface="Cambria"/>
              </a:rPr>
              <a:t>3.</a:t>
            </a:r>
            <a:r>
              <a:rPr sz="2050" dirty="0">
                <a:solidFill>
                  <a:srgbClr val="003399"/>
                </a:solidFill>
                <a:latin typeface="Cambria"/>
                <a:cs typeface="Cambria"/>
              </a:rPr>
              <a:t>	</a:t>
            </a:r>
            <a:r>
              <a:rPr sz="2400" dirty="0">
                <a:latin typeface="Cambria"/>
                <a:cs typeface="Cambria"/>
              </a:rPr>
              <a:t>It</a:t>
            </a:r>
            <a:r>
              <a:rPr sz="2400" spc="215" dirty="0">
                <a:latin typeface="Cambria"/>
                <a:cs typeface="Cambria"/>
              </a:rPr>
              <a:t> </a:t>
            </a:r>
            <a:r>
              <a:rPr sz="2400" dirty="0">
                <a:latin typeface="Cambria"/>
                <a:cs typeface="Cambria"/>
              </a:rPr>
              <a:t>consults</a:t>
            </a:r>
            <a:r>
              <a:rPr sz="2400" spc="215" dirty="0">
                <a:latin typeface="Cambria"/>
                <a:cs typeface="Cambria"/>
              </a:rPr>
              <a:t> </a:t>
            </a:r>
            <a:r>
              <a:rPr sz="2400" dirty="0">
                <a:latin typeface="Cambria"/>
                <a:cs typeface="Cambria"/>
              </a:rPr>
              <a:t>the</a:t>
            </a:r>
            <a:r>
              <a:rPr sz="2400" spc="220" dirty="0">
                <a:latin typeface="Cambria"/>
                <a:cs typeface="Cambria"/>
              </a:rPr>
              <a:t> </a:t>
            </a:r>
            <a:r>
              <a:rPr sz="2400" dirty="0">
                <a:latin typeface="Cambria"/>
                <a:cs typeface="Cambria"/>
              </a:rPr>
              <a:t>parsing</a:t>
            </a:r>
            <a:r>
              <a:rPr sz="2400" spc="215" dirty="0">
                <a:latin typeface="Cambria"/>
                <a:cs typeface="Cambria"/>
              </a:rPr>
              <a:t> </a:t>
            </a:r>
            <a:r>
              <a:rPr sz="2400" dirty="0">
                <a:latin typeface="Cambria"/>
                <a:cs typeface="Cambria"/>
              </a:rPr>
              <a:t>table</a:t>
            </a:r>
            <a:r>
              <a:rPr sz="2400" spc="215" dirty="0">
                <a:latin typeface="Cambria"/>
                <a:cs typeface="Cambria"/>
              </a:rPr>
              <a:t> </a:t>
            </a:r>
            <a:r>
              <a:rPr sz="2400" dirty="0">
                <a:latin typeface="Cambria"/>
                <a:cs typeface="Cambria"/>
              </a:rPr>
              <a:t>for</a:t>
            </a:r>
            <a:r>
              <a:rPr sz="2400" spc="220" dirty="0">
                <a:latin typeface="Cambria"/>
                <a:cs typeface="Cambria"/>
              </a:rPr>
              <a:t> </a:t>
            </a:r>
            <a:r>
              <a:rPr sz="2400" dirty="0">
                <a:latin typeface="Cambria"/>
                <a:cs typeface="Cambria"/>
              </a:rPr>
              <a:t>the</a:t>
            </a:r>
            <a:r>
              <a:rPr sz="2400" spc="215" dirty="0">
                <a:latin typeface="Cambria"/>
                <a:cs typeface="Cambria"/>
              </a:rPr>
              <a:t> </a:t>
            </a:r>
            <a:r>
              <a:rPr sz="2400" dirty="0">
                <a:latin typeface="Cambria"/>
                <a:cs typeface="Cambria"/>
              </a:rPr>
              <a:t>action</a:t>
            </a:r>
            <a:r>
              <a:rPr sz="2400" spc="225" dirty="0">
                <a:latin typeface="Cambria"/>
                <a:cs typeface="Cambria"/>
              </a:rPr>
              <a:t> </a:t>
            </a:r>
            <a:r>
              <a:rPr sz="2400" dirty="0">
                <a:latin typeface="Cambria"/>
                <a:cs typeface="Cambria"/>
              </a:rPr>
              <a:t>{s</a:t>
            </a:r>
            <a:r>
              <a:rPr sz="1200" dirty="0">
                <a:latin typeface="Cambria"/>
                <a:cs typeface="Cambria"/>
              </a:rPr>
              <a:t>j</a:t>
            </a:r>
            <a:r>
              <a:rPr sz="2400" dirty="0">
                <a:latin typeface="Cambria"/>
                <a:cs typeface="Cambria"/>
              </a:rPr>
              <a:t>,</a:t>
            </a:r>
            <a:r>
              <a:rPr sz="2400" spc="215" dirty="0">
                <a:latin typeface="Cambria"/>
                <a:cs typeface="Cambria"/>
              </a:rPr>
              <a:t> </a:t>
            </a:r>
            <a:r>
              <a:rPr sz="2400" dirty="0">
                <a:latin typeface="Cambria"/>
                <a:cs typeface="Cambria"/>
              </a:rPr>
              <a:t>a</a:t>
            </a:r>
            <a:r>
              <a:rPr sz="1200" dirty="0">
                <a:latin typeface="Cambria"/>
                <a:cs typeface="Cambria"/>
              </a:rPr>
              <a:t>i</a:t>
            </a:r>
            <a:r>
              <a:rPr sz="2400" dirty="0">
                <a:latin typeface="Cambria"/>
                <a:cs typeface="Cambria"/>
              </a:rPr>
              <a:t>}</a:t>
            </a:r>
            <a:r>
              <a:rPr sz="2400" spc="215" dirty="0">
                <a:latin typeface="Cambria"/>
                <a:cs typeface="Cambria"/>
              </a:rPr>
              <a:t> </a:t>
            </a:r>
            <a:r>
              <a:rPr sz="2400" spc="-10" dirty="0">
                <a:latin typeface="Cambria"/>
                <a:cs typeface="Cambria"/>
              </a:rPr>
              <a:t>which </a:t>
            </a:r>
            <a:r>
              <a:rPr sz="2400" dirty="0">
                <a:latin typeface="Cambria"/>
                <a:cs typeface="Cambria"/>
              </a:rPr>
              <a:t>can</a:t>
            </a:r>
            <a:r>
              <a:rPr sz="2400" spc="-45" dirty="0">
                <a:latin typeface="Cambria"/>
                <a:cs typeface="Cambria"/>
              </a:rPr>
              <a:t> </a:t>
            </a:r>
            <a:r>
              <a:rPr sz="2400" spc="-10" dirty="0">
                <a:latin typeface="Cambria"/>
                <a:cs typeface="Cambria"/>
              </a:rPr>
              <a:t>have</a:t>
            </a:r>
            <a:r>
              <a:rPr sz="2400" spc="-45" dirty="0">
                <a:latin typeface="Cambria"/>
                <a:cs typeface="Cambria"/>
              </a:rPr>
              <a:t> </a:t>
            </a:r>
            <a:r>
              <a:rPr sz="2400" dirty="0">
                <a:latin typeface="Cambria"/>
                <a:cs typeface="Cambria"/>
              </a:rPr>
              <a:t>one</a:t>
            </a:r>
            <a:r>
              <a:rPr sz="2400" spc="-55" dirty="0">
                <a:latin typeface="Cambria"/>
                <a:cs typeface="Cambria"/>
              </a:rPr>
              <a:t> </a:t>
            </a:r>
            <a:r>
              <a:rPr sz="2400" dirty="0">
                <a:latin typeface="Cambria"/>
                <a:cs typeface="Cambria"/>
              </a:rPr>
              <a:t>of</a:t>
            </a:r>
            <a:r>
              <a:rPr sz="2400" spc="-45" dirty="0">
                <a:latin typeface="Cambria"/>
                <a:cs typeface="Cambria"/>
              </a:rPr>
              <a:t> </a:t>
            </a:r>
            <a:r>
              <a:rPr sz="2400" dirty="0">
                <a:latin typeface="Cambria"/>
                <a:cs typeface="Cambria"/>
              </a:rPr>
              <a:t>the</a:t>
            </a:r>
            <a:r>
              <a:rPr sz="2400" spc="-60" dirty="0">
                <a:latin typeface="Cambria"/>
                <a:cs typeface="Cambria"/>
              </a:rPr>
              <a:t> </a:t>
            </a:r>
            <a:r>
              <a:rPr sz="2400" spc="-10" dirty="0">
                <a:latin typeface="Cambria"/>
                <a:cs typeface="Cambria"/>
              </a:rPr>
              <a:t>values.</a:t>
            </a:r>
            <a:endParaRPr sz="2400">
              <a:latin typeface="Cambria"/>
              <a:cs typeface="Cambri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30" dirty="0">
                <a:solidFill>
                  <a:srgbClr val="FFFFFF"/>
                </a:solidFill>
                <a:latin typeface="Cambria"/>
                <a:cs typeface="Cambria"/>
              </a:rPr>
              <a:t>LR</a:t>
            </a:r>
            <a:r>
              <a:rPr sz="3600" b="1" spc="-165" dirty="0">
                <a:solidFill>
                  <a:srgbClr val="FFFFFF"/>
                </a:solidFill>
                <a:latin typeface="Cambria"/>
                <a:cs typeface="Cambria"/>
              </a:rPr>
              <a:t> </a:t>
            </a:r>
            <a:r>
              <a:rPr sz="3600" b="1" spc="-10" dirty="0">
                <a:solidFill>
                  <a:srgbClr val="FFFFFF"/>
                </a:solidFill>
                <a:latin typeface="Cambria"/>
                <a:cs typeface="Cambria"/>
              </a:rPr>
              <a:t>Parsers</a:t>
            </a:r>
            <a:endParaRPr sz="3600">
              <a:latin typeface="Cambria"/>
              <a:cs typeface="Cambria"/>
            </a:endParaRPr>
          </a:p>
        </p:txBody>
      </p:sp>
      <p:sp>
        <p:nvSpPr>
          <p:cNvPr id="3" name="object 3"/>
          <p:cNvSpPr txBox="1">
            <a:spLocks noGrp="1"/>
          </p:cNvSpPr>
          <p:nvPr>
            <p:ph type="title"/>
          </p:nvPr>
        </p:nvSpPr>
        <p:spPr>
          <a:xfrm>
            <a:off x="3577209" y="1149172"/>
            <a:ext cx="3230880" cy="391795"/>
          </a:xfrm>
          <a:prstGeom prst="rect">
            <a:avLst/>
          </a:prstGeom>
        </p:spPr>
        <p:txBody>
          <a:bodyPr vert="horz" wrap="square" lIns="0" tIns="12700" rIns="0" bIns="0" rtlCol="0">
            <a:spAutoFit/>
          </a:bodyPr>
          <a:lstStyle/>
          <a:p>
            <a:pPr marL="12700">
              <a:lnSpc>
                <a:spcPct val="100000"/>
              </a:lnSpc>
              <a:spcBef>
                <a:spcPts val="100"/>
              </a:spcBef>
              <a:tabLst>
                <a:tab pos="527685" algn="l"/>
              </a:tabLst>
            </a:pPr>
            <a:r>
              <a:rPr sz="2050" spc="-25" dirty="0">
                <a:solidFill>
                  <a:srgbClr val="003399"/>
                </a:solidFill>
              </a:rPr>
              <a:t>i.</a:t>
            </a:r>
            <a:r>
              <a:rPr sz="2050" dirty="0">
                <a:solidFill>
                  <a:srgbClr val="003399"/>
                </a:solidFill>
              </a:rPr>
              <a:t>	</a:t>
            </a:r>
            <a:r>
              <a:rPr dirty="0"/>
              <a:t>s</a:t>
            </a:r>
            <a:r>
              <a:rPr sz="1200" dirty="0"/>
              <a:t>i</a:t>
            </a:r>
            <a:r>
              <a:rPr sz="1200" spc="455" dirty="0"/>
              <a:t> </a:t>
            </a:r>
            <a:r>
              <a:rPr dirty="0"/>
              <a:t>means</a:t>
            </a:r>
            <a:r>
              <a:rPr spc="-45" dirty="0"/>
              <a:t> </a:t>
            </a:r>
            <a:r>
              <a:rPr dirty="0"/>
              <a:t>shift</a:t>
            </a:r>
            <a:r>
              <a:rPr spc="-50" dirty="0"/>
              <a:t> </a:t>
            </a:r>
            <a:r>
              <a:rPr dirty="0"/>
              <a:t>state</a:t>
            </a:r>
            <a:r>
              <a:rPr spc="-40" dirty="0"/>
              <a:t> </a:t>
            </a:r>
            <a:r>
              <a:rPr spc="-25" dirty="0"/>
              <a:t>i.</a:t>
            </a:r>
            <a:endParaRPr sz="1200"/>
          </a:p>
        </p:txBody>
      </p:sp>
      <p:sp>
        <p:nvSpPr>
          <p:cNvPr id="4" name="object 4"/>
          <p:cNvSpPr txBox="1"/>
          <p:nvPr/>
        </p:nvSpPr>
        <p:spPr>
          <a:xfrm>
            <a:off x="3577209" y="1591817"/>
            <a:ext cx="3772535" cy="391160"/>
          </a:xfrm>
          <a:prstGeom prst="rect">
            <a:avLst/>
          </a:prstGeom>
        </p:spPr>
        <p:txBody>
          <a:bodyPr vert="horz" wrap="square" lIns="0" tIns="12700" rIns="0" bIns="0" rtlCol="0">
            <a:spAutoFit/>
          </a:bodyPr>
          <a:lstStyle/>
          <a:p>
            <a:pPr marL="12700">
              <a:lnSpc>
                <a:spcPct val="100000"/>
              </a:lnSpc>
              <a:spcBef>
                <a:spcPts val="100"/>
              </a:spcBef>
              <a:tabLst>
                <a:tab pos="527685" algn="l"/>
              </a:tabLst>
            </a:pPr>
            <a:r>
              <a:rPr sz="2050" spc="-25" dirty="0">
                <a:solidFill>
                  <a:srgbClr val="003399"/>
                </a:solidFill>
                <a:latin typeface="Cambria"/>
                <a:cs typeface="Cambria"/>
              </a:rPr>
              <a:t>ii.</a:t>
            </a:r>
            <a:r>
              <a:rPr sz="2050" dirty="0">
                <a:solidFill>
                  <a:srgbClr val="003399"/>
                </a:solidFill>
                <a:latin typeface="Cambria"/>
                <a:cs typeface="Cambria"/>
              </a:rPr>
              <a:t>	</a:t>
            </a:r>
            <a:r>
              <a:rPr sz="2400" dirty="0">
                <a:latin typeface="Cambria"/>
                <a:cs typeface="Cambria"/>
              </a:rPr>
              <a:t>r</a:t>
            </a:r>
            <a:r>
              <a:rPr sz="1200" dirty="0">
                <a:latin typeface="Cambria"/>
                <a:cs typeface="Cambria"/>
              </a:rPr>
              <a:t>j</a:t>
            </a:r>
            <a:r>
              <a:rPr sz="1200" spc="200" dirty="0">
                <a:latin typeface="Cambria"/>
                <a:cs typeface="Cambria"/>
              </a:rPr>
              <a:t> </a:t>
            </a:r>
            <a:r>
              <a:rPr sz="2400" dirty="0">
                <a:latin typeface="Cambria"/>
                <a:cs typeface="Cambria"/>
              </a:rPr>
              <a:t>means</a:t>
            </a:r>
            <a:r>
              <a:rPr sz="2400" spc="-45" dirty="0">
                <a:latin typeface="Cambria"/>
                <a:cs typeface="Cambria"/>
              </a:rPr>
              <a:t> </a:t>
            </a:r>
            <a:r>
              <a:rPr sz="2400" dirty="0">
                <a:latin typeface="Cambria"/>
                <a:cs typeface="Cambria"/>
              </a:rPr>
              <a:t>reduce</a:t>
            </a:r>
            <a:r>
              <a:rPr sz="2400" spc="-35" dirty="0">
                <a:latin typeface="Cambria"/>
                <a:cs typeface="Cambria"/>
              </a:rPr>
              <a:t> </a:t>
            </a:r>
            <a:r>
              <a:rPr sz="2400" dirty="0">
                <a:latin typeface="Cambria"/>
                <a:cs typeface="Cambria"/>
              </a:rPr>
              <a:t>by</a:t>
            </a:r>
            <a:r>
              <a:rPr sz="2400" spc="-50" dirty="0">
                <a:latin typeface="Cambria"/>
                <a:cs typeface="Cambria"/>
              </a:rPr>
              <a:t> </a:t>
            </a:r>
            <a:r>
              <a:rPr sz="2400" dirty="0">
                <a:latin typeface="Cambria"/>
                <a:cs typeface="Cambria"/>
              </a:rPr>
              <a:t>rule</a:t>
            </a:r>
            <a:r>
              <a:rPr sz="2400" spc="-60" dirty="0">
                <a:latin typeface="Cambria"/>
                <a:cs typeface="Cambria"/>
              </a:rPr>
              <a:t> </a:t>
            </a:r>
            <a:r>
              <a:rPr sz="2400" spc="-25" dirty="0">
                <a:latin typeface="Cambria"/>
                <a:cs typeface="Cambria"/>
              </a:rPr>
              <a:t>j.</a:t>
            </a:r>
            <a:endParaRPr sz="2400">
              <a:latin typeface="Cambria"/>
              <a:cs typeface="Cambria"/>
            </a:endParaRPr>
          </a:p>
        </p:txBody>
      </p:sp>
      <p:sp>
        <p:nvSpPr>
          <p:cNvPr id="5" name="object 5"/>
          <p:cNvSpPr txBox="1"/>
          <p:nvPr/>
        </p:nvSpPr>
        <p:spPr>
          <a:xfrm>
            <a:off x="3577209" y="1957958"/>
            <a:ext cx="5863590" cy="909319"/>
          </a:xfrm>
          <a:prstGeom prst="rect">
            <a:avLst/>
          </a:prstGeom>
        </p:spPr>
        <p:txBody>
          <a:bodyPr vert="horz" wrap="square" lIns="0" tIns="88265" rIns="0" bIns="0" rtlCol="0">
            <a:spAutoFit/>
          </a:bodyPr>
          <a:lstStyle/>
          <a:p>
            <a:pPr marL="527685" indent="-514984">
              <a:lnSpc>
                <a:spcPct val="100000"/>
              </a:lnSpc>
              <a:spcBef>
                <a:spcPts val="695"/>
              </a:spcBef>
              <a:buClr>
                <a:srgbClr val="003399"/>
              </a:buClr>
              <a:buSzPct val="85416"/>
              <a:buAutoNum type="romanLcPeriod" startAt="3"/>
              <a:tabLst>
                <a:tab pos="527685" algn="l"/>
              </a:tabLst>
            </a:pPr>
            <a:r>
              <a:rPr sz="2400" dirty="0">
                <a:latin typeface="Cambria"/>
                <a:cs typeface="Cambria"/>
              </a:rPr>
              <a:t>Accept</a:t>
            </a:r>
            <a:r>
              <a:rPr sz="2400" spc="-65" dirty="0">
                <a:latin typeface="Cambria"/>
                <a:cs typeface="Cambria"/>
              </a:rPr>
              <a:t> </a:t>
            </a:r>
            <a:r>
              <a:rPr sz="2400" dirty="0">
                <a:latin typeface="Cambria"/>
                <a:cs typeface="Cambria"/>
              </a:rPr>
              <a:t>means</a:t>
            </a:r>
            <a:r>
              <a:rPr sz="2400" spc="-65" dirty="0">
                <a:latin typeface="Cambria"/>
                <a:cs typeface="Cambria"/>
              </a:rPr>
              <a:t> </a:t>
            </a:r>
            <a:r>
              <a:rPr sz="2400" dirty="0">
                <a:latin typeface="Cambria"/>
                <a:cs typeface="Cambria"/>
              </a:rPr>
              <a:t>Successful</a:t>
            </a:r>
            <a:r>
              <a:rPr sz="2400" spc="-50" dirty="0">
                <a:latin typeface="Cambria"/>
                <a:cs typeface="Cambria"/>
              </a:rPr>
              <a:t> </a:t>
            </a:r>
            <a:r>
              <a:rPr sz="2400" dirty="0">
                <a:latin typeface="Cambria"/>
                <a:cs typeface="Cambria"/>
              </a:rPr>
              <a:t>parsing</a:t>
            </a:r>
            <a:r>
              <a:rPr sz="2400" spc="-100" dirty="0">
                <a:latin typeface="Cambria"/>
                <a:cs typeface="Cambria"/>
              </a:rPr>
              <a:t> </a:t>
            </a:r>
            <a:r>
              <a:rPr sz="2400" dirty="0">
                <a:latin typeface="Cambria"/>
                <a:cs typeface="Cambria"/>
              </a:rPr>
              <a:t>is</a:t>
            </a:r>
            <a:r>
              <a:rPr sz="2400" spc="-90" dirty="0">
                <a:latin typeface="Cambria"/>
                <a:cs typeface="Cambria"/>
              </a:rPr>
              <a:t> </a:t>
            </a:r>
            <a:r>
              <a:rPr sz="2400" spc="-10" dirty="0">
                <a:latin typeface="Cambria"/>
                <a:cs typeface="Cambria"/>
              </a:rPr>
              <a:t>done.</a:t>
            </a:r>
            <a:endParaRPr sz="2400">
              <a:latin typeface="Cambria"/>
              <a:cs typeface="Cambria"/>
            </a:endParaRPr>
          </a:p>
          <a:p>
            <a:pPr marL="527685" indent="-514984">
              <a:lnSpc>
                <a:spcPct val="100000"/>
              </a:lnSpc>
              <a:spcBef>
                <a:spcPts val="600"/>
              </a:spcBef>
              <a:buClr>
                <a:srgbClr val="003399"/>
              </a:buClr>
              <a:buSzPct val="85416"/>
              <a:buAutoNum type="romanLcPeriod" startAt="3"/>
              <a:tabLst>
                <a:tab pos="527685" algn="l"/>
              </a:tabLst>
            </a:pPr>
            <a:r>
              <a:rPr sz="2400" dirty="0">
                <a:latin typeface="Cambria"/>
                <a:cs typeface="Cambria"/>
              </a:rPr>
              <a:t>Error</a:t>
            </a:r>
            <a:r>
              <a:rPr sz="2400" spc="-75" dirty="0">
                <a:latin typeface="Cambria"/>
                <a:cs typeface="Cambria"/>
              </a:rPr>
              <a:t> </a:t>
            </a:r>
            <a:r>
              <a:rPr sz="2400" spc="-10" dirty="0">
                <a:latin typeface="Cambria"/>
                <a:cs typeface="Cambria"/>
              </a:rPr>
              <a:t>indicates</a:t>
            </a:r>
            <a:r>
              <a:rPr sz="2400" spc="-55" dirty="0">
                <a:latin typeface="Cambria"/>
                <a:cs typeface="Cambria"/>
              </a:rPr>
              <a:t> </a:t>
            </a:r>
            <a:r>
              <a:rPr sz="2400" dirty="0">
                <a:latin typeface="Cambria"/>
                <a:cs typeface="Cambria"/>
              </a:rPr>
              <a:t>syntactical</a:t>
            </a:r>
            <a:r>
              <a:rPr sz="2400" spc="-55" dirty="0">
                <a:latin typeface="Cambria"/>
                <a:cs typeface="Cambria"/>
              </a:rPr>
              <a:t> </a:t>
            </a:r>
            <a:r>
              <a:rPr sz="2400" spc="-10" dirty="0">
                <a:latin typeface="Cambria"/>
                <a:cs typeface="Cambria"/>
              </a:rPr>
              <a:t>error.</a:t>
            </a:r>
            <a:endParaRPr sz="2400">
              <a:latin typeface="Cambria"/>
              <a:cs typeface="Cambri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10" dirty="0">
                <a:solidFill>
                  <a:srgbClr val="FFFFFF"/>
                </a:solidFill>
                <a:latin typeface="Cambria"/>
                <a:cs typeface="Cambria"/>
              </a:rPr>
              <a:t>Definitions</a:t>
            </a:r>
            <a:endParaRPr sz="3600">
              <a:latin typeface="Cambria"/>
              <a:cs typeface="Cambria"/>
            </a:endParaRPr>
          </a:p>
        </p:txBody>
      </p:sp>
      <p:sp>
        <p:nvSpPr>
          <p:cNvPr id="3" name="object 3"/>
          <p:cNvSpPr txBox="1"/>
          <p:nvPr/>
        </p:nvSpPr>
        <p:spPr>
          <a:xfrm>
            <a:off x="3577209" y="351536"/>
            <a:ext cx="7875905" cy="695960"/>
          </a:xfrm>
          <a:prstGeom prst="rect">
            <a:avLst/>
          </a:prstGeom>
        </p:spPr>
        <p:txBody>
          <a:bodyPr vert="horz" wrap="square" lIns="0" tIns="12065" rIns="0" bIns="0" rtlCol="0">
            <a:spAutoFit/>
          </a:bodyPr>
          <a:lstStyle/>
          <a:p>
            <a:pPr marL="12700" marR="5080">
              <a:lnSpc>
                <a:spcPct val="100000"/>
              </a:lnSpc>
              <a:spcBef>
                <a:spcPts val="95"/>
              </a:spcBef>
            </a:pPr>
            <a:r>
              <a:rPr sz="2200" b="1" dirty="0">
                <a:latin typeface="Cambria"/>
                <a:cs typeface="Cambria"/>
              </a:rPr>
              <a:t>LR(0)</a:t>
            </a:r>
            <a:r>
              <a:rPr sz="2200" dirty="0">
                <a:latin typeface="Cambria"/>
                <a:cs typeface="Cambria"/>
              </a:rPr>
              <a:t>:-</a:t>
            </a:r>
            <a:r>
              <a:rPr sz="2200" spc="-40" dirty="0">
                <a:latin typeface="Cambria"/>
                <a:cs typeface="Cambria"/>
              </a:rPr>
              <a:t> </a:t>
            </a:r>
            <a:r>
              <a:rPr sz="2200" dirty="0">
                <a:latin typeface="Cambria"/>
                <a:cs typeface="Cambria"/>
              </a:rPr>
              <a:t>The</a:t>
            </a:r>
            <a:r>
              <a:rPr sz="2200" spc="-40" dirty="0">
                <a:latin typeface="Cambria"/>
                <a:cs typeface="Cambria"/>
              </a:rPr>
              <a:t> </a:t>
            </a:r>
            <a:r>
              <a:rPr sz="2200" dirty="0">
                <a:latin typeface="Cambria"/>
                <a:cs typeface="Cambria"/>
              </a:rPr>
              <a:t>LR(0)</a:t>
            </a:r>
            <a:r>
              <a:rPr sz="2200" spc="-45" dirty="0">
                <a:latin typeface="Cambria"/>
                <a:cs typeface="Cambria"/>
              </a:rPr>
              <a:t> </a:t>
            </a:r>
            <a:r>
              <a:rPr sz="2200" dirty="0">
                <a:latin typeface="Cambria"/>
                <a:cs typeface="Cambria"/>
              </a:rPr>
              <a:t>item</a:t>
            </a:r>
            <a:r>
              <a:rPr sz="2200" spc="-45" dirty="0">
                <a:latin typeface="Cambria"/>
                <a:cs typeface="Cambria"/>
              </a:rPr>
              <a:t> </a:t>
            </a:r>
            <a:r>
              <a:rPr sz="2200" dirty="0">
                <a:latin typeface="Cambria"/>
                <a:cs typeface="Cambria"/>
              </a:rPr>
              <a:t>for</a:t>
            </a:r>
            <a:r>
              <a:rPr sz="2200" spc="-40" dirty="0">
                <a:latin typeface="Cambria"/>
                <a:cs typeface="Cambria"/>
              </a:rPr>
              <a:t> </a:t>
            </a:r>
            <a:r>
              <a:rPr sz="2200" dirty="0">
                <a:latin typeface="Cambria"/>
                <a:cs typeface="Cambria"/>
              </a:rPr>
              <a:t>grammar</a:t>
            </a:r>
            <a:r>
              <a:rPr sz="2200" spc="-35" dirty="0">
                <a:latin typeface="Cambria"/>
                <a:cs typeface="Cambria"/>
              </a:rPr>
              <a:t> </a:t>
            </a:r>
            <a:r>
              <a:rPr sz="2200" dirty="0">
                <a:latin typeface="Cambria"/>
                <a:cs typeface="Cambria"/>
              </a:rPr>
              <a:t>G</a:t>
            </a:r>
            <a:r>
              <a:rPr sz="2200" spc="-40" dirty="0">
                <a:latin typeface="Cambria"/>
                <a:cs typeface="Cambria"/>
              </a:rPr>
              <a:t> </a:t>
            </a:r>
            <a:r>
              <a:rPr sz="2200" dirty="0">
                <a:latin typeface="Cambria"/>
                <a:cs typeface="Cambria"/>
              </a:rPr>
              <a:t>is</a:t>
            </a:r>
            <a:r>
              <a:rPr sz="2200" spc="-40" dirty="0">
                <a:latin typeface="Cambria"/>
                <a:cs typeface="Cambria"/>
              </a:rPr>
              <a:t> </a:t>
            </a:r>
            <a:r>
              <a:rPr sz="2200" dirty="0">
                <a:latin typeface="Cambria"/>
                <a:cs typeface="Cambria"/>
              </a:rPr>
              <a:t>production</a:t>
            </a:r>
            <a:r>
              <a:rPr sz="2200" spc="-35" dirty="0">
                <a:latin typeface="Cambria"/>
                <a:cs typeface="Cambria"/>
              </a:rPr>
              <a:t> </a:t>
            </a:r>
            <a:r>
              <a:rPr sz="2200" dirty="0">
                <a:latin typeface="Cambria"/>
                <a:cs typeface="Cambria"/>
              </a:rPr>
              <a:t>rule</a:t>
            </a:r>
            <a:r>
              <a:rPr sz="2200" spc="-35" dirty="0">
                <a:latin typeface="Cambria"/>
                <a:cs typeface="Cambria"/>
              </a:rPr>
              <a:t> </a:t>
            </a:r>
            <a:r>
              <a:rPr sz="2200" dirty="0">
                <a:latin typeface="Cambria"/>
                <a:cs typeface="Cambria"/>
              </a:rPr>
              <a:t>in</a:t>
            </a:r>
            <a:r>
              <a:rPr sz="2200" spc="-35" dirty="0">
                <a:latin typeface="Cambria"/>
                <a:cs typeface="Cambria"/>
              </a:rPr>
              <a:t> </a:t>
            </a:r>
            <a:r>
              <a:rPr sz="2200" spc="-10" dirty="0">
                <a:latin typeface="Cambria"/>
                <a:cs typeface="Cambria"/>
              </a:rPr>
              <a:t>which </a:t>
            </a:r>
            <a:r>
              <a:rPr sz="2200" dirty="0">
                <a:latin typeface="Cambria"/>
                <a:cs typeface="Cambria"/>
              </a:rPr>
              <a:t>symbol</a:t>
            </a:r>
            <a:r>
              <a:rPr sz="2200" spc="-35" dirty="0">
                <a:latin typeface="Cambria"/>
                <a:cs typeface="Cambria"/>
              </a:rPr>
              <a:t> </a:t>
            </a:r>
            <a:r>
              <a:rPr sz="2200" dirty="0">
                <a:latin typeface="Cambria"/>
                <a:cs typeface="Cambria"/>
              </a:rPr>
              <a:t>•</a:t>
            </a:r>
            <a:r>
              <a:rPr sz="2200" spc="-40" dirty="0">
                <a:latin typeface="Cambria"/>
                <a:cs typeface="Cambria"/>
              </a:rPr>
              <a:t> </a:t>
            </a:r>
            <a:r>
              <a:rPr sz="2200" dirty="0">
                <a:latin typeface="Cambria"/>
                <a:cs typeface="Cambria"/>
              </a:rPr>
              <a:t>is</a:t>
            </a:r>
            <a:r>
              <a:rPr sz="2200" spc="-35" dirty="0">
                <a:latin typeface="Cambria"/>
                <a:cs typeface="Cambria"/>
              </a:rPr>
              <a:t> </a:t>
            </a:r>
            <a:r>
              <a:rPr sz="2200" dirty="0">
                <a:latin typeface="Cambria"/>
                <a:cs typeface="Cambria"/>
              </a:rPr>
              <a:t>inserted</a:t>
            </a:r>
            <a:r>
              <a:rPr sz="2200" spc="-5" dirty="0">
                <a:latin typeface="Cambria"/>
                <a:cs typeface="Cambria"/>
              </a:rPr>
              <a:t> </a:t>
            </a:r>
            <a:r>
              <a:rPr sz="2200" dirty="0">
                <a:latin typeface="Cambria"/>
                <a:cs typeface="Cambria"/>
              </a:rPr>
              <a:t>at</a:t>
            </a:r>
            <a:r>
              <a:rPr sz="2200" spc="-25" dirty="0">
                <a:latin typeface="Cambria"/>
                <a:cs typeface="Cambria"/>
              </a:rPr>
              <a:t> </a:t>
            </a:r>
            <a:r>
              <a:rPr sz="2200" dirty="0">
                <a:latin typeface="Cambria"/>
                <a:cs typeface="Cambria"/>
              </a:rPr>
              <a:t>some</a:t>
            </a:r>
            <a:r>
              <a:rPr sz="2200" spc="-45" dirty="0">
                <a:latin typeface="Cambria"/>
                <a:cs typeface="Cambria"/>
              </a:rPr>
              <a:t> </a:t>
            </a:r>
            <a:r>
              <a:rPr sz="2200" dirty="0">
                <a:latin typeface="Cambria"/>
                <a:cs typeface="Cambria"/>
              </a:rPr>
              <a:t>position</a:t>
            </a:r>
            <a:r>
              <a:rPr sz="2200" spc="-35" dirty="0">
                <a:latin typeface="Cambria"/>
                <a:cs typeface="Cambria"/>
              </a:rPr>
              <a:t> </a:t>
            </a:r>
            <a:r>
              <a:rPr sz="2200" dirty="0">
                <a:latin typeface="Cambria"/>
                <a:cs typeface="Cambria"/>
              </a:rPr>
              <a:t>in</a:t>
            </a:r>
            <a:r>
              <a:rPr sz="2200" spc="-40" dirty="0">
                <a:latin typeface="Cambria"/>
                <a:cs typeface="Cambria"/>
              </a:rPr>
              <a:t> </a:t>
            </a:r>
            <a:r>
              <a:rPr sz="2200" dirty="0">
                <a:latin typeface="Cambria"/>
                <a:cs typeface="Cambria"/>
              </a:rPr>
              <a:t>RHS</a:t>
            </a:r>
            <a:r>
              <a:rPr sz="2200" spc="-50" dirty="0">
                <a:latin typeface="Cambria"/>
                <a:cs typeface="Cambria"/>
              </a:rPr>
              <a:t> </a:t>
            </a:r>
            <a:r>
              <a:rPr sz="2200" dirty="0">
                <a:latin typeface="Cambria"/>
                <a:cs typeface="Cambria"/>
              </a:rPr>
              <a:t>of</a:t>
            </a:r>
            <a:r>
              <a:rPr sz="2200" spc="-45" dirty="0">
                <a:latin typeface="Cambria"/>
                <a:cs typeface="Cambria"/>
              </a:rPr>
              <a:t> </a:t>
            </a:r>
            <a:r>
              <a:rPr sz="2200" dirty="0">
                <a:latin typeface="Cambria"/>
                <a:cs typeface="Cambria"/>
              </a:rPr>
              <a:t>the</a:t>
            </a:r>
            <a:r>
              <a:rPr sz="2200" spc="-40" dirty="0">
                <a:latin typeface="Cambria"/>
                <a:cs typeface="Cambria"/>
              </a:rPr>
              <a:t> </a:t>
            </a:r>
            <a:r>
              <a:rPr sz="2200" spc="-10" dirty="0">
                <a:latin typeface="Cambria"/>
                <a:cs typeface="Cambria"/>
              </a:rPr>
              <a:t>rule.</a:t>
            </a:r>
            <a:endParaRPr sz="2200">
              <a:latin typeface="Cambria"/>
              <a:cs typeface="Cambria"/>
            </a:endParaRPr>
          </a:p>
        </p:txBody>
      </p:sp>
      <p:sp>
        <p:nvSpPr>
          <p:cNvPr id="4" name="object 4"/>
          <p:cNvSpPr txBox="1">
            <a:spLocks noGrp="1"/>
          </p:cNvSpPr>
          <p:nvPr>
            <p:ph type="title"/>
          </p:nvPr>
        </p:nvSpPr>
        <p:spPr>
          <a:xfrm>
            <a:off x="3577209" y="1097991"/>
            <a:ext cx="3874770" cy="360680"/>
          </a:xfrm>
          <a:prstGeom prst="rect">
            <a:avLst/>
          </a:prstGeom>
        </p:spPr>
        <p:txBody>
          <a:bodyPr vert="horz" wrap="square" lIns="0" tIns="12065" rIns="0" bIns="0" rtlCol="0">
            <a:spAutoFit/>
          </a:bodyPr>
          <a:lstStyle/>
          <a:p>
            <a:pPr marL="12700">
              <a:lnSpc>
                <a:spcPct val="100000"/>
              </a:lnSpc>
              <a:spcBef>
                <a:spcPts val="95"/>
              </a:spcBef>
            </a:pPr>
            <a:r>
              <a:rPr sz="2200" dirty="0"/>
              <a:t>S</a:t>
            </a:r>
            <a:r>
              <a:rPr sz="2200" dirty="0">
                <a:latin typeface="Wingdings"/>
                <a:cs typeface="Wingdings"/>
              </a:rPr>
              <a:t></a:t>
            </a:r>
            <a:r>
              <a:rPr sz="2200" spc="-95" dirty="0">
                <a:latin typeface="Times New Roman"/>
                <a:cs typeface="Times New Roman"/>
              </a:rPr>
              <a:t> </a:t>
            </a:r>
            <a:r>
              <a:rPr sz="2200" dirty="0"/>
              <a:t>•</a:t>
            </a:r>
            <a:r>
              <a:rPr sz="2200" spc="-15" dirty="0"/>
              <a:t> </a:t>
            </a:r>
            <a:r>
              <a:rPr sz="2200" dirty="0"/>
              <a:t>ABC ,</a:t>
            </a:r>
            <a:r>
              <a:rPr sz="2200" spc="-15" dirty="0"/>
              <a:t> </a:t>
            </a:r>
            <a:r>
              <a:rPr sz="2200" dirty="0"/>
              <a:t>S</a:t>
            </a:r>
            <a:r>
              <a:rPr sz="2200" dirty="0">
                <a:latin typeface="Wingdings"/>
                <a:cs typeface="Wingdings"/>
              </a:rPr>
              <a:t></a:t>
            </a:r>
            <a:r>
              <a:rPr sz="2200" spc="-80" dirty="0">
                <a:latin typeface="Times New Roman"/>
                <a:cs typeface="Times New Roman"/>
              </a:rPr>
              <a:t> </a:t>
            </a:r>
            <a:r>
              <a:rPr sz="2200" dirty="0"/>
              <a:t>A</a:t>
            </a:r>
            <a:r>
              <a:rPr sz="2200" spc="-10" dirty="0"/>
              <a:t> </a:t>
            </a:r>
            <a:r>
              <a:rPr sz="2200" dirty="0"/>
              <a:t>•BC</a:t>
            </a:r>
            <a:r>
              <a:rPr sz="2200" spc="-10" dirty="0"/>
              <a:t> </a:t>
            </a:r>
            <a:r>
              <a:rPr sz="2200" dirty="0"/>
              <a:t>, S</a:t>
            </a:r>
            <a:r>
              <a:rPr sz="2200" dirty="0">
                <a:latin typeface="Wingdings"/>
                <a:cs typeface="Wingdings"/>
              </a:rPr>
              <a:t></a:t>
            </a:r>
            <a:r>
              <a:rPr sz="2200" spc="-95" dirty="0">
                <a:latin typeface="Times New Roman"/>
                <a:cs typeface="Times New Roman"/>
              </a:rPr>
              <a:t> </a:t>
            </a:r>
            <a:r>
              <a:rPr sz="2200" dirty="0"/>
              <a:t>ABC </a:t>
            </a:r>
            <a:r>
              <a:rPr sz="2200" spc="-50" dirty="0"/>
              <a:t>•</a:t>
            </a:r>
            <a:endParaRPr sz="2200">
              <a:latin typeface="Times New Roman"/>
              <a:cs typeface="Times New Roman"/>
            </a:endParaRPr>
          </a:p>
        </p:txBody>
      </p:sp>
      <p:sp>
        <p:nvSpPr>
          <p:cNvPr id="5" name="object 5"/>
          <p:cNvSpPr txBox="1">
            <a:spLocks noGrp="1"/>
          </p:cNvSpPr>
          <p:nvPr>
            <p:ph type="body" idx="1"/>
          </p:nvPr>
        </p:nvSpPr>
        <p:spPr>
          <a:prstGeom prst="rect">
            <a:avLst/>
          </a:prstGeom>
        </p:spPr>
        <p:txBody>
          <a:bodyPr vert="horz" wrap="square" lIns="0" tIns="12065" rIns="0" bIns="0" rtlCol="0">
            <a:spAutoFit/>
          </a:bodyPr>
          <a:lstStyle/>
          <a:p>
            <a:pPr marL="12700" marR="6350" algn="just">
              <a:lnSpc>
                <a:spcPct val="100000"/>
              </a:lnSpc>
              <a:spcBef>
                <a:spcPts val="95"/>
              </a:spcBef>
            </a:pPr>
            <a:r>
              <a:rPr b="1" dirty="0">
                <a:latin typeface="Cambria"/>
                <a:cs typeface="Cambria"/>
              </a:rPr>
              <a:t>Augmented</a:t>
            </a:r>
            <a:r>
              <a:rPr b="1" spc="105" dirty="0">
                <a:latin typeface="Cambria"/>
                <a:cs typeface="Cambria"/>
              </a:rPr>
              <a:t> </a:t>
            </a:r>
            <a:r>
              <a:rPr b="1" dirty="0">
                <a:latin typeface="Cambria"/>
                <a:cs typeface="Cambria"/>
              </a:rPr>
              <a:t>Grammar</a:t>
            </a:r>
            <a:r>
              <a:rPr dirty="0"/>
              <a:t>:-</a:t>
            </a:r>
            <a:r>
              <a:rPr spc="120" dirty="0"/>
              <a:t> </a:t>
            </a:r>
            <a:r>
              <a:rPr dirty="0"/>
              <a:t>If</a:t>
            </a:r>
            <a:r>
              <a:rPr spc="105" dirty="0"/>
              <a:t> </a:t>
            </a:r>
            <a:r>
              <a:rPr dirty="0"/>
              <a:t>a</a:t>
            </a:r>
            <a:r>
              <a:rPr spc="110" dirty="0"/>
              <a:t> </a:t>
            </a:r>
            <a:r>
              <a:rPr dirty="0"/>
              <a:t>grammar</a:t>
            </a:r>
            <a:r>
              <a:rPr spc="110" dirty="0"/>
              <a:t> </a:t>
            </a:r>
            <a:r>
              <a:rPr dirty="0"/>
              <a:t>G</a:t>
            </a:r>
            <a:r>
              <a:rPr spc="105" dirty="0"/>
              <a:t> </a:t>
            </a:r>
            <a:r>
              <a:rPr dirty="0"/>
              <a:t>is</a:t>
            </a:r>
            <a:r>
              <a:rPr spc="110" dirty="0"/>
              <a:t> </a:t>
            </a:r>
            <a:r>
              <a:rPr dirty="0"/>
              <a:t>having</a:t>
            </a:r>
            <a:r>
              <a:rPr spc="100" dirty="0"/>
              <a:t> </a:t>
            </a:r>
            <a:r>
              <a:rPr dirty="0"/>
              <a:t>start</a:t>
            </a:r>
            <a:r>
              <a:rPr spc="110" dirty="0"/>
              <a:t> </a:t>
            </a:r>
            <a:r>
              <a:rPr dirty="0"/>
              <a:t>symbol</a:t>
            </a:r>
            <a:r>
              <a:rPr spc="105" dirty="0"/>
              <a:t> </a:t>
            </a:r>
            <a:r>
              <a:rPr spc="-50" dirty="0"/>
              <a:t>S </a:t>
            </a:r>
            <a:r>
              <a:rPr dirty="0"/>
              <a:t>then</a:t>
            </a:r>
            <a:r>
              <a:rPr spc="265" dirty="0"/>
              <a:t> </a:t>
            </a:r>
            <a:r>
              <a:rPr dirty="0"/>
              <a:t>augmented</a:t>
            </a:r>
            <a:r>
              <a:rPr spc="260" dirty="0"/>
              <a:t> </a:t>
            </a:r>
            <a:r>
              <a:rPr dirty="0"/>
              <a:t>grammar</a:t>
            </a:r>
            <a:r>
              <a:rPr spc="260" dirty="0"/>
              <a:t> </a:t>
            </a:r>
            <a:r>
              <a:rPr dirty="0"/>
              <a:t>is</a:t>
            </a:r>
            <a:r>
              <a:rPr spc="260" dirty="0"/>
              <a:t> </a:t>
            </a:r>
            <a:r>
              <a:rPr dirty="0"/>
              <a:t>a</a:t>
            </a:r>
            <a:r>
              <a:rPr spc="254" dirty="0"/>
              <a:t> </a:t>
            </a:r>
            <a:r>
              <a:rPr dirty="0"/>
              <a:t>new</a:t>
            </a:r>
            <a:r>
              <a:rPr spc="260" dirty="0"/>
              <a:t> </a:t>
            </a:r>
            <a:r>
              <a:rPr dirty="0"/>
              <a:t>grammar</a:t>
            </a:r>
            <a:r>
              <a:rPr spc="254" dirty="0"/>
              <a:t> </a:t>
            </a:r>
            <a:r>
              <a:rPr dirty="0"/>
              <a:t>G’</a:t>
            </a:r>
            <a:r>
              <a:rPr spc="265" dirty="0"/>
              <a:t> </a:t>
            </a:r>
            <a:r>
              <a:rPr dirty="0"/>
              <a:t>in</a:t>
            </a:r>
            <a:r>
              <a:rPr spc="245" dirty="0"/>
              <a:t> </a:t>
            </a:r>
            <a:r>
              <a:rPr dirty="0"/>
              <a:t>which</a:t>
            </a:r>
            <a:r>
              <a:rPr spc="265" dirty="0"/>
              <a:t> </a:t>
            </a:r>
            <a:r>
              <a:rPr dirty="0"/>
              <a:t>S’</a:t>
            </a:r>
            <a:r>
              <a:rPr spc="250" dirty="0"/>
              <a:t> </a:t>
            </a:r>
            <a:r>
              <a:rPr dirty="0"/>
              <a:t>is</a:t>
            </a:r>
            <a:r>
              <a:rPr spc="265" dirty="0"/>
              <a:t> </a:t>
            </a:r>
            <a:r>
              <a:rPr spc="-50" dirty="0"/>
              <a:t>a </a:t>
            </a:r>
            <a:r>
              <a:rPr dirty="0"/>
              <a:t>new</a:t>
            </a:r>
            <a:r>
              <a:rPr spc="25" dirty="0"/>
              <a:t> </a:t>
            </a:r>
            <a:r>
              <a:rPr dirty="0"/>
              <a:t>start</a:t>
            </a:r>
            <a:r>
              <a:rPr spc="45" dirty="0"/>
              <a:t> </a:t>
            </a:r>
            <a:r>
              <a:rPr dirty="0"/>
              <a:t>symbol</a:t>
            </a:r>
            <a:r>
              <a:rPr spc="30" dirty="0"/>
              <a:t> </a:t>
            </a:r>
            <a:r>
              <a:rPr dirty="0"/>
              <a:t>such</a:t>
            </a:r>
            <a:r>
              <a:rPr spc="45" dirty="0"/>
              <a:t> </a:t>
            </a:r>
            <a:r>
              <a:rPr dirty="0"/>
              <a:t>that</a:t>
            </a:r>
            <a:r>
              <a:rPr spc="40" dirty="0"/>
              <a:t> </a:t>
            </a:r>
            <a:r>
              <a:rPr dirty="0"/>
              <a:t>S’</a:t>
            </a:r>
            <a:r>
              <a:rPr dirty="0">
                <a:latin typeface="Wingdings"/>
                <a:cs typeface="Wingdings"/>
              </a:rPr>
              <a:t></a:t>
            </a:r>
            <a:r>
              <a:rPr dirty="0"/>
              <a:t>S.</a:t>
            </a:r>
            <a:r>
              <a:rPr spc="30" dirty="0"/>
              <a:t> </a:t>
            </a:r>
            <a:r>
              <a:rPr dirty="0"/>
              <a:t>The</a:t>
            </a:r>
            <a:r>
              <a:rPr spc="45" dirty="0"/>
              <a:t> </a:t>
            </a:r>
            <a:r>
              <a:rPr dirty="0"/>
              <a:t>purpose</a:t>
            </a:r>
            <a:r>
              <a:rPr spc="40" dirty="0"/>
              <a:t> </a:t>
            </a:r>
            <a:r>
              <a:rPr dirty="0"/>
              <a:t>of</a:t>
            </a:r>
            <a:r>
              <a:rPr spc="45" dirty="0"/>
              <a:t> </a:t>
            </a:r>
            <a:r>
              <a:rPr dirty="0"/>
              <a:t>this</a:t>
            </a:r>
            <a:r>
              <a:rPr spc="45" dirty="0"/>
              <a:t> </a:t>
            </a:r>
            <a:r>
              <a:rPr dirty="0"/>
              <a:t>grammar</a:t>
            </a:r>
            <a:r>
              <a:rPr spc="45" dirty="0"/>
              <a:t> </a:t>
            </a:r>
            <a:r>
              <a:rPr spc="-25" dirty="0"/>
              <a:t>is </a:t>
            </a:r>
            <a:r>
              <a:rPr dirty="0"/>
              <a:t>to</a:t>
            </a:r>
            <a:r>
              <a:rPr spc="-60" dirty="0"/>
              <a:t> </a:t>
            </a:r>
            <a:r>
              <a:rPr dirty="0"/>
              <a:t>indicate</a:t>
            </a:r>
            <a:r>
              <a:rPr spc="-15" dirty="0"/>
              <a:t> </a:t>
            </a:r>
            <a:r>
              <a:rPr dirty="0"/>
              <a:t>the</a:t>
            </a:r>
            <a:r>
              <a:rPr spc="-55" dirty="0"/>
              <a:t> </a:t>
            </a:r>
            <a:r>
              <a:rPr dirty="0"/>
              <a:t>acceptance</a:t>
            </a:r>
            <a:r>
              <a:rPr spc="-15" dirty="0"/>
              <a:t> </a:t>
            </a:r>
            <a:r>
              <a:rPr dirty="0"/>
              <a:t>of</a:t>
            </a:r>
            <a:r>
              <a:rPr spc="-65" dirty="0"/>
              <a:t> </a:t>
            </a:r>
            <a:r>
              <a:rPr spc="-10" dirty="0"/>
              <a:t>input.</a:t>
            </a:r>
          </a:p>
          <a:p>
            <a:pPr marL="12700" marR="7620" algn="just">
              <a:lnSpc>
                <a:spcPct val="100000"/>
              </a:lnSpc>
              <a:spcBef>
                <a:spcPts val="605"/>
              </a:spcBef>
            </a:pPr>
            <a:r>
              <a:rPr b="1" dirty="0">
                <a:latin typeface="Cambria"/>
                <a:cs typeface="Cambria"/>
              </a:rPr>
              <a:t>Kernel</a:t>
            </a:r>
            <a:r>
              <a:rPr b="1" spc="229" dirty="0">
                <a:latin typeface="Cambria"/>
                <a:cs typeface="Cambria"/>
              </a:rPr>
              <a:t> </a:t>
            </a:r>
            <a:r>
              <a:rPr b="1" dirty="0">
                <a:latin typeface="Cambria"/>
                <a:cs typeface="Cambria"/>
              </a:rPr>
              <a:t>items</a:t>
            </a:r>
            <a:r>
              <a:rPr dirty="0"/>
              <a:t>:-</a:t>
            </a:r>
            <a:r>
              <a:rPr spc="235" dirty="0"/>
              <a:t> </a:t>
            </a:r>
            <a:r>
              <a:rPr dirty="0"/>
              <a:t>It</a:t>
            </a:r>
            <a:r>
              <a:rPr spc="235" dirty="0"/>
              <a:t> </a:t>
            </a:r>
            <a:r>
              <a:rPr dirty="0"/>
              <a:t>is</a:t>
            </a:r>
            <a:r>
              <a:rPr spc="240" dirty="0"/>
              <a:t> </a:t>
            </a:r>
            <a:r>
              <a:rPr dirty="0"/>
              <a:t>collection</a:t>
            </a:r>
            <a:r>
              <a:rPr spc="245" dirty="0"/>
              <a:t> </a:t>
            </a:r>
            <a:r>
              <a:rPr dirty="0"/>
              <a:t>of</a:t>
            </a:r>
            <a:r>
              <a:rPr spc="240" dirty="0"/>
              <a:t> </a:t>
            </a:r>
            <a:r>
              <a:rPr dirty="0"/>
              <a:t>items</a:t>
            </a:r>
            <a:r>
              <a:rPr spc="240" dirty="0"/>
              <a:t> </a:t>
            </a:r>
            <a:r>
              <a:rPr dirty="0"/>
              <a:t>S’</a:t>
            </a:r>
            <a:r>
              <a:rPr dirty="0">
                <a:latin typeface="Wingdings"/>
                <a:cs typeface="Wingdings"/>
              </a:rPr>
              <a:t></a:t>
            </a:r>
            <a:r>
              <a:rPr spc="180" dirty="0">
                <a:latin typeface="Times New Roman"/>
                <a:cs typeface="Times New Roman"/>
              </a:rPr>
              <a:t> </a:t>
            </a:r>
            <a:r>
              <a:rPr dirty="0"/>
              <a:t>•S</a:t>
            </a:r>
            <a:r>
              <a:rPr spc="240" dirty="0"/>
              <a:t> </a:t>
            </a:r>
            <a:r>
              <a:rPr dirty="0"/>
              <a:t>and</a:t>
            </a:r>
            <a:r>
              <a:rPr spc="240" dirty="0"/>
              <a:t> </a:t>
            </a:r>
            <a:r>
              <a:rPr dirty="0"/>
              <a:t>all</a:t>
            </a:r>
            <a:r>
              <a:rPr spc="250" dirty="0"/>
              <a:t> </a:t>
            </a:r>
            <a:r>
              <a:rPr dirty="0"/>
              <a:t>the</a:t>
            </a:r>
            <a:r>
              <a:rPr spc="240" dirty="0"/>
              <a:t> </a:t>
            </a:r>
            <a:r>
              <a:rPr spc="-10" dirty="0"/>
              <a:t>items </a:t>
            </a:r>
            <a:r>
              <a:rPr dirty="0"/>
              <a:t>whose</a:t>
            </a:r>
            <a:r>
              <a:rPr spc="-40" dirty="0"/>
              <a:t> </a:t>
            </a:r>
            <a:r>
              <a:rPr dirty="0"/>
              <a:t>dots</a:t>
            </a:r>
            <a:r>
              <a:rPr spc="-30" dirty="0"/>
              <a:t> </a:t>
            </a:r>
            <a:r>
              <a:rPr dirty="0"/>
              <a:t>are</a:t>
            </a:r>
            <a:r>
              <a:rPr spc="-20" dirty="0"/>
              <a:t> </a:t>
            </a:r>
            <a:r>
              <a:rPr dirty="0"/>
              <a:t>not</a:t>
            </a:r>
            <a:r>
              <a:rPr spc="-35" dirty="0"/>
              <a:t> </a:t>
            </a:r>
            <a:r>
              <a:rPr dirty="0"/>
              <a:t>at</a:t>
            </a:r>
            <a:r>
              <a:rPr spc="-35" dirty="0"/>
              <a:t> </a:t>
            </a:r>
            <a:r>
              <a:rPr dirty="0"/>
              <a:t>the</a:t>
            </a:r>
            <a:r>
              <a:rPr spc="-30" dirty="0"/>
              <a:t> </a:t>
            </a:r>
            <a:r>
              <a:rPr dirty="0"/>
              <a:t>leftmost</a:t>
            </a:r>
            <a:r>
              <a:rPr spc="-5" dirty="0"/>
              <a:t> </a:t>
            </a:r>
            <a:r>
              <a:rPr dirty="0"/>
              <a:t>end</a:t>
            </a:r>
            <a:r>
              <a:rPr spc="-40" dirty="0"/>
              <a:t> </a:t>
            </a:r>
            <a:r>
              <a:rPr dirty="0"/>
              <a:t>of</a:t>
            </a:r>
            <a:r>
              <a:rPr spc="-40" dirty="0"/>
              <a:t> </a:t>
            </a:r>
            <a:r>
              <a:rPr dirty="0"/>
              <a:t>RHS</a:t>
            </a:r>
            <a:r>
              <a:rPr spc="-45" dirty="0"/>
              <a:t> </a:t>
            </a:r>
            <a:r>
              <a:rPr dirty="0"/>
              <a:t>of</a:t>
            </a:r>
            <a:r>
              <a:rPr spc="-50" dirty="0"/>
              <a:t> </a:t>
            </a:r>
            <a:r>
              <a:rPr dirty="0"/>
              <a:t>the</a:t>
            </a:r>
            <a:r>
              <a:rPr spc="-25" dirty="0"/>
              <a:t> </a:t>
            </a:r>
            <a:r>
              <a:rPr spc="-20" dirty="0"/>
              <a:t>rule.</a:t>
            </a:r>
          </a:p>
          <a:p>
            <a:pPr marL="12700" algn="just">
              <a:lnSpc>
                <a:spcPct val="100000"/>
              </a:lnSpc>
              <a:spcBef>
                <a:spcPts val="600"/>
              </a:spcBef>
            </a:pPr>
            <a:r>
              <a:rPr b="1" dirty="0">
                <a:latin typeface="Cambria"/>
                <a:cs typeface="Cambria"/>
              </a:rPr>
              <a:t>Non</a:t>
            </a:r>
            <a:r>
              <a:rPr b="1" spc="100" dirty="0">
                <a:latin typeface="Cambria"/>
                <a:cs typeface="Cambria"/>
              </a:rPr>
              <a:t> </a:t>
            </a:r>
            <a:r>
              <a:rPr b="1" dirty="0">
                <a:latin typeface="Cambria"/>
                <a:cs typeface="Cambria"/>
              </a:rPr>
              <a:t>kernel</a:t>
            </a:r>
            <a:r>
              <a:rPr b="1" spc="114" dirty="0">
                <a:latin typeface="Cambria"/>
                <a:cs typeface="Cambria"/>
              </a:rPr>
              <a:t> </a:t>
            </a:r>
            <a:r>
              <a:rPr b="1" dirty="0">
                <a:latin typeface="Cambria"/>
                <a:cs typeface="Cambria"/>
              </a:rPr>
              <a:t>items</a:t>
            </a:r>
            <a:r>
              <a:rPr dirty="0"/>
              <a:t>:-</a:t>
            </a:r>
            <a:r>
              <a:rPr spc="105" dirty="0"/>
              <a:t> </a:t>
            </a:r>
            <a:r>
              <a:rPr dirty="0"/>
              <a:t>The</a:t>
            </a:r>
            <a:r>
              <a:rPr spc="110" dirty="0"/>
              <a:t> </a:t>
            </a:r>
            <a:r>
              <a:rPr dirty="0"/>
              <a:t>collection</a:t>
            </a:r>
            <a:r>
              <a:rPr spc="120" dirty="0"/>
              <a:t> </a:t>
            </a:r>
            <a:r>
              <a:rPr dirty="0"/>
              <a:t>of</a:t>
            </a:r>
            <a:r>
              <a:rPr spc="110" dirty="0"/>
              <a:t> </a:t>
            </a:r>
            <a:r>
              <a:rPr dirty="0"/>
              <a:t>all</a:t>
            </a:r>
            <a:r>
              <a:rPr spc="105" dirty="0"/>
              <a:t> </a:t>
            </a:r>
            <a:r>
              <a:rPr dirty="0"/>
              <a:t>the</a:t>
            </a:r>
            <a:r>
              <a:rPr spc="105" dirty="0"/>
              <a:t> </a:t>
            </a:r>
            <a:r>
              <a:rPr dirty="0"/>
              <a:t>items</a:t>
            </a:r>
            <a:r>
              <a:rPr spc="120" dirty="0"/>
              <a:t> </a:t>
            </a:r>
            <a:r>
              <a:rPr dirty="0"/>
              <a:t>in</a:t>
            </a:r>
            <a:r>
              <a:rPr spc="100" dirty="0"/>
              <a:t> </a:t>
            </a:r>
            <a:r>
              <a:rPr dirty="0"/>
              <a:t>which</a:t>
            </a:r>
            <a:r>
              <a:rPr spc="105" dirty="0"/>
              <a:t> </a:t>
            </a:r>
            <a:r>
              <a:rPr dirty="0"/>
              <a:t>•</a:t>
            </a:r>
            <a:r>
              <a:rPr spc="114" dirty="0"/>
              <a:t> </a:t>
            </a:r>
            <a:r>
              <a:rPr spc="-25" dirty="0"/>
              <a:t>are</a:t>
            </a:r>
          </a:p>
          <a:p>
            <a:pPr marL="12700" algn="just">
              <a:lnSpc>
                <a:spcPct val="100000"/>
              </a:lnSpc>
            </a:pPr>
            <a:r>
              <a:rPr dirty="0"/>
              <a:t>at</a:t>
            </a:r>
            <a:r>
              <a:rPr spc="-10" dirty="0"/>
              <a:t> </a:t>
            </a:r>
            <a:r>
              <a:rPr dirty="0"/>
              <a:t>the</a:t>
            </a:r>
            <a:r>
              <a:rPr spc="-25" dirty="0"/>
              <a:t> </a:t>
            </a:r>
            <a:r>
              <a:rPr dirty="0"/>
              <a:t>left</a:t>
            </a:r>
            <a:r>
              <a:rPr spc="-10" dirty="0"/>
              <a:t> </a:t>
            </a:r>
            <a:r>
              <a:rPr dirty="0"/>
              <a:t>end</a:t>
            </a:r>
            <a:r>
              <a:rPr spc="-15" dirty="0"/>
              <a:t> </a:t>
            </a:r>
            <a:r>
              <a:rPr dirty="0"/>
              <a:t>of</a:t>
            </a:r>
            <a:r>
              <a:rPr spc="-35" dirty="0"/>
              <a:t> </a:t>
            </a:r>
            <a:r>
              <a:rPr dirty="0"/>
              <a:t>RHS</a:t>
            </a:r>
            <a:r>
              <a:rPr spc="-30" dirty="0"/>
              <a:t> </a:t>
            </a:r>
            <a:r>
              <a:rPr dirty="0"/>
              <a:t>of</a:t>
            </a:r>
            <a:r>
              <a:rPr spc="-25" dirty="0"/>
              <a:t> </a:t>
            </a:r>
            <a:r>
              <a:rPr dirty="0"/>
              <a:t>the</a:t>
            </a:r>
            <a:r>
              <a:rPr spc="-10" dirty="0"/>
              <a:t> rule.</a:t>
            </a:r>
          </a:p>
          <a:p>
            <a:pPr marL="12700" marR="5080" algn="just">
              <a:lnSpc>
                <a:spcPct val="100000"/>
              </a:lnSpc>
              <a:spcBef>
                <a:spcPts val="600"/>
              </a:spcBef>
            </a:pPr>
            <a:r>
              <a:rPr b="1" dirty="0">
                <a:latin typeface="Cambria"/>
                <a:cs typeface="Cambria"/>
              </a:rPr>
              <a:t>Functions</a:t>
            </a:r>
            <a:r>
              <a:rPr b="1" spc="-10" dirty="0">
                <a:latin typeface="Cambria"/>
                <a:cs typeface="Cambria"/>
              </a:rPr>
              <a:t> </a:t>
            </a:r>
            <a:r>
              <a:rPr b="1" dirty="0">
                <a:latin typeface="Cambria"/>
                <a:cs typeface="Cambria"/>
              </a:rPr>
              <a:t>closure</a:t>
            </a:r>
            <a:r>
              <a:rPr b="1" spc="-15" dirty="0">
                <a:latin typeface="Cambria"/>
                <a:cs typeface="Cambria"/>
              </a:rPr>
              <a:t> </a:t>
            </a:r>
            <a:r>
              <a:rPr b="1" dirty="0">
                <a:latin typeface="Cambria"/>
                <a:cs typeface="Cambria"/>
              </a:rPr>
              <a:t>and</a:t>
            </a:r>
            <a:r>
              <a:rPr b="1" spc="-5" dirty="0">
                <a:latin typeface="Cambria"/>
                <a:cs typeface="Cambria"/>
              </a:rPr>
              <a:t> </a:t>
            </a:r>
            <a:r>
              <a:rPr b="1" dirty="0">
                <a:latin typeface="Cambria"/>
                <a:cs typeface="Cambria"/>
              </a:rPr>
              <a:t>goto</a:t>
            </a:r>
            <a:r>
              <a:rPr dirty="0"/>
              <a:t>:-</a:t>
            </a:r>
            <a:r>
              <a:rPr spc="-20" dirty="0"/>
              <a:t> </a:t>
            </a:r>
            <a:r>
              <a:rPr dirty="0"/>
              <a:t>These are</a:t>
            </a:r>
            <a:r>
              <a:rPr spc="-15" dirty="0"/>
              <a:t> </a:t>
            </a:r>
            <a:r>
              <a:rPr dirty="0"/>
              <a:t>two</a:t>
            </a:r>
            <a:r>
              <a:rPr spc="-20" dirty="0"/>
              <a:t> </a:t>
            </a:r>
            <a:r>
              <a:rPr dirty="0"/>
              <a:t>important</a:t>
            </a:r>
            <a:r>
              <a:rPr spc="-5" dirty="0"/>
              <a:t> </a:t>
            </a:r>
            <a:r>
              <a:rPr spc="-10" dirty="0"/>
              <a:t>functions required</a:t>
            </a:r>
            <a:r>
              <a:rPr spc="-45" dirty="0"/>
              <a:t> </a:t>
            </a:r>
            <a:r>
              <a:rPr dirty="0"/>
              <a:t>to</a:t>
            </a:r>
            <a:r>
              <a:rPr spc="-65" dirty="0"/>
              <a:t> </a:t>
            </a:r>
            <a:r>
              <a:rPr dirty="0"/>
              <a:t>create</a:t>
            </a:r>
            <a:r>
              <a:rPr spc="-35" dirty="0"/>
              <a:t> </a:t>
            </a:r>
            <a:r>
              <a:rPr dirty="0"/>
              <a:t>collection</a:t>
            </a:r>
            <a:r>
              <a:rPr spc="-45" dirty="0"/>
              <a:t> </a:t>
            </a:r>
            <a:r>
              <a:rPr dirty="0"/>
              <a:t>of</a:t>
            </a:r>
            <a:r>
              <a:rPr spc="-70" dirty="0"/>
              <a:t> </a:t>
            </a:r>
            <a:r>
              <a:rPr dirty="0"/>
              <a:t>canonical</a:t>
            </a:r>
            <a:r>
              <a:rPr spc="-45" dirty="0"/>
              <a:t> </a:t>
            </a:r>
            <a:r>
              <a:rPr dirty="0"/>
              <a:t>set</a:t>
            </a:r>
            <a:r>
              <a:rPr spc="-50" dirty="0"/>
              <a:t> </a:t>
            </a:r>
            <a:r>
              <a:rPr dirty="0"/>
              <a:t>of</a:t>
            </a:r>
            <a:r>
              <a:rPr spc="-65" dirty="0"/>
              <a:t> </a:t>
            </a:r>
            <a:r>
              <a:rPr spc="-10" dirty="0"/>
              <a:t>items.</a:t>
            </a:r>
          </a:p>
          <a:p>
            <a:pPr marL="12700" marR="5080" algn="just">
              <a:lnSpc>
                <a:spcPct val="100000"/>
              </a:lnSpc>
              <a:spcBef>
                <a:spcPts val="605"/>
              </a:spcBef>
            </a:pPr>
            <a:r>
              <a:rPr b="1" dirty="0">
                <a:latin typeface="Cambria"/>
                <a:cs typeface="Cambria"/>
              </a:rPr>
              <a:t>Viable</a:t>
            </a:r>
            <a:r>
              <a:rPr b="1" spc="95" dirty="0">
                <a:latin typeface="Cambria"/>
                <a:cs typeface="Cambria"/>
              </a:rPr>
              <a:t> </a:t>
            </a:r>
            <a:r>
              <a:rPr b="1" dirty="0">
                <a:latin typeface="Cambria"/>
                <a:cs typeface="Cambria"/>
              </a:rPr>
              <a:t>Prefix</a:t>
            </a:r>
            <a:r>
              <a:rPr dirty="0"/>
              <a:t>:-</a:t>
            </a:r>
            <a:r>
              <a:rPr spc="105" dirty="0"/>
              <a:t> </a:t>
            </a:r>
            <a:r>
              <a:rPr dirty="0"/>
              <a:t>It</a:t>
            </a:r>
            <a:r>
              <a:rPr spc="105" dirty="0"/>
              <a:t> </a:t>
            </a:r>
            <a:r>
              <a:rPr dirty="0"/>
              <a:t>is</a:t>
            </a:r>
            <a:r>
              <a:rPr spc="114" dirty="0"/>
              <a:t> </a:t>
            </a:r>
            <a:r>
              <a:rPr dirty="0"/>
              <a:t>the</a:t>
            </a:r>
            <a:r>
              <a:rPr spc="100" dirty="0"/>
              <a:t> </a:t>
            </a:r>
            <a:r>
              <a:rPr dirty="0"/>
              <a:t>set</a:t>
            </a:r>
            <a:r>
              <a:rPr spc="120" dirty="0"/>
              <a:t> </a:t>
            </a:r>
            <a:r>
              <a:rPr dirty="0"/>
              <a:t>of</a:t>
            </a:r>
            <a:r>
              <a:rPr spc="95" dirty="0"/>
              <a:t> </a:t>
            </a:r>
            <a:r>
              <a:rPr dirty="0"/>
              <a:t>prefixs</a:t>
            </a:r>
            <a:r>
              <a:rPr spc="135" dirty="0"/>
              <a:t> </a:t>
            </a:r>
            <a:r>
              <a:rPr dirty="0"/>
              <a:t>in</a:t>
            </a:r>
            <a:r>
              <a:rPr spc="100" dirty="0"/>
              <a:t> </a:t>
            </a:r>
            <a:r>
              <a:rPr dirty="0"/>
              <a:t>the</a:t>
            </a:r>
            <a:r>
              <a:rPr spc="100" dirty="0"/>
              <a:t> </a:t>
            </a:r>
            <a:r>
              <a:rPr dirty="0"/>
              <a:t>right</a:t>
            </a:r>
            <a:r>
              <a:rPr spc="130" dirty="0"/>
              <a:t> </a:t>
            </a:r>
            <a:r>
              <a:rPr dirty="0"/>
              <a:t>sentential</a:t>
            </a:r>
            <a:r>
              <a:rPr spc="130" dirty="0"/>
              <a:t> </a:t>
            </a:r>
            <a:r>
              <a:rPr spc="-20" dirty="0"/>
              <a:t>form </a:t>
            </a:r>
            <a:r>
              <a:rPr dirty="0"/>
              <a:t>of</a:t>
            </a:r>
            <a:r>
              <a:rPr spc="35" dirty="0"/>
              <a:t>  </a:t>
            </a:r>
            <a:r>
              <a:rPr dirty="0"/>
              <a:t>production</a:t>
            </a:r>
            <a:r>
              <a:rPr spc="45" dirty="0"/>
              <a:t>  </a:t>
            </a:r>
            <a:r>
              <a:rPr dirty="0"/>
              <a:t>A</a:t>
            </a:r>
            <a:r>
              <a:rPr dirty="0">
                <a:latin typeface="Wingdings"/>
                <a:cs typeface="Wingdings"/>
              </a:rPr>
              <a:t></a:t>
            </a:r>
            <a:r>
              <a:rPr dirty="0"/>
              <a:t>α.</a:t>
            </a:r>
            <a:r>
              <a:rPr spc="50" dirty="0"/>
              <a:t>  </a:t>
            </a:r>
            <a:r>
              <a:rPr dirty="0"/>
              <a:t>This</a:t>
            </a:r>
            <a:r>
              <a:rPr spc="50" dirty="0"/>
              <a:t>  </a:t>
            </a:r>
            <a:r>
              <a:rPr dirty="0"/>
              <a:t>set</a:t>
            </a:r>
            <a:r>
              <a:rPr spc="45" dirty="0"/>
              <a:t>  </a:t>
            </a:r>
            <a:r>
              <a:rPr dirty="0"/>
              <a:t>can</a:t>
            </a:r>
            <a:r>
              <a:rPr spc="45" dirty="0"/>
              <a:t>  </a:t>
            </a:r>
            <a:r>
              <a:rPr dirty="0"/>
              <a:t>appear</a:t>
            </a:r>
            <a:r>
              <a:rPr spc="45" dirty="0"/>
              <a:t>  </a:t>
            </a:r>
            <a:r>
              <a:rPr dirty="0"/>
              <a:t>on</a:t>
            </a:r>
            <a:r>
              <a:rPr spc="50" dirty="0"/>
              <a:t>  </a:t>
            </a:r>
            <a:r>
              <a:rPr dirty="0"/>
              <a:t>the</a:t>
            </a:r>
            <a:r>
              <a:rPr spc="50" dirty="0"/>
              <a:t>  </a:t>
            </a:r>
            <a:r>
              <a:rPr dirty="0"/>
              <a:t>stack</a:t>
            </a:r>
            <a:r>
              <a:rPr spc="50" dirty="0"/>
              <a:t>  </a:t>
            </a:r>
            <a:r>
              <a:rPr spc="-10" dirty="0"/>
              <a:t>during </a:t>
            </a:r>
            <a:r>
              <a:rPr dirty="0"/>
              <a:t>shift/reduce</a:t>
            </a:r>
            <a:r>
              <a:rPr spc="-120" dirty="0"/>
              <a:t> </a:t>
            </a:r>
            <a:r>
              <a:rPr spc="-10" dirty="0"/>
              <a:t>action.</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000743" y="758951"/>
            <a:ext cx="3191510" cy="5946775"/>
            <a:chOff x="9000743" y="758951"/>
            <a:chExt cx="3191510" cy="5946775"/>
          </a:xfrm>
        </p:grpSpPr>
        <p:sp>
          <p:nvSpPr>
            <p:cNvPr id="3" name="object 3"/>
            <p:cNvSpPr/>
            <p:nvPr/>
          </p:nvSpPr>
          <p:spPr>
            <a:xfrm>
              <a:off x="11827126" y="4611662"/>
              <a:ext cx="5715" cy="2094230"/>
            </a:xfrm>
            <a:custGeom>
              <a:avLst/>
              <a:gdLst/>
              <a:ahLst/>
              <a:cxnLst/>
              <a:rect l="l" t="t" r="r" b="b"/>
              <a:pathLst>
                <a:path w="5715" h="2094229">
                  <a:moveTo>
                    <a:pt x="0" y="0"/>
                  </a:moveTo>
                  <a:lnTo>
                    <a:pt x="0" y="2093743"/>
                  </a:lnTo>
                  <a:lnTo>
                    <a:pt x="5272" y="2093743"/>
                  </a:lnTo>
                  <a:lnTo>
                    <a:pt x="5271" y="0"/>
                  </a:lnTo>
                  <a:lnTo>
                    <a:pt x="0" y="0"/>
                  </a:lnTo>
                  <a:close/>
                </a:path>
              </a:pathLst>
            </a:custGeom>
            <a:solidFill>
              <a:srgbClr val="FFFFFF"/>
            </a:solidFill>
          </p:spPr>
          <p:txBody>
            <a:bodyPr wrap="square" lIns="0" tIns="0" rIns="0" bIns="0" rtlCol="0"/>
            <a:lstStyle/>
            <a:p>
              <a:endParaRPr/>
            </a:p>
          </p:txBody>
        </p:sp>
        <p:sp>
          <p:nvSpPr>
            <p:cNvPr id="4" name="object 4"/>
            <p:cNvSpPr/>
            <p:nvPr/>
          </p:nvSpPr>
          <p:spPr>
            <a:xfrm>
              <a:off x="9000732" y="4611712"/>
              <a:ext cx="2827020" cy="2084070"/>
            </a:xfrm>
            <a:custGeom>
              <a:avLst/>
              <a:gdLst/>
              <a:ahLst/>
              <a:cxnLst/>
              <a:rect l="l" t="t" r="r" b="b"/>
              <a:pathLst>
                <a:path w="2827020" h="2084070">
                  <a:moveTo>
                    <a:pt x="2826435" y="0"/>
                  </a:moveTo>
                  <a:lnTo>
                    <a:pt x="9410" y="0"/>
                  </a:lnTo>
                  <a:lnTo>
                    <a:pt x="0" y="0"/>
                  </a:lnTo>
                  <a:lnTo>
                    <a:pt x="0" y="2083968"/>
                  </a:lnTo>
                  <a:lnTo>
                    <a:pt x="9410" y="2083968"/>
                  </a:lnTo>
                  <a:lnTo>
                    <a:pt x="9410" y="9398"/>
                  </a:lnTo>
                  <a:lnTo>
                    <a:pt x="2826435" y="9398"/>
                  </a:lnTo>
                  <a:lnTo>
                    <a:pt x="2826435" y="0"/>
                  </a:lnTo>
                  <a:close/>
                </a:path>
              </a:pathLst>
            </a:custGeom>
            <a:solidFill>
              <a:srgbClr val="9F9F9F"/>
            </a:solidFill>
          </p:spPr>
          <p:txBody>
            <a:bodyPr wrap="square" lIns="0" tIns="0" rIns="0" bIns="0" rtlCol="0"/>
            <a:lstStyle/>
            <a:p>
              <a:endParaRPr/>
            </a:p>
          </p:txBody>
        </p:sp>
        <p:sp>
          <p:nvSpPr>
            <p:cNvPr id="5" name="object 5"/>
            <p:cNvSpPr/>
            <p:nvPr/>
          </p:nvSpPr>
          <p:spPr>
            <a:xfrm>
              <a:off x="9010142" y="4621085"/>
              <a:ext cx="2817495" cy="2075180"/>
            </a:xfrm>
            <a:custGeom>
              <a:avLst/>
              <a:gdLst/>
              <a:ahLst/>
              <a:cxnLst/>
              <a:rect l="l" t="t" r="r" b="b"/>
              <a:pathLst>
                <a:path w="2817495" h="2075179">
                  <a:moveTo>
                    <a:pt x="2817025" y="0"/>
                  </a:moveTo>
                  <a:lnTo>
                    <a:pt x="2807614" y="0"/>
                  </a:lnTo>
                  <a:lnTo>
                    <a:pt x="2807614" y="2065197"/>
                  </a:lnTo>
                  <a:lnTo>
                    <a:pt x="0" y="2065197"/>
                  </a:lnTo>
                  <a:lnTo>
                    <a:pt x="0" y="2074595"/>
                  </a:lnTo>
                  <a:lnTo>
                    <a:pt x="2807627" y="2074595"/>
                  </a:lnTo>
                  <a:lnTo>
                    <a:pt x="2817025" y="2074595"/>
                  </a:lnTo>
                  <a:lnTo>
                    <a:pt x="2817025" y="0"/>
                  </a:lnTo>
                  <a:close/>
                </a:path>
              </a:pathLst>
            </a:custGeom>
            <a:solidFill>
              <a:srgbClr val="E2E2E2"/>
            </a:solidFill>
          </p:spPr>
          <p:txBody>
            <a:bodyPr wrap="square" lIns="0" tIns="0" rIns="0" bIns="0" rtlCol="0"/>
            <a:lstStyle/>
            <a:p>
              <a:endParaRPr/>
            </a:p>
          </p:txBody>
        </p:sp>
        <p:sp>
          <p:nvSpPr>
            <p:cNvPr id="6" name="object 6"/>
            <p:cNvSpPr/>
            <p:nvPr/>
          </p:nvSpPr>
          <p:spPr>
            <a:xfrm>
              <a:off x="9010142" y="4621022"/>
              <a:ext cx="2807970" cy="2065655"/>
            </a:xfrm>
            <a:custGeom>
              <a:avLst/>
              <a:gdLst/>
              <a:ahLst/>
              <a:cxnLst/>
              <a:rect l="l" t="t" r="r" b="b"/>
              <a:pathLst>
                <a:path w="2807970" h="2065654">
                  <a:moveTo>
                    <a:pt x="2807652" y="0"/>
                  </a:moveTo>
                  <a:lnTo>
                    <a:pt x="9728" y="0"/>
                  </a:lnTo>
                  <a:lnTo>
                    <a:pt x="0" y="25"/>
                  </a:lnTo>
                  <a:lnTo>
                    <a:pt x="0" y="2065261"/>
                  </a:lnTo>
                  <a:lnTo>
                    <a:pt x="9740" y="2065261"/>
                  </a:lnTo>
                  <a:lnTo>
                    <a:pt x="9728" y="9728"/>
                  </a:lnTo>
                  <a:lnTo>
                    <a:pt x="2807652" y="9728"/>
                  </a:lnTo>
                  <a:lnTo>
                    <a:pt x="2807652" y="0"/>
                  </a:lnTo>
                  <a:close/>
                </a:path>
              </a:pathLst>
            </a:custGeom>
            <a:solidFill>
              <a:srgbClr val="696969"/>
            </a:solidFill>
          </p:spPr>
          <p:txBody>
            <a:bodyPr wrap="square" lIns="0" tIns="0" rIns="0" bIns="0" rtlCol="0"/>
            <a:lstStyle/>
            <a:p>
              <a:endParaRPr/>
            </a:p>
          </p:txBody>
        </p:sp>
      </p:grpSp>
      <p:sp>
        <p:nvSpPr>
          <p:cNvPr id="7" name="object 7"/>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70" dirty="0">
                <a:solidFill>
                  <a:srgbClr val="FFFFFF"/>
                </a:solidFill>
                <a:latin typeface="Cambria"/>
                <a:cs typeface="Cambria"/>
              </a:rPr>
              <a:t>LR(0)</a:t>
            </a:r>
            <a:r>
              <a:rPr sz="3600" b="1" spc="-100" dirty="0">
                <a:solidFill>
                  <a:srgbClr val="FFFFFF"/>
                </a:solidFill>
                <a:latin typeface="Cambria"/>
                <a:cs typeface="Cambria"/>
              </a:rPr>
              <a:t> </a:t>
            </a:r>
            <a:r>
              <a:rPr sz="3600" b="1" spc="-10" dirty="0">
                <a:solidFill>
                  <a:srgbClr val="FFFFFF"/>
                </a:solidFill>
                <a:latin typeface="Cambria"/>
                <a:cs typeface="Cambria"/>
              </a:rPr>
              <a:t>Parser</a:t>
            </a:r>
            <a:endParaRPr sz="3600">
              <a:latin typeface="Cambria"/>
              <a:cs typeface="Cambria"/>
            </a:endParaRPr>
          </a:p>
        </p:txBody>
      </p:sp>
      <p:sp>
        <p:nvSpPr>
          <p:cNvPr id="8" name="object 8"/>
          <p:cNvSpPr txBox="1">
            <a:spLocks noGrp="1"/>
          </p:cNvSpPr>
          <p:nvPr>
            <p:ph type="title"/>
          </p:nvPr>
        </p:nvSpPr>
        <p:spPr>
          <a:xfrm>
            <a:off x="3577209" y="38607"/>
            <a:ext cx="1417955" cy="906780"/>
          </a:xfrm>
          <a:prstGeom prst="rect">
            <a:avLst/>
          </a:prstGeom>
        </p:spPr>
        <p:txBody>
          <a:bodyPr vert="horz" wrap="square" lIns="0" tIns="12700" rIns="0" bIns="0" rtlCol="0">
            <a:spAutoFit/>
          </a:bodyPr>
          <a:lstStyle/>
          <a:p>
            <a:pPr marL="12700" marR="5080">
              <a:lnSpc>
                <a:spcPct val="120500"/>
              </a:lnSpc>
              <a:spcBef>
                <a:spcPts val="100"/>
              </a:spcBef>
            </a:pPr>
            <a:r>
              <a:rPr b="1" spc="-10" dirty="0">
                <a:solidFill>
                  <a:srgbClr val="FF0000"/>
                </a:solidFill>
                <a:latin typeface="Cambria"/>
                <a:cs typeface="Cambria"/>
              </a:rPr>
              <a:t>Example:- </a:t>
            </a:r>
            <a:r>
              <a:rPr b="1" dirty="0">
                <a:solidFill>
                  <a:srgbClr val="FF0000"/>
                </a:solidFill>
                <a:latin typeface="Cambria"/>
                <a:cs typeface="Cambria"/>
              </a:rPr>
              <a:t>S</a:t>
            </a:r>
            <a:r>
              <a:rPr dirty="0">
                <a:solidFill>
                  <a:srgbClr val="FF0000"/>
                </a:solidFill>
                <a:latin typeface="Wingdings"/>
                <a:cs typeface="Wingdings"/>
              </a:rPr>
              <a:t></a:t>
            </a:r>
            <a:r>
              <a:rPr spc="-90" dirty="0">
                <a:solidFill>
                  <a:srgbClr val="FF0000"/>
                </a:solidFill>
                <a:latin typeface="Times New Roman"/>
                <a:cs typeface="Times New Roman"/>
              </a:rPr>
              <a:t> </a:t>
            </a:r>
            <a:r>
              <a:rPr b="1" spc="-25" dirty="0">
                <a:solidFill>
                  <a:srgbClr val="FF0000"/>
                </a:solidFill>
                <a:latin typeface="Cambria"/>
                <a:cs typeface="Cambria"/>
              </a:rPr>
              <a:t>AA</a:t>
            </a:r>
          </a:p>
        </p:txBody>
      </p:sp>
      <p:sp>
        <p:nvSpPr>
          <p:cNvPr id="9" name="object 9"/>
          <p:cNvSpPr txBox="1"/>
          <p:nvPr/>
        </p:nvSpPr>
        <p:spPr>
          <a:xfrm>
            <a:off x="3564509" y="911243"/>
            <a:ext cx="1939925" cy="5416550"/>
          </a:xfrm>
          <a:prstGeom prst="rect">
            <a:avLst/>
          </a:prstGeom>
        </p:spPr>
        <p:txBody>
          <a:bodyPr vert="horz" wrap="square" lIns="0" tIns="97155" rIns="0" bIns="0" rtlCol="0">
            <a:spAutoFit/>
          </a:bodyPr>
          <a:lstStyle/>
          <a:p>
            <a:pPr marL="25400" algn="just">
              <a:lnSpc>
                <a:spcPct val="100000"/>
              </a:lnSpc>
              <a:spcBef>
                <a:spcPts val="765"/>
              </a:spcBef>
            </a:pPr>
            <a:r>
              <a:rPr sz="2400" b="1" dirty="0">
                <a:solidFill>
                  <a:srgbClr val="FF0000"/>
                </a:solidFill>
                <a:latin typeface="Cambria"/>
                <a:cs typeface="Cambria"/>
              </a:rPr>
              <a:t>A</a:t>
            </a:r>
            <a:r>
              <a:rPr sz="2400" dirty="0">
                <a:solidFill>
                  <a:srgbClr val="FF0000"/>
                </a:solidFill>
                <a:latin typeface="Wingdings"/>
                <a:cs typeface="Wingdings"/>
              </a:rPr>
              <a:t></a:t>
            </a:r>
            <a:r>
              <a:rPr sz="2400" spc="-90" dirty="0">
                <a:solidFill>
                  <a:srgbClr val="FF0000"/>
                </a:solidFill>
                <a:latin typeface="Times New Roman"/>
                <a:cs typeface="Times New Roman"/>
              </a:rPr>
              <a:t> </a:t>
            </a:r>
            <a:r>
              <a:rPr sz="2400" b="1" dirty="0">
                <a:solidFill>
                  <a:srgbClr val="FF0000"/>
                </a:solidFill>
                <a:latin typeface="Cambria"/>
                <a:cs typeface="Cambria"/>
              </a:rPr>
              <a:t>aA</a:t>
            </a:r>
            <a:r>
              <a:rPr sz="2400" b="1" spc="-20" dirty="0">
                <a:solidFill>
                  <a:srgbClr val="FF0000"/>
                </a:solidFill>
                <a:latin typeface="Cambria"/>
                <a:cs typeface="Cambria"/>
              </a:rPr>
              <a:t> </a:t>
            </a:r>
            <a:r>
              <a:rPr sz="2400" b="1" dirty="0">
                <a:solidFill>
                  <a:srgbClr val="FF0000"/>
                </a:solidFill>
                <a:latin typeface="Cambria"/>
                <a:cs typeface="Cambria"/>
              </a:rPr>
              <a:t>|</a:t>
            </a:r>
            <a:r>
              <a:rPr sz="2400" b="1" spc="-20" dirty="0">
                <a:solidFill>
                  <a:srgbClr val="FF0000"/>
                </a:solidFill>
                <a:latin typeface="Cambria"/>
                <a:cs typeface="Cambria"/>
              </a:rPr>
              <a:t> </a:t>
            </a:r>
            <a:r>
              <a:rPr sz="2400" b="1" spc="-50" dirty="0">
                <a:solidFill>
                  <a:srgbClr val="FF0000"/>
                </a:solidFill>
                <a:latin typeface="Cambria"/>
                <a:cs typeface="Cambria"/>
              </a:rPr>
              <a:t>b</a:t>
            </a:r>
            <a:endParaRPr sz="2400">
              <a:latin typeface="Cambria"/>
              <a:cs typeface="Cambria"/>
            </a:endParaRPr>
          </a:p>
          <a:p>
            <a:pPr marL="25400" algn="just">
              <a:lnSpc>
                <a:spcPct val="100000"/>
              </a:lnSpc>
              <a:spcBef>
                <a:spcPts val="610"/>
              </a:spcBef>
            </a:pPr>
            <a:r>
              <a:rPr sz="2200" b="1" dirty="0">
                <a:latin typeface="Cambria"/>
                <a:cs typeface="Cambria"/>
              </a:rPr>
              <a:t>1</a:t>
            </a:r>
            <a:r>
              <a:rPr sz="2175" b="1" baseline="24904" dirty="0">
                <a:latin typeface="Cambria"/>
                <a:cs typeface="Cambria"/>
              </a:rPr>
              <a:t>st</a:t>
            </a:r>
            <a:r>
              <a:rPr sz="2175" b="1" spc="270" baseline="24904" dirty="0">
                <a:latin typeface="Cambria"/>
                <a:cs typeface="Cambria"/>
              </a:rPr>
              <a:t> </a:t>
            </a:r>
            <a:r>
              <a:rPr sz="2200" b="1" spc="-10" dirty="0">
                <a:latin typeface="Cambria"/>
                <a:cs typeface="Cambria"/>
              </a:rPr>
              <a:t>Step:-</a:t>
            </a:r>
            <a:endParaRPr sz="2200">
              <a:latin typeface="Cambria"/>
              <a:cs typeface="Cambria"/>
            </a:endParaRPr>
          </a:p>
          <a:p>
            <a:pPr marL="25400" marR="1023619">
              <a:lnSpc>
                <a:spcPct val="122700"/>
              </a:lnSpc>
              <a:spcBef>
                <a:spcPts val="5"/>
              </a:spcBef>
            </a:pPr>
            <a:r>
              <a:rPr sz="2200" dirty="0">
                <a:latin typeface="Cambria"/>
                <a:cs typeface="Cambria"/>
              </a:rPr>
              <a:t>S’ </a:t>
            </a:r>
            <a:r>
              <a:rPr sz="2200" dirty="0">
                <a:latin typeface="Wingdings"/>
                <a:cs typeface="Wingdings"/>
              </a:rPr>
              <a:t></a:t>
            </a:r>
            <a:r>
              <a:rPr sz="2200" spc="-65" dirty="0">
                <a:latin typeface="Times New Roman"/>
                <a:cs typeface="Times New Roman"/>
              </a:rPr>
              <a:t> </a:t>
            </a:r>
            <a:r>
              <a:rPr sz="2200" spc="-50" dirty="0">
                <a:latin typeface="Cambria"/>
                <a:cs typeface="Cambria"/>
              </a:rPr>
              <a:t>S </a:t>
            </a: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AA</a:t>
            </a:r>
            <a:endParaRPr sz="2200">
              <a:latin typeface="Cambria"/>
              <a:cs typeface="Cambria"/>
            </a:endParaRPr>
          </a:p>
          <a:p>
            <a:pPr marL="25400" marR="1026794">
              <a:lnSpc>
                <a:spcPts val="3240"/>
              </a:lnSpc>
              <a:spcBef>
                <a:spcPts val="204"/>
              </a:spcBef>
            </a:pPr>
            <a:r>
              <a:rPr sz="2200" dirty="0">
                <a:latin typeface="Cambria"/>
                <a:cs typeface="Cambria"/>
              </a:rPr>
              <a:t>A</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25" dirty="0">
                <a:latin typeface="Cambria"/>
                <a:cs typeface="Cambria"/>
              </a:rPr>
              <a:t>aA </a:t>
            </a:r>
            <a:r>
              <a:rPr sz="2200" dirty="0">
                <a:latin typeface="Cambria"/>
                <a:cs typeface="Cambria"/>
              </a:rPr>
              <a:t>A</a:t>
            </a:r>
            <a:r>
              <a:rPr sz="2200" spc="484" dirty="0">
                <a:latin typeface="Cambria"/>
                <a:cs typeface="Cambria"/>
              </a:rPr>
              <a:t> </a:t>
            </a:r>
            <a:r>
              <a:rPr sz="2200" dirty="0">
                <a:latin typeface="Wingdings"/>
                <a:cs typeface="Wingdings"/>
              </a:rPr>
              <a:t></a:t>
            </a:r>
            <a:r>
              <a:rPr sz="2200" spc="-70" dirty="0">
                <a:latin typeface="Times New Roman"/>
                <a:cs typeface="Times New Roman"/>
              </a:rPr>
              <a:t> </a:t>
            </a:r>
            <a:r>
              <a:rPr sz="2200" spc="-50" dirty="0">
                <a:latin typeface="Cambria"/>
                <a:cs typeface="Cambria"/>
              </a:rPr>
              <a:t>b</a:t>
            </a:r>
            <a:endParaRPr sz="2200">
              <a:latin typeface="Cambria"/>
              <a:cs typeface="Cambria"/>
            </a:endParaRPr>
          </a:p>
          <a:p>
            <a:pPr marL="25400">
              <a:lnSpc>
                <a:spcPct val="100000"/>
              </a:lnSpc>
              <a:spcBef>
                <a:spcPts val="395"/>
              </a:spcBef>
            </a:pPr>
            <a:r>
              <a:rPr sz="2200" b="1" dirty="0">
                <a:latin typeface="Cambria"/>
                <a:cs typeface="Cambria"/>
              </a:rPr>
              <a:t>2</a:t>
            </a:r>
            <a:r>
              <a:rPr sz="2175" b="1" baseline="24904" dirty="0">
                <a:latin typeface="Cambria"/>
                <a:cs typeface="Cambria"/>
              </a:rPr>
              <a:t>nd</a:t>
            </a:r>
            <a:r>
              <a:rPr sz="2175" b="1" spc="284" baseline="24904" dirty="0">
                <a:latin typeface="Cambria"/>
                <a:cs typeface="Cambria"/>
              </a:rPr>
              <a:t> </a:t>
            </a:r>
            <a:r>
              <a:rPr sz="2200" b="1" spc="-10" dirty="0">
                <a:latin typeface="Cambria"/>
                <a:cs typeface="Cambria"/>
              </a:rPr>
              <a:t>Step:-</a:t>
            </a:r>
            <a:endParaRPr sz="2200">
              <a:latin typeface="Cambria"/>
              <a:cs typeface="Cambria"/>
            </a:endParaRPr>
          </a:p>
          <a:p>
            <a:pPr marL="25400" algn="just">
              <a:lnSpc>
                <a:spcPct val="100000"/>
              </a:lnSpc>
              <a:spcBef>
                <a:spcPts val="600"/>
              </a:spcBef>
            </a:pPr>
            <a:r>
              <a:rPr sz="2200" dirty="0">
                <a:latin typeface="Cambria"/>
                <a:cs typeface="Cambria"/>
              </a:rPr>
              <a:t>I0</a:t>
            </a:r>
            <a:r>
              <a:rPr sz="2200" spc="-5"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S’</a:t>
            </a:r>
            <a:r>
              <a:rPr sz="2200" spc="-5"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 </a:t>
            </a:r>
            <a:r>
              <a:rPr sz="2200" spc="-50" dirty="0">
                <a:latin typeface="Cambria"/>
                <a:cs typeface="Cambria"/>
              </a:rPr>
              <a:t>S</a:t>
            </a:r>
            <a:endParaRPr sz="2200">
              <a:latin typeface="Cambria"/>
              <a:cs typeface="Cambria"/>
            </a:endParaRPr>
          </a:p>
          <a:p>
            <a:pPr marL="520700" marR="404495" algn="just">
              <a:lnSpc>
                <a:spcPts val="3240"/>
              </a:lnSpc>
              <a:spcBef>
                <a:spcPts val="210"/>
              </a:spcBef>
            </a:pP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•AA </a:t>
            </a:r>
            <a:r>
              <a:rPr sz="2200" dirty="0">
                <a:latin typeface="Cambria"/>
                <a:cs typeface="Cambria"/>
              </a:rPr>
              <a:t>A</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•aA </a:t>
            </a:r>
            <a:r>
              <a:rPr sz="2200" dirty="0">
                <a:latin typeface="Cambria"/>
                <a:cs typeface="Cambria"/>
              </a:rPr>
              <a:t>A</a:t>
            </a:r>
            <a:r>
              <a:rPr sz="2200" spc="484"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•b</a:t>
            </a:r>
            <a:endParaRPr sz="2200">
              <a:latin typeface="Cambria"/>
              <a:cs typeface="Cambria"/>
            </a:endParaRPr>
          </a:p>
          <a:p>
            <a:pPr marL="25400" algn="just">
              <a:lnSpc>
                <a:spcPct val="100000"/>
              </a:lnSpc>
              <a:spcBef>
                <a:spcPts val="395"/>
              </a:spcBef>
            </a:pPr>
            <a:r>
              <a:rPr sz="2200" dirty="0">
                <a:latin typeface="Cambria"/>
                <a:cs typeface="Cambria"/>
              </a:rPr>
              <a:t>I1</a:t>
            </a:r>
            <a:r>
              <a:rPr sz="2200" spc="-15" dirty="0">
                <a:latin typeface="Cambria"/>
                <a:cs typeface="Cambria"/>
              </a:rPr>
              <a:t> </a:t>
            </a:r>
            <a:r>
              <a:rPr sz="2200" dirty="0">
                <a:latin typeface="Cambria"/>
                <a:cs typeface="Cambria"/>
              </a:rPr>
              <a:t>=</a:t>
            </a:r>
            <a:r>
              <a:rPr sz="2200" spc="-1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(I0</a:t>
            </a:r>
            <a:r>
              <a:rPr sz="2200" spc="-25" dirty="0">
                <a:latin typeface="Cambria"/>
                <a:cs typeface="Cambria"/>
              </a:rPr>
              <a:t> </a:t>
            </a:r>
            <a:r>
              <a:rPr sz="2200" dirty="0">
                <a:latin typeface="Cambria"/>
                <a:cs typeface="Cambria"/>
              </a:rPr>
              <a:t>, </a:t>
            </a:r>
            <a:r>
              <a:rPr sz="2200" spc="-25" dirty="0">
                <a:latin typeface="Cambria"/>
                <a:cs typeface="Cambria"/>
              </a:rPr>
              <a:t>S)</a:t>
            </a:r>
            <a:endParaRPr sz="2200">
              <a:latin typeface="Cambria"/>
              <a:cs typeface="Cambria"/>
            </a:endParaRPr>
          </a:p>
          <a:p>
            <a:pPr marL="582930" algn="just">
              <a:lnSpc>
                <a:spcPct val="100000"/>
              </a:lnSpc>
              <a:spcBef>
                <a:spcPts val="600"/>
              </a:spcBef>
            </a:pPr>
            <a:r>
              <a:rPr sz="2200" dirty="0">
                <a:latin typeface="Cambria"/>
                <a:cs typeface="Cambria"/>
              </a:rPr>
              <a:t>S’</a:t>
            </a:r>
            <a:r>
              <a:rPr sz="2200" spc="-10" dirty="0">
                <a:latin typeface="Cambria"/>
                <a:cs typeface="Cambria"/>
              </a:rPr>
              <a:t> </a:t>
            </a:r>
            <a:r>
              <a:rPr sz="2200" dirty="0">
                <a:latin typeface="Wingdings"/>
                <a:cs typeface="Wingdings"/>
              </a:rPr>
              <a:t></a:t>
            </a:r>
            <a:r>
              <a:rPr sz="2200" spc="-60" dirty="0">
                <a:latin typeface="Times New Roman"/>
                <a:cs typeface="Times New Roman"/>
              </a:rPr>
              <a:t> </a:t>
            </a:r>
            <a:r>
              <a:rPr sz="2200" spc="-35" dirty="0">
                <a:latin typeface="Cambria"/>
                <a:cs typeface="Cambria"/>
              </a:rPr>
              <a:t>S•</a:t>
            </a:r>
            <a:endParaRPr sz="2200">
              <a:latin typeface="Cambria"/>
              <a:cs typeface="Cambria"/>
            </a:endParaRPr>
          </a:p>
        </p:txBody>
      </p:sp>
      <p:sp>
        <p:nvSpPr>
          <p:cNvPr id="10" name="object 10"/>
          <p:cNvSpPr txBox="1"/>
          <p:nvPr/>
        </p:nvSpPr>
        <p:spPr>
          <a:xfrm>
            <a:off x="6170167" y="2002360"/>
            <a:ext cx="2054225" cy="4319905"/>
          </a:xfrm>
          <a:prstGeom prst="rect">
            <a:avLst/>
          </a:prstGeom>
        </p:spPr>
        <p:txBody>
          <a:bodyPr vert="horz" wrap="square" lIns="0" tIns="89535" rIns="0" bIns="0" rtlCol="0">
            <a:spAutoFit/>
          </a:bodyPr>
          <a:lstStyle/>
          <a:p>
            <a:pPr marL="12700">
              <a:lnSpc>
                <a:spcPct val="100000"/>
              </a:lnSpc>
              <a:spcBef>
                <a:spcPts val="705"/>
              </a:spcBef>
            </a:pPr>
            <a:r>
              <a:rPr sz="2200" dirty="0">
                <a:latin typeface="Cambria"/>
                <a:cs typeface="Cambria"/>
              </a:rPr>
              <a:t>I3</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a:t>
            </a:r>
            <a:r>
              <a:rPr sz="2200" spc="-10" dirty="0">
                <a:latin typeface="Cambria"/>
                <a:cs typeface="Cambria"/>
              </a:rPr>
              <a:t> </a:t>
            </a:r>
            <a:r>
              <a:rPr sz="2200" dirty="0">
                <a:latin typeface="Cambria"/>
                <a:cs typeface="Cambria"/>
              </a:rPr>
              <a:t>(I0,</a:t>
            </a:r>
            <a:r>
              <a:rPr sz="2200" spc="-15" dirty="0">
                <a:latin typeface="Cambria"/>
                <a:cs typeface="Cambria"/>
              </a:rPr>
              <a:t> </a:t>
            </a:r>
            <a:r>
              <a:rPr sz="2200" spc="-25" dirty="0">
                <a:latin typeface="Cambria"/>
                <a:cs typeface="Cambria"/>
              </a:rPr>
              <a:t>a)</a:t>
            </a:r>
            <a:endParaRPr sz="2200">
              <a:latin typeface="Cambria"/>
              <a:cs typeface="Cambria"/>
            </a:endParaRPr>
          </a:p>
          <a:p>
            <a:pPr marL="570230" marR="346075" algn="just">
              <a:lnSpc>
                <a:spcPct val="122700"/>
              </a:lnSpc>
            </a:pPr>
            <a:r>
              <a:rPr sz="2200" dirty="0">
                <a:latin typeface="Cambria"/>
                <a:cs typeface="Cambria"/>
              </a:rPr>
              <a:t>A</a:t>
            </a:r>
            <a:r>
              <a:rPr sz="2200" spc="-5"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a</a:t>
            </a:r>
            <a:r>
              <a:rPr sz="2200" spc="-10" dirty="0">
                <a:latin typeface="Cambria"/>
                <a:cs typeface="Cambria"/>
              </a:rPr>
              <a:t> </a:t>
            </a:r>
            <a:r>
              <a:rPr sz="2200" dirty="0">
                <a:latin typeface="Cambria"/>
                <a:cs typeface="Cambria"/>
              </a:rPr>
              <a:t>• </a:t>
            </a:r>
            <a:r>
              <a:rPr sz="2200" spc="-50" dirty="0">
                <a:latin typeface="Cambria"/>
                <a:cs typeface="Cambria"/>
              </a:rPr>
              <a:t>A </a:t>
            </a:r>
            <a:r>
              <a:rPr sz="2200" dirty="0">
                <a:latin typeface="Cambria"/>
                <a:cs typeface="Cambria"/>
              </a:rPr>
              <a:t>A</a:t>
            </a:r>
            <a:r>
              <a:rPr sz="2200" spc="-1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•a</a:t>
            </a:r>
            <a:r>
              <a:rPr sz="2200" spc="-10" dirty="0">
                <a:latin typeface="Cambria"/>
                <a:cs typeface="Cambria"/>
              </a:rPr>
              <a:t> </a:t>
            </a:r>
            <a:r>
              <a:rPr sz="2200" spc="-50" dirty="0">
                <a:latin typeface="Cambria"/>
                <a:cs typeface="Cambria"/>
              </a:rPr>
              <a:t>A </a:t>
            </a:r>
            <a:r>
              <a:rPr sz="2200" dirty="0">
                <a:latin typeface="Cambria"/>
                <a:cs typeface="Cambria"/>
              </a:rPr>
              <a:t>A</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25" dirty="0">
                <a:latin typeface="Cambria"/>
                <a:cs typeface="Cambria"/>
              </a:rPr>
              <a:t>•b</a:t>
            </a:r>
            <a:endParaRPr sz="2200">
              <a:latin typeface="Cambria"/>
              <a:cs typeface="Cambria"/>
            </a:endParaRPr>
          </a:p>
          <a:p>
            <a:pPr marL="675005" marR="26034" indent="-495300" algn="just">
              <a:lnSpc>
                <a:spcPct val="122700"/>
              </a:lnSpc>
              <a:spcBef>
                <a:spcPts val="540"/>
              </a:spcBef>
            </a:pPr>
            <a:r>
              <a:rPr sz="2200" dirty="0">
                <a:latin typeface="Cambria"/>
                <a:cs typeface="Cambria"/>
              </a:rPr>
              <a:t>I4</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b) </a:t>
            </a:r>
            <a:r>
              <a:rPr sz="2200" dirty="0">
                <a:latin typeface="Cambria"/>
                <a:cs typeface="Cambria"/>
              </a:rPr>
              <a:t>A </a:t>
            </a:r>
            <a:r>
              <a:rPr sz="2200" dirty="0">
                <a:latin typeface="Wingdings"/>
                <a:cs typeface="Wingdings"/>
              </a:rPr>
              <a:t></a:t>
            </a:r>
            <a:r>
              <a:rPr sz="2200" spc="-70" dirty="0">
                <a:latin typeface="Times New Roman"/>
                <a:cs typeface="Times New Roman"/>
              </a:rPr>
              <a:t> </a:t>
            </a:r>
            <a:r>
              <a:rPr sz="2200" dirty="0">
                <a:latin typeface="Cambria"/>
                <a:cs typeface="Cambria"/>
              </a:rPr>
              <a:t>b </a:t>
            </a:r>
            <a:r>
              <a:rPr sz="2200" spc="-50" dirty="0">
                <a:latin typeface="Cambria"/>
                <a:cs typeface="Cambria"/>
              </a:rPr>
              <a:t>•</a:t>
            </a:r>
            <a:endParaRPr sz="2200">
              <a:latin typeface="Cambria"/>
              <a:cs typeface="Cambria"/>
            </a:endParaRPr>
          </a:p>
          <a:p>
            <a:pPr marL="675005" marR="5080" indent="-495300" algn="just">
              <a:lnSpc>
                <a:spcPct val="122700"/>
              </a:lnSpc>
              <a:spcBef>
                <a:spcPts val="170"/>
              </a:spcBef>
            </a:pPr>
            <a:r>
              <a:rPr sz="2200" dirty="0">
                <a:latin typeface="Cambria"/>
                <a:cs typeface="Cambria"/>
              </a:rPr>
              <a:t>I5</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(I2,</a:t>
            </a:r>
            <a:r>
              <a:rPr sz="2200" spc="-15" dirty="0">
                <a:latin typeface="Cambria"/>
                <a:cs typeface="Cambria"/>
              </a:rPr>
              <a:t> </a:t>
            </a:r>
            <a:r>
              <a:rPr sz="2200" spc="-25" dirty="0">
                <a:latin typeface="Cambria"/>
                <a:cs typeface="Cambria"/>
              </a:rPr>
              <a:t>A) </a:t>
            </a:r>
            <a:r>
              <a:rPr sz="2200" dirty="0">
                <a:latin typeface="Cambria"/>
                <a:cs typeface="Cambria"/>
              </a:rPr>
              <a:t>S</a:t>
            </a:r>
            <a:r>
              <a:rPr sz="2200" spc="-20"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AA</a:t>
            </a:r>
            <a:r>
              <a:rPr sz="2200" spc="5" dirty="0">
                <a:latin typeface="Cambria"/>
                <a:cs typeface="Cambria"/>
              </a:rPr>
              <a:t> </a:t>
            </a:r>
            <a:r>
              <a:rPr sz="2200" spc="-50" dirty="0">
                <a:latin typeface="Cambria"/>
                <a:cs typeface="Cambria"/>
              </a:rPr>
              <a:t>•</a:t>
            </a:r>
            <a:endParaRPr sz="2200">
              <a:latin typeface="Cambria"/>
              <a:cs typeface="Cambria"/>
            </a:endParaRPr>
          </a:p>
          <a:p>
            <a:pPr marL="675005" marR="40005" indent="-123825">
              <a:lnSpc>
                <a:spcPct val="122700"/>
              </a:lnSpc>
              <a:spcBef>
                <a:spcPts val="700"/>
              </a:spcBef>
            </a:pPr>
            <a:r>
              <a:rPr sz="2200" dirty="0">
                <a:latin typeface="Cambria"/>
                <a:cs typeface="Cambria"/>
              </a:rPr>
              <a:t>=goto</a:t>
            </a:r>
            <a:r>
              <a:rPr sz="2200" spc="-15" dirty="0">
                <a:latin typeface="Cambria"/>
                <a:cs typeface="Cambria"/>
              </a:rPr>
              <a:t> </a:t>
            </a:r>
            <a:r>
              <a:rPr sz="2200" dirty="0">
                <a:latin typeface="Cambria"/>
                <a:cs typeface="Cambria"/>
              </a:rPr>
              <a:t>(I2,</a:t>
            </a:r>
            <a:r>
              <a:rPr sz="2200" spc="-30" dirty="0">
                <a:latin typeface="Cambria"/>
                <a:cs typeface="Cambria"/>
              </a:rPr>
              <a:t> </a:t>
            </a:r>
            <a:r>
              <a:rPr sz="2200" spc="-25" dirty="0">
                <a:latin typeface="Cambria"/>
                <a:cs typeface="Cambria"/>
              </a:rPr>
              <a:t>a) </a:t>
            </a:r>
            <a:r>
              <a:rPr sz="2200" dirty="0">
                <a:latin typeface="Cambria"/>
                <a:cs typeface="Cambria"/>
              </a:rPr>
              <a:t>same</a:t>
            </a:r>
            <a:r>
              <a:rPr sz="2200" spc="-30" dirty="0">
                <a:latin typeface="Cambria"/>
                <a:cs typeface="Cambria"/>
              </a:rPr>
              <a:t> </a:t>
            </a:r>
            <a:r>
              <a:rPr sz="2200" dirty="0">
                <a:latin typeface="Cambria"/>
                <a:cs typeface="Cambria"/>
              </a:rPr>
              <a:t>as</a:t>
            </a:r>
            <a:r>
              <a:rPr sz="2200" spc="-25" dirty="0">
                <a:latin typeface="Cambria"/>
                <a:cs typeface="Cambria"/>
              </a:rPr>
              <a:t> I3</a:t>
            </a:r>
            <a:endParaRPr sz="2200">
              <a:latin typeface="Cambria"/>
              <a:cs typeface="Cambria"/>
            </a:endParaRPr>
          </a:p>
        </p:txBody>
      </p:sp>
      <p:sp>
        <p:nvSpPr>
          <p:cNvPr id="11" name="object 11"/>
          <p:cNvSpPr txBox="1"/>
          <p:nvPr/>
        </p:nvSpPr>
        <p:spPr>
          <a:xfrm>
            <a:off x="8938641" y="1663725"/>
            <a:ext cx="1886585" cy="848360"/>
          </a:xfrm>
          <a:prstGeom prst="rect">
            <a:avLst/>
          </a:prstGeom>
        </p:spPr>
        <p:txBody>
          <a:bodyPr vert="horz" wrap="square" lIns="0" tIns="12700" rIns="0" bIns="0" rtlCol="0">
            <a:spAutoFit/>
          </a:bodyPr>
          <a:lstStyle/>
          <a:p>
            <a:pPr marL="508000" marR="5080" indent="-495300">
              <a:lnSpc>
                <a:spcPct val="122700"/>
              </a:lnSpc>
              <a:spcBef>
                <a:spcPts val="100"/>
              </a:spcBef>
            </a:pPr>
            <a:r>
              <a:rPr sz="2200" dirty="0">
                <a:latin typeface="Cambria"/>
                <a:cs typeface="Cambria"/>
              </a:rPr>
              <a:t>I6</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(I3,</a:t>
            </a:r>
            <a:r>
              <a:rPr sz="2200" spc="-15" dirty="0">
                <a:latin typeface="Cambria"/>
                <a:cs typeface="Cambria"/>
              </a:rPr>
              <a:t> </a:t>
            </a:r>
            <a:r>
              <a:rPr sz="2200" spc="-25" dirty="0">
                <a:latin typeface="Cambria"/>
                <a:cs typeface="Cambria"/>
              </a:rPr>
              <a:t>A) </a:t>
            </a:r>
            <a:r>
              <a:rPr sz="2200" dirty="0">
                <a:latin typeface="Cambria"/>
                <a:cs typeface="Cambria"/>
              </a:rPr>
              <a:t>A</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aA•</a:t>
            </a:r>
            <a:endParaRPr sz="2200">
              <a:latin typeface="Cambria"/>
              <a:cs typeface="Cambria"/>
            </a:endParaRPr>
          </a:p>
        </p:txBody>
      </p:sp>
      <p:sp>
        <p:nvSpPr>
          <p:cNvPr id="12" name="object 12"/>
          <p:cNvSpPr/>
          <p:nvPr/>
        </p:nvSpPr>
        <p:spPr>
          <a:xfrm>
            <a:off x="5911596" y="463295"/>
            <a:ext cx="27305" cy="6245860"/>
          </a:xfrm>
          <a:custGeom>
            <a:avLst/>
            <a:gdLst/>
            <a:ahLst/>
            <a:cxnLst/>
            <a:rect l="l" t="t" r="r" b="b"/>
            <a:pathLst>
              <a:path w="27304" h="6245859">
                <a:moveTo>
                  <a:pt x="0" y="0"/>
                </a:moveTo>
                <a:lnTo>
                  <a:pt x="27177" y="6245682"/>
                </a:lnTo>
              </a:path>
            </a:pathLst>
          </a:custGeom>
          <a:ln w="9144">
            <a:solidFill>
              <a:srgbClr val="40B9D2"/>
            </a:solidFill>
          </a:ln>
        </p:spPr>
        <p:txBody>
          <a:bodyPr wrap="square" lIns="0" tIns="0" rIns="0" bIns="0" rtlCol="0"/>
          <a:lstStyle/>
          <a:p>
            <a:endParaRPr/>
          </a:p>
        </p:txBody>
      </p:sp>
      <p:sp>
        <p:nvSpPr>
          <p:cNvPr id="13" name="object 13"/>
          <p:cNvSpPr txBox="1"/>
          <p:nvPr/>
        </p:nvSpPr>
        <p:spPr>
          <a:xfrm>
            <a:off x="9195943" y="620547"/>
            <a:ext cx="1496695" cy="849630"/>
          </a:xfrm>
          <a:prstGeom prst="rect">
            <a:avLst/>
          </a:prstGeom>
        </p:spPr>
        <p:txBody>
          <a:bodyPr vert="horz" wrap="square" lIns="0" tIns="12700" rIns="0" bIns="0" rtlCol="0">
            <a:spAutoFit/>
          </a:bodyPr>
          <a:lstStyle/>
          <a:p>
            <a:pPr marL="135890" marR="5080" indent="-123825">
              <a:lnSpc>
                <a:spcPct val="122800"/>
              </a:lnSpc>
              <a:spcBef>
                <a:spcPts val="100"/>
              </a:spcBef>
            </a:pPr>
            <a:r>
              <a:rPr sz="2200" dirty="0">
                <a:latin typeface="Cambria"/>
                <a:cs typeface="Cambria"/>
              </a:rPr>
              <a:t>=goto</a:t>
            </a:r>
            <a:r>
              <a:rPr sz="2200" spc="-15" dirty="0">
                <a:latin typeface="Cambria"/>
                <a:cs typeface="Cambria"/>
              </a:rPr>
              <a:t> </a:t>
            </a:r>
            <a:r>
              <a:rPr sz="2200" dirty="0">
                <a:latin typeface="Cambria"/>
                <a:cs typeface="Cambria"/>
              </a:rPr>
              <a:t>(I2,</a:t>
            </a:r>
            <a:r>
              <a:rPr sz="2200" spc="-30" dirty="0">
                <a:latin typeface="Cambria"/>
                <a:cs typeface="Cambria"/>
              </a:rPr>
              <a:t> </a:t>
            </a:r>
            <a:r>
              <a:rPr sz="2200" spc="-25" dirty="0">
                <a:latin typeface="Cambria"/>
                <a:cs typeface="Cambria"/>
              </a:rPr>
              <a:t>b) </a:t>
            </a:r>
            <a:r>
              <a:rPr sz="2200" dirty="0">
                <a:latin typeface="Cambria"/>
                <a:cs typeface="Cambria"/>
              </a:rPr>
              <a:t>same</a:t>
            </a:r>
            <a:r>
              <a:rPr sz="2200" spc="-30" dirty="0">
                <a:latin typeface="Cambria"/>
                <a:cs typeface="Cambria"/>
              </a:rPr>
              <a:t> </a:t>
            </a:r>
            <a:r>
              <a:rPr sz="2200" dirty="0">
                <a:latin typeface="Cambria"/>
                <a:cs typeface="Cambria"/>
              </a:rPr>
              <a:t>as</a:t>
            </a:r>
            <a:r>
              <a:rPr sz="2200" spc="-25" dirty="0">
                <a:latin typeface="Cambria"/>
                <a:cs typeface="Cambria"/>
              </a:rPr>
              <a:t> I4</a:t>
            </a:r>
            <a:endParaRPr sz="2200">
              <a:latin typeface="Cambria"/>
              <a:cs typeface="Cambria"/>
            </a:endParaRPr>
          </a:p>
        </p:txBody>
      </p:sp>
      <p:sp>
        <p:nvSpPr>
          <p:cNvPr id="14" name="object 14"/>
          <p:cNvSpPr txBox="1"/>
          <p:nvPr/>
        </p:nvSpPr>
        <p:spPr>
          <a:xfrm>
            <a:off x="9279763" y="2677057"/>
            <a:ext cx="1541780" cy="849630"/>
          </a:xfrm>
          <a:prstGeom prst="rect">
            <a:avLst/>
          </a:prstGeom>
        </p:spPr>
        <p:txBody>
          <a:bodyPr vert="horz" wrap="square" lIns="0" tIns="12700" rIns="0" bIns="0" rtlCol="0">
            <a:spAutoFit/>
          </a:bodyPr>
          <a:lstStyle/>
          <a:p>
            <a:pPr marL="198120" marR="5080" indent="-186055">
              <a:lnSpc>
                <a:spcPct val="122800"/>
              </a:lnSpc>
              <a:spcBef>
                <a:spcPts val="100"/>
              </a:spcBef>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(I3,</a:t>
            </a:r>
            <a:r>
              <a:rPr sz="2200" spc="-15" dirty="0">
                <a:latin typeface="Cambria"/>
                <a:cs typeface="Cambria"/>
              </a:rPr>
              <a:t> </a:t>
            </a:r>
            <a:r>
              <a:rPr sz="2200" spc="-25" dirty="0">
                <a:latin typeface="Cambria"/>
                <a:cs typeface="Cambria"/>
              </a:rPr>
              <a:t>a) </a:t>
            </a:r>
            <a:r>
              <a:rPr sz="2200" dirty="0">
                <a:latin typeface="Cambria"/>
                <a:cs typeface="Cambria"/>
              </a:rPr>
              <a:t>Same</a:t>
            </a:r>
            <a:r>
              <a:rPr sz="2200" spc="-40"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I3</a:t>
            </a:r>
            <a:endParaRPr sz="2200">
              <a:latin typeface="Cambria"/>
              <a:cs typeface="Cambria"/>
            </a:endParaRPr>
          </a:p>
        </p:txBody>
      </p:sp>
      <p:sp>
        <p:nvSpPr>
          <p:cNvPr id="15" name="object 15"/>
          <p:cNvSpPr txBox="1"/>
          <p:nvPr/>
        </p:nvSpPr>
        <p:spPr>
          <a:xfrm>
            <a:off x="9279763" y="3717696"/>
            <a:ext cx="1558925" cy="848360"/>
          </a:xfrm>
          <a:prstGeom prst="rect">
            <a:avLst/>
          </a:prstGeom>
        </p:spPr>
        <p:txBody>
          <a:bodyPr vert="horz" wrap="square" lIns="0" tIns="12700" rIns="0" bIns="0" rtlCol="0">
            <a:spAutoFit/>
          </a:bodyPr>
          <a:lstStyle/>
          <a:p>
            <a:pPr marL="198120" marR="5080" indent="-186055">
              <a:lnSpc>
                <a:spcPct val="122700"/>
              </a:lnSpc>
              <a:spcBef>
                <a:spcPts val="100"/>
              </a:spcBef>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(I3,</a:t>
            </a:r>
            <a:r>
              <a:rPr sz="2200" spc="-15" dirty="0">
                <a:latin typeface="Cambria"/>
                <a:cs typeface="Cambria"/>
              </a:rPr>
              <a:t> </a:t>
            </a:r>
            <a:r>
              <a:rPr sz="2200" spc="-25" dirty="0">
                <a:latin typeface="Cambria"/>
                <a:cs typeface="Cambria"/>
              </a:rPr>
              <a:t>b) </a:t>
            </a:r>
            <a:r>
              <a:rPr sz="2200" dirty="0">
                <a:latin typeface="Cambria"/>
                <a:cs typeface="Cambria"/>
              </a:rPr>
              <a:t>Same</a:t>
            </a:r>
            <a:r>
              <a:rPr sz="2200" spc="-40"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I4</a:t>
            </a:r>
            <a:endParaRPr sz="2200">
              <a:latin typeface="Cambria"/>
              <a:cs typeface="Cambria"/>
            </a:endParaRPr>
          </a:p>
        </p:txBody>
      </p:sp>
      <p:sp>
        <p:nvSpPr>
          <p:cNvPr id="16" name="object 16"/>
          <p:cNvSpPr/>
          <p:nvPr/>
        </p:nvSpPr>
        <p:spPr>
          <a:xfrm>
            <a:off x="8804147" y="463295"/>
            <a:ext cx="27305" cy="6245860"/>
          </a:xfrm>
          <a:custGeom>
            <a:avLst/>
            <a:gdLst/>
            <a:ahLst/>
            <a:cxnLst/>
            <a:rect l="l" t="t" r="r" b="b"/>
            <a:pathLst>
              <a:path w="27304" h="6245859">
                <a:moveTo>
                  <a:pt x="0" y="0"/>
                </a:moveTo>
                <a:lnTo>
                  <a:pt x="27177" y="6245682"/>
                </a:lnTo>
              </a:path>
            </a:pathLst>
          </a:custGeom>
          <a:ln w="9144">
            <a:solidFill>
              <a:srgbClr val="40B9D2"/>
            </a:solidFill>
          </a:ln>
        </p:spPr>
        <p:txBody>
          <a:bodyPr wrap="square" lIns="0" tIns="0" rIns="0" bIns="0" rtlCol="0"/>
          <a:lstStyle/>
          <a:p>
            <a:endParaRPr/>
          </a:p>
        </p:txBody>
      </p:sp>
      <p:sp>
        <p:nvSpPr>
          <p:cNvPr id="17" name="object 17"/>
          <p:cNvSpPr txBox="1"/>
          <p:nvPr/>
        </p:nvSpPr>
        <p:spPr>
          <a:xfrm>
            <a:off x="6170167" y="172363"/>
            <a:ext cx="1886585" cy="1664335"/>
          </a:xfrm>
          <a:prstGeom prst="rect">
            <a:avLst/>
          </a:prstGeom>
        </p:spPr>
        <p:txBody>
          <a:bodyPr vert="horz" wrap="square" lIns="0" tIns="12065" rIns="0" bIns="0" rtlCol="0">
            <a:spAutoFit/>
          </a:bodyPr>
          <a:lstStyle/>
          <a:p>
            <a:pPr marL="570230" marR="5080" indent="-558165">
              <a:lnSpc>
                <a:spcPct val="122800"/>
              </a:lnSpc>
              <a:spcBef>
                <a:spcPts val="95"/>
              </a:spcBef>
            </a:pPr>
            <a:r>
              <a:rPr sz="2200" dirty="0">
                <a:latin typeface="Cambria"/>
                <a:cs typeface="Cambria"/>
              </a:rPr>
              <a:t>I2</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A) </a:t>
            </a:r>
            <a:r>
              <a:rPr sz="2200" dirty="0">
                <a:latin typeface="Cambria"/>
                <a:cs typeface="Cambria"/>
              </a:rPr>
              <a:t>S</a:t>
            </a:r>
            <a:r>
              <a:rPr sz="2200" spc="-10" dirty="0">
                <a:latin typeface="Cambria"/>
                <a:cs typeface="Cambria"/>
              </a:rPr>
              <a:t> </a:t>
            </a:r>
            <a:r>
              <a:rPr sz="2200" dirty="0">
                <a:latin typeface="Wingdings"/>
                <a:cs typeface="Wingdings"/>
              </a:rPr>
              <a:t></a:t>
            </a:r>
            <a:r>
              <a:rPr sz="2200" spc="-70" dirty="0">
                <a:latin typeface="Times New Roman"/>
                <a:cs typeface="Times New Roman"/>
              </a:rPr>
              <a:t> </a:t>
            </a:r>
            <a:r>
              <a:rPr sz="2200" dirty="0">
                <a:latin typeface="Cambria"/>
                <a:cs typeface="Cambria"/>
              </a:rPr>
              <a:t>A </a:t>
            </a:r>
            <a:r>
              <a:rPr sz="2200" spc="-25" dirty="0">
                <a:latin typeface="Cambria"/>
                <a:cs typeface="Cambria"/>
              </a:rPr>
              <a:t>•A</a:t>
            </a:r>
            <a:r>
              <a:rPr sz="2200" spc="550" dirty="0">
                <a:latin typeface="Cambria"/>
                <a:cs typeface="Cambria"/>
              </a:rPr>
              <a:t> </a:t>
            </a:r>
            <a:r>
              <a:rPr sz="2200" dirty="0">
                <a:latin typeface="Cambria"/>
                <a:cs typeface="Cambria"/>
              </a:rPr>
              <a:t>A</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25" dirty="0">
                <a:latin typeface="Cambria"/>
                <a:cs typeface="Cambria"/>
              </a:rPr>
              <a:t>•aA</a:t>
            </a:r>
            <a:endParaRPr sz="2200">
              <a:latin typeface="Cambria"/>
              <a:cs typeface="Cambria"/>
            </a:endParaRPr>
          </a:p>
          <a:p>
            <a:pPr marL="570230">
              <a:lnSpc>
                <a:spcPct val="100000"/>
              </a:lnSpc>
              <a:spcBef>
                <a:spcPts val="540"/>
              </a:spcBef>
            </a:pPr>
            <a:r>
              <a:rPr sz="2200" dirty="0">
                <a:latin typeface="Cambria"/>
                <a:cs typeface="Cambria"/>
              </a:rPr>
              <a:t>A</a:t>
            </a:r>
            <a:r>
              <a:rPr sz="2200" spc="475" dirty="0">
                <a:latin typeface="Cambria"/>
                <a:cs typeface="Cambria"/>
              </a:rPr>
              <a:t> </a:t>
            </a:r>
            <a:r>
              <a:rPr sz="2200" dirty="0">
                <a:latin typeface="Wingdings"/>
                <a:cs typeface="Wingdings"/>
              </a:rPr>
              <a:t></a:t>
            </a:r>
            <a:r>
              <a:rPr sz="2200" spc="-70" dirty="0">
                <a:latin typeface="Times New Roman"/>
                <a:cs typeface="Times New Roman"/>
              </a:rPr>
              <a:t> </a:t>
            </a:r>
            <a:r>
              <a:rPr sz="2200" spc="-25" dirty="0">
                <a:latin typeface="Cambria"/>
                <a:cs typeface="Cambria"/>
              </a:rPr>
              <a:t>•b</a:t>
            </a:r>
            <a:endParaRPr sz="2200">
              <a:latin typeface="Cambria"/>
              <a:cs typeface="Cambria"/>
            </a:endParaRPr>
          </a:p>
        </p:txBody>
      </p:sp>
      <p:sp>
        <p:nvSpPr>
          <p:cNvPr id="18" name="object 18"/>
          <p:cNvSpPr txBox="1"/>
          <p:nvPr/>
        </p:nvSpPr>
        <p:spPr>
          <a:xfrm>
            <a:off x="9019883" y="4627087"/>
            <a:ext cx="2798445" cy="1080770"/>
          </a:xfrm>
          <a:prstGeom prst="rect">
            <a:avLst/>
          </a:prstGeom>
        </p:spPr>
        <p:txBody>
          <a:bodyPr vert="horz" wrap="square" lIns="0" tIns="15875" rIns="0" bIns="0" rtlCol="0">
            <a:spAutoFit/>
          </a:bodyPr>
          <a:lstStyle/>
          <a:p>
            <a:pPr marL="95250">
              <a:lnSpc>
                <a:spcPct val="100000"/>
              </a:lnSpc>
              <a:spcBef>
                <a:spcPts val="125"/>
              </a:spcBef>
            </a:pPr>
            <a:r>
              <a:rPr sz="1400" dirty="0">
                <a:latin typeface="Arial MT"/>
                <a:cs typeface="Arial MT"/>
              </a:rPr>
              <a:t>follow</a:t>
            </a:r>
            <a:r>
              <a:rPr sz="1400" spc="15" dirty="0">
                <a:latin typeface="Arial MT"/>
                <a:cs typeface="Arial MT"/>
              </a:rPr>
              <a:t> </a:t>
            </a:r>
            <a:r>
              <a:rPr sz="1400" dirty="0">
                <a:latin typeface="Arial MT"/>
                <a:cs typeface="Arial MT"/>
              </a:rPr>
              <a:t>(S')</a:t>
            </a:r>
            <a:r>
              <a:rPr sz="1400" spc="60" dirty="0">
                <a:latin typeface="Arial MT"/>
                <a:cs typeface="Arial MT"/>
              </a:rPr>
              <a:t> </a:t>
            </a:r>
            <a:r>
              <a:rPr sz="1400" spc="-20" dirty="0">
                <a:latin typeface="Arial MT"/>
                <a:cs typeface="Arial MT"/>
              </a:rPr>
              <a:t>={$}</a:t>
            </a:r>
            <a:endParaRPr sz="1400">
              <a:latin typeface="Arial MT"/>
              <a:cs typeface="Arial MT"/>
            </a:endParaRPr>
          </a:p>
          <a:p>
            <a:pPr marL="95250" marR="802640">
              <a:lnSpc>
                <a:spcPct val="196200"/>
              </a:lnSpc>
            </a:pPr>
            <a:r>
              <a:rPr sz="1400" dirty="0">
                <a:latin typeface="Arial MT"/>
                <a:cs typeface="Arial MT"/>
              </a:rPr>
              <a:t>FOLLOW(S)</a:t>
            </a:r>
            <a:r>
              <a:rPr sz="1400" spc="114" dirty="0">
                <a:latin typeface="Arial MT"/>
                <a:cs typeface="Arial MT"/>
              </a:rPr>
              <a:t> </a:t>
            </a:r>
            <a:r>
              <a:rPr sz="1400" dirty="0">
                <a:latin typeface="Arial MT"/>
                <a:cs typeface="Arial MT"/>
              </a:rPr>
              <a:t>=</a:t>
            </a:r>
            <a:r>
              <a:rPr sz="1400" spc="145" dirty="0">
                <a:latin typeface="Arial MT"/>
                <a:cs typeface="Arial MT"/>
              </a:rPr>
              <a:t> </a:t>
            </a:r>
            <a:r>
              <a:rPr sz="1400" spc="-25" dirty="0">
                <a:latin typeface="Arial MT"/>
                <a:cs typeface="Arial MT"/>
              </a:rPr>
              <a:t>{$} </a:t>
            </a:r>
            <a:r>
              <a:rPr sz="1400" dirty="0">
                <a:latin typeface="Arial MT"/>
                <a:cs typeface="Arial MT"/>
              </a:rPr>
              <a:t>FOLLOW</a:t>
            </a:r>
            <a:r>
              <a:rPr sz="1400" spc="125" dirty="0">
                <a:latin typeface="Arial MT"/>
                <a:cs typeface="Arial MT"/>
              </a:rPr>
              <a:t> </a:t>
            </a:r>
            <a:r>
              <a:rPr sz="1400" dirty="0">
                <a:latin typeface="Arial MT"/>
                <a:cs typeface="Arial MT"/>
              </a:rPr>
              <a:t>(A)</a:t>
            </a:r>
            <a:r>
              <a:rPr sz="1400" spc="10" dirty="0">
                <a:latin typeface="Arial MT"/>
                <a:cs typeface="Arial MT"/>
              </a:rPr>
              <a:t> </a:t>
            </a:r>
            <a:r>
              <a:rPr sz="1400" dirty="0">
                <a:latin typeface="Arial MT"/>
                <a:cs typeface="Arial MT"/>
              </a:rPr>
              <a:t>=</a:t>
            </a:r>
            <a:r>
              <a:rPr sz="1400" spc="30" dirty="0">
                <a:latin typeface="Arial MT"/>
                <a:cs typeface="Arial MT"/>
              </a:rPr>
              <a:t> </a:t>
            </a:r>
            <a:r>
              <a:rPr sz="1400" dirty="0">
                <a:latin typeface="Arial MT"/>
                <a:cs typeface="Arial MT"/>
              </a:rPr>
              <a:t>{a,</a:t>
            </a:r>
            <a:r>
              <a:rPr sz="1400" spc="5" dirty="0">
                <a:latin typeface="Arial MT"/>
                <a:cs typeface="Arial MT"/>
              </a:rPr>
              <a:t> </a:t>
            </a:r>
            <a:r>
              <a:rPr sz="1400" dirty="0">
                <a:latin typeface="Arial MT"/>
                <a:cs typeface="Arial MT"/>
              </a:rPr>
              <a:t>b,</a:t>
            </a:r>
            <a:r>
              <a:rPr sz="1400" spc="10" dirty="0">
                <a:latin typeface="Arial MT"/>
                <a:cs typeface="Arial MT"/>
              </a:rPr>
              <a:t> </a:t>
            </a:r>
            <a:r>
              <a:rPr sz="1400" spc="-25" dirty="0">
                <a:latin typeface="Arial MT"/>
                <a:cs typeface="Arial MT"/>
              </a:rPr>
              <a:t>$}</a:t>
            </a:r>
            <a:endParaRPr sz="1400">
              <a:latin typeface="Arial MT"/>
              <a:cs typeface="Arial MT"/>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70" dirty="0">
                <a:solidFill>
                  <a:srgbClr val="FFFFFF"/>
                </a:solidFill>
                <a:latin typeface="Cambria"/>
                <a:cs typeface="Cambria"/>
              </a:rPr>
              <a:t>LR(0)</a:t>
            </a:r>
            <a:r>
              <a:rPr sz="3600" b="1" spc="-100" dirty="0">
                <a:solidFill>
                  <a:srgbClr val="FFFFFF"/>
                </a:solidFill>
                <a:latin typeface="Cambria"/>
                <a:cs typeface="Cambria"/>
              </a:rPr>
              <a:t> </a:t>
            </a:r>
            <a:r>
              <a:rPr sz="3600" b="1" spc="-10" dirty="0">
                <a:solidFill>
                  <a:srgbClr val="FFFFFF"/>
                </a:solidFill>
                <a:latin typeface="Cambria"/>
                <a:cs typeface="Cambria"/>
              </a:rPr>
              <a:t>Parser</a:t>
            </a:r>
            <a:endParaRPr sz="3600">
              <a:latin typeface="Cambria"/>
              <a:cs typeface="Cambria"/>
            </a:endParaRPr>
          </a:p>
        </p:txBody>
      </p:sp>
      <p:graphicFrame>
        <p:nvGraphicFramePr>
          <p:cNvPr id="3" name="object 3"/>
          <p:cNvGraphicFramePr>
            <a:graphicFrameLocks noGrp="1"/>
          </p:cNvGraphicFramePr>
          <p:nvPr/>
        </p:nvGraphicFramePr>
        <p:xfrm>
          <a:off x="3732021" y="1216660"/>
          <a:ext cx="6494145" cy="3074035"/>
        </p:xfrm>
        <a:graphic>
          <a:graphicData uri="http://schemas.openxmlformats.org/drawingml/2006/table">
            <a:tbl>
              <a:tblPr firstRow="1" bandRow="1">
                <a:tableStyleId>{2D5ABB26-0587-4C30-8999-92F81FD0307C}</a:tableStyleId>
              </a:tblPr>
              <a:tblGrid>
                <a:gridCol w="1065530">
                  <a:extLst>
                    <a:ext uri="{9D8B030D-6E8A-4147-A177-3AD203B41FA5}">
                      <a16:colId xmlns:a16="http://schemas.microsoft.com/office/drawing/2014/main" val="20000"/>
                    </a:ext>
                  </a:extLst>
                </a:gridCol>
                <a:gridCol w="1065530">
                  <a:extLst>
                    <a:ext uri="{9D8B030D-6E8A-4147-A177-3AD203B41FA5}">
                      <a16:colId xmlns:a16="http://schemas.microsoft.com/office/drawing/2014/main" val="20001"/>
                    </a:ext>
                  </a:extLst>
                </a:gridCol>
                <a:gridCol w="1065530">
                  <a:extLst>
                    <a:ext uri="{9D8B030D-6E8A-4147-A177-3AD203B41FA5}">
                      <a16:colId xmlns:a16="http://schemas.microsoft.com/office/drawing/2014/main" val="20002"/>
                    </a:ext>
                  </a:extLst>
                </a:gridCol>
                <a:gridCol w="1065530">
                  <a:extLst>
                    <a:ext uri="{9D8B030D-6E8A-4147-A177-3AD203B41FA5}">
                      <a16:colId xmlns:a16="http://schemas.microsoft.com/office/drawing/2014/main" val="20003"/>
                    </a:ext>
                  </a:extLst>
                </a:gridCol>
                <a:gridCol w="1065529">
                  <a:extLst>
                    <a:ext uri="{9D8B030D-6E8A-4147-A177-3AD203B41FA5}">
                      <a16:colId xmlns:a16="http://schemas.microsoft.com/office/drawing/2014/main" val="20004"/>
                    </a:ext>
                  </a:extLst>
                </a:gridCol>
                <a:gridCol w="1078864">
                  <a:extLst>
                    <a:ext uri="{9D8B030D-6E8A-4147-A177-3AD203B41FA5}">
                      <a16:colId xmlns:a16="http://schemas.microsoft.com/office/drawing/2014/main" val="20005"/>
                    </a:ext>
                  </a:extLst>
                </a:gridCol>
              </a:tblGrid>
              <a:tr h="377190">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a</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b</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S</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A</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0"/>
                  </a:ext>
                </a:extLst>
              </a:tr>
              <a:tr h="391795">
                <a:tc>
                  <a:txBody>
                    <a:bodyPr/>
                    <a:lstStyle/>
                    <a:p>
                      <a:pPr marL="90805">
                        <a:lnSpc>
                          <a:spcPct val="100000"/>
                        </a:lnSpc>
                        <a:spcBef>
                          <a:spcPts val="465"/>
                        </a:spcBef>
                      </a:pPr>
                      <a:r>
                        <a:rPr sz="1800" b="1" spc="-50" dirty="0">
                          <a:latin typeface="Cambria"/>
                          <a:cs typeface="Cambria"/>
                        </a:rPr>
                        <a:t>0</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0805">
                        <a:lnSpc>
                          <a:spcPct val="100000"/>
                        </a:lnSpc>
                        <a:spcBef>
                          <a:spcPts val="465"/>
                        </a:spcBef>
                      </a:pPr>
                      <a:r>
                        <a:rPr sz="1800" b="1" spc="-25" dirty="0">
                          <a:latin typeface="Cambria"/>
                          <a:cs typeface="Cambria"/>
                        </a:rPr>
                        <a:t>S3</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0805">
                        <a:lnSpc>
                          <a:spcPct val="100000"/>
                        </a:lnSpc>
                        <a:spcBef>
                          <a:spcPts val="465"/>
                        </a:spcBef>
                      </a:pPr>
                      <a:r>
                        <a:rPr sz="1800" b="1" spc="-25" dirty="0">
                          <a:latin typeface="Cambria"/>
                          <a:cs typeface="Cambria"/>
                        </a:rPr>
                        <a:t>S4</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1440">
                        <a:lnSpc>
                          <a:spcPct val="100000"/>
                        </a:lnSpc>
                        <a:spcBef>
                          <a:spcPts val="465"/>
                        </a:spcBef>
                      </a:pPr>
                      <a:r>
                        <a:rPr sz="1800" b="1" spc="-50" dirty="0">
                          <a:latin typeface="Cambria"/>
                          <a:cs typeface="Cambria"/>
                        </a:rPr>
                        <a:t>1</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1440">
                        <a:lnSpc>
                          <a:spcPct val="100000"/>
                        </a:lnSpc>
                        <a:spcBef>
                          <a:spcPts val="465"/>
                        </a:spcBef>
                      </a:pPr>
                      <a:r>
                        <a:rPr sz="1800" b="1" spc="-50" dirty="0">
                          <a:latin typeface="Cambria"/>
                          <a:cs typeface="Cambria"/>
                        </a:rPr>
                        <a:t>2</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1"/>
                  </a:ext>
                </a:extLst>
              </a:tr>
              <a:tr h="391795">
                <a:tc>
                  <a:txBody>
                    <a:bodyPr/>
                    <a:lstStyle/>
                    <a:p>
                      <a:pPr marL="89535">
                        <a:lnSpc>
                          <a:spcPct val="100000"/>
                        </a:lnSpc>
                        <a:spcBef>
                          <a:spcPts val="430"/>
                        </a:spcBef>
                      </a:pPr>
                      <a:r>
                        <a:rPr sz="1800" b="1" spc="-50" dirty="0">
                          <a:latin typeface="Cambria"/>
                          <a:cs typeface="Cambria"/>
                        </a:rPr>
                        <a:t>1</a:t>
                      </a:r>
                      <a:endParaRPr sz="1800">
                        <a:latin typeface="Cambria"/>
                        <a:cs typeface="Cambria"/>
                      </a:endParaRPr>
                    </a:p>
                  </a:txBody>
                  <a:tcPr marL="0" marR="0" marT="5461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0170">
                        <a:lnSpc>
                          <a:spcPct val="100000"/>
                        </a:lnSpc>
                        <a:spcBef>
                          <a:spcPts val="430"/>
                        </a:spcBef>
                      </a:pPr>
                      <a:r>
                        <a:rPr sz="1800" b="1" spc="-10" dirty="0">
                          <a:latin typeface="Cambria"/>
                          <a:cs typeface="Cambria"/>
                        </a:rPr>
                        <a:t>Accept</a:t>
                      </a:r>
                      <a:endParaRPr sz="1800">
                        <a:latin typeface="Cambria"/>
                        <a:cs typeface="Cambria"/>
                      </a:endParaRPr>
                    </a:p>
                  </a:txBody>
                  <a:tcPr marL="0" marR="0" marT="5461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2"/>
                  </a:ext>
                </a:extLst>
              </a:tr>
              <a:tr h="389890">
                <a:tc>
                  <a:txBody>
                    <a:bodyPr/>
                    <a:lstStyle/>
                    <a:p>
                      <a:pPr marL="87630">
                        <a:lnSpc>
                          <a:spcPct val="100000"/>
                        </a:lnSpc>
                        <a:spcBef>
                          <a:spcPts val="470"/>
                        </a:spcBef>
                      </a:pPr>
                      <a:r>
                        <a:rPr sz="1800" b="1" spc="-50" dirty="0">
                          <a:latin typeface="Cambria"/>
                          <a:cs typeface="Cambria"/>
                        </a:rPr>
                        <a:t>2</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88265">
                        <a:lnSpc>
                          <a:spcPct val="100000"/>
                        </a:lnSpc>
                        <a:spcBef>
                          <a:spcPts val="470"/>
                        </a:spcBef>
                      </a:pPr>
                      <a:r>
                        <a:rPr sz="1800" b="1" spc="-25" dirty="0">
                          <a:latin typeface="Cambria"/>
                          <a:cs typeface="Cambria"/>
                        </a:rPr>
                        <a:t>S3</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88265">
                        <a:lnSpc>
                          <a:spcPct val="100000"/>
                        </a:lnSpc>
                        <a:spcBef>
                          <a:spcPts val="470"/>
                        </a:spcBef>
                      </a:pPr>
                      <a:r>
                        <a:rPr sz="1800" b="1" spc="-25" dirty="0">
                          <a:latin typeface="Cambria"/>
                          <a:cs typeface="Cambria"/>
                        </a:rPr>
                        <a:t>S4</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88900">
                        <a:lnSpc>
                          <a:spcPct val="100000"/>
                        </a:lnSpc>
                        <a:spcBef>
                          <a:spcPts val="470"/>
                        </a:spcBef>
                      </a:pPr>
                      <a:r>
                        <a:rPr sz="1800" b="1" spc="-50" dirty="0">
                          <a:latin typeface="Cambria"/>
                          <a:cs typeface="Cambria"/>
                        </a:rPr>
                        <a:t>5</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3"/>
                  </a:ext>
                </a:extLst>
              </a:tr>
              <a:tr h="378460">
                <a:tc>
                  <a:txBody>
                    <a:bodyPr/>
                    <a:lstStyle/>
                    <a:p>
                      <a:pPr marL="95250">
                        <a:lnSpc>
                          <a:spcPct val="100000"/>
                        </a:lnSpc>
                        <a:spcBef>
                          <a:spcPts val="380"/>
                        </a:spcBef>
                      </a:pPr>
                      <a:r>
                        <a:rPr sz="1800" b="1" spc="-50" dirty="0">
                          <a:latin typeface="Cambria"/>
                          <a:cs typeface="Cambria"/>
                        </a:rPr>
                        <a:t>3</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250">
                        <a:lnSpc>
                          <a:spcPct val="100000"/>
                        </a:lnSpc>
                        <a:spcBef>
                          <a:spcPts val="380"/>
                        </a:spcBef>
                      </a:pPr>
                      <a:r>
                        <a:rPr sz="1800" b="1" spc="-25" dirty="0">
                          <a:latin typeface="Cambria"/>
                          <a:cs typeface="Cambria"/>
                        </a:rPr>
                        <a:t>S3</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80"/>
                        </a:spcBef>
                      </a:pPr>
                      <a:r>
                        <a:rPr sz="1800" b="1" spc="-25" dirty="0">
                          <a:latin typeface="Cambria"/>
                          <a:cs typeface="Cambria"/>
                        </a:rPr>
                        <a:t>S4</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80"/>
                        </a:spcBef>
                      </a:pPr>
                      <a:r>
                        <a:rPr sz="1800" b="1" spc="-50" dirty="0">
                          <a:latin typeface="Cambria"/>
                          <a:cs typeface="Cambria"/>
                        </a:rPr>
                        <a:t>6</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4"/>
                  </a:ext>
                </a:extLst>
              </a:tr>
              <a:tr h="379095">
                <a:tc>
                  <a:txBody>
                    <a:bodyPr/>
                    <a:lstStyle/>
                    <a:p>
                      <a:pPr marL="102870">
                        <a:lnSpc>
                          <a:spcPct val="100000"/>
                        </a:lnSpc>
                        <a:spcBef>
                          <a:spcPts val="385"/>
                        </a:spcBef>
                      </a:pPr>
                      <a:r>
                        <a:rPr sz="1800" b="1" spc="-50" dirty="0">
                          <a:latin typeface="Cambria"/>
                          <a:cs typeface="Cambria"/>
                        </a:rPr>
                        <a:t>4</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2870">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3505">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3505">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5"/>
                  </a:ext>
                </a:extLst>
              </a:tr>
              <a:tr h="380365">
                <a:tc>
                  <a:txBody>
                    <a:bodyPr/>
                    <a:lstStyle/>
                    <a:p>
                      <a:pPr marL="119380">
                        <a:lnSpc>
                          <a:spcPct val="100000"/>
                        </a:lnSpc>
                        <a:spcBef>
                          <a:spcPts val="380"/>
                        </a:spcBef>
                      </a:pPr>
                      <a:r>
                        <a:rPr sz="1800" b="1" spc="-50" dirty="0">
                          <a:latin typeface="Cambria"/>
                          <a:cs typeface="Cambria"/>
                        </a:rPr>
                        <a:t>5</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marL="120014">
                        <a:lnSpc>
                          <a:spcPct val="100000"/>
                        </a:lnSpc>
                        <a:spcBef>
                          <a:spcPts val="380"/>
                        </a:spcBef>
                      </a:pPr>
                      <a:r>
                        <a:rPr sz="1800" b="1" spc="-25" dirty="0">
                          <a:latin typeface="Cambria"/>
                          <a:cs typeface="Cambria"/>
                        </a:rPr>
                        <a:t>r1</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marL="120014">
                        <a:lnSpc>
                          <a:spcPct val="100000"/>
                        </a:lnSpc>
                        <a:spcBef>
                          <a:spcPts val="380"/>
                        </a:spcBef>
                      </a:pPr>
                      <a:r>
                        <a:rPr sz="1800" b="1" spc="-25" dirty="0">
                          <a:latin typeface="Cambria"/>
                          <a:cs typeface="Cambria"/>
                        </a:rPr>
                        <a:t>r1</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marL="120014">
                        <a:lnSpc>
                          <a:spcPct val="100000"/>
                        </a:lnSpc>
                        <a:spcBef>
                          <a:spcPts val="380"/>
                        </a:spcBef>
                      </a:pPr>
                      <a:r>
                        <a:rPr sz="1800" b="1" spc="-25" dirty="0">
                          <a:latin typeface="Cambria"/>
                          <a:cs typeface="Cambria"/>
                        </a:rPr>
                        <a:t>r1</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6"/>
                  </a:ext>
                </a:extLst>
              </a:tr>
              <a:tr h="385445">
                <a:tc>
                  <a:txBody>
                    <a:bodyPr/>
                    <a:lstStyle/>
                    <a:p>
                      <a:pPr marL="118110">
                        <a:lnSpc>
                          <a:spcPct val="100000"/>
                        </a:lnSpc>
                        <a:spcBef>
                          <a:spcPts val="434"/>
                        </a:spcBef>
                      </a:pPr>
                      <a:r>
                        <a:rPr sz="1800" b="1" spc="-50" dirty="0">
                          <a:latin typeface="Cambria"/>
                          <a:cs typeface="Cambria"/>
                        </a:rPr>
                        <a:t>6</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118110">
                        <a:lnSpc>
                          <a:spcPct val="100000"/>
                        </a:lnSpc>
                        <a:spcBef>
                          <a:spcPts val="434"/>
                        </a:spcBef>
                      </a:pPr>
                      <a:r>
                        <a:rPr sz="1800" b="1" spc="-25" dirty="0">
                          <a:latin typeface="Cambria"/>
                          <a:cs typeface="Cambria"/>
                        </a:rPr>
                        <a:t>r2</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118110">
                        <a:lnSpc>
                          <a:spcPct val="100000"/>
                        </a:lnSpc>
                        <a:spcBef>
                          <a:spcPts val="434"/>
                        </a:spcBef>
                      </a:pPr>
                      <a:r>
                        <a:rPr sz="1800" b="1" spc="-25" dirty="0">
                          <a:latin typeface="Cambria"/>
                          <a:cs typeface="Cambria"/>
                        </a:rPr>
                        <a:t>r2</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118745">
                        <a:lnSpc>
                          <a:spcPct val="100000"/>
                        </a:lnSpc>
                        <a:spcBef>
                          <a:spcPts val="434"/>
                        </a:spcBef>
                      </a:pPr>
                      <a:r>
                        <a:rPr sz="1800" b="1" spc="-25" dirty="0">
                          <a:latin typeface="Cambria"/>
                          <a:cs typeface="Cambria"/>
                        </a:rPr>
                        <a:t>r2</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7"/>
                  </a:ext>
                </a:extLst>
              </a:tr>
            </a:tbl>
          </a:graphicData>
        </a:graphic>
      </p:graphicFrame>
      <p:graphicFrame>
        <p:nvGraphicFramePr>
          <p:cNvPr id="4" name="object 4"/>
          <p:cNvGraphicFramePr>
            <a:graphicFrameLocks noGrp="1"/>
          </p:cNvGraphicFramePr>
          <p:nvPr/>
        </p:nvGraphicFramePr>
        <p:xfrm>
          <a:off x="3723640" y="700658"/>
          <a:ext cx="6463030" cy="370205"/>
        </p:xfrm>
        <a:graphic>
          <a:graphicData uri="http://schemas.openxmlformats.org/drawingml/2006/table">
            <a:tbl>
              <a:tblPr firstRow="1" bandRow="1">
                <a:tableStyleId>{2D5ABB26-0587-4C30-8999-92F81FD0307C}</a:tableStyleId>
              </a:tblPr>
              <a:tblGrid>
                <a:gridCol w="4273550">
                  <a:extLst>
                    <a:ext uri="{9D8B030D-6E8A-4147-A177-3AD203B41FA5}">
                      <a16:colId xmlns:a16="http://schemas.microsoft.com/office/drawing/2014/main" val="20000"/>
                    </a:ext>
                  </a:extLst>
                </a:gridCol>
                <a:gridCol w="2100579">
                  <a:extLst>
                    <a:ext uri="{9D8B030D-6E8A-4147-A177-3AD203B41FA5}">
                      <a16:colId xmlns:a16="http://schemas.microsoft.com/office/drawing/2014/main" val="20001"/>
                    </a:ext>
                  </a:extLst>
                </a:gridCol>
              </a:tblGrid>
              <a:tr h="370205">
                <a:tc>
                  <a:txBody>
                    <a:bodyPr/>
                    <a:lstStyle/>
                    <a:p>
                      <a:pPr marL="91440">
                        <a:lnSpc>
                          <a:spcPct val="100000"/>
                        </a:lnSpc>
                        <a:spcBef>
                          <a:spcPts val="310"/>
                        </a:spcBef>
                      </a:pPr>
                      <a:r>
                        <a:rPr sz="1800" b="1" spc="-10" dirty="0">
                          <a:latin typeface="Cambria"/>
                          <a:cs typeface="Cambria"/>
                        </a:rPr>
                        <a:t>Action</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2075">
                        <a:lnSpc>
                          <a:spcPct val="100000"/>
                        </a:lnSpc>
                        <a:spcBef>
                          <a:spcPts val="310"/>
                        </a:spcBef>
                      </a:pPr>
                      <a:r>
                        <a:rPr sz="1800" b="1" spc="-20" dirty="0">
                          <a:latin typeface="Cambria"/>
                          <a:cs typeface="Cambria"/>
                        </a:rPr>
                        <a:t>Goto</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70" dirty="0">
                <a:solidFill>
                  <a:srgbClr val="FFFFFF"/>
                </a:solidFill>
                <a:latin typeface="Cambria"/>
                <a:cs typeface="Cambria"/>
              </a:rPr>
              <a:t>LR(0)</a:t>
            </a:r>
            <a:r>
              <a:rPr sz="3600" b="1" spc="-100" dirty="0">
                <a:solidFill>
                  <a:srgbClr val="FFFFFF"/>
                </a:solidFill>
                <a:latin typeface="Cambria"/>
                <a:cs typeface="Cambria"/>
              </a:rPr>
              <a:t> </a:t>
            </a:r>
            <a:r>
              <a:rPr sz="3600" b="1" spc="-10" dirty="0">
                <a:solidFill>
                  <a:srgbClr val="FFFFFF"/>
                </a:solidFill>
                <a:latin typeface="Cambria"/>
                <a:cs typeface="Cambria"/>
              </a:rPr>
              <a:t>Parser</a:t>
            </a:r>
            <a:endParaRPr sz="3600">
              <a:latin typeface="Cambria"/>
              <a:cs typeface="Cambria"/>
            </a:endParaRPr>
          </a:p>
        </p:txBody>
      </p:sp>
      <p:graphicFrame>
        <p:nvGraphicFramePr>
          <p:cNvPr id="3" name="object 3"/>
          <p:cNvGraphicFramePr>
            <a:graphicFrameLocks noGrp="1"/>
          </p:cNvGraphicFramePr>
          <p:nvPr/>
        </p:nvGraphicFramePr>
        <p:xfrm>
          <a:off x="3781297" y="707310"/>
          <a:ext cx="7367905" cy="4012565"/>
        </p:xfrm>
        <a:graphic>
          <a:graphicData uri="http://schemas.openxmlformats.org/drawingml/2006/table">
            <a:tbl>
              <a:tblPr firstRow="1" bandRow="1">
                <a:tableStyleId>{2D5ABB26-0587-4C30-8999-92F81FD0307C}</a:tableStyleId>
              </a:tblPr>
              <a:tblGrid>
                <a:gridCol w="2430145">
                  <a:extLst>
                    <a:ext uri="{9D8B030D-6E8A-4147-A177-3AD203B41FA5}">
                      <a16:colId xmlns:a16="http://schemas.microsoft.com/office/drawing/2014/main" val="20000"/>
                    </a:ext>
                  </a:extLst>
                </a:gridCol>
                <a:gridCol w="3008630">
                  <a:extLst>
                    <a:ext uri="{9D8B030D-6E8A-4147-A177-3AD203B41FA5}">
                      <a16:colId xmlns:a16="http://schemas.microsoft.com/office/drawing/2014/main" val="20001"/>
                    </a:ext>
                  </a:extLst>
                </a:gridCol>
                <a:gridCol w="1852929">
                  <a:extLst>
                    <a:ext uri="{9D8B030D-6E8A-4147-A177-3AD203B41FA5}">
                      <a16:colId xmlns:a16="http://schemas.microsoft.com/office/drawing/2014/main" val="20002"/>
                    </a:ext>
                  </a:extLst>
                </a:gridCol>
              </a:tblGrid>
              <a:tr h="330835">
                <a:tc>
                  <a:txBody>
                    <a:bodyPr/>
                    <a:lstStyle/>
                    <a:p>
                      <a:pPr marL="31750">
                        <a:lnSpc>
                          <a:spcPts val="2505"/>
                        </a:lnSpc>
                      </a:pPr>
                      <a:r>
                        <a:rPr sz="2200" b="1" spc="-10" dirty="0">
                          <a:latin typeface="Cambria"/>
                          <a:cs typeface="Cambria"/>
                        </a:rPr>
                        <a:t>Stack</a:t>
                      </a:r>
                      <a:endParaRPr sz="2200">
                        <a:latin typeface="Cambria"/>
                        <a:cs typeface="Cambria"/>
                      </a:endParaRPr>
                    </a:p>
                  </a:txBody>
                  <a:tcPr marL="0" marR="0" marT="0" marB="0"/>
                </a:tc>
                <a:tc>
                  <a:txBody>
                    <a:bodyPr/>
                    <a:lstStyle/>
                    <a:p>
                      <a:pPr marL="1259205">
                        <a:lnSpc>
                          <a:spcPts val="2505"/>
                        </a:lnSpc>
                      </a:pPr>
                      <a:r>
                        <a:rPr sz="2200" b="1" spc="-10" dirty="0">
                          <a:latin typeface="Cambria"/>
                          <a:cs typeface="Cambria"/>
                        </a:rPr>
                        <a:t>Input</a:t>
                      </a:r>
                      <a:endParaRPr sz="2200">
                        <a:latin typeface="Cambria"/>
                        <a:cs typeface="Cambria"/>
                      </a:endParaRPr>
                    </a:p>
                  </a:txBody>
                  <a:tcPr marL="0" marR="0" marT="0" marB="0"/>
                </a:tc>
                <a:tc>
                  <a:txBody>
                    <a:bodyPr/>
                    <a:lstStyle/>
                    <a:p>
                      <a:pPr marL="993775">
                        <a:lnSpc>
                          <a:spcPts val="2505"/>
                        </a:lnSpc>
                      </a:pPr>
                      <a:r>
                        <a:rPr sz="2200" b="1" spc="-10" dirty="0">
                          <a:latin typeface="Cambria"/>
                          <a:cs typeface="Cambria"/>
                        </a:rPr>
                        <a:t>Action</a:t>
                      </a:r>
                      <a:endParaRPr sz="2200">
                        <a:latin typeface="Cambria"/>
                        <a:cs typeface="Cambria"/>
                      </a:endParaRPr>
                    </a:p>
                  </a:txBody>
                  <a:tcPr marL="0" marR="0" marT="0" marB="0"/>
                </a:tc>
                <a:extLst>
                  <a:ext uri="{0D108BD9-81ED-4DB2-BD59-A6C34878D82A}">
                    <a16:rowId xmlns:a16="http://schemas.microsoft.com/office/drawing/2014/main" val="10000"/>
                  </a:ext>
                </a:extLst>
              </a:tr>
              <a:tr h="334645">
                <a:tc>
                  <a:txBody>
                    <a:bodyPr/>
                    <a:lstStyle/>
                    <a:p>
                      <a:pPr marL="31750">
                        <a:lnSpc>
                          <a:spcPts val="2540"/>
                        </a:lnSpc>
                      </a:pPr>
                      <a:r>
                        <a:rPr sz="2200" b="1" spc="-50" dirty="0">
                          <a:latin typeface="Cambria"/>
                          <a:cs typeface="Cambria"/>
                        </a:rPr>
                        <a:t>0</a:t>
                      </a:r>
                      <a:endParaRPr sz="2200">
                        <a:latin typeface="Cambria"/>
                        <a:cs typeface="Cambria"/>
                      </a:endParaRPr>
                    </a:p>
                  </a:txBody>
                  <a:tcPr marL="0" marR="0" marT="0" marB="0"/>
                </a:tc>
                <a:tc>
                  <a:txBody>
                    <a:bodyPr/>
                    <a:lstStyle/>
                    <a:p>
                      <a:pPr marL="1259205">
                        <a:lnSpc>
                          <a:spcPts val="2540"/>
                        </a:lnSpc>
                      </a:pPr>
                      <a:r>
                        <a:rPr sz="2200" b="1" spc="-10" dirty="0">
                          <a:latin typeface="Cambria"/>
                          <a:cs typeface="Cambria"/>
                        </a:rPr>
                        <a:t>aabb$</a:t>
                      </a:r>
                      <a:endParaRPr sz="2200">
                        <a:latin typeface="Cambria"/>
                        <a:cs typeface="Cambria"/>
                      </a:endParaRPr>
                    </a:p>
                  </a:txBody>
                  <a:tcPr marL="0" marR="0" marT="0" marB="0"/>
                </a:tc>
                <a:tc>
                  <a:txBody>
                    <a:bodyPr/>
                    <a:lstStyle/>
                    <a:p>
                      <a:pPr>
                        <a:lnSpc>
                          <a:spcPct val="100000"/>
                        </a:lnSpc>
                      </a:pPr>
                      <a:endParaRPr sz="2100">
                        <a:latin typeface="Times New Roman"/>
                        <a:cs typeface="Times New Roman"/>
                      </a:endParaRPr>
                    </a:p>
                  </a:txBody>
                  <a:tcPr marL="0" marR="0" marT="0" marB="0"/>
                </a:tc>
                <a:extLst>
                  <a:ext uri="{0D108BD9-81ED-4DB2-BD59-A6C34878D82A}">
                    <a16:rowId xmlns:a16="http://schemas.microsoft.com/office/drawing/2014/main" val="10001"/>
                  </a:ext>
                </a:extLst>
              </a:tr>
              <a:tr h="335280">
                <a:tc>
                  <a:txBody>
                    <a:bodyPr/>
                    <a:lstStyle/>
                    <a:p>
                      <a:pPr marL="31750">
                        <a:lnSpc>
                          <a:spcPts val="2540"/>
                        </a:lnSpc>
                      </a:pPr>
                      <a:r>
                        <a:rPr sz="2200" b="1" spc="-25" dirty="0">
                          <a:latin typeface="Cambria"/>
                          <a:cs typeface="Cambria"/>
                        </a:rPr>
                        <a:t>0a3</a:t>
                      </a:r>
                      <a:endParaRPr sz="2200">
                        <a:latin typeface="Cambria"/>
                        <a:cs typeface="Cambria"/>
                      </a:endParaRPr>
                    </a:p>
                  </a:txBody>
                  <a:tcPr marL="0" marR="0" marT="0" marB="0"/>
                </a:tc>
                <a:tc>
                  <a:txBody>
                    <a:bodyPr/>
                    <a:lstStyle/>
                    <a:p>
                      <a:pPr marL="1259205">
                        <a:lnSpc>
                          <a:spcPts val="2540"/>
                        </a:lnSpc>
                      </a:pPr>
                      <a:r>
                        <a:rPr sz="2200" b="1" spc="-20" dirty="0">
                          <a:latin typeface="Cambria"/>
                          <a:cs typeface="Cambria"/>
                        </a:rPr>
                        <a:t>abb$</a:t>
                      </a:r>
                      <a:endParaRPr sz="2200">
                        <a:latin typeface="Cambria"/>
                        <a:cs typeface="Cambria"/>
                      </a:endParaRPr>
                    </a:p>
                  </a:txBody>
                  <a:tcPr marL="0" marR="0" marT="0" marB="0"/>
                </a:tc>
                <a:tc>
                  <a:txBody>
                    <a:bodyPr/>
                    <a:lstStyle/>
                    <a:p>
                      <a:pPr marL="993775">
                        <a:lnSpc>
                          <a:spcPts val="2540"/>
                        </a:lnSpc>
                      </a:pPr>
                      <a:r>
                        <a:rPr sz="2200" b="1" spc="-25" dirty="0">
                          <a:latin typeface="Cambria"/>
                          <a:cs typeface="Cambria"/>
                        </a:rPr>
                        <a:t>S3</a:t>
                      </a:r>
                      <a:endParaRPr sz="2200">
                        <a:latin typeface="Cambria"/>
                        <a:cs typeface="Cambria"/>
                      </a:endParaRPr>
                    </a:p>
                  </a:txBody>
                  <a:tcPr marL="0" marR="0" marT="0" marB="0"/>
                </a:tc>
                <a:extLst>
                  <a:ext uri="{0D108BD9-81ED-4DB2-BD59-A6C34878D82A}">
                    <a16:rowId xmlns:a16="http://schemas.microsoft.com/office/drawing/2014/main" val="10002"/>
                  </a:ext>
                </a:extLst>
              </a:tr>
              <a:tr h="335280">
                <a:tc>
                  <a:txBody>
                    <a:bodyPr/>
                    <a:lstStyle/>
                    <a:p>
                      <a:pPr marL="31750">
                        <a:lnSpc>
                          <a:spcPts val="2540"/>
                        </a:lnSpc>
                      </a:pPr>
                      <a:r>
                        <a:rPr sz="2200" b="1" spc="-10" dirty="0">
                          <a:latin typeface="Cambria"/>
                          <a:cs typeface="Cambria"/>
                        </a:rPr>
                        <a:t>0a3a3</a:t>
                      </a:r>
                      <a:endParaRPr sz="2200">
                        <a:latin typeface="Cambria"/>
                        <a:cs typeface="Cambria"/>
                      </a:endParaRPr>
                    </a:p>
                  </a:txBody>
                  <a:tcPr marL="0" marR="0" marT="0" marB="0"/>
                </a:tc>
                <a:tc>
                  <a:txBody>
                    <a:bodyPr/>
                    <a:lstStyle/>
                    <a:p>
                      <a:pPr marL="1259205">
                        <a:lnSpc>
                          <a:spcPts val="2540"/>
                        </a:lnSpc>
                      </a:pPr>
                      <a:r>
                        <a:rPr sz="2200" b="1" spc="-25" dirty="0">
                          <a:latin typeface="Cambria"/>
                          <a:cs typeface="Cambria"/>
                        </a:rPr>
                        <a:t>bb$</a:t>
                      </a:r>
                      <a:endParaRPr sz="2200">
                        <a:latin typeface="Cambria"/>
                        <a:cs typeface="Cambria"/>
                      </a:endParaRPr>
                    </a:p>
                  </a:txBody>
                  <a:tcPr marL="0" marR="0" marT="0" marB="0"/>
                </a:tc>
                <a:tc>
                  <a:txBody>
                    <a:bodyPr/>
                    <a:lstStyle/>
                    <a:p>
                      <a:pPr marL="993775">
                        <a:lnSpc>
                          <a:spcPts val="2540"/>
                        </a:lnSpc>
                      </a:pPr>
                      <a:r>
                        <a:rPr sz="2200" b="1" spc="-25" dirty="0">
                          <a:latin typeface="Cambria"/>
                          <a:cs typeface="Cambria"/>
                        </a:rPr>
                        <a:t>S3</a:t>
                      </a:r>
                      <a:endParaRPr sz="2200">
                        <a:latin typeface="Cambria"/>
                        <a:cs typeface="Cambria"/>
                      </a:endParaRPr>
                    </a:p>
                  </a:txBody>
                  <a:tcPr marL="0" marR="0" marT="0" marB="0"/>
                </a:tc>
                <a:extLst>
                  <a:ext uri="{0D108BD9-81ED-4DB2-BD59-A6C34878D82A}">
                    <a16:rowId xmlns:a16="http://schemas.microsoft.com/office/drawing/2014/main" val="10003"/>
                  </a:ext>
                </a:extLst>
              </a:tr>
              <a:tr h="335280">
                <a:tc>
                  <a:txBody>
                    <a:bodyPr/>
                    <a:lstStyle/>
                    <a:p>
                      <a:pPr marL="31750">
                        <a:lnSpc>
                          <a:spcPts val="2540"/>
                        </a:lnSpc>
                      </a:pPr>
                      <a:r>
                        <a:rPr sz="2200" b="1" spc="-10" dirty="0">
                          <a:latin typeface="Cambria"/>
                          <a:cs typeface="Cambria"/>
                        </a:rPr>
                        <a:t>0a3a3b4</a:t>
                      </a:r>
                      <a:endParaRPr sz="2200">
                        <a:latin typeface="Cambria"/>
                        <a:cs typeface="Cambria"/>
                      </a:endParaRPr>
                    </a:p>
                  </a:txBody>
                  <a:tcPr marL="0" marR="0" marT="0" marB="0"/>
                </a:tc>
                <a:tc>
                  <a:txBody>
                    <a:bodyPr/>
                    <a:lstStyle/>
                    <a:p>
                      <a:pPr marL="1259205">
                        <a:lnSpc>
                          <a:spcPts val="2540"/>
                        </a:lnSpc>
                      </a:pPr>
                      <a:r>
                        <a:rPr sz="2200" b="1" spc="-25" dirty="0">
                          <a:latin typeface="Cambria"/>
                          <a:cs typeface="Cambria"/>
                        </a:rPr>
                        <a:t>b$</a:t>
                      </a:r>
                      <a:endParaRPr sz="2200">
                        <a:latin typeface="Cambria"/>
                        <a:cs typeface="Cambria"/>
                      </a:endParaRPr>
                    </a:p>
                  </a:txBody>
                  <a:tcPr marL="0" marR="0" marT="0" marB="0"/>
                </a:tc>
                <a:tc>
                  <a:txBody>
                    <a:bodyPr/>
                    <a:lstStyle/>
                    <a:p>
                      <a:pPr marL="993775">
                        <a:lnSpc>
                          <a:spcPts val="2540"/>
                        </a:lnSpc>
                      </a:pPr>
                      <a:r>
                        <a:rPr sz="2200" b="1" spc="-25" dirty="0">
                          <a:latin typeface="Cambria"/>
                          <a:cs typeface="Cambria"/>
                        </a:rPr>
                        <a:t>S4</a:t>
                      </a:r>
                      <a:endParaRPr sz="2200">
                        <a:latin typeface="Cambria"/>
                        <a:cs typeface="Cambria"/>
                      </a:endParaRPr>
                    </a:p>
                  </a:txBody>
                  <a:tcPr marL="0" marR="0" marT="0" marB="0"/>
                </a:tc>
                <a:extLst>
                  <a:ext uri="{0D108BD9-81ED-4DB2-BD59-A6C34878D82A}">
                    <a16:rowId xmlns:a16="http://schemas.microsoft.com/office/drawing/2014/main" val="10004"/>
                  </a:ext>
                </a:extLst>
              </a:tr>
              <a:tr h="334645">
                <a:tc>
                  <a:txBody>
                    <a:bodyPr/>
                    <a:lstStyle/>
                    <a:p>
                      <a:pPr marL="31750">
                        <a:lnSpc>
                          <a:spcPts val="2540"/>
                        </a:lnSpc>
                      </a:pPr>
                      <a:r>
                        <a:rPr sz="2200" b="1" spc="-10" dirty="0">
                          <a:latin typeface="Cambria"/>
                          <a:cs typeface="Cambria"/>
                        </a:rPr>
                        <a:t>0a3a3A6</a:t>
                      </a:r>
                      <a:endParaRPr sz="2200">
                        <a:latin typeface="Cambria"/>
                        <a:cs typeface="Cambria"/>
                      </a:endParaRPr>
                    </a:p>
                  </a:txBody>
                  <a:tcPr marL="0" marR="0" marT="0" marB="0"/>
                </a:tc>
                <a:tc>
                  <a:txBody>
                    <a:bodyPr/>
                    <a:lstStyle/>
                    <a:p>
                      <a:pPr marL="1259205">
                        <a:lnSpc>
                          <a:spcPts val="2540"/>
                        </a:lnSpc>
                      </a:pPr>
                      <a:r>
                        <a:rPr sz="2200" b="1" spc="-25" dirty="0">
                          <a:latin typeface="Cambria"/>
                          <a:cs typeface="Cambria"/>
                        </a:rPr>
                        <a:t>b$</a:t>
                      </a:r>
                      <a:endParaRPr sz="2200">
                        <a:latin typeface="Cambria"/>
                        <a:cs typeface="Cambria"/>
                      </a:endParaRPr>
                    </a:p>
                  </a:txBody>
                  <a:tcPr marL="0" marR="0" marT="0" marB="0"/>
                </a:tc>
                <a:tc>
                  <a:txBody>
                    <a:bodyPr/>
                    <a:lstStyle/>
                    <a:p>
                      <a:pPr marL="993775">
                        <a:lnSpc>
                          <a:spcPts val="2540"/>
                        </a:lnSpc>
                      </a:pPr>
                      <a:r>
                        <a:rPr sz="2200" b="1" spc="-25" dirty="0">
                          <a:latin typeface="Cambria"/>
                          <a:cs typeface="Cambria"/>
                        </a:rPr>
                        <a:t>r3</a:t>
                      </a:r>
                      <a:endParaRPr sz="2200">
                        <a:latin typeface="Cambria"/>
                        <a:cs typeface="Cambria"/>
                      </a:endParaRPr>
                    </a:p>
                  </a:txBody>
                  <a:tcPr marL="0" marR="0" marT="0" marB="0"/>
                </a:tc>
                <a:extLst>
                  <a:ext uri="{0D108BD9-81ED-4DB2-BD59-A6C34878D82A}">
                    <a16:rowId xmlns:a16="http://schemas.microsoft.com/office/drawing/2014/main" val="10005"/>
                  </a:ext>
                </a:extLst>
              </a:tr>
              <a:tr h="335280">
                <a:tc>
                  <a:txBody>
                    <a:bodyPr/>
                    <a:lstStyle/>
                    <a:p>
                      <a:pPr marL="31750">
                        <a:lnSpc>
                          <a:spcPts val="2545"/>
                        </a:lnSpc>
                      </a:pPr>
                      <a:r>
                        <a:rPr sz="2200" b="1" spc="-10" dirty="0">
                          <a:latin typeface="Cambria"/>
                          <a:cs typeface="Cambria"/>
                        </a:rPr>
                        <a:t>0a3A6</a:t>
                      </a:r>
                      <a:endParaRPr sz="2200">
                        <a:latin typeface="Cambria"/>
                        <a:cs typeface="Cambria"/>
                      </a:endParaRPr>
                    </a:p>
                  </a:txBody>
                  <a:tcPr marL="0" marR="0" marT="0" marB="0"/>
                </a:tc>
                <a:tc>
                  <a:txBody>
                    <a:bodyPr/>
                    <a:lstStyle/>
                    <a:p>
                      <a:pPr marL="1259205">
                        <a:lnSpc>
                          <a:spcPts val="2545"/>
                        </a:lnSpc>
                      </a:pPr>
                      <a:r>
                        <a:rPr sz="2200" b="1" spc="-25" dirty="0">
                          <a:latin typeface="Cambria"/>
                          <a:cs typeface="Cambria"/>
                        </a:rPr>
                        <a:t>b$</a:t>
                      </a:r>
                      <a:endParaRPr sz="2200">
                        <a:latin typeface="Cambria"/>
                        <a:cs typeface="Cambria"/>
                      </a:endParaRPr>
                    </a:p>
                  </a:txBody>
                  <a:tcPr marL="0" marR="0" marT="0" marB="0"/>
                </a:tc>
                <a:tc>
                  <a:txBody>
                    <a:bodyPr/>
                    <a:lstStyle/>
                    <a:p>
                      <a:pPr marL="993775">
                        <a:lnSpc>
                          <a:spcPts val="2545"/>
                        </a:lnSpc>
                      </a:pPr>
                      <a:r>
                        <a:rPr sz="2200" b="1" spc="-25" dirty="0">
                          <a:latin typeface="Cambria"/>
                          <a:cs typeface="Cambria"/>
                        </a:rPr>
                        <a:t>r2</a:t>
                      </a:r>
                      <a:endParaRPr sz="2200">
                        <a:latin typeface="Cambria"/>
                        <a:cs typeface="Cambria"/>
                      </a:endParaRPr>
                    </a:p>
                  </a:txBody>
                  <a:tcPr marL="0" marR="0" marT="0" marB="0"/>
                </a:tc>
                <a:extLst>
                  <a:ext uri="{0D108BD9-81ED-4DB2-BD59-A6C34878D82A}">
                    <a16:rowId xmlns:a16="http://schemas.microsoft.com/office/drawing/2014/main" val="10006"/>
                  </a:ext>
                </a:extLst>
              </a:tr>
              <a:tr h="335280">
                <a:tc>
                  <a:txBody>
                    <a:bodyPr/>
                    <a:lstStyle/>
                    <a:p>
                      <a:pPr marL="31750">
                        <a:lnSpc>
                          <a:spcPts val="2540"/>
                        </a:lnSpc>
                      </a:pPr>
                      <a:r>
                        <a:rPr sz="2200" b="1" spc="-25" dirty="0">
                          <a:latin typeface="Cambria"/>
                          <a:cs typeface="Cambria"/>
                        </a:rPr>
                        <a:t>0A2</a:t>
                      </a:r>
                      <a:endParaRPr sz="2200">
                        <a:latin typeface="Cambria"/>
                        <a:cs typeface="Cambria"/>
                      </a:endParaRPr>
                    </a:p>
                  </a:txBody>
                  <a:tcPr marL="0" marR="0" marT="0" marB="0"/>
                </a:tc>
                <a:tc>
                  <a:txBody>
                    <a:bodyPr/>
                    <a:lstStyle/>
                    <a:p>
                      <a:pPr marL="1259205">
                        <a:lnSpc>
                          <a:spcPts val="2540"/>
                        </a:lnSpc>
                      </a:pPr>
                      <a:r>
                        <a:rPr sz="2200" b="1" spc="-25" dirty="0">
                          <a:latin typeface="Cambria"/>
                          <a:cs typeface="Cambria"/>
                        </a:rPr>
                        <a:t>b$</a:t>
                      </a:r>
                      <a:endParaRPr sz="2200">
                        <a:latin typeface="Cambria"/>
                        <a:cs typeface="Cambria"/>
                      </a:endParaRPr>
                    </a:p>
                  </a:txBody>
                  <a:tcPr marL="0" marR="0" marT="0" marB="0"/>
                </a:tc>
                <a:tc>
                  <a:txBody>
                    <a:bodyPr/>
                    <a:lstStyle/>
                    <a:p>
                      <a:pPr marL="993775">
                        <a:lnSpc>
                          <a:spcPts val="2540"/>
                        </a:lnSpc>
                      </a:pPr>
                      <a:r>
                        <a:rPr sz="2200" b="1" spc="-25" dirty="0">
                          <a:latin typeface="Cambria"/>
                          <a:cs typeface="Cambria"/>
                        </a:rPr>
                        <a:t>r2</a:t>
                      </a:r>
                      <a:endParaRPr sz="2200">
                        <a:latin typeface="Cambria"/>
                        <a:cs typeface="Cambria"/>
                      </a:endParaRPr>
                    </a:p>
                  </a:txBody>
                  <a:tcPr marL="0" marR="0" marT="0" marB="0"/>
                </a:tc>
                <a:extLst>
                  <a:ext uri="{0D108BD9-81ED-4DB2-BD59-A6C34878D82A}">
                    <a16:rowId xmlns:a16="http://schemas.microsoft.com/office/drawing/2014/main" val="10007"/>
                  </a:ext>
                </a:extLst>
              </a:tr>
              <a:tr h="334645">
                <a:tc>
                  <a:txBody>
                    <a:bodyPr/>
                    <a:lstStyle/>
                    <a:p>
                      <a:pPr marL="31750">
                        <a:lnSpc>
                          <a:spcPts val="2540"/>
                        </a:lnSpc>
                      </a:pPr>
                      <a:r>
                        <a:rPr sz="2200" b="1" spc="-10" dirty="0">
                          <a:latin typeface="Cambria"/>
                          <a:cs typeface="Cambria"/>
                        </a:rPr>
                        <a:t>0A2b4</a:t>
                      </a:r>
                      <a:endParaRPr sz="2200">
                        <a:latin typeface="Cambria"/>
                        <a:cs typeface="Cambria"/>
                      </a:endParaRPr>
                    </a:p>
                  </a:txBody>
                  <a:tcPr marL="0" marR="0" marT="0" marB="0"/>
                </a:tc>
                <a:tc>
                  <a:txBody>
                    <a:bodyPr/>
                    <a:lstStyle/>
                    <a:p>
                      <a:pPr marL="1259205">
                        <a:lnSpc>
                          <a:spcPts val="2540"/>
                        </a:lnSpc>
                      </a:pPr>
                      <a:r>
                        <a:rPr sz="2200" b="1" spc="-50" dirty="0">
                          <a:latin typeface="Cambria"/>
                          <a:cs typeface="Cambria"/>
                        </a:rPr>
                        <a:t>$</a:t>
                      </a:r>
                      <a:endParaRPr sz="2200">
                        <a:latin typeface="Cambria"/>
                        <a:cs typeface="Cambria"/>
                      </a:endParaRPr>
                    </a:p>
                  </a:txBody>
                  <a:tcPr marL="0" marR="0" marT="0" marB="0"/>
                </a:tc>
                <a:tc>
                  <a:txBody>
                    <a:bodyPr/>
                    <a:lstStyle/>
                    <a:p>
                      <a:pPr marL="969644">
                        <a:lnSpc>
                          <a:spcPts val="2540"/>
                        </a:lnSpc>
                      </a:pPr>
                      <a:r>
                        <a:rPr sz="2200" b="1" spc="-25" dirty="0">
                          <a:latin typeface="Cambria"/>
                          <a:cs typeface="Cambria"/>
                        </a:rPr>
                        <a:t>S4</a:t>
                      </a:r>
                      <a:endParaRPr sz="2200">
                        <a:latin typeface="Cambria"/>
                        <a:cs typeface="Cambria"/>
                      </a:endParaRPr>
                    </a:p>
                  </a:txBody>
                  <a:tcPr marL="0" marR="0" marT="0" marB="0"/>
                </a:tc>
                <a:extLst>
                  <a:ext uri="{0D108BD9-81ED-4DB2-BD59-A6C34878D82A}">
                    <a16:rowId xmlns:a16="http://schemas.microsoft.com/office/drawing/2014/main" val="10008"/>
                  </a:ext>
                </a:extLst>
              </a:tr>
              <a:tr h="335280">
                <a:tc>
                  <a:txBody>
                    <a:bodyPr/>
                    <a:lstStyle/>
                    <a:p>
                      <a:pPr marL="31750">
                        <a:lnSpc>
                          <a:spcPts val="2540"/>
                        </a:lnSpc>
                      </a:pPr>
                      <a:r>
                        <a:rPr sz="2200" b="1" spc="-10" dirty="0">
                          <a:latin typeface="Cambria"/>
                          <a:cs typeface="Cambria"/>
                        </a:rPr>
                        <a:t>0A2A5</a:t>
                      </a:r>
                      <a:endParaRPr sz="2200">
                        <a:latin typeface="Cambria"/>
                        <a:cs typeface="Cambria"/>
                      </a:endParaRPr>
                    </a:p>
                  </a:txBody>
                  <a:tcPr marL="0" marR="0" marT="0" marB="0"/>
                </a:tc>
                <a:tc>
                  <a:txBody>
                    <a:bodyPr/>
                    <a:lstStyle/>
                    <a:p>
                      <a:pPr marL="1259205">
                        <a:lnSpc>
                          <a:spcPts val="2540"/>
                        </a:lnSpc>
                      </a:pPr>
                      <a:r>
                        <a:rPr sz="2200" b="1" spc="-50" dirty="0">
                          <a:latin typeface="Cambria"/>
                          <a:cs typeface="Cambria"/>
                        </a:rPr>
                        <a:t>$</a:t>
                      </a:r>
                      <a:endParaRPr sz="2200">
                        <a:latin typeface="Cambria"/>
                        <a:cs typeface="Cambria"/>
                      </a:endParaRPr>
                    </a:p>
                  </a:txBody>
                  <a:tcPr marL="0" marR="0" marT="0" marB="0"/>
                </a:tc>
                <a:tc>
                  <a:txBody>
                    <a:bodyPr/>
                    <a:lstStyle/>
                    <a:p>
                      <a:pPr marL="993775">
                        <a:lnSpc>
                          <a:spcPts val="2540"/>
                        </a:lnSpc>
                      </a:pPr>
                      <a:r>
                        <a:rPr sz="2200" b="1" spc="-25" dirty="0">
                          <a:latin typeface="Cambria"/>
                          <a:cs typeface="Cambria"/>
                        </a:rPr>
                        <a:t>r3</a:t>
                      </a:r>
                      <a:endParaRPr sz="2200">
                        <a:latin typeface="Cambria"/>
                        <a:cs typeface="Cambria"/>
                      </a:endParaRPr>
                    </a:p>
                  </a:txBody>
                  <a:tcPr marL="0" marR="0" marT="0" marB="0"/>
                </a:tc>
                <a:extLst>
                  <a:ext uri="{0D108BD9-81ED-4DB2-BD59-A6C34878D82A}">
                    <a16:rowId xmlns:a16="http://schemas.microsoft.com/office/drawing/2014/main" val="10009"/>
                  </a:ext>
                </a:extLst>
              </a:tr>
              <a:tr h="335280">
                <a:tc>
                  <a:txBody>
                    <a:bodyPr/>
                    <a:lstStyle/>
                    <a:p>
                      <a:pPr marL="31750">
                        <a:lnSpc>
                          <a:spcPts val="2540"/>
                        </a:lnSpc>
                      </a:pPr>
                      <a:r>
                        <a:rPr sz="2200" b="1" spc="-25" dirty="0">
                          <a:latin typeface="Cambria"/>
                          <a:cs typeface="Cambria"/>
                        </a:rPr>
                        <a:t>0S1</a:t>
                      </a:r>
                      <a:endParaRPr sz="2200">
                        <a:latin typeface="Cambria"/>
                        <a:cs typeface="Cambria"/>
                      </a:endParaRPr>
                    </a:p>
                  </a:txBody>
                  <a:tcPr marL="0" marR="0" marT="0" marB="0"/>
                </a:tc>
                <a:tc>
                  <a:txBody>
                    <a:bodyPr/>
                    <a:lstStyle/>
                    <a:p>
                      <a:pPr marL="1259205">
                        <a:lnSpc>
                          <a:spcPts val="2540"/>
                        </a:lnSpc>
                      </a:pPr>
                      <a:r>
                        <a:rPr sz="2200" b="1" spc="-50" dirty="0">
                          <a:latin typeface="Cambria"/>
                          <a:cs typeface="Cambria"/>
                        </a:rPr>
                        <a:t>$</a:t>
                      </a:r>
                      <a:endParaRPr sz="2200">
                        <a:latin typeface="Cambria"/>
                        <a:cs typeface="Cambria"/>
                      </a:endParaRPr>
                    </a:p>
                  </a:txBody>
                  <a:tcPr marL="0" marR="0" marT="0" marB="0"/>
                </a:tc>
                <a:tc>
                  <a:txBody>
                    <a:bodyPr/>
                    <a:lstStyle/>
                    <a:p>
                      <a:pPr marL="993775">
                        <a:lnSpc>
                          <a:spcPts val="2540"/>
                        </a:lnSpc>
                      </a:pPr>
                      <a:r>
                        <a:rPr sz="2200" b="1" spc="-25" dirty="0">
                          <a:latin typeface="Cambria"/>
                          <a:cs typeface="Cambria"/>
                        </a:rPr>
                        <a:t>r1</a:t>
                      </a:r>
                      <a:endParaRPr sz="2200">
                        <a:latin typeface="Cambria"/>
                        <a:cs typeface="Cambria"/>
                      </a:endParaRPr>
                    </a:p>
                  </a:txBody>
                  <a:tcPr marL="0" marR="0" marT="0" marB="0"/>
                </a:tc>
                <a:extLst>
                  <a:ext uri="{0D108BD9-81ED-4DB2-BD59-A6C34878D82A}">
                    <a16:rowId xmlns:a16="http://schemas.microsoft.com/office/drawing/2014/main" val="10010"/>
                  </a:ext>
                </a:extLst>
              </a:tr>
              <a:tr h="330835">
                <a:tc>
                  <a:txBody>
                    <a:bodyPr/>
                    <a:lstStyle/>
                    <a:p>
                      <a:pPr marL="31750">
                        <a:lnSpc>
                          <a:spcPts val="2505"/>
                        </a:lnSpc>
                      </a:pPr>
                      <a:r>
                        <a:rPr sz="2200" b="1" spc="-10" dirty="0">
                          <a:latin typeface="Cambria"/>
                          <a:cs typeface="Cambria"/>
                        </a:rPr>
                        <a:t>Accept</a:t>
                      </a:r>
                      <a:endParaRPr sz="2200">
                        <a:latin typeface="Cambria"/>
                        <a:cs typeface="Cambria"/>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11"/>
                  </a:ext>
                </a:extLst>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105"/>
              </a:lnSpc>
            </a:pPr>
            <a:r>
              <a:rPr sz="3600" b="1" spc="-10" dirty="0">
                <a:solidFill>
                  <a:srgbClr val="FFFFFF"/>
                </a:solidFill>
                <a:latin typeface="Cambria"/>
                <a:cs typeface="Cambria"/>
              </a:rPr>
              <a:t>LR(0)</a:t>
            </a:r>
            <a:endParaRPr sz="3600">
              <a:latin typeface="Cambria"/>
              <a:cs typeface="Cambria"/>
            </a:endParaRPr>
          </a:p>
          <a:p>
            <a:pPr marL="344170">
              <a:lnSpc>
                <a:spcPts val="4105"/>
              </a:lnSpc>
            </a:pPr>
            <a:r>
              <a:rPr sz="3600" b="1" spc="-10" dirty="0">
                <a:solidFill>
                  <a:srgbClr val="FFFFFF"/>
                </a:solidFill>
                <a:latin typeface="Cambria"/>
                <a:cs typeface="Cambria"/>
              </a:rPr>
              <a:t>Disadvantage</a:t>
            </a:r>
            <a:endParaRPr sz="3600">
              <a:latin typeface="Cambria"/>
              <a:cs typeface="Cambria"/>
            </a:endParaRPr>
          </a:p>
        </p:txBody>
      </p:sp>
      <p:sp>
        <p:nvSpPr>
          <p:cNvPr id="3" name="object 3"/>
          <p:cNvSpPr txBox="1"/>
          <p:nvPr/>
        </p:nvSpPr>
        <p:spPr>
          <a:xfrm>
            <a:off x="3577209" y="1174191"/>
            <a:ext cx="7876540" cy="1107440"/>
          </a:xfrm>
          <a:prstGeom prst="rect">
            <a:avLst/>
          </a:prstGeom>
        </p:spPr>
        <p:txBody>
          <a:bodyPr vert="horz" wrap="square" lIns="0" tIns="12065" rIns="0" bIns="0" rtlCol="0">
            <a:spAutoFit/>
          </a:bodyPr>
          <a:lstStyle/>
          <a:p>
            <a:pPr marL="194310" indent="-181610">
              <a:lnSpc>
                <a:spcPct val="100000"/>
              </a:lnSpc>
              <a:spcBef>
                <a:spcPts val="95"/>
              </a:spcBef>
              <a:buClr>
                <a:srgbClr val="003399"/>
              </a:buClr>
              <a:buSzPct val="84090"/>
              <a:buFont typeface="Microsoft Sans Serif"/>
              <a:buChar char="•"/>
              <a:tabLst>
                <a:tab pos="194310" algn="l"/>
                <a:tab pos="7512684" algn="l"/>
              </a:tabLst>
            </a:pPr>
            <a:r>
              <a:rPr sz="2200" dirty="0">
                <a:latin typeface="Cambria"/>
                <a:cs typeface="Cambria"/>
              </a:rPr>
              <a:t>In</a:t>
            </a:r>
            <a:r>
              <a:rPr sz="2200" spc="335" dirty="0">
                <a:latin typeface="Cambria"/>
                <a:cs typeface="Cambria"/>
              </a:rPr>
              <a:t> </a:t>
            </a:r>
            <a:r>
              <a:rPr sz="2200" dirty="0">
                <a:latin typeface="Cambria"/>
                <a:cs typeface="Cambria"/>
              </a:rPr>
              <a:t>LR(0)</a:t>
            </a:r>
            <a:r>
              <a:rPr sz="2200" spc="340" dirty="0">
                <a:latin typeface="Cambria"/>
                <a:cs typeface="Cambria"/>
              </a:rPr>
              <a:t> </a:t>
            </a:r>
            <a:r>
              <a:rPr sz="2200" dirty="0">
                <a:latin typeface="Cambria"/>
                <a:cs typeface="Cambria"/>
              </a:rPr>
              <a:t>the</a:t>
            </a:r>
            <a:r>
              <a:rPr sz="2200" spc="345" dirty="0">
                <a:latin typeface="Cambria"/>
                <a:cs typeface="Cambria"/>
              </a:rPr>
              <a:t> </a:t>
            </a:r>
            <a:r>
              <a:rPr sz="2200" dirty="0">
                <a:latin typeface="Cambria"/>
                <a:cs typeface="Cambria"/>
              </a:rPr>
              <a:t>reduction</a:t>
            </a:r>
            <a:r>
              <a:rPr sz="2200" spc="340" dirty="0">
                <a:latin typeface="Cambria"/>
                <a:cs typeface="Cambria"/>
              </a:rPr>
              <a:t> </a:t>
            </a:r>
            <a:r>
              <a:rPr sz="2200" dirty="0">
                <a:latin typeface="Cambria"/>
                <a:cs typeface="Cambria"/>
              </a:rPr>
              <a:t>string</a:t>
            </a:r>
            <a:r>
              <a:rPr sz="2200" spc="345" dirty="0">
                <a:latin typeface="Cambria"/>
                <a:cs typeface="Cambria"/>
              </a:rPr>
              <a:t> </a:t>
            </a:r>
            <a:r>
              <a:rPr sz="2200" dirty="0">
                <a:latin typeface="Cambria"/>
                <a:cs typeface="Cambria"/>
              </a:rPr>
              <a:t>is</a:t>
            </a:r>
            <a:r>
              <a:rPr sz="2200" spc="345" dirty="0">
                <a:latin typeface="Cambria"/>
                <a:cs typeface="Cambria"/>
              </a:rPr>
              <a:t> </a:t>
            </a:r>
            <a:r>
              <a:rPr sz="2200" dirty="0">
                <a:latin typeface="Cambria"/>
                <a:cs typeface="Cambria"/>
              </a:rPr>
              <a:t>in</a:t>
            </a:r>
            <a:r>
              <a:rPr sz="2200" spc="345" dirty="0">
                <a:latin typeface="Cambria"/>
                <a:cs typeface="Cambria"/>
              </a:rPr>
              <a:t> </a:t>
            </a:r>
            <a:r>
              <a:rPr sz="2200" dirty="0">
                <a:latin typeface="Cambria"/>
                <a:cs typeface="Cambria"/>
              </a:rPr>
              <a:t>entire</a:t>
            </a:r>
            <a:r>
              <a:rPr sz="2200" spc="335" dirty="0">
                <a:latin typeface="Cambria"/>
                <a:cs typeface="Cambria"/>
              </a:rPr>
              <a:t> </a:t>
            </a:r>
            <a:r>
              <a:rPr sz="2200" dirty="0">
                <a:latin typeface="Cambria"/>
                <a:cs typeface="Cambria"/>
              </a:rPr>
              <a:t>row.</a:t>
            </a:r>
            <a:r>
              <a:rPr sz="2200" spc="345" dirty="0">
                <a:latin typeface="Cambria"/>
                <a:cs typeface="Cambria"/>
              </a:rPr>
              <a:t> </a:t>
            </a:r>
            <a:r>
              <a:rPr sz="2200" spc="-10" dirty="0">
                <a:latin typeface="Cambria"/>
                <a:cs typeface="Cambria"/>
              </a:rPr>
              <a:t>Therefore,</a:t>
            </a:r>
            <a:r>
              <a:rPr sz="2200" dirty="0">
                <a:latin typeface="Cambria"/>
                <a:cs typeface="Cambria"/>
              </a:rPr>
              <a:t>	</a:t>
            </a:r>
            <a:r>
              <a:rPr sz="2200" spc="-25" dirty="0">
                <a:latin typeface="Cambria"/>
                <a:cs typeface="Cambria"/>
              </a:rPr>
              <a:t>we</a:t>
            </a:r>
            <a:endParaRPr sz="2200">
              <a:latin typeface="Cambria"/>
              <a:cs typeface="Cambria"/>
            </a:endParaRPr>
          </a:p>
          <a:p>
            <a:pPr marL="194945">
              <a:lnSpc>
                <a:spcPct val="100000"/>
              </a:lnSpc>
              <a:spcBef>
                <a:spcPts val="5"/>
              </a:spcBef>
            </a:pPr>
            <a:r>
              <a:rPr sz="2200" spc="-10" dirty="0">
                <a:latin typeface="Cambria"/>
                <a:cs typeface="Cambria"/>
              </a:rPr>
              <a:t>have</a:t>
            </a:r>
            <a:r>
              <a:rPr sz="2200" spc="-40" dirty="0">
                <a:latin typeface="Cambria"/>
                <a:cs typeface="Cambria"/>
              </a:rPr>
              <a:t> </a:t>
            </a:r>
            <a:r>
              <a:rPr sz="2200" dirty="0">
                <a:latin typeface="Cambria"/>
                <a:cs typeface="Cambria"/>
              </a:rPr>
              <a:t>to</a:t>
            </a:r>
            <a:r>
              <a:rPr sz="2200" spc="-50" dirty="0">
                <a:latin typeface="Cambria"/>
                <a:cs typeface="Cambria"/>
              </a:rPr>
              <a:t> </a:t>
            </a:r>
            <a:r>
              <a:rPr sz="2200" dirty="0">
                <a:latin typeface="Cambria"/>
                <a:cs typeface="Cambria"/>
              </a:rPr>
              <a:t>reduce</a:t>
            </a:r>
            <a:r>
              <a:rPr sz="2200" spc="-45" dirty="0">
                <a:latin typeface="Cambria"/>
                <a:cs typeface="Cambria"/>
              </a:rPr>
              <a:t> </a:t>
            </a:r>
            <a:r>
              <a:rPr sz="2200" dirty="0">
                <a:latin typeface="Cambria"/>
                <a:cs typeface="Cambria"/>
              </a:rPr>
              <a:t>by</a:t>
            </a:r>
            <a:r>
              <a:rPr sz="2200" spc="-50" dirty="0">
                <a:latin typeface="Cambria"/>
                <a:cs typeface="Cambria"/>
              </a:rPr>
              <a:t> </a:t>
            </a:r>
            <a:r>
              <a:rPr sz="2200" dirty="0">
                <a:latin typeface="Cambria"/>
                <a:cs typeface="Cambria"/>
              </a:rPr>
              <a:t>taking</a:t>
            </a:r>
            <a:r>
              <a:rPr sz="2200" spc="-55" dirty="0">
                <a:latin typeface="Cambria"/>
                <a:cs typeface="Cambria"/>
              </a:rPr>
              <a:t> </a:t>
            </a:r>
            <a:r>
              <a:rPr sz="2200" dirty="0">
                <a:latin typeface="Cambria"/>
                <a:cs typeface="Cambria"/>
              </a:rPr>
              <a:t>the</a:t>
            </a:r>
            <a:r>
              <a:rPr sz="2200" spc="-45" dirty="0">
                <a:latin typeface="Cambria"/>
                <a:cs typeface="Cambria"/>
              </a:rPr>
              <a:t> </a:t>
            </a:r>
            <a:r>
              <a:rPr sz="2200" dirty="0">
                <a:latin typeface="Cambria"/>
                <a:cs typeface="Cambria"/>
              </a:rPr>
              <a:t>decision</a:t>
            </a:r>
            <a:r>
              <a:rPr sz="2200" spc="-45" dirty="0">
                <a:latin typeface="Cambria"/>
                <a:cs typeface="Cambria"/>
              </a:rPr>
              <a:t> </a:t>
            </a:r>
            <a:r>
              <a:rPr sz="2200" dirty="0">
                <a:latin typeface="Cambria"/>
                <a:cs typeface="Cambria"/>
              </a:rPr>
              <a:t>looking</a:t>
            </a:r>
            <a:r>
              <a:rPr sz="2200" spc="-55" dirty="0">
                <a:latin typeface="Cambria"/>
                <a:cs typeface="Cambria"/>
              </a:rPr>
              <a:t> </a:t>
            </a:r>
            <a:r>
              <a:rPr sz="2200" dirty="0">
                <a:latin typeface="Cambria"/>
                <a:cs typeface="Cambria"/>
              </a:rPr>
              <a:t>at</a:t>
            </a:r>
            <a:r>
              <a:rPr sz="2200" spc="-60" dirty="0">
                <a:latin typeface="Cambria"/>
                <a:cs typeface="Cambria"/>
              </a:rPr>
              <a:t> </a:t>
            </a:r>
            <a:r>
              <a:rPr sz="2200" spc="-10" dirty="0">
                <a:latin typeface="Cambria"/>
                <a:cs typeface="Cambria"/>
              </a:rPr>
              <a:t>grammar.</a:t>
            </a:r>
            <a:endParaRPr sz="2200">
              <a:latin typeface="Cambria"/>
              <a:cs typeface="Cambria"/>
            </a:endParaRPr>
          </a:p>
          <a:p>
            <a:pPr marL="12700">
              <a:lnSpc>
                <a:spcPct val="100000"/>
              </a:lnSpc>
              <a:spcBef>
                <a:spcPts val="600"/>
              </a:spcBef>
            </a:pPr>
            <a:r>
              <a:rPr sz="1850" spc="-965" dirty="0">
                <a:solidFill>
                  <a:srgbClr val="003399"/>
                </a:solidFill>
                <a:latin typeface="Arial MT"/>
                <a:cs typeface="Arial MT"/>
              </a:rPr>
              <a:t>🞄</a:t>
            </a:r>
            <a:r>
              <a:rPr sz="1850" spc="245" dirty="0">
                <a:solidFill>
                  <a:srgbClr val="003399"/>
                </a:solidFill>
                <a:latin typeface="Arial MT"/>
                <a:cs typeface="Arial MT"/>
              </a:rPr>
              <a:t> </a:t>
            </a:r>
            <a:r>
              <a:rPr sz="2200" dirty="0">
                <a:latin typeface="Cambria"/>
                <a:cs typeface="Cambria"/>
              </a:rPr>
              <a:t>So,</a:t>
            </a:r>
            <a:r>
              <a:rPr sz="2200" spc="-55" dirty="0">
                <a:latin typeface="Cambria"/>
                <a:cs typeface="Cambria"/>
              </a:rPr>
              <a:t> </a:t>
            </a:r>
            <a:r>
              <a:rPr sz="2200" dirty="0">
                <a:latin typeface="Cambria"/>
                <a:cs typeface="Cambria"/>
              </a:rPr>
              <a:t>it</a:t>
            </a:r>
            <a:r>
              <a:rPr sz="2200" spc="-20" dirty="0">
                <a:latin typeface="Cambria"/>
                <a:cs typeface="Cambria"/>
              </a:rPr>
              <a:t> </a:t>
            </a:r>
            <a:r>
              <a:rPr sz="2200" dirty="0">
                <a:latin typeface="Cambria"/>
                <a:cs typeface="Cambria"/>
              </a:rPr>
              <a:t>is</a:t>
            </a:r>
            <a:r>
              <a:rPr sz="2200" spc="-10" dirty="0">
                <a:latin typeface="Cambria"/>
                <a:cs typeface="Cambria"/>
              </a:rPr>
              <a:t> </a:t>
            </a:r>
            <a:r>
              <a:rPr sz="2200" dirty="0">
                <a:latin typeface="Cambria"/>
                <a:cs typeface="Cambria"/>
              </a:rPr>
              <a:t>not</a:t>
            </a:r>
            <a:r>
              <a:rPr sz="2200" spc="-15" dirty="0">
                <a:latin typeface="Cambria"/>
                <a:cs typeface="Cambria"/>
              </a:rPr>
              <a:t> </a:t>
            </a:r>
            <a:r>
              <a:rPr sz="2200" spc="-10" dirty="0">
                <a:latin typeface="Cambria"/>
                <a:cs typeface="Cambria"/>
              </a:rPr>
              <a:t>powerful</a:t>
            </a:r>
            <a:r>
              <a:rPr sz="2200" spc="-15" dirty="0">
                <a:latin typeface="Cambria"/>
                <a:cs typeface="Cambria"/>
              </a:rPr>
              <a:t> </a:t>
            </a:r>
            <a:r>
              <a:rPr sz="2200" dirty="0">
                <a:latin typeface="Cambria"/>
                <a:cs typeface="Cambria"/>
              </a:rPr>
              <a:t>and</a:t>
            </a:r>
            <a:r>
              <a:rPr sz="2200" spc="-20" dirty="0">
                <a:latin typeface="Cambria"/>
                <a:cs typeface="Cambria"/>
              </a:rPr>
              <a:t> </a:t>
            </a:r>
            <a:r>
              <a:rPr sz="2200" spc="-10" dirty="0">
                <a:latin typeface="Cambria"/>
                <a:cs typeface="Cambria"/>
              </a:rPr>
              <a:t>accurate.</a:t>
            </a:r>
            <a:endParaRPr sz="2200">
              <a:latin typeface="Cambria"/>
              <a:cs typeface="Cambri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25" dirty="0">
                <a:solidFill>
                  <a:srgbClr val="FFFFFF"/>
                </a:solidFill>
                <a:latin typeface="Cambria"/>
                <a:cs typeface="Cambria"/>
              </a:rPr>
              <a:t>SLR</a:t>
            </a:r>
            <a:endParaRPr sz="3600">
              <a:latin typeface="Cambria"/>
              <a:cs typeface="Cambria"/>
            </a:endParaRPr>
          </a:p>
        </p:txBody>
      </p:sp>
      <p:sp>
        <p:nvSpPr>
          <p:cNvPr id="3" name="object 3"/>
          <p:cNvSpPr txBox="1"/>
          <p:nvPr/>
        </p:nvSpPr>
        <p:spPr>
          <a:xfrm>
            <a:off x="3577209" y="797204"/>
            <a:ext cx="7877175" cy="4400550"/>
          </a:xfrm>
          <a:prstGeom prst="rect">
            <a:avLst/>
          </a:prstGeom>
        </p:spPr>
        <p:txBody>
          <a:bodyPr vert="horz" wrap="square" lIns="0" tIns="88900" rIns="0" bIns="0" rtlCol="0">
            <a:spAutoFit/>
          </a:bodyPr>
          <a:lstStyle/>
          <a:p>
            <a:pPr marL="12700">
              <a:lnSpc>
                <a:spcPct val="100000"/>
              </a:lnSpc>
              <a:spcBef>
                <a:spcPts val="700"/>
              </a:spcBef>
            </a:pPr>
            <a:r>
              <a:rPr sz="1850" spc="-965" dirty="0">
                <a:solidFill>
                  <a:srgbClr val="003399"/>
                </a:solidFill>
                <a:latin typeface="Arial MT"/>
                <a:cs typeface="Arial MT"/>
              </a:rPr>
              <a:t>🞄</a:t>
            </a:r>
            <a:r>
              <a:rPr sz="1850" spc="245" dirty="0">
                <a:solidFill>
                  <a:srgbClr val="003399"/>
                </a:solidFill>
                <a:latin typeface="Arial MT"/>
                <a:cs typeface="Arial MT"/>
              </a:rPr>
              <a:t> </a:t>
            </a:r>
            <a:r>
              <a:rPr sz="2200" dirty="0">
                <a:latin typeface="Cambria"/>
                <a:cs typeface="Cambria"/>
              </a:rPr>
              <a:t>SLR</a:t>
            </a:r>
            <a:r>
              <a:rPr sz="2200" spc="-85" dirty="0">
                <a:latin typeface="Cambria"/>
                <a:cs typeface="Cambria"/>
              </a:rPr>
              <a:t> </a:t>
            </a:r>
            <a:r>
              <a:rPr sz="2200" dirty="0">
                <a:latin typeface="Cambria"/>
                <a:cs typeface="Cambria"/>
              </a:rPr>
              <a:t>means</a:t>
            </a:r>
            <a:r>
              <a:rPr sz="2200" spc="-20" dirty="0">
                <a:latin typeface="Cambria"/>
                <a:cs typeface="Cambria"/>
              </a:rPr>
              <a:t> </a:t>
            </a:r>
            <a:r>
              <a:rPr sz="2200" dirty="0">
                <a:latin typeface="Cambria"/>
                <a:cs typeface="Cambria"/>
              </a:rPr>
              <a:t>simple</a:t>
            </a:r>
            <a:r>
              <a:rPr sz="2200" spc="-25" dirty="0">
                <a:latin typeface="Cambria"/>
                <a:cs typeface="Cambria"/>
              </a:rPr>
              <a:t> LR.</a:t>
            </a:r>
            <a:endParaRPr sz="2200">
              <a:latin typeface="Cambria"/>
              <a:cs typeface="Cambria"/>
            </a:endParaRPr>
          </a:p>
          <a:p>
            <a:pPr marL="194945" marR="5715" indent="-182880">
              <a:lnSpc>
                <a:spcPct val="100000"/>
              </a:lnSpc>
              <a:spcBef>
                <a:spcPts val="605"/>
              </a:spcBef>
            </a:pPr>
            <a:r>
              <a:rPr sz="1850" spc="-965" dirty="0">
                <a:solidFill>
                  <a:srgbClr val="003399"/>
                </a:solidFill>
                <a:latin typeface="Arial MT"/>
                <a:cs typeface="Arial MT"/>
              </a:rPr>
              <a:t>🞄</a:t>
            </a:r>
            <a:r>
              <a:rPr sz="1850" spc="245" dirty="0">
                <a:solidFill>
                  <a:srgbClr val="003399"/>
                </a:solidFill>
                <a:latin typeface="Arial MT"/>
                <a:cs typeface="Arial MT"/>
              </a:rPr>
              <a:t> </a:t>
            </a:r>
            <a:r>
              <a:rPr sz="2200" dirty="0">
                <a:latin typeface="Cambria"/>
                <a:cs typeface="Cambria"/>
              </a:rPr>
              <a:t>A</a:t>
            </a:r>
            <a:r>
              <a:rPr sz="2200" spc="125" dirty="0">
                <a:latin typeface="Cambria"/>
                <a:cs typeface="Cambria"/>
              </a:rPr>
              <a:t> </a:t>
            </a:r>
            <a:r>
              <a:rPr sz="2200" dirty="0">
                <a:latin typeface="Cambria"/>
                <a:cs typeface="Cambria"/>
              </a:rPr>
              <a:t>grammar</a:t>
            </a:r>
            <a:r>
              <a:rPr sz="2200" spc="170" dirty="0">
                <a:latin typeface="Cambria"/>
                <a:cs typeface="Cambria"/>
              </a:rPr>
              <a:t> </a:t>
            </a:r>
            <a:r>
              <a:rPr sz="2200" dirty="0">
                <a:latin typeface="Cambria"/>
                <a:cs typeface="Cambria"/>
              </a:rPr>
              <a:t>for</a:t>
            </a:r>
            <a:r>
              <a:rPr sz="2200" spc="170" dirty="0">
                <a:latin typeface="Cambria"/>
                <a:cs typeface="Cambria"/>
              </a:rPr>
              <a:t> </a:t>
            </a:r>
            <a:r>
              <a:rPr sz="2200" dirty="0">
                <a:latin typeface="Cambria"/>
                <a:cs typeface="Cambria"/>
              </a:rPr>
              <a:t>which</a:t>
            </a:r>
            <a:r>
              <a:rPr sz="2200" spc="175" dirty="0">
                <a:latin typeface="Cambria"/>
                <a:cs typeface="Cambria"/>
              </a:rPr>
              <a:t> </a:t>
            </a:r>
            <a:r>
              <a:rPr sz="2200" dirty="0">
                <a:latin typeface="Cambria"/>
                <a:cs typeface="Cambria"/>
              </a:rPr>
              <a:t>an</a:t>
            </a:r>
            <a:r>
              <a:rPr sz="2200" spc="190" dirty="0">
                <a:latin typeface="Cambria"/>
                <a:cs typeface="Cambria"/>
              </a:rPr>
              <a:t> </a:t>
            </a:r>
            <a:r>
              <a:rPr sz="2200" dirty="0">
                <a:latin typeface="Cambria"/>
                <a:cs typeface="Cambria"/>
              </a:rPr>
              <a:t>SLR</a:t>
            </a:r>
            <a:r>
              <a:rPr sz="2200" spc="175" dirty="0">
                <a:latin typeface="Cambria"/>
                <a:cs typeface="Cambria"/>
              </a:rPr>
              <a:t> </a:t>
            </a:r>
            <a:r>
              <a:rPr sz="2200" dirty="0">
                <a:latin typeface="Cambria"/>
                <a:cs typeface="Cambria"/>
              </a:rPr>
              <a:t>parser</a:t>
            </a:r>
            <a:r>
              <a:rPr sz="2200" spc="170" dirty="0">
                <a:latin typeface="Cambria"/>
                <a:cs typeface="Cambria"/>
              </a:rPr>
              <a:t> </a:t>
            </a:r>
            <a:r>
              <a:rPr sz="2200" dirty="0">
                <a:latin typeface="Cambria"/>
                <a:cs typeface="Cambria"/>
              </a:rPr>
              <a:t>can</a:t>
            </a:r>
            <a:r>
              <a:rPr sz="2200" spc="165" dirty="0">
                <a:latin typeface="Cambria"/>
                <a:cs typeface="Cambria"/>
              </a:rPr>
              <a:t> </a:t>
            </a:r>
            <a:r>
              <a:rPr sz="2200" dirty="0">
                <a:latin typeface="Cambria"/>
                <a:cs typeface="Cambria"/>
              </a:rPr>
              <a:t>be</a:t>
            </a:r>
            <a:r>
              <a:rPr sz="2200" spc="175" dirty="0">
                <a:latin typeface="Cambria"/>
                <a:cs typeface="Cambria"/>
              </a:rPr>
              <a:t> </a:t>
            </a:r>
            <a:r>
              <a:rPr sz="2200" dirty="0">
                <a:latin typeface="Cambria"/>
                <a:cs typeface="Cambria"/>
              </a:rPr>
              <a:t>constructed</a:t>
            </a:r>
            <a:r>
              <a:rPr sz="2200" spc="160" dirty="0">
                <a:latin typeface="Cambria"/>
                <a:cs typeface="Cambria"/>
              </a:rPr>
              <a:t> </a:t>
            </a:r>
            <a:r>
              <a:rPr sz="2200" dirty="0">
                <a:latin typeface="Cambria"/>
                <a:cs typeface="Cambria"/>
              </a:rPr>
              <a:t>is</a:t>
            </a:r>
            <a:r>
              <a:rPr sz="2200" spc="185" dirty="0">
                <a:latin typeface="Cambria"/>
                <a:cs typeface="Cambria"/>
              </a:rPr>
              <a:t> </a:t>
            </a:r>
            <a:r>
              <a:rPr sz="2200" spc="-20" dirty="0">
                <a:latin typeface="Cambria"/>
                <a:cs typeface="Cambria"/>
              </a:rPr>
              <a:t>said </a:t>
            </a:r>
            <a:r>
              <a:rPr sz="2200" dirty="0">
                <a:latin typeface="Cambria"/>
                <a:cs typeface="Cambria"/>
              </a:rPr>
              <a:t>to</a:t>
            </a:r>
            <a:r>
              <a:rPr sz="2200" spc="-35" dirty="0">
                <a:latin typeface="Cambria"/>
                <a:cs typeface="Cambria"/>
              </a:rPr>
              <a:t> </a:t>
            </a:r>
            <a:r>
              <a:rPr sz="2200" dirty="0">
                <a:latin typeface="Cambria"/>
                <a:cs typeface="Cambria"/>
              </a:rPr>
              <a:t>be</a:t>
            </a:r>
            <a:r>
              <a:rPr sz="2200" spc="-20" dirty="0">
                <a:latin typeface="Cambria"/>
                <a:cs typeface="Cambria"/>
              </a:rPr>
              <a:t> </a:t>
            </a:r>
            <a:r>
              <a:rPr sz="2200" dirty="0">
                <a:latin typeface="Cambria"/>
                <a:cs typeface="Cambria"/>
              </a:rPr>
              <a:t>an</a:t>
            </a:r>
            <a:r>
              <a:rPr sz="2200" spc="-25" dirty="0">
                <a:latin typeface="Cambria"/>
                <a:cs typeface="Cambria"/>
              </a:rPr>
              <a:t> </a:t>
            </a:r>
            <a:r>
              <a:rPr sz="2200" spc="-20" dirty="0">
                <a:latin typeface="Cambria"/>
                <a:cs typeface="Cambria"/>
              </a:rPr>
              <a:t>SLR.</a:t>
            </a:r>
            <a:endParaRPr sz="2200">
              <a:latin typeface="Cambria"/>
              <a:cs typeface="Cambria"/>
            </a:endParaRPr>
          </a:p>
          <a:p>
            <a:pPr marL="12700">
              <a:lnSpc>
                <a:spcPct val="100000"/>
              </a:lnSpc>
              <a:spcBef>
                <a:spcPts val="600"/>
              </a:spcBef>
              <a:tabLst>
                <a:tab pos="810895" algn="l"/>
                <a:tab pos="1163320" algn="l"/>
                <a:tab pos="1454150" algn="l"/>
                <a:tab pos="2137410" algn="l"/>
                <a:tab pos="2524125" algn="l"/>
                <a:tab pos="3001010" algn="l"/>
                <a:tab pos="3937000" algn="l"/>
                <a:tab pos="4636770" algn="l"/>
                <a:tab pos="5432425" algn="l"/>
                <a:tab pos="6252210" algn="l"/>
                <a:tab pos="7125970" algn="l"/>
                <a:tab pos="7727950" algn="l"/>
              </a:tabLst>
            </a:pPr>
            <a:r>
              <a:rPr sz="1850" spc="-965" dirty="0">
                <a:solidFill>
                  <a:srgbClr val="003399"/>
                </a:solidFill>
                <a:latin typeface="Arial MT"/>
                <a:cs typeface="Arial MT"/>
              </a:rPr>
              <a:t>🞄</a:t>
            </a:r>
            <a:r>
              <a:rPr sz="1850" spc="245" dirty="0">
                <a:solidFill>
                  <a:srgbClr val="003399"/>
                </a:solidFill>
                <a:latin typeface="Arial MT"/>
                <a:cs typeface="Arial MT"/>
              </a:rPr>
              <a:t> </a:t>
            </a:r>
            <a:r>
              <a:rPr sz="2200" spc="-25" dirty="0">
                <a:latin typeface="Cambria"/>
                <a:cs typeface="Cambria"/>
              </a:rPr>
              <a:t>SLR</a:t>
            </a:r>
            <a:r>
              <a:rPr sz="2200" dirty="0">
                <a:latin typeface="Cambria"/>
                <a:cs typeface="Cambria"/>
              </a:rPr>
              <a:t>	</a:t>
            </a:r>
            <a:r>
              <a:rPr sz="2200" spc="-25" dirty="0">
                <a:latin typeface="Cambria"/>
                <a:cs typeface="Cambria"/>
              </a:rPr>
              <a:t>is</a:t>
            </a:r>
            <a:r>
              <a:rPr sz="2200" dirty="0">
                <a:latin typeface="Cambria"/>
                <a:cs typeface="Cambria"/>
              </a:rPr>
              <a:t>	</a:t>
            </a:r>
            <a:r>
              <a:rPr sz="2200" spc="-50" dirty="0">
                <a:latin typeface="Cambria"/>
                <a:cs typeface="Cambria"/>
              </a:rPr>
              <a:t>a</a:t>
            </a:r>
            <a:r>
              <a:rPr sz="2200" dirty="0">
                <a:latin typeface="Cambria"/>
                <a:cs typeface="Cambria"/>
              </a:rPr>
              <a:t>	</a:t>
            </a:r>
            <a:r>
              <a:rPr sz="2200" spc="-20" dirty="0">
                <a:latin typeface="Cambria"/>
                <a:cs typeface="Cambria"/>
              </a:rPr>
              <a:t>type</a:t>
            </a:r>
            <a:r>
              <a:rPr sz="2200" dirty="0">
                <a:latin typeface="Cambria"/>
                <a:cs typeface="Cambria"/>
              </a:rPr>
              <a:t>	</a:t>
            </a:r>
            <a:r>
              <a:rPr sz="2200" spc="-25" dirty="0">
                <a:latin typeface="Cambria"/>
                <a:cs typeface="Cambria"/>
              </a:rPr>
              <a:t>of</a:t>
            </a:r>
            <a:r>
              <a:rPr sz="2200" dirty="0">
                <a:latin typeface="Cambria"/>
                <a:cs typeface="Cambria"/>
              </a:rPr>
              <a:t>	</a:t>
            </a:r>
            <a:r>
              <a:rPr sz="2200" spc="-25" dirty="0">
                <a:latin typeface="Cambria"/>
                <a:cs typeface="Cambria"/>
              </a:rPr>
              <a:t>LR</a:t>
            </a:r>
            <a:r>
              <a:rPr sz="2200" dirty="0">
                <a:latin typeface="Cambria"/>
                <a:cs typeface="Cambria"/>
              </a:rPr>
              <a:t>	</a:t>
            </a:r>
            <a:r>
              <a:rPr sz="2200" spc="-10" dirty="0">
                <a:latin typeface="Cambria"/>
                <a:cs typeface="Cambria"/>
              </a:rPr>
              <a:t>parser</a:t>
            </a:r>
            <a:r>
              <a:rPr sz="2200" dirty="0">
                <a:latin typeface="Cambria"/>
                <a:cs typeface="Cambria"/>
              </a:rPr>
              <a:t>	</a:t>
            </a:r>
            <a:r>
              <a:rPr sz="2200" spc="-20" dirty="0">
                <a:latin typeface="Cambria"/>
                <a:cs typeface="Cambria"/>
              </a:rPr>
              <a:t>with</a:t>
            </a:r>
            <a:r>
              <a:rPr sz="2200" dirty="0">
                <a:latin typeface="Cambria"/>
                <a:cs typeface="Cambria"/>
              </a:rPr>
              <a:t>	</a:t>
            </a:r>
            <a:r>
              <a:rPr sz="2200" spc="-10" dirty="0">
                <a:latin typeface="Cambria"/>
                <a:cs typeface="Cambria"/>
              </a:rPr>
              <a:t>small</a:t>
            </a:r>
            <a:r>
              <a:rPr sz="2200" dirty="0">
                <a:latin typeface="Cambria"/>
                <a:cs typeface="Cambria"/>
              </a:rPr>
              <a:t>	</a:t>
            </a:r>
            <a:r>
              <a:rPr sz="2200" spc="-10" dirty="0">
                <a:latin typeface="Cambria"/>
                <a:cs typeface="Cambria"/>
              </a:rPr>
              <a:t>parse</a:t>
            </a:r>
            <a:r>
              <a:rPr sz="2200" dirty="0">
                <a:latin typeface="Cambria"/>
                <a:cs typeface="Cambria"/>
              </a:rPr>
              <a:t>	</a:t>
            </a:r>
            <a:r>
              <a:rPr sz="2200" spc="-10" dirty="0">
                <a:latin typeface="Cambria"/>
                <a:cs typeface="Cambria"/>
              </a:rPr>
              <a:t>tables</a:t>
            </a:r>
            <a:r>
              <a:rPr sz="2200" dirty="0">
                <a:latin typeface="Cambria"/>
                <a:cs typeface="Cambria"/>
              </a:rPr>
              <a:t>	</a:t>
            </a:r>
            <a:r>
              <a:rPr sz="2200" spc="-25" dirty="0">
                <a:latin typeface="Cambria"/>
                <a:cs typeface="Cambria"/>
              </a:rPr>
              <a:t>and</a:t>
            </a:r>
            <a:r>
              <a:rPr sz="2200" dirty="0">
                <a:latin typeface="Cambria"/>
                <a:cs typeface="Cambria"/>
              </a:rPr>
              <a:t>	</a:t>
            </a:r>
            <a:r>
              <a:rPr sz="2200" spc="-50" dirty="0">
                <a:latin typeface="Cambria"/>
                <a:cs typeface="Cambria"/>
              </a:rPr>
              <a:t>a</a:t>
            </a:r>
            <a:endParaRPr sz="2200">
              <a:latin typeface="Cambria"/>
              <a:cs typeface="Cambria"/>
            </a:endParaRPr>
          </a:p>
          <a:p>
            <a:pPr marL="194945">
              <a:lnSpc>
                <a:spcPct val="100000"/>
              </a:lnSpc>
            </a:pPr>
            <a:r>
              <a:rPr sz="2200" spc="-20" dirty="0">
                <a:latin typeface="Cambria"/>
                <a:cs typeface="Cambria"/>
              </a:rPr>
              <a:t>relatively</a:t>
            </a:r>
            <a:r>
              <a:rPr sz="2200" spc="-15" dirty="0">
                <a:latin typeface="Cambria"/>
                <a:cs typeface="Cambria"/>
              </a:rPr>
              <a:t> </a:t>
            </a:r>
            <a:r>
              <a:rPr sz="2200" dirty="0">
                <a:latin typeface="Cambria"/>
                <a:cs typeface="Cambria"/>
              </a:rPr>
              <a:t>simple</a:t>
            </a:r>
            <a:r>
              <a:rPr sz="2200" spc="-70" dirty="0">
                <a:latin typeface="Cambria"/>
                <a:cs typeface="Cambria"/>
              </a:rPr>
              <a:t> </a:t>
            </a:r>
            <a:r>
              <a:rPr sz="2200" dirty="0">
                <a:latin typeface="Cambria"/>
                <a:cs typeface="Cambria"/>
              </a:rPr>
              <a:t>parser</a:t>
            </a:r>
            <a:r>
              <a:rPr sz="2200" spc="-45" dirty="0">
                <a:latin typeface="Cambria"/>
                <a:cs typeface="Cambria"/>
              </a:rPr>
              <a:t> </a:t>
            </a:r>
            <a:r>
              <a:rPr sz="2200" spc="-10" dirty="0">
                <a:latin typeface="Cambria"/>
                <a:cs typeface="Cambria"/>
              </a:rPr>
              <a:t>generator</a:t>
            </a:r>
            <a:r>
              <a:rPr sz="2200" spc="-45" dirty="0">
                <a:latin typeface="Cambria"/>
                <a:cs typeface="Cambria"/>
              </a:rPr>
              <a:t> </a:t>
            </a:r>
            <a:r>
              <a:rPr sz="2200" spc="-10" dirty="0">
                <a:latin typeface="Cambria"/>
                <a:cs typeface="Cambria"/>
              </a:rPr>
              <a:t>algorithm.</a:t>
            </a:r>
            <a:endParaRPr sz="2200">
              <a:latin typeface="Cambria"/>
              <a:cs typeface="Cambria"/>
            </a:endParaRPr>
          </a:p>
          <a:p>
            <a:pPr marL="12700">
              <a:lnSpc>
                <a:spcPct val="100000"/>
              </a:lnSpc>
              <a:spcBef>
                <a:spcPts val="600"/>
              </a:spcBef>
            </a:pPr>
            <a:r>
              <a:rPr sz="1850" spc="-965" dirty="0">
                <a:solidFill>
                  <a:srgbClr val="003399"/>
                </a:solidFill>
                <a:latin typeface="Arial MT"/>
                <a:cs typeface="Arial MT"/>
              </a:rPr>
              <a:t>🞄</a:t>
            </a:r>
            <a:r>
              <a:rPr sz="1850" spc="245" dirty="0">
                <a:solidFill>
                  <a:srgbClr val="003399"/>
                </a:solidFill>
                <a:latin typeface="Arial MT"/>
                <a:cs typeface="Arial MT"/>
              </a:rPr>
              <a:t> </a:t>
            </a:r>
            <a:r>
              <a:rPr sz="2200" dirty="0">
                <a:latin typeface="Cambria"/>
                <a:cs typeface="Cambria"/>
              </a:rPr>
              <a:t>The</a:t>
            </a:r>
            <a:r>
              <a:rPr sz="2200" spc="-90" dirty="0">
                <a:latin typeface="Cambria"/>
                <a:cs typeface="Cambria"/>
              </a:rPr>
              <a:t> </a:t>
            </a:r>
            <a:r>
              <a:rPr sz="2200" dirty="0">
                <a:latin typeface="Cambria"/>
                <a:cs typeface="Cambria"/>
              </a:rPr>
              <a:t>parsing</a:t>
            </a:r>
            <a:r>
              <a:rPr sz="2200" spc="-35" dirty="0">
                <a:latin typeface="Cambria"/>
                <a:cs typeface="Cambria"/>
              </a:rPr>
              <a:t> </a:t>
            </a:r>
            <a:r>
              <a:rPr sz="2200" dirty="0">
                <a:latin typeface="Cambria"/>
                <a:cs typeface="Cambria"/>
              </a:rPr>
              <a:t>table</a:t>
            </a:r>
            <a:r>
              <a:rPr sz="2200" spc="-30" dirty="0">
                <a:latin typeface="Cambria"/>
                <a:cs typeface="Cambria"/>
              </a:rPr>
              <a:t> </a:t>
            </a:r>
            <a:r>
              <a:rPr sz="2200" dirty="0">
                <a:latin typeface="Cambria"/>
                <a:cs typeface="Cambria"/>
              </a:rPr>
              <a:t>has</a:t>
            </a:r>
            <a:r>
              <a:rPr sz="2200" spc="-25" dirty="0">
                <a:latin typeface="Cambria"/>
                <a:cs typeface="Cambria"/>
              </a:rPr>
              <a:t> </a:t>
            </a:r>
            <a:r>
              <a:rPr sz="2200" dirty="0">
                <a:latin typeface="Cambria"/>
                <a:cs typeface="Cambria"/>
              </a:rPr>
              <a:t>two</a:t>
            </a:r>
            <a:r>
              <a:rPr sz="2200" spc="-45" dirty="0">
                <a:latin typeface="Cambria"/>
                <a:cs typeface="Cambria"/>
              </a:rPr>
              <a:t> </a:t>
            </a:r>
            <a:r>
              <a:rPr sz="2200" spc="-10" dirty="0">
                <a:latin typeface="Cambria"/>
                <a:cs typeface="Cambria"/>
              </a:rPr>
              <a:t>states(action,</a:t>
            </a:r>
            <a:r>
              <a:rPr sz="2200" spc="10" dirty="0">
                <a:latin typeface="Cambria"/>
                <a:cs typeface="Cambria"/>
              </a:rPr>
              <a:t> </a:t>
            </a:r>
            <a:r>
              <a:rPr sz="2200" spc="-10" dirty="0">
                <a:latin typeface="Cambria"/>
                <a:cs typeface="Cambria"/>
              </a:rPr>
              <a:t>goto)</a:t>
            </a:r>
            <a:endParaRPr sz="2200">
              <a:latin typeface="Cambria"/>
              <a:cs typeface="Cambria"/>
            </a:endParaRPr>
          </a:p>
          <a:p>
            <a:pPr marL="12700">
              <a:lnSpc>
                <a:spcPct val="100000"/>
              </a:lnSpc>
              <a:spcBef>
                <a:spcPts val="600"/>
              </a:spcBef>
            </a:pPr>
            <a:r>
              <a:rPr sz="1850" spc="-965" dirty="0">
                <a:solidFill>
                  <a:srgbClr val="003399"/>
                </a:solidFill>
                <a:latin typeface="Arial MT"/>
                <a:cs typeface="Arial MT"/>
              </a:rPr>
              <a:t>🞄</a:t>
            </a:r>
            <a:r>
              <a:rPr sz="1850" spc="245" dirty="0">
                <a:solidFill>
                  <a:srgbClr val="003399"/>
                </a:solidFill>
                <a:latin typeface="Arial MT"/>
                <a:cs typeface="Arial MT"/>
              </a:rPr>
              <a:t> </a:t>
            </a:r>
            <a:r>
              <a:rPr sz="2200" dirty="0">
                <a:latin typeface="Cambria"/>
                <a:cs typeface="Cambria"/>
              </a:rPr>
              <a:t>The</a:t>
            </a:r>
            <a:r>
              <a:rPr sz="2200" spc="-75" dirty="0">
                <a:latin typeface="Cambria"/>
                <a:cs typeface="Cambria"/>
              </a:rPr>
              <a:t> </a:t>
            </a:r>
            <a:r>
              <a:rPr sz="2200" dirty="0">
                <a:latin typeface="Cambria"/>
                <a:cs typeface="Cambria"/>
              </a:rPr>
              <a:t>parsing</a:t>
            </a:r>
            <a:r>
              <a:rPr sz="2200" spc="-25" dirty="0">
                <a:latin typeface="Cambria"/>
                <a:cs typeface="Cambria"/>
              </a:rPr>
              <a:t> </a:t>
            </a:r>
            <a:r>
              <a:rPr sz="2200" dirty="0">
                <a:latin typeface="Cambria"/>
                <a:cs typeface="Cambria"/>
              </a:rPr>
              <a:t>table</a:t>
            </a:r>
            <a:r>
              <a:rPr sz="2200" spc="-25" dirty="0">
                <a:latin typeface="Cambria"/>
                <a:cs typeface="Cambria"/>
              </a:rPr>
              <a:t> </a:t>
            </a:r>
            <a:r>
              <a:rPr sz="2200" dirty="0">
                <a:latin typeface="Cambria"/>
                <a:cs typeface="Cambria"/>
              </a:rPr>
              <a:t>has</a:t>
            </a:r>
            <a:r>
              <a:rPr sz="2200" spc="-15" dirty="0">
                <a:latin typeface="Cambria"/>
                <a:cs typeface="Cambria"/>
              </a:rPr>
              <a:t> </a:t>
            </a:r>
            <a:r>
              <a:rPr sz="2200" spc="-10" dirty="0">
                <a:latin typeface="Cambria"/>
                <a:cs typeface="Cambria"/>
              </a:rPr>
              <a:t>values:</a:t>
            </a:r>
            <a:endParaRPr sz="2200">
              <a:latin typeface="Cambria"/>
              <a:cs typeface="Cambria"/>
            </a:endParaRPr>
          </a:p>
          <a:p>
            <a:pPr marL="469265" indent="-456565">
              <a:lnSpc>
                <a:spcPct val="100000"/>
              </a:lnSpc>
              <a:spcBef>
                <a:spcPts val="600"/>
              </a:spcBef>
              <a:buClr>
                <a:srgbClr val="003399"/>
              </a:buClr>
              <a:buSzPct val="84090"/>
              <a:buAutoNum type="arabicPeriod"/>
              <a:tabLst>
                <a:tab pos="469265" algn="l"/>
              </a:tabLst>
            </a:pPr>
            <a:r>
              <a:rPr sz="2200" dirty="0">
                <a:latin typeface="Cambria"/>
                <a:cs typeface="Cambria"/>
              </a:rPr>
              <a:t>Shift</a:t>
            </a:r>
            <a:r>
              <a:rPr sz="2200" spc="-25" dirty="0">
                <a:latin typeface="Cambria"/>
                <a:cs typeface="Cambria"/>
              </a:rPr>
              <a:t> </a:t>
            </a:r>
            <a:r>
              <a:rPr sz="2200" dirty="0">
                <a:latin typeface="Cambria"/>
                <a:cs typeface="Cambria"/>
              </a:rPr>
              <a:t>S,</a:t>
            </a:r>
            <a:r>
              <a:rPr sz="2200" spc="-35" dirty="0">
                <a:latin typeface="Cambria"/>
                <a:cs typeface="Cambria"/>
              </a:rPr>
              <a:t> </a:t>
            </a:r>
            <a:r>
              <a:rPr sz="2200" dirty="0">
                <a:latin typeface="Cambria"/>
                <a:cs typeface="Cambria"/>
              </a:rPr>
              <a:t>where</a:t>
            </a:r>
            <a:r>
              <a:rPr sz="2200" spc="-20" dirty="0">
                <a:latin typeface="Cambria"/>
                <a:cs typeface="Cambria"/>
              </a:rPr>
              <a:t> </a:t>
            </a:r>
            <a:r>
              <a:rPr sz="2200" dirty="0">
                <a:latin typeface="Cambria"/>
                <a:cs typeface="Cambria"/>
              </a:rPr>
              <a:t>S</a:t>
            </a:r>
            <a:r>
              <a:rPr sz="2200" spc="-40" dirty="0">
                <a:latin typeface="Cambria"/>
                <a:cs typeface="Cambria"/>
              </a:rPr>
              <a:t> </a:t>
            </a:r>
            <a:r>
              <a:rPr sz="2200" dirty="0">
                <a:latin typeface="Cambria"/>
                <a:cs typeface="Cambria"/>
              </a:rPr>
              <a:t>is</a:t>
            </a:r>
            <a:r>
              <a:rPr sz="2200" spc="-20" dirty="0">
                <a:latin typeface="Cambria"/>
                <a:cs typeface="Cambria"/>
              </a:rPr>
              <a:t> </a:t>
            </a:r>
            <a:r>
              <a:rPr sz="2200" dirty="0">
                <a:latin typeface="Cambria"/>
                <a:cs typeface="Cambria"/>
              </a:rPr>
              <a:t>a</a:t>
            </a:r>
            <a:r>
              <a:rPr sz="2200" spc="-35" dirty="0">
                <a:latin typeface="Cambria"/>
                <a:cs typeface="Cambria"/>
              </a:rPr>
              <a:t> </a:t>
            </a:r>
            <a:r>
              <a:rPr sz="2200" spc="-20" dirty="0">
                <a:latin typeface="Cambria"/>
                <a:cs typeface="Cambria"/>
              </a:rPr>
              <a:t>state</a:t>
            </a:r>
            <a:endParaRPr sz="2200">
              <a:latin typeface="Cambria"/>
              <a:cs typeface="Cambria"/>
            </a:endParaRPr>
          </a:p>
          <a:p>
            <a:pPr marL="469265" indent="-456565">
              <a:lnSpc>
                <a:spcPct val="100000"/>
              </a:lnSpc>
              <a:spcBef>
                <a:spcPts val="605"/>
              </a:spcBef>
              <a:buClr>
                <a:srgbClr val="003399"/>
              </a:buClr>
              <a:buSzPct val="84090"/>
              <a:buAutoNum type="arabicPeriod"/>
              <a:tabLst>
                <a:tab pos="469265" algn="l"/>
              </a:tabLst>
            </a:pPr>
            <a:r>
              <a:rPr sz="2200" dirty="0">
                <a:latin typeface="Cambria"/>
                <a:cs typeface="Cambria"/>
              </a:rPr>
              <a:t>Reduce</a:t>
            </a:r>
            <a:r>
              <a:rPr sz="2200" spc="-55" dirty="0">
                <a:latin typeface="Cambria"/>
                <a:cs typeface="Cambria"/>
              </a:rPr>
              <a:t> </a:t>
            </a:r>
            <a:r>
              <a:rPr sz="2200" dirty="0">
                <a:latin typeface="Cambria"/>
                <a:cs typeface="Cambria"/>
              </a:rPr>
              <a:t>by</a:t>
            </a:r>
            <a:r>
              <a:rPr sz="2200" spc="-50" dirty="0">
                <a:latin typeface="Cambria"/>
                <a:cs typeface="Cambria"/>
              </a:rPr>
              <a:t> </a:t>
            </a:r>
            <a:r>
              <a:rPr sz="2200" dirty="0">
                <a:latin typeface="Cambria"/>
                <a:cs typeface="Cambria"/>
              </a:rPr>
              <a:t>a</a:t>
            </a:r>
            <a:r>
              <a:rPr sz="2200" spc="-60" dirty="0">
                <a:latin typeface="Cambria"/>
                <a:cs typeface="Cambria"/>
              </a:rPr>
              <a:t> </a:t>
            </a:r>
            <a:r>
              <a:rPr sz="2200" spc="-10" dirty="0">
                <a:latin typeface="Cambria"/>
                <a:cs typeface="Cambria"/>
              </a:rPr>
              <a:t>grammar</a:t>
            </a:r>
            <a:r>
              <a:rPr sz="2200" spc="-35" dirty="0">
                <a:latin typeface="Cambria"/>
                <a:cs typeface="Cambria"/>
              </a:rPr>
              <a:t> </a:t>
            </a:r>
            <a:r>
              <a:rPr sz="2200" spc="-10" dirty="0">
                <a:latin typeface="Cambria"/>
                <a:cs typeface="Cambria"/>
              </a:rPr>
              <a:t>production</a:t>
            </a:r>
            <a:endParaRPr sz="2200">
              <a:latin typeface="Cambria"/>
              <a:cs typeface="Cambria"/>
            </a:endParaRPr>
          </a:p>
          <a:p>
            <a:pPr marL="469265" indent="-456565">
              <a:lnSpc>
                <a:spcPct val="100000"/>
              </a:lnSpc>
              <a:spcBef>
                <a:spcPts val="600"/>
              </a:spcBef>
              <a:buClr>
                <a:srgbClr val="003399"/>
              </a:buClr>
              <a:buSzPct val="84090"/>
              <a:buAutoNum type="arabicPeriod"/>
              <a:tabLst>
                <a:tab pos="469265" algn="l"/>
              </a:tabLst>
            </a:pPr>
            <a:r>
              <a:rPr sz="2200" dirty="0">
                <a:latin typeface="Cambria"/>
                <a:cs typeface="Cambria"/>
              </a:rPr>
              <a:t>Accept</a:t>
            </a:r>
            <a:r>
              <a:rPr sz="2200" spc="-65" dirty="0">
                <a:latin typeface="Cambria"/>
                <a:cs typeface="Cambria"/>
              </a:rPr>
              <a:t> </a:t>
            </a:r>
            <a:r>
              <a:rPr sz="2200" spc="-25" dirty="0">
                <a:latin typeface="Cambria"/>
                <a:cs typeface="Cambria"/>
              </a:rPr>
              <a:t>and</a:t>
            </a:r>
            <a:endParaRPr sz="2200">
              <a:latin typeface="Cambria"/>
              <a:cs typeface="Cambria"/>
            </a:endParaRPr>
          </a:p>
          <a:p>
            <a:pPr marL="469265" indent="-456565">
              <a:lnSpc>
                <a:spcPct val="100000"/>
              </a:lnSpc>
              <a:spcBef>
                <a:spcPts val="600"/>
              </a:spcBef>
              <a:buClr>
                <a:srgbClr val="003399"/>
              </a:buClr>
              <a:buSzPct val="84090"/>
              <a:buAutoNum type="arabicPeriod"/>
              <a:tabLst>
                <a:tab pos="469265" algn="l"/>
              </a:tabLst>
            </a:pPr>
            <a:r>
              <a:rPr sz="2200" spc="-10" dirty="0">
                <a:latin typeface="Cambria"/>
                <a:cs typeface="Cambria"/>
              </a:rPr>
              <a:t>Error</a:t>
            </a:r>
            <a:endParaRPr sz="2200">
              <a:latin typeface="Cambria"/>
              <a:cs typeface="Cambri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50"/>
              </a:spcBef>
            </a:pPr>
            <a:endParaRPr sz="3600">
              <a:latin typeface="Times New Roman"/>
              <a:cs typeface="Times New Roman"/>
            </a:endParaRPr>
          </a:p>
          <a:p>
            <a:pPr marL="335915">
              <a:lnSpc>
                <a:spcPts val="4105"/>
              </a:lnSpc>
            </a:pPr>
            <a:r>
              <a:rPr sz="3600" b="1" spc="-10" dirty="0">
                <a:solidFill>
                  <a:srgbClr val="FFFFFF"/>
                </a:solidFill>
                <a:latin typeface="Cambria"/>
                <a:cs typeface="Cambria"/>
              </a:rPr>
              <a:t>SLR(1)</a:t>
            </a:r>
            <a:endParaRPr sz="3600">
              <a:latin typeface="Cambria"/>
              <a:cs typeface="Cambria"/>
            </a:endParaRPr>
          </a:p>
          <a:p>
            <a:pPr marL="335915">
              <a:lnSpc>
                <a:spcPts val="4105"/>
              </a:lnSpc>
            </a:pPr>
            <a:r>
              <a:rPr sz="3600" b="1" spc="-10" dirty="0">
                <a:solidFill>
                  <a:srgbClr val="FFFFFF"/>
                </a:solidFill>
                <a:latin typeface="Cambria"/>
                <a:cs typeface="Cambria"/>
              </a:rPr>
              <a:t>Parser</a:t>
            </a:r>
            <a:endParaRPr sz="3600">
              <a:latin typeface="Cambria"/>
              <a:cs typeface="Cambria"/>
            </a:endParaRPr>
          </a:p>
        </p:txBody>
      </p:sp>
      <p:sp>
        <p:nvSpPr>
          <p:cNvPr id="3" name="object 3"/>
          <p:cNvSpPr txBox="1"/>
          <p:nvPr/>
        </p:nvSpPr>
        <p:spPr>
          <a:xfrm>
            <a:off x="3551809" y="413193"/>
            <a:ext cx="1965325" cy="6289040"/>
          </a:xfrm>
          <a:prstGeom prst="rect">
            <a:avLst/>
          </a:prstGeom>
        </p:spPr>
        <p:txBody>
          <a:bodyPr vert="horz" wrap="square" lIns="0" tIns="87630" rIns="0" bIns="0" rtlCol="0">
            <a:spAutoFit/>
          </a:bodyPr>
          <a:lstStyle/>
          <a:p>
            <a:pPr marL="38100">
              <a:lnSpc>
                <a:spcPct val="100000"/>
              </a:lnSpc>
              <a:spcBef>
                <a:spcPts val="690"/>
              </a:spcBef>
            </a:pPr>
            <a:r>
              <a:rPr sz="2400" b="1" spc="-10" dirty="0">
                <a:solidFill>
                  <a:srgbClr val="FF0000"/>
                </a:solidFill>
                <a:latin typeface="Cambria"/>
                <a:cs typeface="Cambria"/>
              </a:rPr>
              <a:t>Example:-</a:t>
            </a:r>
            <a:endParaRPr sz="2400">
              <a:latin typeface="Cambria"/>
              <a:cs typeface="Cambria"/>
            </a:endParaRPr>
          </a:p>
          <a:p>
            <a:pPr marL="38100">
              <a:lnSpc>
                <a:spcPct val="100000"/>
              </a:lnSpc>
              <a:spcBef>
                <a:spcPts val="590"/>
              </a:spcBef>
            </a:pPr>
            <a:r>
              <a:rPr sz="2400" b="1" dirty="0">
                <a:solidFill>
                  <a:srgbClr val="FF0000"/>
                </a:solidFill>
                <a:latin typeface="Cambria"/>
                <a:cs typeface="Cambria"/>
              </a:rPr>
              <a:t>S</a:t>
            </a:r>
            <a:r>
              <a:rPr sz="2400" dirty="0">
                <a:solidFill>
                  <a:srgbClr val="FF0000"/>
                </a:solidFill>
                <a:latin typeface="Wingdings"/>
                <a:cs typeface="Wingdings"/>
              </a:rPr>
              <a:t></a:t>
            </a:r>
            <a:r>
              <a:rPr sz="2400" spc="-90" dirty="0">
                <a:solidFill>
                  <a:srgbClr val="FF0000"/>
                </a:solidFill>
                <a:latin typeface="Times New Roman"/>
                <a:cs typeface="Times New Roman"/>
              </a:rPr>
              <a:t> </a:t>
            </a:r>
            <a:r>
              <a:rPr sz="2400" b="1" spc="-25" dirty="0">
                <a:solidFill>
                  <a:srgbClr val="FF0000"/>
                </a:solidFill>
                <a:latin typeface="Cambria"/>
                <a:cs typeface="Cambria"/>
              </a:rPr>
              <a:t>CC</a:t>
            </a:r>
            <a:endParaRPr sz="2400">
              <a:latin typeface="Cambria"/>
              <a:cs typeface="Cambria"/>
            </a:endParaRPr>
          </a:p>
          <a:p>
            <a:pPr marL="38100">
              <a:lnSpc>
                <a:spcPct val="100000"/>
              </a:lnSpc>
              <a:spcBef>
                <a:spcPts val="600"/>
              </a:spcBef>
            </a:pPr>
            <a:r>
              <a:rPr sz="2400" b="1" dirty="0">
                <a:solidFill>
                  <a:srgbClr val="FF0000"/>
                </a:solidFill>
                <a:latin typeface="Cambria"/>
                <a:cs typeface="Cambria"/>
              </a:rPr>
              <a:t>C</a:t>
            </a:r>
            <a:r>
              <a:rPr sz="2400" dirty="0">
                <a:solidFill>
                  <a:srgbClr val="FF0000"/>
                </a:solidFill>
                <a:latin typeface="Wingdings"/>
                <a:cs typeface="Wingdings"/>
              </a:rPr>
              <a:t></a:t>
            </a:r>
            <a:r>
              <a:rPr sz="2400" spc="-90" dirty="0">
                <a:solidFill>
                  <a:srgbClr val="FF0000"/>
                </a:solidFill>
                <a:latin typeface="Times New Roman"/>
                <a:cs typeface="Times New Roman"/>
              </a:rPr>
              <a:t> </a:t>
            </a:r>
            <a:r>
              <a:rPr sz="2400" b="1" dirty="0">
                <a:solidFill>
                  <a:srgbClr val="FF0000"/>
                </a:solidFill>
                <a:latin typeface="Cambria"/>
                <a:cs typeface="Cambria"/>
              </a:rPr>
              <a:t>cC</a:t>
            </a:r>
            <a:r>
              <a:rPr sz="2400" b="1" spc="-10" dirty="0">
                <a:solidFill>
                  <a:srgbClr val="FF0000"/>
                </a:solidFill>
                <a:latin typeface="Cambria"/>
                <a:cs typeface="Cambria"/>
              </a:rPr>
              <a:t> </a:t>
            </a:r>
            <a:r>
              <a:rPr sz="2400" b="1" dirty="0">
                <a:solidFill>
                  <a:srgbClr val="FF0000"/>
                </a:solidFill>
                <a:latin typeface="Cambria"/>
                <a:cs typeface="Cambria"/>
              </a:rPr>
              <a:t>|</a:t>
            </a:r>
            <a:r>
              <a:rPr sz="2400" b="1" spc="10" dirty="0">
                <a:solidFill>
                  <a:srgbClr val="FF0000"/>
                </a:solidFill>
                <a:latin typeface="Cambria"/>
                <a:cs typeface="Cambria"/>
              </a:rPr>
              <a:t> </a:t>
            </a:r>
            <a:r>
              <a:rPr sz="2400" b="1" spc="-50" dirty="0">
                <a:solidFill>
                  <a:srgbClr val="FF0000"/>
                </a:solidFill>
                <a:latin typeface="Cambria"/>
                <a:cs typeface="Cambria"/>
              </a:rPr>
              <a:t>d</a:t>
            </a:r>
            <a:endParaRPr sz="2400">
              <a:latin typeface="Cambria"/>
              <a:cs typeface="Cambria"/>
            </a:endParaRPr>
          </a:p>
          <a:p>
            <a:pPr marL="38100">
              <a:lnSpc>
                <a:spcPct val="100000"/>
              </a:lnSpc>
              <a:spcBef>
                <a:spcPts val="610"/>
              </a:spcBef>
            </a:pPr>
            <a:r>
              <a:rPr sz="2200" b="1" dirty="0">
                <a:latin typeface="Cambria"/>
                <a:cs typeface="Cambria"/>
              </a:rPr>
              <a:t>1</a:t>
            </a:r>
            <a:r>
              <a:rPr sz="2175" b="1" baseline="24904" dirty="0">
                <a:latin typeface="Cambria"/>
                <a:cs typeface="Cambria"/>
              </a:rPr>
              <a:t>st</a:t>
            </a:r>
            <a:r>
              <a:rPr sz="2175" b="1" spc="262" baseline="24904" dirty="0">
                <a:latin typeface="Cambria"/>
                <a:cs typeface="Cambria"/>
              </a:rPr>
              <a:t> </a:t>
            </a:r>
            <a:r>
              <a:rPr sz="2200" b="1" spc="-10" dirty="0">
                <a:latin typeface="Cambria"/>
                <a:cs typeface="Cambria"/>
              </a:rPr>
              <a:t>Step:-</a:t>
            </a:r>
            <a:endParaRPr sz="2200">
              <a:latin typeface="Cambria"/>
              <a:cs typeface="Cambria"/>
            </a:endParaRPr>
          </a:p>
          <a:p>
            <a:pPr marL="38100" marR="1073150">
              <a:lnSpc>
                <a:spcPct val="122700"/>
              </a:lnSpc>
            </a:pPr>
            <a:r>
              <a:rPr sz="2200" dirty="0">
                <a:latin typeface="Cambria"/>
                <a:cs typeface="Cambria"/>
              </a:rPr>
              <a:t>S’ </a:t>
            </a:r>
            <a:r>
              <a:rPr sz="2200" dirty="0">
                <a:latin typeface="Wingdings"/>
                <a:cs typeface="Wingdings"/>
              </a:rPr>
              <a:t></a:t>
            </a:r>
            <a:r>
              <a:rPr sz="2200" spc="-65" dirty="0">
                <a:latin typeface="Times New Roman"/>
                <a:cs typeface="Times New Roman"/>
              </a:rPr>
              <a:t> </a:t>
            </a:r>
            <a:r>
              <a:rPr sz="2200" spc="-50" dirty="0">
                <a:latin typeface="Cambria"/>
                <a:cs typeface="Cambria"/>
              </a:rPr>
              <a:t>S </a:t>
            </a:r>
            <a:r>
              <a:rPr sz="2200" dirty="0">
                <a:latin typeface="Cambria"/>
                <a:cs typeface="Cambria"/>
              </a:rPr>
              <a:t>S</a:t>
            </a:r>
            <a:r>
              <a:rPr sz="2200" spc="-15" dirty="0">
                <a:latin typeface="Cambria"/>
                <a:cs typeface="Cambria"/>
              </a:rPr>
              <a:t> </a:t>
            </a:r>
            <a:r>
              <a:rPr sz="2200" dirty="0">
                <a:latin typeface="Wingdings"/>
                <a:cs typeface="Wingdings"/>
              </a:rPr>
              <a:t></a:t>
            </a:r>
            <a:r>
              <a:rPr sz="2200" spc="-65" dirty="0">
                <a:latin typeface="Times New Roman"/>
                <a:cs typeface="Times New Roman"/>
              </a:rPr>
              <a:t> </a:t>
            </a:r>
            <a:r>
              <a:rPr sz="2200" spc="-35" dirty="0">
                <a:latin typeface="Cambria"/>
                <a:cs typeface="Cambria"/>
              </a:rPr>
              <a:t>CC</a:t>
            </a:r>
            <a:endParaRPr sz="2200">
              <a:latin typeface="Cambria"/>
              <a:cs typeface="Cambria"/>
            </a:endParaRPr>
          </a:p>
          <a:p>
            <a:pPr marL="38100">
              <a:lnSpc>
                <a:spcPct val="100000"/>
              </a:lnSpc>
              <a:spcBef>
                <a:spcPts val="600"/>
              </a:spcBef>
            </a:pPr>
            <a:r>
              <a:rPr sz="2200" dirty="0">
                <a:latin typeface="Cambria"/>
                <a:cs typeface="Cambria"/>
              </a:rPr>
              <a:t>C</a:t>
            </a:r>
            <a:r>
              <a:rPr sz="2200" dirty="0">
                <a:latin typeface="Wingdings"/>
                <a:cs typeface="Wingdings"/>
              </a:rPr>
              <a:t></a:t>
            </a:r>
            <a:r>
              <a:rPr sz="2200" spc="-85" dirty="0">
                <a:latin typeface="Times New Roman"/>
                <a:cs typeface="Times New Roman"/>
              </a:rPr>
              <a:t> </a:t>
            </a:r>
            <a:r>
              <a:rPr sz="2200" spc="-25" dirty="0">
                <a:latin typeface="Cambria"/>
                <a:cs typeface="Cambria"/>
              </a:rPr>
              <a:t>cC</a:t>
            </a:r>
            <a:endParaRPr sz="2200">
              <a:latin typeface="Cambria"/>
              <a:cs typeface="Cambria"/>
            </a:endParaRPr>
          </a:p>
          <a:p>
            <a:pPr marL="38100">
              <a:lnSpc>
                <a:spcPct val="100000"/>
              </a:lnSpc>
              <a:spcBef>
                <a:spcPts val="605"/>
              </a:spcBef>
            </a:pPr>
            <a:r>
              <a:rPr sz="2200" dirty="0">
                <a:latin typeface="Cambria"/>
                <a:cs typeface="Cambria"/>
              </a:rPr>
              <a:t>C</a:t>
            </a:r>
            <a:r>
              <a:rPr sz="2200" dirty="0">
                <a:latin typeface="Wingdings"/>
                <a:cs typeface="Wingdings"/>
              </a:rPr>
              <a:t></a:t>
            </a:r>
            <a:r>
              <a:rPr sz="2200" spc="-80" dirty="0">
                <a:latin typeface="Times New Roman"/>
                <a:cs typeface="Times New Roman"/>
              </a:rPr>
              <a:t> </a:t>
            </a:r>
            <a:r>
              <a:rPr sz="2200" spc="-50" dirty="0">
                <a:latin typeface="Cambria"/>
                <a:cs typeface="Cambria"/>
              </a:rPr>
              <a:t>d</a:t>
            </a:r>
            <a:endParaRPr sz="2200">
              <a:latin typeface="Cambria"/>
              <a:cs typeface="Cambria"/>
            </a:endParaRPr>
          </a:p>
          <a:p>
            <a:pPr marL="38100">
              <a:lnSpc>
                <a:spcPct val="100000"/>
              </a:lnSpc>
              <a:spcBef>
                <a:spcPts val="600"/>
              </a:spcBef>
            </a:pPr>
            <a:r>
              <a:rPr sz="2200" b="1" dirty="0">
                <a:latin typeface="Cambria"/>
                <a:cs typeface="Cambria"/>
              </a:rPr>
              <a:t>2</a:t>
            </a:r>
            <a:r>
              <a:rPr sz="2175" b="1" baseline="24904" dirty="0">
                <a:latin typeface="Cambria"/>
                <a:cs typeface="Cambria"/>
              </a:rPr>
              <a:t>nd</a:t>
            </a:r>
            <a:r>
              <a:rPr sz="2175" b="1" spc="284" baseline="24904" dirty="0">
                <a:latin typeface="Cambria"/>
                <a:cs typeface="Cambria"/>
              </a:rPr>
              <a:t> </a:t>
            </a:r>
            <a:r>
              <a:rPr sz="2200" b="1" spc="-10" dirty="0">
                <a:latin typeface="Cambria"/>
                <a:cs typeface="Cambria"/>
              </a:rPr>
              <a:t>Step:-</a:t>
            </a:r>
            <a:endParaRPr sz="2200">
              <a:latin typeface="Cambria"/>
              <a:cs typeface="Cambria"/>
            </a:endParaRPr>
          </a:p>
          <a:p>
            <a:pPr marL="38100" algn="just">
              <a:lnSpc>
                <a:spcPct val="100000"/>
              </a:lnSpc>
              <a:spcBef>
                <a:spcPts val="600"/>
              </a:spcBef>
            </a:pPr>
            <a:r>
              <a:rPr sz="2200" dirty="0">
                <a:latin typeface="Cambria"/>
                <a:cs typeface="Cambria"/>
              </a:rPr>
              <a:t>I0</a:t>
            </a:r>
            <a:r>
              <a:rPr sz="2200" spc="-5"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S’ </a:t>
            </a:r>
            <a:r>
              <a:rPr sz="2200" dirty="0">
                <a:latin typeface="Wingdings"/>
                <a:cs typeface="Wingdings"/>
              </a:rPr>
              <a:t></a:t>
            </a:r>
            <a:r>
              <a:rPr sz="2200" spc="-80" dirty="0">
                <a:latin typeface="Times New Roman"/>
                <a:cs typeface="Times New Roman"/>
              </a:rPr>
              <a:t> </a:t>
            </a:r>
            <a:r>
              <a:rPr sz="2200" dirty="0">
                <a:latin typeface="Cambria"/>
                <a:cs typeface="Cambria"/>
              </a:rPr>
              <a:t>• </a:t>
            </a:r>
            <a:r>
              <a:rPr sz="2200" spc="-50" dirty="0">
                <a:latin typeface="Cambria"/>
                <a:cs typeface="Cambria"/>
              </a:rPr>
              <a:t>S</a:t>
            </a:r>
            <a:endParaRPr sz="2200">
              <a:latin typeface="Cambria"/>
              <a:cs typeface="Cambria"/>
            </a:endParaRPr>
          </a:p>
          <a:p>
            <a:pPr marL="533400" marR="454025" algn="just">
              <a:lnSpc>
                <a:spcPct val="122700"/>
              </a:lnSpc>
            </a:pPr>
            <a:r>
              <a:rPr sz="2200" dirty="0">
                <a:latin typeface="Cambria"/>
                <a:cs typeface="Cambria"/>
              </a:rPr>
              <a:t>S</a:t>
            </a:r>
            <a:r>
              <a:rPr sz="2200" spc="-5" dirty="0">
                <a:latin typeface="Cambria"/>
                <a:cs typeface="Cambria"/>
              </a:rPr>
              <a:t> </a:t>
            </a:r>
            <a:r>
              <a:rPr sz="2200" dirty="0">
                <a:latin typeface="Wingdings"/>
                <a:cs typeface="Wingdings"/>
              </a:rPr>
              <a:t></a:t>
            </a:r>
            <a:r>
              <a:rPr sz="2200" spc="-60" dirty="0">
                <a:latin typeface="Times New Roman"/>
                <a:cs typeface="Times New Roman"/>
              </a:rPr>
              <a:t> </a:t>
            </a:r>
            <a:r>
              <a:rPr sz="2200" spc="-20" dirty="0">
                <a:latin typeface="Cambria"/>
                <a:cs typeface="Cambria"/>
              </a:rPr>
              <a:t>•CC </a:t>
            </a:r>
            <a:r>
              <a:rPr sz="2200" dirty="0">
                <a:latin typeface="Cambria"/>
                <a:cs typeface="Cambria"/>
              </a:rPr>
              <a:t>C</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•cC </a:t>
            </a:r>
            <a:r>
              <a:rPr sz="2200" dirty="0">
                <a:latin typeface="Cambria"/>
                <a:cs typeface="Cambria"/>
              </a:rPr>
              <a:t>C</a:t>
            </a:r>
            <a:r>
              <a:rPr sz="2200" spc="-10" dirty="0">
                <a:latin typeface="Cambria"/>
                <a:cs typeface="Cambria"/>
              </a:rPr>
              <a:t> </a:t>
            </a:r>
            <a:r>
              <a:rPr sz="2200" spc="-25" dirty="0">
                <a:latin typeface="Wingdings"/>
                <a:cs typeface="Wingdings"/>
              </a:rPr>
              <a:t></a:t>
            </a:r>
            <a:r>
              <a:rPr sz="2200" spc="-25" dirty="0">
                <a:latin typeface="Cambria"/>
                <a:cs typeface="Cambria"/>
              </a:rPr>
              <a:t>•d</a:t>
            </a:r>
            <a:endParaRPr sz="2200">
              <a:latin typeface="Cambria"/>
              <a:cs typeface="Cambria"/>
            </a:endParaRPr>
          </a:p>
          <a:p>
            <a:pPr marL="595630" marR="30480" indent="-558165" algn="just">
              <a:lnSpc>
                <a:spcPct val="122700"/>
              </a:lnSpc>
              <a:spcBef>
                <a:spcPts val="5"/>
              </a:spcBef>
            </a:pPr>
            <a:r>
              <a:rPr sz="2200" dirty="0">
                <a:latin typeface="Cambria"/>
                <a:cs typeface="Cambria"/>
              </a:rPr>
              <a:t>I1</a:t>
            </a:r>
            <a:r>
              <a:rPr sz="2200" spc="-15" dirty="0">
                <a:latin typeface="Cambria"/>
                <a:cs typeface="Cambria"/>
              </a:rPr>
              <a:t> </a:t>
            </a:r>
            <a:r>
              <a:rPr sz="2200" dirty="0">
                <a:latin typeface="Cambria"/>
                <a:cs typeface="Cambria"/>
              </a:rPr>
              <a:t>=</a:t>
            </a:r>
            <a:r>
              <a:rPr sz="2200" spc="-10" dirty="0">
                <a:latin typeface="Cambria"/>
                <a:cs typeface="Cambria"/>
              </a:rPr>
              <a:t> </a:t>
            </a:r>
            <a:r>
              <a:rPr sz="2200" dirty="0">
                <a:latin typeface="Cambria"/>
                <a:cs typeface="Cambria"/>
              </a:rPr>
              <a:t>goto (I0</a:t>
            </a:r>
            <a:r>
              <a:rPr sz="2200" spc="-20" dirty="0">
                <a:latin typeface="Cambria"/>
                <a:cs typeface="Cambria"/>
              </a:rPr>
              <a:t> </a:t>
            </a:r>
            <a:r>
              <a:rPr sz="2200" dirty="0">
                <a:latin typeface="Cambria"/>
                <a:cs typeface="Cambria"/>
              </a:rPr>
              <a:t>, </a:t>
            </a:r>
            <a:r>
              <a:rPr sz="2200" spc="-25" dirty="0">
                <a:latin typeface="Cambria"/>
                <a:cs typeface="Cambria"/>
              </a:rPr>
              <a:t>S) </a:t>
            </a:r>
            <a:r>
              <a:rPr sz="2200" dirty="0">
                <a:latin typeface="Cambria"/>
                <a:cs typeface="Cambria"/>
              </a:rPr>
              <a:t>S’</a:t>
            </a:r>
            <a:r>
              <a:rPr sz="2200" spc="-10" dirty="0">
                <a:latin typeface="Cambria"/>
                <a:cs typeface="Cambria"/>
              </a:rPr>
              <a:t> </a:t>
            </a:r>
            <a:r>
              <a:rPr sz="2200" dirty="0">
                <a:latin typeface="Wingdings"/>
                <a:cs typeface="Wingdings"/>
              </a:rPr>
              <a:t></a:t>
            </a:r>
            <a:r>
              <a:rPr sz="2200" spc="-60" dirty="0">
                <a:latin typeface="Times New Roman"/>
                <a:cs typeface="Times New Roman"/>
              </a:rPr>
              <a:t> </a:t>
            </a:r>
            <a:r>
              <a:rPr sz="2200" spc="-25" dirty="0">
                <a:latin typeface="Cambria"/>
                <a:cs typeface="Cambria"/>
              </a:rPr>
              <a:t>S•</a:t>
            </a:r>
            <a:endParaRPr sz="2200">
              <a:latin typeface="Cambria"/>
              <a:cs typeface="Cambria"/>
            </a:endParaRPr>
          </a:p>
        </p:txBody>
      </p:sp>
      <p:sp>
        <p:nvSpPr>
          <p:cNvPr id="4" name="object 4"/>
          <p:cNvSpPr txBox="1"/>
          <p:nvPr/>
        </p:nvSpPr>
        <p:spPr>
          <a:xfrm>
            <a:off x="6093967" y="737775"/>
            <a:ext cx="1918970" cy="4318635"/>
          </a:xfrm>
          <a:prstGeom prst="rect">
            <a:avLst/>
          </a:prstGeom>
        </p:spPr>
        <p:txBody>
          <a:bodyPr vert="horz" wrap="square" lIns="0" tIns="88265" rIns="0" bIns="0" rtlCol="0">
            <a:spAutoFit/>
          </a:bodyPr>
          <a:lstStyle/>
          <a:p>
            <a:pPr marL="12700">
              <a:lnSpc>
                <a:spcPct val="100000"/>
              </a:lnSpc>
              <a:spcBef>
                <a:spcPts val="695"/>
              </a:spcBef>
            </a:pPr>
            <a:r>
              <a:rPr sz="2200" dirty="0">
                <a:latin typeface="Cambria"/>
                <a:cs typeface="Cambria"/>
              </a:rPr>
              <a:t>I2</a:t>
            </a:r>
            <a:r>
              <a:rPr sz="2200" spc="-25" dirty="0">
                <a:latin typeface="Cambria"/>
                <a:cs typeface="Cambria"/>
              </a:rPr>
              <a:t> </a:t>
            </a:r>
            <a:r>
              <a:rPr sz="2200" dirty="0">
                <a:latin typeface="Cambria"/>
                <a:cs typeface="Cambria"/>
              </a:rPr>
              <a:t>=</a:t>
            </a:r>
            <a:r>
              <a:rPr sz="2200" spc="-20" dirty="0">
                <a:latin typeface="Cambria"/>
                <a:cs typeface="Cambria"/>
              </a:rPr>
              <a:t> </a:t>
            </a:r>
            <a:r>
              <a:rPr sz="2200" dirty="0">
                <a:latin typeface="Cambria"/>
                <a:cs typeface="Cambria"/>
              </a:rPr>
              <a:t>goto</a:t>
            </a:r>
            <a:r>
              <a:rPr sz="2200" spc="-15" dirty="0">
                <a:latin typeface="Cambria"/>
                <a:cs typeface="Cambria"/>
              </a:rPr>
              <a:t> </a:t>
            </a:r>
            <a:r>
              <a:rPr sz="2200" dirty="0">
                <a:latin typeface="Cambria"/>
                <a:cs typeface="Cambria"/>
              </a:rPr>
              <a:t>(I0,</a:t>
            </a:r>
            <a:r>
              <a:rPr sz="2200" spc="-20" dirty="0">
                <a:latin typeface="Cambria"/>
                <a:cs typeface="Cambria"/>
              </a:rPr>
              <a:t> </a:t>
            </a:r>
            <a:r>
              <a:rPr sz="2200" spc="-25" dirty="0">
                <a:latin typeface="Cambria"/>
                <a:cs typeface="Cambria"/>
              </a:rPr>
              <a:t>C)</a:t>
            </a:r>
            <a:endParaRPr sz="2200">
              <a:latin typeface="Cambria"/>
              <a:cs typeface="Cambria"/>
            </a:endParaRPr>
          </a:p>
          <a:p>
            <a:pPr marL="570230">
              <a:lnSpc>
                <a:spcPct val="100000"/>
              </a:lnSpc>
              <a:spcBef>
                <a:spcPts val="600"/>
              </a:spcBef>
            </a:pPr>
            <a:r>
              <a:rPr sz="2200" dirty="0">
                <a:latin typeface="Cambria"/>
                <a:cs typeface="Cambria"/>
              </a:rPr>
              <a:t>S</a:t>
            </a:r>
            <a:r>
              <a:rPr sz="2200" spc="-10" dirty="0">
                <a:latin typeface="Cambria"/>
                <a:cs typeface="Cambria"/>
              </a:rPr>
              <a:t> </a:t>
            </a:r>
            <a:r>
              <a:rPr sz="2200" dirty="0">
                <a:latin typeface="Wingdings"/>
                <a:cs typeface="Wingdings"/>
              </a:rPr>
              <a:t></a:t>
            </a:r>
            <a:r>
              <a:rPr sz="2200" spc="-70" dirty="0">
                <a:latin typeface="Times New Roman"/>
                <a:cs typeface="Times New Roman"/>
              </a:rPr>
              <a:t> </a:t>
            </a:r>
            <a:r>
              <a:rPr sz="2200" dirty="0">
                <a:latin typeface="Cambria"/>
                <a:cs typeface="Cambria"/>
              </a:rPr>
              <a:t>C</a:t>
            </a:r>
            <a:r>
              <a:rPr sz="2200" spc="-15" dirty="0">
                <a:latin typeface="Cambria"/>
                <a:cs typeface="Cambria"/>
              </a:rPr>
              <a:t> </a:t>
            </a:r>
            <a:r>
              <a:rPr sz="2200" spc="-35" dirty="0">
                <a:latin typeface="Cambria"/>
                <a:cs typeface="Cambria"/>
              </a:rPr>
              <a:t>•C</a:t>
            </a:r>
            <a:endParaRPr sz="2200">
              <a:latin typeface="Cambria"/>
              <a:cs typeface="Cambria"/>
            </a:endParaRPr>
          </a:p>
          <a:p>
            <a:pPr marL="570230" marR="382270">
              <a:lnSpc>
                <a:spcPct val="122700"/>
              </a:lnSpc>
              <a:spcBef>
                <a:spcPts val="5"/>
              </a:spcBef>
            </a:pPr>
            <a:r>
              <a:rPr sz="2200" dirty="0">
                <a:latin typeface="Cambria"/>
                <a:cs typeface="Cambria"/>
              </a:rPr>
              <a:t>C</a:t>
            </a:r>
            <a:r>
              <a:rPr sz="2200" spc="-15" dirty="0">
                <a:latin typeface="Cambria"/>
                <a:cs typeface="Cambria"/>
              </a:rPr>
              <a:t> </a:t>
            </a:r>
            <a:r>
              <a:rPr sz="2200" dirty="0">
                <a:latin typeface="Wingdings"/>
                <a:cs typeface="Wingdings"/>
              </a:rPr>
              <a:t></a:t>
            </a:r>
            <a:r>
              <a:rPr sz="2200" spc="-70" dirty="0">
                <a:latin typeface="Times New Roman"/>
                <a:cs typeface="Times New Roman"/>
              </a:rPr>
              <a:t> </a:t>
            </a:r>
            <a:r>
              <a:rPr sz="2200" spc="-25" dirty="0">
                <a:latin typeface="Cambria"/>
                <a:cs typeface="Cambria"/>
              </a:rPr>
              <a:t>•cC </a:t>
            </a:r>
            <a:r>
              <a:rPr sz="2200" dirty="0">
                <a:latin typeface="Cambria"/>
                <a:cs typeface="Cambria"/>
              </a:rPr>
              <a:t>C</a:t>
            </a:r>
            <a:r>
              <a:rPr sz="2200" spc="-15" dirty="0">
                <a:latin typeface="Cambria"/>
                <a:cs typeface="Cambria"/>
              </a:rPr>
              <a:t> </a:t>
            </a:r>
            <a:r>
              <a:rPr sz="2200" dirty="0">
                <a:latin typeface="Wingdings"/>
                <a:cs typeface="Wingdings"/>
              </a:rPr>
              <a:t></a:t>
            </a:r>
            <a:r>
              <a:rPr sz="2200" spc="-70" dirty="0">
                <a:latin typeface="Times New Roman"/>
                <a:cs typeface="Times New Roman"/>
              </a:rPr>
              <a:t> </a:t>
            </a:r>
            <a:r>
              <a:rPr sz="2200" spc="-25" dirty="0">
                <a:latin typeface="Cambria"/>
                <a:cs typeface="Cambria"/>
              </a:rPr>
              <a:t>•d</a:t>
            </a:r>
            <a:endParaRPr sz="2200">
              <a:latin typeface="Cambria"/>
              <a:cs typeface="Cambria"/>
            </a:endParaRPr>
          </a:p>
          <a:p>
            <a:pPr marL="32384">
              <a:lnSpc>
                <a:spcPct val="100000"/>
              </a:lnSpc>
              <a:spcBef>
                <a:spcPts val="770"/>
              </a:spcBef>
            </a:pPr>
            <a:r>
              <a:rPr sz="2200" dirty="0">
                <a:latin typeface="Cambria"/>
                <a:cs typeface="Cambria"/>
              </a:rPr>
              <a:t>I3</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c)</a:t>
            </a:r>
            <a:endParaRPr sz="2200">
              <a:latin typeface="Cambria"/>
              <a:cs typeface="Cambria"/>
            </a:endParaRPr>
          </a:p>
          <a:p>
            <a:pPr marL="589915" marR="238125" algn="just">
              <a:lnSpc>
                <a:spcPts val="3240"/>
              </a:lnSpc>
              <a:spcBef>
                <a:spcPts val="209"/>
              </a:spcBef>
            </a:pPr>
            <a:r>
              <a:rPr sz="2200" dirty="0">
                <a:latin typeface="Cambria"/>
                <a:cs typeface="Cambria"/>
              </a:rPr>
              <a:t>C</a:t>
            </a:r>
            <a:r>
              <a:rPr sz="2200" spc="-15"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c</a:t>
            </a:r>
            <a:r>
              <a:rPr sz="2200" spc="5" dirty="0">
                <a:latin typeface="Cambria"/>
                <a:cs typeface="Cambria"/>
              </a:rPr>
              <a:t> </a:t>
            </a:r>
            <a:r>
              <a:rPr sz="2200" dirty="0">
                <a:latin typeface="Cambria"/>
                <a:cs typeface="Cambria"/>
              </a:rPr>
              <a:t>•</a:t>
            </a:r>
            <a:r>
              <a:rPr sz="2200" spc="-5" dirty="0">
                <a:latin typeface="Cambria"/>
                <a:cs typeface="Cambria"/>
              </a:rPr>
              <a:t> </a:t>
            </a:r>
            <a:r>
              <a:rPr sz="2200" spc="-50" dirty="0">
                <a:latin typeface="Cambria"/>
                <a:cs typeface="Cambria"/>
              </a:rPr>
              <a:t>C </a:t>
            </a:r>
            <a:r>
              <a:rPr sz="2200" dirty="0">
                <a:latin typeface="Cambria"/>
                <a:cs typeface="Cambria"/>
              </a:rPr>
              <a:t>C</a:t>
            </a:r>
            <a:r>
              <a:rPr sz="2200" spc="-20"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•c</a:t>
            </a:r>
            <a:r>
              <a:rPr sz="2200" spc="-5" dirty="0">
                <a:latin typeface="Cambria"/>
                <a:cs typeface="Cambria"/>
              </a:rPr>
              <a:t> </a:t>
            </a:r>
            <a:r>
              <a:rPr sz="2200" spc="-50" dirty="0">
                <a:latin typeface="Cambria"/>
                <a:cs typeface="Cambria"/>
              </a:rPr>
              <a:t>C </a:t>
            </a:r>
            <a:r>
              <a:rPr sz="2200" dirty="0">
                <a:latin typeface="Cambria"/>
                <a:cs typeface="Cambria"/>
              </a:rPr>
              <a:t>C</a:t>
            </a:r>
            <a:r>
              <a:rPr sz="2200" spc="-15" dirty="0">
                <a:latin typeface="Cambria"/>
                <a:cs typeface="Cambria"/>
              </a:rPr>
              <a:t> </a:t>
            </a:r>
            <a:r>
              <a:rPr sz="2200" dirty="0">
                <a:latin typeface="Wingdings"/>
                <a:cs typeface="Wingdings"/>
              </a:rPr>
              <a:t></a:t>
            </a:r>
            <a:r>
              <a:rPr sz="2200" spc="-70" dirty="0">
                <a:latin typeface="Times New Roman"/>
                <a:cs typeface="Times New Roman"/>
              </a:rPr>
              <a:t> </a:t>
            </a:r>
            <a:r>
              <a:rPr sz="2200" spc="-25" dirty="0">
                <a:latin typeface="Cambria"/>
                <a:cs typeface="Cambria"/>
              </a:rPr>
              <a:t>•d</a:t>
            </a:r>
            <a:endParaRPr sz="2200">
              <a:latin typeface="Cambria"/>
              <a:cs typeface="Cambria"/>
            </a:endParaRPr>
          </a:p>
          <a:p>
            <a:pPr marL="557530" marR="5080" indent="-495300" algn="just">
              <a:lnSpc>
                <a:spcPct val="122700"/>
              </a:lnSpc>
              <a:spcBef>
                <a:spcPts val="1025"/>
              </a:spcBef>
            </a:pPr>
            <a:r>
              <a:rPr sz="2200" dirty="0">
                <a:latin typeface="Cambria"/>
                <a:cs typeface="Cambria"/>
              </a:rPr>
              <a:t>I4</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d) </a:t>
            </a:r>
            <a:r>
              <a:rPr sz="2200" dirty="0">
                <a:latin typeface="Cambria"/>
                <a:cs typeface="Cambria"/>
              </a:rPr>
              <a:t>C</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25" dirty="0">
                <a:latin typeface="Cambria"/>
                <a:cs typeface="Cambria"/>
              </a:rPr>
              <a:t>d•</a:t>
            </a:r>
            <a:endParaRPr sz="2200">
              <a:latin typeface="Cambria"/>
              <a:cs typeface="Cambria"/>
            </a:endParaRPr>
          </a:p>
        </p:txBody>
      </p:sp>
      <p:sp>
        <p:nvSpPr>
          <p:cNvPr id="5" name="object 5"/>
          <p:cNvSpPr txBox="1"/>
          <p:nvPr/>
        </p:nvSpPr>
        <p:spPr>
          <a:xfrm>
            <a:off x="6178677" y="5362143"/>
            <a:ext cx="1869439" cy="848360"/>
          </a:xfrm>
          <a:prstGeom prst="rect">
            <a:avLst/>
          </a:prstGeom>
        </p:spPr>
        <p:txBody>
          <a:bodyPr vert="horz" wrap="square" lIns="0" tIns="12700" rIns="0" bIns="0" rtlCol="0">
            <a:spAutoFit/>
          </a:bodyPr>
          <a:lstStyle/>
          <a:p>
            <a:pPr marL="508000" marR="5080" indent="-495300">
              <a:lnSpc>
                <a:spcPct val="122700"/>
              </a:lnSpc>
              <a:spcBef>
                <a:spcPts val="100"/>
              </a:spcBef>
            </a:pPr>
            <a:r>
              <a:rPr sz="2200" dirty="0">
                <a:latin typeface="Cambria"/>
                <a:cs typeface="Cambria"/>
              </a:rPr>
              <a:t>I5</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(I2,</a:t>
            </a:r>
            <a:r>
              <a:rPr sz="2200" spc="-15" dirty="0">
                <a:latin typeface="Cambria"/>
                <a:cs typeface="Cambria"/>
              </a:rPr>
              <a:t> </a:t>
            </a:r>
            <a:r>
              <a:rPr sz="2200" spc="-25" dirty="0">
                <a:latin typeface="Cambria"/>
                <a:cs typeface="Cambria"/>
              </a:rPr>
              <a:t>C) </a:t>
            </a:r>
            <a:r>
              <a:rPr sz="2200" dirty="0">
                <a:latin typeface="Cambria"/>
                <a:cs typeface="Cambria"/>
              </a:rPr>
              <a:t>S</a:t>
            </a:r>
            <a:r>
              <a:rPr sz="2200" spc="-2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CC</a:t>
            </a:r>
            <a:r>
              <a:rPr sz="2200" spc="-5" dirty="0">
                <a:latin typeface="Cambria"/>
                <a:cs typeface="Cambria"/>
              </a:rPr>
              <a:t> </a:t>
            </a:r>
            <a:r>
              <a:rPr sz="2200" spc="-50" dirty="0">
                <a:latin typeface="Cambria"/>
                <a:cs typeface="Cambria"/>
              </a:rPr>
              <a:t>•</a:t>
            </a:r>
            <a:endParaRPr sz="2200">
              <a:latin typeface="Cambria"/>
              <a:cs typeface="Cambria"/>
            </a:endParaRPr>
          </a:p>
        </p:txBody>
      </p:sp>
      <p:sp>
        <p:nvSpPr>
          <p:cNvPr id="6" name="object 6"/>
          <p:cNvSpPr txBox="1"/>
          <p:nvPr/>
        </p:nvSpPr>
        <p:spPr>
          <a:xfrm>
            <a:off x="9184640" y="2047191"/>
            <a:ext cx="1869439" cy="849630"/>
          </a:xfrm>
          <a:prstGeom prst="rect">
            <a:avLst/>
          </a:prstGeom>
        </p:spPr>
        <p:txBody>
          <a:bodyPr vert="horz" wrap="square" lIns="0" tIns="89535" rIns="0" bIns="0" rtlCol="0">
            <a:spAutoFit/>
          </a:bodyPr>
          <a:lstStyle/>
          <a:p>
            <a:pPr marL="12700">
              <a:lnSpc>
                <a:spcPct val="100000"/>
              </a:lnSpc>
              <a:spcBef>
                <a:spcPts val="705"/>
              </a:spcBef>
            </a:pPr>
            <a:r>
              <a:rPr sz="2200" dirty="0">
                <a:latin typeface="Cambria"/>
                <a:cs typeface="Cambria"/>
              </a:rPr>
              <a:t>I6</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(I3,</a:t>
            </a:r>
            <a:r>
              <a:rPr sz="2200" spc="-15" dirty="0">
                <a:latin typeface="Cambria"/>
                <a:cs typeface="Cambria"/>
              </a:rPr>
              <a:t> </a:t>
            </a:r>
            <a:r>
              <a:rPr sz="2200" spc="-25" dirty="0">
                <a:latin typeface="Cambria"/>
                <a:cs typeface="Cambria"/>
              </a:rPr>
              <a:t>C)</a:t>
            </a:r>
            <a:endParaRPr sz="2200">
              <a:latin typeface="Cambria"/>
              <a:cs typeface="Cambria"/>
            </a:endParaRPr>
          </a:p>
          <a:p>
            <a:pPr marL="508000">
              <a:lnSpc>
                <a:spcPct val="100000"/>
              </a:lnSpc>
              <a:spcBef>
                <a:spcPts val="600"/>
              </a:spcBef>
            </a:pPr>
            <a:r>
              <a:rPr sz="2200" dirty="0">
                <a:latin typeface="Cambria"/>
                <a:cs typeface="Cambria"/>
              </a:rPr>
              <a:t>C</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cC•</a:t>
            </a:r>
            <a:endParaRPr sz="2200">
              <a:latin typeface="Cambria"/>
              <a:cs typeface="Cambria"/>
            </a:endParaRPr>
          </a:p>
        </p:txBody>
      </p:sp>
      <p:sp>
        <p:nvSpPr>
          <p:cNvPr id="7" name="object 7"/>
          <p:cNvSpPr/>
          <p:nvPr/>
        </p:nvSpPr>
        <p:spPr>
          <a:xfrm>
            <a:off x="5911596" y="463295"/>
            <a:ext cx="27305" cy="6245860"/>
          </a:xfrm>
          <a:custGeom>
            <a:avLst/>
            <a:gdLst/>
            <a:ahLst/>
            <a:cxnLst/>
            <a:rect l="l" t="t" r="r" b="b"/>
            <a:pathLst>
              <a:path w="27304" h="6245859">
                <a:moveTo>
                  <a:pt x="0" y="0"/>
                </a:moveTo>
                <a:lnTo>
                  <a:pt x="27177" y="6245682"/>
                </a:lnTo>
              </a:path>
            </a:pathLst>
          </a:custGeom>
          <a:ln w="9144">
            <a:solidFill>
              <a:srgbClr val="40B9D2"/>
            </a:solidFill>
          </a:ln>
        </p:spPr>
        <p:txBody>
          <a:bodyPr wrap="square" lIns="0" tIns="0" rIns="0" bIns="0" rtlCol="0"/>
          <a:lstStyle/>
          <a:p>
            <a:endParaRPr/>
          </a:p>
        </p:txBody>
      </p:sp>
      <p:sp>
        <p:nvSpPr>
          <p:cNvPr id="8" name="object 8"/>
          <p:cNvSpPr txBox="1"/>
          <p:nvPr/>
        </p:nvSpPr>
        <p:spPr>
          <a:xfrm>
            <a:off x="9371838" y="114451"/>
            <a:ext cx="1604010" cy="1670050"/>
          </a:xfrm>
          <a:prstGeom prst="rect">
            <a:avLst/>
          </a:prstGeom>
        </p:spPr>
        <p:txBody>
          <a:bodyPr vert="horz" wrap="square" lIns="0" tIns="12700" rIns="0" bIns="0" rtlCol="0">
            <a:spAutoFit/>
          </a:bodyPr>
          <a:lstStyle/>
          <a:p>
            <a:pPr marL="135890" marR="140970" indent="-123825">
              <a:lnSpc>
                <a:spcPct val="122700"/>
              </a:lnSpc>
              <a:spcBef>
                <a:spcPts val="100"/>
              </a:spcBef>
            </a:pPr>
            <a:r>
              <a:rPr sz="2200" dirty="0">
                <a:latin typeface="Cambria"/>
                <a:cs typeface="Cambria"/>
              </a:rPr>
              <a:t>=goto</a:t>
            </a:r>
            <a:r>
              <a:rPr sz="2200" spc="-15" dirty="0">
                <a:latin typeface="Cambria"/>
                <a:cs typeface="Cambria"/>
              </a:rPr>
              <a:t> </a:t>
            </a:r>
            <a:r>
              <a:rPr sz="2200" dirty="0">
                <a:latin typeface="Cambria"/>
                <a:cs typeface="Cambria"/>
              </a:rPr>
              <a:t>(I2,</a:t>
            </a:r>
            <a:r>
              <a:rPr sz="2200" spc="-30" dirty="0">
                <a:latin typeface="Cambria"/>
                <a:cs typeface="Cambria"/>
              </a:rPr>
              <a:t> </a:t>
            </a:r>
            <a:r>
              <a:rPr sz="2200" spc="-25" dirty="0">
                <a:latin typeface="Cambria"/>
                <a:cs typeface="Cambria"/>
              </a:rPr>
              <a:t>c) </a:t>
            </a:r>
            <a:r>
              <a:rPr sz="2200" dirty="0">
                <a:latin typeface="Cambria"/>
                <a:cs typeface="Cambria"/>
              </a:rPr>
              <a:t>same</a:t>
            </a:r>
            <a:r>
              <a:rPr sz="2200" spc="-30" dirty="0">
                <a:latin typeface="Cambria"/>
                <a:cs typeface="Cambria"/>
              </a:rPr>
              <a:t> </a:t>
            </a:r>
            <a:r>
              <a:rPr sz="2200" dirty="0">
                <a:latin typeface="Cambria"/>
                <a:cs typeface="Cambria"/>
              </a:rPr>
              <a:t>as</a:t>
            </a:r>
            <a:r>
              <a:rPr sz="2200" spc="-25" dirty="0">
                <a:latin typeface="Cambria"/>
                <a:cs typeface="Cambria"/>
              </a:rPr>
              <a:t> I3</a:t>
            </a:r>
            <a:endParaRPr sz="2200">
              <a:latin typeface="Cambria"/>
              <a:cs typeface="Cambria"/>
            </a:endParaRPr>
          </a:p>
          <a:p>
            <a:pPr marL="239395" marR="5080" indent="-123825">
              <a:lnSpc>
                <a:spcPts val="3240"/>
              </a:lnSpc>
              <a:spcBef>
                <a:spcPts val="90"/>
              </a:spcBef>
            </a:pPr>
            <a:r>
              <a:rPr sz="2200" dirty="0">
                <a:latin typeface="Cambria"/>
                <a:cs typeface="Cambria"/>
              </a:rPr>
              <a:t>=goto</a:t>
            </a:r>
            <a:r>
              <a:rPr sz="2200" spc="-35" dirty="0">
                <a:latin typeface="Cambria"/>
                <a:cs typeface="Cambria"/>
              </a:rPr>
              <a:t> </a:t>
            </a:r>
            <a:r>
              <a:rPr sz="2200" dirty="0">
                <a:latin typeface="Cambria"/>
                <a:cs typeface="Cambria"/>
              </a:rPr>
              <a:t>(I2,</a:t>
            </a:r>
            <a:r>
              <a:rPr sz="2200" spc="-35" dirty="0">
                <a:latin typeface="Cambria"/>
                <a:cs typeface="Cambria"/>
              </a:rPr>
              <a:t> </a:t>
            </a:r>
            <a:r>
              <a:rPr sz="2200" spc="-25" dirty="0">
                <a:latin typeface="Cambria"/>
                <a:cs typeface="Cambria"/>
              </a:rPr>
              <a:t>d) </a:t>
            </a:r>
            <a:r>
              <a:rPr sz="2200" dirty="0">
                <a:latin typeface="Cambria"/>
                <a:cs typeface="Cambria"/>
              </a:rPr>
              <a:t>same</a:t>
            </a:r>
            <a:r>
              <a:rPr sz="2200" spc="-30" dirty="0">
                <a:latin typeface="Cambria"/>
                <a:cs typeface="Cambria"/>
              </a:rPr>
              <a:t> </a:t>
            </a:r>
            <a:r>
              <a:rPr sz="2200" dirty="0">
                <a:latin typeface="Cambria"/>
                <a:cs typeface="Cambria"/>
              </a:rPr>
              <a:t>as</a:t>
            </a:r>
            <a:r>
              <a:rPr sz="2200" spc="-25" dirty="0">
                <a:latin typeface="Cambria"/>
                <a:cs typeface="Cambria"/>
              </a:rPr>
              <a:t> I4</a:t>
            </a:r>
            <a:endParaRPr sz="2200">
              <a:latin typeface="Cambria"/>
              <a:cs typeface="Cambria"/>
            </a:endParaRPr>
          </a:p>
        </p:txBody>
      </p:sp>
      <p:sp>
        <p:nvSpPr>
          <p:cNvPr id="9" name="object 9"/>
          <p:cNvSpPr txBox="1"/>
          <p:nvPr/>
        </p:nvSpPr>
        <p:spPr>
          <a:xfrm>
            <a:off x="9474454" y="4499434"/>
            <a:ext cx="1590040" cy="1853564"/>
          </a:xfrm>
          <a:prstGeom prst="rect">
            <a:avLst/>
          </a:prstGeom>
        </p:spPr>
        <p:txBody>
          <a:bodyPr vert="horz" wrap="square" lIns="0" tIns="89535" rIns="0" bIns="0" rtlCol="0">
            <a:spAutoFit/>
          </a:bodyPr>
          <a:lstStyle/>
          <a:p>
            <a:pPr marR="63500" algn="r">
              <a:lnSpc>
                <a:spcPct val="100000"/>
              </a:lnSpc>
              <a:spcBef>
                <a:spcPts val="705"/>
              </a:spcBef>
            </a:pPr>
            <a:r>
              <a:rPr sz="2200" dirty="0">
                <a:latin typeface="Cambria"/>
                <a:cs typeface="Cambria"/>
              </a:rPr>
              <a:t>=</a:t>
            </a:r>
            <a:r>
              <a:rPr sz="2200" spc="-25" dirty="0">
                <a:latin typeface="Cambria"/>
                <a:cs typeface="Cambria"/>
              </a:rPr>
              <a:t> </a:t>
            </a:r>
            <a:r>
              <a:rPr sz="2200" dirty="0">
                <a:latin typeface="Cambria"/>
                <a:cs typeface="Cambria"/>
              </a:rPr>
              <a:t>goto</a:t>
            </a:r>
            <a:r>
              <a:rPr sz="2200" spc="-10" dirty="0">
                <a:latin typeface="Cambria"/>
                <a:cs typeface="Cambria"/>
              </a:rPr>
              <a:t> </a:t>
            </a:r>
            <a:r>
              <a:rPr sz="2200" dirty="0">
                <a:latin typeface="Cambria"/>
                <a:cs typeface="Cambria"/>
              </a:rPr>
              <a:t>(I3,</a:t>
            </a:r>
            <a:r>
              <a:rPr sz="2200" spc="-20" dirty="0">
                <a:latin typeface="Cambria"/>
                <a:cs typeface="Cambria"/>
              </a:rPr>
              <a:t> </a:t>
            </a:r>
            <a:r>
              <a:rPr sz="2200" spc="-25" dirty="0">
                <a:latin typeface="Cambria"/>
                <a:cs typeface="Cambria"/>
              </a:rPr>
              <a:t>c)</a:t>
            </a:r>
            <a:endParaRPr sz="2200">
              <a:latin typeface="Cambria"/>
              <a:cs typeface="Cambria"/>
            </a:endParaRPr>
          </a:p>
          <a:p>
            <a:pPr marR="114300" algn="r">
              <a:lnSpc>
                <a:spcPct val="100000"/>
              </a:lnSpc>
              <a:spcBef>
                <a:spcPts val="605"/>
              </a:spcBef>
            </a:pP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I3</a:t>
            </a:r>
            <a:endParaRPr sz="2200">
              <a:latin typeface="Cambria"/>
              <a:cs typeface="Cambria"/>
            </a:endParaRPr>
          </a:p>
          <a:p>
            <a:pPr marL="225425" marR="5080" indent="-186055" algn="r">
              <a:lnSpc>
                <a:spcPct val="122800"/>
              </a:lnSpc>
              <a:spcBef>
                <a:spcPts val="1415"/>
              </a:spcBef>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(I3,</a:t>
            </a:r>
            <a:r>
              <a:rPr sz="2200" spc="-15" dirty="0">
                <a:latin typeface="Cambria"/>
                <a:cs typeface="Cambria"/>
              </a:rPr>
              <a:t> </a:t>
            </a:r>
            <a:r>
              <a:rPr sz="2200" spc="-25" dirty="0">
                <a:latin typeface="Cambria"/>
                <a:cs typeface="Cambria"/>
              </a:rPr>
              <a:t>d) </a:t>
            </a: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I4</a:t>
            </a:r>
            <a:endParaRPr sz="2200">
              <a:latin typeface="Cambria"/>
              <a:cs typeface="Cambria"/>
            </a:endParaRPr>
          </a:p>
        </p:txBody>
      </p:sp>
      <p:sp>
        <p:nvSpPr>
          <p:cNvPr id="10" name="object 10"/>
          <p:cNvSpPr/>
          <p:nvPr/>
        </p:nvSpPr>
        <p:spPr>
          <a:xfrm>
            <a:off x="8804147" y="463295"/>
            <a:ext cx="27305" cy="6245860"/>
          </a:xfrm>
          <a:custGeom>
            <a:avLst/>
            <a:gdLst/>
            <a:ahLst/>
            <a:cxnLst/>
            <a:rect l="l" t="t" r="r" b="b"/>
            <a:pathLst>
              <a:path w="27304" h="6245859">
                <a:moveTo>
                  <a:pt x="0" y="0"/>
                </a:moveTo>
                <a:lnTo>
                  <a:pt x="27177" y="6245682"/>
                </a:lnTo>
              </a:path>
            </a:pathLst>
          </a:custGeom>
          <a:ln w="9144">
            <a:solidFill>
              <a:srgbClr val="40B9D2"/>
            </a:solidFill>
          </a:ln>
        </p:spPr>
        <p:txBody>
          <a:bodyPr wrap="square" lIns="0" tIns="0" rIns="0" bIns="0" rtlCol="0"/>
          <a:lstStyle/>
          <a:p>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105"/>
              </a:lnSpc>
            </a:pPr>
            <a:r>
              <a:rPr sz="3600" b="1" spc="-10" dirty="0">
                <a:solidFill>
                  <a:srgbClr val="FFFFFF"/>
                </a:solidFill>
                <a:latin typeface="Cambria"/>
                <a:cs typeface="Cambria"/>
              </a:rPr>
              <a:t>SLR(1)</a:t>
            </a:r>
            <a:endParaRPr sz="3600">
              <a:latin typeface="Cambria"/>
              <a:cs typeface="Cambria"/>
            </a:endParaRPr>
          </a:p>
          <a:p>
            <a:pPr marL="344170">
              <a:lnSpc>
                <a:spcPts val="4105"/>
              </a:lnSpc>
            </a:pPr>
            <a:r>
              <a:rPr sz="3600" b="1" spc="-10" dirty="0">
                <a:solidFill>
                  <a:srgbClr val="FFFFFF"/>
                </a:solidFill>
                <a:latin typeface="Cambria"/>
                <a:cs typeface="Cambria"/>
              </a:rPr>
              <a:t>Parser</a:t>
            </a:r>
            <a:endParaRPr sz="3600">
              <a:latin typeface="Cambria"/>
              <a:cs typeface="Cambria"/>
            </a:endParaRPr>
          </a:p>
        </p:txBody>
      </p:sp>
      <p:graphicFrame>
        <p:nvGraphicFramePr>
          <p:cNvPr id="3" name="object 3"/>
          <p:cNvGraphicFramePr>
            <a:graphicFrameLocks noGrp="1"/>
          </p:cNvGraphicFramePr>
          <p:nvPr/>
        </p:nvGraphicFramePr>
        <p:xfrm>
          <a:off x="3732021" y="1216660"/>
          <a:ext cx="6494145" cy="3074035"/>
        </p:xfrm>
        <a:graphic>
          <a:graphicData uri="http://schemas.openxmlformats.org/drawingml/2006/table">
            <a:tbl>
              <a:tblPr firstRow="1" bandRow="1">
                <a:tableStyleId>{2D5ABB26-0587-4C30-8999-92F81FD0307C}</a:tableStyleId>
              </a:tblPr>
              <a:tblGrid>
                <a:gridCol w="1065530">
                  <a:extLst>
                    <a:ext uri="{9D8B030D-6E8A-4147-A177-3AD203B41FA5}">
                      <a16:colId xmlns:a16="http://schemas.microsoft.com/office/drawing/2014/main" val="20000"/>
                    </a:ext>
                  </a:extLst>
                </a:gridCol>
                <a:gridCol w="1065530">
                  <a:extLst>
                    <a:ext uri="{9D8B030D-6E8A-4147-A177-3AD203B41FA5}">
                      <a16:colId xmlns:a16="http://schemas.microsoft.com/office/drawing/2014/main" val="20001"/>
                    </a:ext>
                  </a:extLst>
                </a:gridCol>
                <a:gridCol w="1065530">
                  <a:extLst>
                    <a:ext uri="{9D8B030D-6E8A-4147-A177-3AD203B41FA5}">
                      <a16:colId xmlns:a16="http://schemas.microsoft.com/office/drawing/2014/main" val="20002"/>
                    </a:ext>
                  </a:extLst>
                </a:gridCol>
                <a:gridCol w="1065530">
                  <a:extLst>
                    <a:ext uri="{9D8B030D-6E8A-4147-A177-3AD203B41FA5}">
                      <a16:colId xmlns:a16="http://schemas.microsoft.com/office/drawing/2014/main" val="20003"/>
                    </a:ext>
                  </a:extLst>
                </a:gridCol>
                <a:gridCol w="1065529">
                  <a:extLst>
                    <a:ext uri="{9D8B030D-6E8A-4147-A177-3AD203B41FA5}">
                      <a16:colId xmlns:a16="http://schemas.microsoft.com/office/drawing/2014/main" val="20004"/>
                    </a:ext>
                  </a:extLst>
                </a:gridCol>
                <a:gridCol w="1078864">
                  <a:extLst>
                    <a:ext uri="{9D8B030D-6E8A-4147-A177-3AD203B41FA5}">
                      <a16:colId xmlns:a16="http://schemas.microsoft.com/office/drawing/2014/main" val="20005"/>
                    </a:ext>
                  </a:extLst>
                </a:gridCol>
              </a:tblGrid>
              <a:tr h="377190">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c</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d</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S</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C</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0"/>
                  </a:ext>
                </a:extLst>
              </a:tr>
              <a:tr h="391795">
                <a:tc>
                  <a:txBody>
                    <a:bodyPr/>
                    <a:lstStyle/>
                    <a:p>
                      <a:pPr marL="90805">
                        <a:lnSpc>
                          <a:spcPct val="100000"/>
                        </a:lnSpc>
                        <a:spcBef>
                          <a:spcPts val="465"/>
                        </a:spcBef>
                      </a:pPr>
                      <a:r>
                        <a:rPr sz="1800" b="1" spc="-50" dirty="0">
                          <a:latin typeface="Cambria"/>
                          <a:cs typeface="Cambria"/>
                        </a:rPr>
                        <a:t>0</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0805">
                        <a:lnSpc>
                          <a:spcPct val="100000"/>
                        </a:lnSpc>
                        <a:spcBef>
                          <a:spcPts val="465"/>
                        </a:spcBef>
                      </a:pPr>
                      <a:r>
                        <a:rPr sz="1800" b="1" spc="-25" dirty="0">
                          <a:latin typeface="Cambria"/>
                          <a:cs typeface="Cambria"/>
                        </a:rPr>
                        <a:t>S3</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0805">
                        <a:lnSpc>
                          <a:spcPct val="100000"/>
                        </a:lnSpc>
                        <a:spcBef>
                          <a:spcPts val="465"/>
                        </a:spcBef>
                      </a:pPr>
                      <a:r>
                        <a:rPr sz="1800" b="1" spc="-25" dirty="0">
                          <a:latin typeface="Cambria"/>
                          <a:cs typeface="Cambria"/>
                        </a:rPr>
                        <a:t>S4</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1440">
                        <a:lnSpc>
                          <a:spcPct val="100000"/>
                        </a:lnSpc>
                        <a:spcBef>
                          <a:spcPts val="465"/>
                        </a:spcBef>
                      </a:pPr>
                      <a:r>
                        <a:rPr sz="1800" b="1" spc="-50" dirty="0">
                          <a:latin typeface="Cambria"/>
                          <a:cs typeface="Cambria"/>
                        </a:rPr>
                        <a:t>1</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1440">
                        <a:lnSpc>
                          <a:spcPct val="100000"/>
                        </a:lnSpc>
                        <a:spcBef>
                          <a:spcPts val="465"/>
                        </a:spcBef>
                      </a:pPr>
                      <a:r>
                        <a:rPr sz="1800" b="1" spc="-50" dirty="0">
                          <a:latin typeface="Cambria"/>
                          <a:cs typeface="Cambria"/>
                        </a:rPr>
                        <a:t>2</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1"/>
                  </a:ext>
                </a:extLst>
              </a:tr>
              <a:tr h="391795">
                <a:tc>
                  <a:txBody>
                    <a:bodyPr/>
                    <a:lstStyle/>
                    <a:p>
                      <a:pPr marL="89535">
                        <a:lnSpc>
                          <a:spcPct val="100000"/>
                        </a:lnSpc>
                        <a:spcBef>
                          <a:spcPts val="430"/>
                        </a:spcBef>
                      </a:pPr>
                      <a:r>
                        <a:rPr sz="1800" b="1" spc="-50" dirty="0">
                          <a:latin typeface="Cambria"/>
                          <a:cs typeface="Cambria"/>
                        </a:rPr>
                        <a:t>1</a:t>
                      </a:r>
                      <a:endParaRPr sz="1800">
                        <a:latin typeface="Cambria"/>
                        <a:cs typeface="Cambria"/>
                      </a:endParaRPr>
                    </a:p>
                  </a:txBody>
                  <a:tcPr marL="0" marR="0" marT="5461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0170">
                        <a:lnSpc>
                          <a:spcPct val="100000"/>
                        </a:lnSpc>
                        <a:spcBef>
                          <a:spcPts val="430"/>
                        </a:spcBef>
                      </a:pPr>
                      <a:r>
                        <a:rPr sz="1800" b="1" spc="-10" dirty="0">
                          <a:latin typeface="Cambria"/>
                          <a:cs typeface="Cambria"/>
                        </a:rPr>
                        <a:t>Accept</a:t>
                      </a:r>
                      <a:endParaRPr sz="1800">
                        <a:latin typeface="Cambria"/>
                        <a:cs typeface="Cambria"/>
                      </a:endParaRPr>
                    </a:p>
                  </a:txBody>
                  <a:tcPr marL="0" marR="0" marT="5461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2"/>
                  </a:ext>
                </a:extLst>
              </a:tr>
              <a:tr h="389890">
                <a:tc>
                  <a:txBody>
                    <a:bodyPr/>
                    <a:lstStyle/>
                    <a:p>
                      <a:pPr marL="87630">
                        <a:lnSpc>
                          <a:spcPct val="100000"/>
                        </a:lnSpc>
                        <a:spcBef>
                          <a:spcPts val="470"/>
                        </a:spcBef>
                      </a:pPr>
                      <a:r>
                        <a:rPr sz="1800" b="1" spc="-50" dirty="0">
                          <a:latin typeface="Cambria"/>
                          <a:cs typeface="Cambria"/>
                        </a:rPr>
                        <a:t>2</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88265">
                        <a:lnSpc>
                          <a:spcPct val="100000"/>
                        </a:lnSpc>
                        <a:spcBef>
                          <a:spcPts val="470"/>
                        </a:spcBef>
                      </a:pPr>
                      <a:r>
                        <a:rPr sz="1800" b="1" spc="-25" dirty="0">
                          <a:latin typeface="Cambria"/>
                          <a:cs typeface="Cambria"/>
                        </a:rPr>
                        <a:t>S3</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88265">
                        <a:lnSpc>
                          <a:spcPct val="100000"/>
                        </a:lnSpc>
                        <a:spcBef>
                          <a:spcPts val="470"/>
                        </a:spcBef>
                      </a:pPr>
                      <a:r>
                        <a:rPr sz="1800" b="1" spc="-25" dirty="0">
                          <a:latin typeface="Cambria"/>
                          <a:cs typeface="Cambria"/>
                        </a:rPr>
                        <a:t>S4</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88900">
                        <a:lnSpc>
                          <a:spcPct val="100000"/>
                        </a:lnSpc>
                        <a:spcBef>
                          <a:spcPts val="470"/>
                        </a:spcBef>
                      </a:pPr>
                      <a:r>
                        <a:rPr sz="1800" b="1" spc="-50" dirty="0">
                          <a:latin typeface="Cambria"/>
                          <a:cs typeface="Cambria"/>
                        </a:rPr>
                        <a:t>5</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3"/>
                  </a:ext>
                </a:extLst>
              </a:tr>
              <a:tr h="378460">
                <a:tc>
                  <a:txBody>
                    <a:bodyPr/>
                    <a:lstStyle/>
                    <a:p>
                      <a:pPr marL="95250">
                        <a:lnSpc>
                          <a:spcPct val="100000"/>
                        </a:lnSpc>
                        <a:spcBef>
                          <a:spcPts val="380"/>
                        </a:spcBef>
                      </a:pPr>
                      <a:r>
                        <a:rPr sz="1800" b="1" spc="-50" dirty="0">
                          <a:latin typeface="Cambria"/>
                          <a:cs typeface="Cambria"/>
                        </a:rPr>
                        <a:t>3</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250">
                        <a:lnSpc>
                          <a:spcPct val="100000"/>
                        </a:lnSpc>
                        <a:spcBef>
                          <a:spcPts val="380"/>
                        </a:spcBef>
                      </a:pPr>
                      <a:r>
                        <a:rPr sz="1800" b="1" spc="-25" dirty="0">
                          <a:latin typeface="Cambria"/>
                          <a:cs typeface="Cambria"/>
                        </a:rPr>
                        <a:t>S3</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80"/>
                        </a:spcBef>
                      </a:pPr>
                      <a:r>
                        <a:rPr sz="1800" b="1" spc="-25" dirty="0">
                          <a:latin typeface="Cambria"/>
                          <a:cs typeface="Cambria"/>
                        </a:rPr>
                        <a:t>S4</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80"/>
                        </a:spcBef>
                      </a:pPr>
                      <a:r>
                        <a:rPr sz="1800" b="1" spc="-50" dirty="0">
                          <a:latin typeface="Cambria"/>
                          <a:cs typeface="Cambria"/>
                        </a:rPr>
                        <a:t>6</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4"/>
                  </a:ext>
                </a:extLst>
              </a:tr>
              <a:tr h="379095">
                <a:tc>
                  <a:txBody>
                    <a:bodyPr/>
                    <a:lstStyle/>
                    <a:p>
                      <a:pPr marL="102870">
                        <a:lnSpc>
                          <a:spcPct val="100000"/>
                        </a:lnSpc>
                        <a:spcBef>
                          <a:spcPts val="385"/>
                        </a:spcBef>
                      </a:pPr>
                      <a:r>
                        <a:rPr sz="1800" b="1" spc="-50" dirty="0">
                          <a:latin typeface="Cambria"/>
                          <a:cs typeface="Cambria"/>
                        </a:rPr>
                        <a:t>4</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2870">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3505">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3505">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5"/>
                  </a:ext>
                </a:extLst>
              </a:tr>
              <a:tr h="380365">
                <a:tc>
                  <a:txBody>
                    <a:bodyPr/>
                    <a:lstStyle/>
                    <a:p>
                      <a:pPr marL="119380">
                        <a:lnSpc>
                          <a:spcPct val="100000"/>
                        </a:lnSpc>
                        <a:spcBef>
                          <a:spcPts val="380"/>
                        </a:spcBef>
                      </a:pPr>
                      <a:r>
                        <a:rPr sz="1800" b="1" spc="-50" dirty="0">
                          <a:latin typeface="Cambria"/>
                          <a:cs typeface="Cambria"/>
                        </a:rPr>
                        <a:t>5</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marL="120014">
                        <a:lnSpc>
                          <a:spcPct val="100000"/>
                        </a:lnSpc>
                        <a:spcBef>
                          <a:spcPts val="380"/>
                        </a:spcBef>
                      </a:pPr>
                      <a:r>
                        <a:rPr sz="1800" b="1" spc="-25" dirty="0">
                          <a:latin typeface="Cambria"/>
                          <a:cs typeface="Cambria"/>
                        </a:rPr>
                        <a:t>r1</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6"/>
                  </a:ext>
                </a:extLst>
              </a:tr>
              <a:tr h="385445">
                <a:tc>
                  <a:txBody>
                    <a:bodyPr/>
                    <a:lstStyle/>
                    <a:p>
                      <a:pPr marL="118110">
                        <a:lnSpc>
                          <a:spcPct val="100000"/>
                        </a:lnSpc>
                        <a:spcBef>
                          <a:spcPts val="434"/>
                        </a:spcBef>
                      </a:pPr>
                      <a:r>
                        <a:rPr sz="1800" b="1" spc="-50" dirty="0">
                          <a:latin typeface="Cambria"/>
                          <a:cs typeface="Cambria"/>
                        </a:rPr>
                        <a:t>6</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118110">
                        <a:lnSpc>
                          <a:spcPct val="100000"/>
                        </a:lnSpc>
                        <a:spcBef>
                          <a:spcPts val="434"/>
                        </a:spcBef>
                      </a:pPr>
                      <a:r>
                        <a:rPr sz="1800" b="1" spc="-25" dirty="0">
                          <a:latin typeface="Cambria"/>
                          <a:cs typeface="Cambria"/>
                        </a:rPr>
                        <a:t>r2</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118110">
                        <a:lnSpc>
                          <a:spcPct val="100000"/>
                        </a:lnSpc>
                        <a:spcBef>
                          <a:spcPts val="434"/>
                        </a:spcBef>
                      </a:pPr>
                      <a:r>
                        <a:rPr sz="1800" b="1" spc="-25" dirty="0">
                          <a:latin typeface="Cambria"/>
                          <a:cs typeface="Cambria"/>
                        </a:rPr>
                        <a:t>r2</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118745">
                        <a:lnSpc>
                          <a:spcPct val="100000"/>
                        </a:lnSpc>
                        <a:spcBef>
                          <a:spcPts val="434"/>
                        </a:spcBef>
                      </a:pPr>
                      <a:r>
                        <a:rPr sz="1800" b="1" spc="-25" dirty="0">
                          <a:latin typeface="Cambria"/>
                          <a:cs typeface="Cambria"/>
                        </a:rPr>
                        <a:t>r2</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7"/>
                  </a:ext>
                </a:extLst>
              </a:tr>
            </a:tbl>
          </a:graphicData>
        </a:graphic>
      </p:graphicFrame>
      <p:graphicFrame>
        <p:nvGraphicFramePr>
          <p:cNvPr id="4" name="object 4"/>
          <p:cNvGraphicFramePr>
            <a:graphicFrameLocks noGrp="1"/>
          </p:cNvGraphicFramePr>
          <p:nvPr/>
        </p:nvGraphicFramePr>
        <p:xfrm>
          <a:off x="3723640" y="700658"/>
          <a:ext cx="6463030" cy="370205"/>
        </p:xfrm>
        <a:graphic>
          <a:graphicData uri="http://schemas.openxmlformats.org/drawingml/2006/table">
            <a:tbl>
              <a:tblPr firstRow="1" bandRow="1">
                <a:tableStyleId>{2D5ABB26-0587-4C30-8999-92F81FD0307C}</a:tableStyleId>
              </a:tblPr>
              <a:tblGrid>
                <a:gridCol w="4273550">
                  <a:extLst>
                    <a:ext uri="{9D8B030D-6E8A-4147-A177-3AD203B41FA5}">
                      <a16:colId xmlns:a16="http://schemas.microsoft.com/office/drawing/2014/main" val="20000"/>
                    </a:ext>
                  </a:extLst>
                </a:gridCol>
                <a:gridCol w="2100579">
                  <a:extLst>
                    <a:ext uri="{9D8B030D-6E8A-4147-A177-3AD203B41FA5}">
                      <a16:colId xmlns:a16="http://schemas.microsoft.com/office/drawing/2014/main" val="20001"/>
                    </a:ext>
                  </a:extLst>
                </a:gridCol>
              </a:tblGrid>
              <a:tr h="370205">
                <a:tc>
                  <a:txBody>
                    <a:bodyPr/>
                    <a:lstStyle/>
                    <a:p>
                      <a:pPr marL="91440">
                        <a:lnSpc>
                          <a:spcPct val="100000"/>
                        </a:lnSpc>
                        <a:spcBef>
                          <a:spcPts val="310"/>
                        </a:spcBef>
                      </a:pPr>
                      <a:r>
                        <a:rPr sz="1800" b="1" spc="-10" dirty="0">
                          <a:latin typeface="Cambria"/>
                          <a:cs typeface="Cambria"/>
                        </a:rPr>
                        <a:t>Action</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2075">
                        <a:lnSpc>
                          <a:spcPct val="100000"/>
                        </a:lnSpc>
                        <a:spcBef>
                          <a:spcPts val="310"/>
                        </a:spcBef>
                      </a:pPr>
                      <a:r>
                        <a:rPr sz="1800" b="1" spc="-20" dirty="0">
                          <a:latin typeface="Cambria"/>
                          <a:cs typeface="Cambria"/>
                        </a:rPr>
                        <a:t>Goto</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0"/>
                  </a:ext>
                </a:extLst>
              </a:tr>
            </a:tbl>
          </a:graphicData>
        </a:graphic>
      </p:graphicFrame>
      <p:sp>
        <p:nvSpPr>
          <p:cNvPr id="5" name="object 5"/>
          <p:cNvSpPr txBox="1"/>
          <p:nvPr/>
        </p:nvSpPr>
        <p:spPr>
          <a:xfrm>
            <a:off x="4384675" y="4833386"/>
            <a:ext cx="1163320" cy="1550670"/>
          </a:xfrm>
          <a:prstGeom prst="rect">
            <a:avLst/>
          </a:prstGeom>
        </p:spPr>
        <p:txBody>
          <a:bodyPr vert="horz" wrap="square" lIns="0" tIns="12700" rIns="0" bIns="0" rtlCol="0">
            <a:spAutoFit/>
          </a:bodyPr>
          <a:lstStyle/>
          <a:p>
            <a:pPr marL="12700" marR="300355" algn="just">
              <a:lnSpc>
                <a:spcPct val="125000"/>
              </a:lnSpc>
              <a:spcBef>
                <a:spcPts val="100"/>
              </a:spcBef>
            </a:pPr>
            <a:r>
              <a:rPr sz="2000" b="1" spc="-30" dirty="0">
                <a:latin typeface="Cambria"/>
                <a:cs typeface="Cambria"/>
              </a:rPr>
              <a:t>Follow: </a:t>
            </a:r>
            <a:r>
              <a:rPr sz="2000" b="1" dirty="0">
                <a:latin typeface="Cambria"/>
                <a:cs typeface="Cambria"/>
              </a:rPr>
              <a:t>S’</a:t>
            </a:r>
            <a:r>
              <a:rPr sz="2000" b="1" spc="-30" dirty="0">
                <a:latin typeface="Cambria"/>
                <a:cs typeface="Cambria"/>
              </a:rPr>
              <a:t> </a:t>
            </a:r>
            <a:r>
              <a:rPr sz="2000" b="1" dirty="0">
                <a:latin typeface="Cambria"/>
                <a:cs typeface="Cambria"/>
              </a:rPr>
              <a:t>=</a:t>
            </a:r>
            <a:r>
              <a:rPr sz="2000" b="1" spc="-15" dirty="0">
                <a:latin typeface="Cambria"/>
                <a:cs typeface="Cambria"/>
              </a:rPr>
              <a:t> </a:t>
            </a:r>
            <a:r>
              <a:rPr sz="2000" b="1" spc="-25" dirty="0">
                <a:latin typeface="Cambria"/>
                <a:cs typeface="Cambria"/>
              </a:rPr>
              <a:t>{$} </a:t>
            </a:r>
            <a:r>
              <a:rPr sz="2000" b="1" dirty="0">
                <a:latin typeface="Cambria"/>
                <a:cs typeface="Cambria"/>
              </a:rPr>
              <a:t>S</a:t>
            </a:r>
            <a:r>
              <a:rPr sz="2000" b="1" spc="-15" dirty="0">
                <a:latin typeface="Cambria"/>
                <a:cs typeface="Cambria"/>
              </a:rPr>
              <a:t> </a:t>
            </a:r>
            <a:r>
              <a:rPr sz="2000" b="1" dirty="0">
                <a:latin typeface="Cambria"/>
                <a:cs typeface="Cambria"/>
              </a:rPr>
              <a:t>=</a:t>
            </a:r>
            <a:r>
              <a:rPr sz="2000" b="1" spc="-15" dirty="0">
                <a:latin typeface="Cambria"/>
                <a:cs typeface="Cambria"/>
              </a:rPr>
              <a:t> </a:t>
            </a:r>
            <a:r>
              <a:rPr sz="2000" b="1" spc="-25" dirty="0">
                <a:latin typeface="Cambria"/>
                <a:cs typeface="Cambria"/>
              </a:rPr>
              <a:t>{$}</a:t>
            </a:r>
            <a:endParaRPr sz="2000">
              <a:latin typeface="Cambria"/>
              <a:cs typeface="Cambria"/>
            </a:endParaRPr>
          </a:p>
          <a:p>
            <a:pPr marL="12700" algn="just">
              <a:lnSpc>
                <a:spcPct val="100000"/>
              </a:lnSpc>
              <a:spcBef>
                <a:spcPts val="600"/>
              </a:spcBef>
            </a:pPr>
            <a:r>
              <a:rPr sz="2000" b="1" dirty="0">
                <a:latin typeface="Cambria"/>
                <a:cs typeface="Cambria"/>
              </a:rPr>
              <a:t>C</a:t>
            </a:r>
            <a:r>
              <a:rPr sz="2000" b="1" spc="-10" dirty="0">
                <a:latin typeface="Cambria"/>
                <a:cs typeface="Cambria"/>
              </a:rPr>
              <a:t> </a:t>
            </a:r>
            <a:r>
              <a:rPr sz="2000" b="1" dirty="0">
                <a:latin typeface="Cambria"/>
                <a:cs typeface="Cambria"/>
              </a:rPr>
              <a:t>= </a:t>
            </a:r>
            <a:r>
              <a:rPr sz="2000" b="1" spc="-10" dirty="0">
                <a:latin typeface="Cambria"/>
                <a:cs typeface="Cambria"/>
              </a:rPr>
              <a:t>{c,d,$}</a:t>
            </a:r>
            <a:endParaRPr sz="2000">
              <a:latin typeface="Cambria"/>
              <a:cs typeface="Cambria"/>
            </a:endParaRPr>
          </a:p>
        </p:txBody>
      </p:sp>
      <p:sp>
        <p:nvSpPr>
          <p:cNvPr id="6" name="object 6"/>
          <p:cNvSpPr txBox="1"/>
          <p:nvPr/>
        </p:nvSpPr>
        <p:spPr>
          <a:xfrm>
            <a:off x="7381113" y="4689195"/>
            <a:ext cx="1252855" cy="1550035"/>
          </a:xfrm>
          <a:prstGeom prst="rect">
            <a:avLst/>
          </a:prstGeom>
        </p:spPr>
        <p:txBody>
          <a:bodyPr vert="horz" wrap="square" lIns="0" tIns="88900" rIns="0" bIns="0" rtlCol="0">
            <a:spAutoFit/>
          </a:bodyPr>
          <a:lstStyle/>
          <a:p>
            <a:pPr marL="469900" indent="-457200">
              <a:lnSpc>
                <a:spcPct val="100000"/>
              </a:lnSpc>
              <a:spcBef>
                <a:spcPts val="700"/>
              </a:spcBef>
              <a:buAutoNum type="arabicPlain"/>
              <a:tabLst>
                <a:tab pos="469900" algn="l"/>
              </a:tabLst>
            </a:pPr>
            <a:r>
              <a:rPr sz="2000" dirty="0">
                <a:latin typeface="Cambria"/>
                <a:cs typeface="Cambria"/>
              </a:rPr>
              <a:t>S’</a:t>
            </a:r>
            <a:r>
              <a:rPr sz="2000" spc="-20" dirty="0">
                <a:latin typeface="Cambria"/>
                <a:cs typeface="Cambria"/>
              </a:rPr>
              <a:t> </a:t>
            </a:r>
            <a:r>
              <a:rPr sz="2000" dirty="0">
                <a:latin typeface="Wingdings"/>
                <a:cs typeface="Wingdings"/>
              </a:rPr>
              <a:t></a:t>
            </a:r>
            <a:r>
              <a:rPr sz="2000" spc="-65" dirty="0">
                <a:latin typeface="Times New Roman"/>
                <a:cs typeface="Times New Roman"/>
              </a:rPr>
              <a:t> </a:t>
            </a:r>
            <a:r>
              <a:rPr sz="2000" spc="-50" dirty="0">
                <a:latin typeface="Cambria"/>
                <a:cs typeface="Cambria"/>
              </a:rPr>
              <a:t>S</a:t>
            </a:r>
            <a:endParaRPr sz="2000">
              <a:latin typeface="Cambria"/>
              <a:cs typeface="Cambria"/>
            </a:endParaRPr>
          </a:p>
          <a:p>
            <a:pPr marL="469900" indent="-457200">
              <a:lnSpc>
                <a:spcPct val="100000"/>
              </a:lnSpc>
              <a:spcBef>
                <a:spcPts val="600"/>
              </a:spcBef>
              <a:buAutoNum type="arabicPlain"/>
              <a:tabLst>
                <a:tab pos="469900" algn="l"/>
              </a:tabLst>
            </a:pPr>
            <a:r>
              <a:rPr sz="2000" dirty="0">
                <a:latin typeface="Cambria"/>
                <a:cs typeface="Cambria"/>
              </a:rPr>
              <a:t>S</a:t>
            </a:r>
            <a:r>
              <a:rPr sz="2000" spc="-10" dirty="0">
                <a:latin typeface="Cambria"/>
                <a:cs typeface="Cambria"/>
              </a:rPr>
              <a:t> </a:t>
            </a:r>
            <a:r>
              <a:rPr sz="2000" dirty="0">
                <a:latin typeface="Wingdings"/>
                <a:cs typeface="Wingdings"/>
              </a:rPr>
              <a:t></a:t>
            </a:r>
            <a:r>
              <a:rPr sz="2000" spc="-65" dirty="0">
                <a:latin typeface="Times New Roman"/>
                <a:cs typeface="Times New Roman"/>
              </a:rPr>
              <a:t> </a:t>
            </a:r>
            <a:r>
              <a:rPr sz="2000" spc="-25" dirty="0">
                <a:latin typeface="Cambria"/>
                <a:cs typeface="Cambria"/>
              </a:rPr>
              <a:t>CC</a:t>
            </a:r>
            <a:endParaRPr sz="2000">
              <a:latin typeface="Cambria"/>
              <a:cs typeface="Cambria"/>
            </a:endParaRPr>
          </a:p>
          <a:p>
            <a:pPr marL="469900" indent="-457200">
              <a:lnSpc>
                <a:spcPct val="100000"/>
              </a:lnSpc>
              <a:spcBef>
                <a:spcPts val="600"/>
              </a:spcBef>
              <a:buAutoNum type="arabicPlain"/>
              <a:tabLst>
                <a:tab pos="469900" algn="l"/>
              </a:tabLst>
            </a:pPr>
            <a:r>
              <a:rPr sz="2000" dirty="0">
                <a:latin typeface="Cambria"/>
                <a:cs typeface="Cambria"/>
              </a:rPr>
              <a:t>C</a:t>
            </a:r>
            <a:r>
              <a:rPr sz="2000" dirty="0">
                <a:latin typeface="Wingdings"/>
                <a:cs typeface="Wingdings"/>
              </a:rPr>
              <a:t></a:t>
            </a:r>
            <a:r>
              <a:rPr sz="2000" spc="-65" dirty="0">
                <a:latin typeface="Times New Roman"/>
                <a:cs typeface="Times New Roman"/>
              </a:rPr>
              <a:t> </a:t>
            </a:r>
            <a:r>
              <a:rPr sz="2000" spc="-25" dirty="0">
                <a:latin typeface="Cambria"/>
                <a:cs typeface="Cambria"/>
              </a:rPr>
              <a:t>cC</a:t>
            </a:r>
            <a:endParaRPr sz="2000">
              <a:latin typeface="Cambria"/>
              <a:cs typeface="Cambria"/>
            </a:endParaRPr>
          </a:p>
          <a:p>
            <a:pPr marL="469900" indent="-457200">
              <a:lnSpc>
                <a:spcPct val="100000"/>
              </a:lnSpc>
              <a:spcBef>
                <a:spcPts val="600"/>
              </a:spcBef>
              <a:buAutoNum type="arabicPlain"/>
              <a:tabLst>
                <a:tab pos="469900" algn="l"/>
              </a:tabLst>
            </a:pPr>
            <a:r>
              <a:rPr sz="2000" dirty="0">
                <a:latin typeface="Cambria"/>
                <a:cs typeface="Cambria"/>
              </a:rPr>
              <a:t>C</a:t>
            </a:r>
            <a:r>
              <a:rPr sz="2000" dirty="0">
                <a:latin typeface="Wingdings"/>
                <a:cs typeface="Wingdings"/>
              </a:rPr>
              <a:t></a:t>
            </a:r>
            <a:r>
              <a:rPr sz="2000" spc="-65" dirty="0">
                <a:latin typeface="Times New Roman"/>
                <a:cs typeface="Times New Roman"/>
              </a:rPr>
              <a:t> </a:t>
            </a:r>
            <a:r>
              <a:rPr sz="2000" spc="-50" dirty="0">
                <a:latin typeface="Cambria"/>
                <a:cs typeface="Cambria"/>
              </a:rPr>
              <a:t>d</a:t>
            </a:r>
            <a:endParaRPr sz="2000">
              <a:latin typeface="Cambria"/>
              <a:cs typeface="Cambria"/>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105"/>
              </a:lnSpc>
            </a:pPr>
            <a:r>
              <a:rPr sz="3600" b="1" spc="-10" dirty="0">
                <a:solidFill>
                  <a:srgbClr val="FFFFFF"/>
                </a:solidFill>
                <a:latin typeface="Cambria"/>
                <a:cs typeface="Cambria"/>
              </a:rPr>
              <a:t>SLR(1)</a:t>
            </a:r>
            <a:endParaRPr sz="3600">
              <a:latin typeface="Cambria"/>
              <a:cs typeface="Cambria"/>
            </a:endParaRPr>
          </a:p>
          <a:p>
            <a:pPr marL="344170">
              <a:lnSpc>
                <a:spcPts val="4105"/>
              </a:lnSpc>
            </a:pPr>
            <a:r>
              <a:rPr sz="3600" b="1" spc="-10" dirty="0">
                <a:solidFill>
                  <a:srgbClr val="FFFFFF"/>
                </a:solidFill>
                <a:latin typeface="Cambria"/>
                <a:cs typeface="Cambria"/>
              </a:rPr>
              <a:t>Parser</a:t>
            </a:r>
            <a:endParaRPr sz="3600">
              <a:latin typeface="Cambria"/>
              <a:cs typeface="Cambria"/>
            </a:endParaRPr>
          </a:p>
        </p:txBody>
      </p:sp>
      <p:graphicFrame>
        <p:nvGraphicFramePr>
          <p:cNvPr id="3" name="object 3"/>
          <p:cNvGraphicFramePr>
            <a:graphicFrameLocks noGrp="1"/>
          </p:cNvGraphicFramePr>
          <p:nvPr/>
        </p:nvGraphicFramePr>
        <p:xfrm>
          <a:off x="3781297" y="707310"/>
          <a:ext cx="7367905" cy="3342005"/>
        </p:xfrm>
        <a:graphic>
          <a:graphicData uri="http://schemas.openxmlformats.org/drawingml/2006/table">
            <a:tbl>
              <a:tblPr firstRow="1" bandRow="1">
                <a:tableStyleId>{2D5ABB26-0587-4C30-8999-92F81FD0307C}</a:tableStyleId>
              </a:tblPr>
              <a:tblGrid>
                <a:gridCol w="2418715">
                  <a:extLst>
                    <a:ext uri="{9D8B030D-6E8A-4147-A177-3AD203B41FA5}">
                      <a16:colId xmlns:a16="http://schemas.microsoft.com/office/drawing/2014/main" val="20000"/>
                    </a:ext>
                  </a:extLst>
                </a:gridCol>
                <a:gridCol w="2992755">
                  <a:extLst>
                    <a:ext uri="{9D8B030D-6E8A-4147-A177-3AD203B41FA5}">
                      <a16:colId xmlns:a16="http://schemas.microsoft.com/office/drawing/2014/main" val="20001"/>
                    </a:ext>
                  </a:extLst>
                </a:gridCol>
                <a:gridCol w="1880235">
                  <a:extLst>
                    <a:ext uri="{9D8B030D-6E8A-4147-A177-3AD203B41FA5}">
                      <a16:colId xmlns:a16="http://schemas.microsoft.com/office/drawing/2014/main" val="20002"/>
                    </a:ext>
                  </a:extLst>
                </a:gridCol>
              </a:tblGrid>
              <a:tr h="330835">
                <a:tc>
                  <a:txBody>
                    <a:bodyPr/>
                    <a:lstStyle/>
                    <a:p>
                      <a:pPr marL="31750">
                        <a:lnSpc>
                          <a:spcPts val="2505"/>
                        </a:lnSpc>
                      </a:pPr>
                      <a:r>
                        <a:rPr sz="2200" b="1" spc="-10" dirty="0">
                          <a:latin typeface="Cambria"/>
                          <a:cs typeface="Cambria"/>
                        </a:rPr>
                        <a:t>Stack</a:t>
                      </a:r>
                      <a:endParaRPr sz="2200">
                        <a:latin typeface="Cambria"/>
                        <a:cs typeface="Cambria"/>
                      </a:endParaRPr>
                    </a:p>
                  </a:txBody>
                  <a:tcPr marL="0" marR="0" marT="0" marB="0"/>
                </a:tc>
                <a:tc>
                  <a:txBody>
                    <a:bodyPr/>
                    <a:lstStyle/>
                    <a:p>
                      <a:pPr marL="1270635">
                        <a:lnSpc>
                          <a:spcPts val="2505"/>
                        </a:lnSpc>
                      </a:pPr>
                      <a:r>
                        <a:rPr sz="2200" b="1" spc="-10" dirty="0">
                          <a:latin typeface="Cambria"/>
                          <a:cs typeface="Cambria"/>
                        </a:rPr>
                        <a:t>Input</a:t>
                      </a:r>
                      <a:endParaRPr sz="2200">
                        <a:latin typeface="Cambria"/>
                        <a:cs typeface="Cambria"/>
                      </a:endParaRPr>
                    </a:p>
                  </a:txBody>
                  <a:tcPr marL="0" marR="0" marT="0" marB="0"/>
                </a:tc>
                <a:tc>
                  <a:txBody>
                    <a:bodyPr/>
                    <a:lstStyle/>
                    <a:p>
                      <a:pPr marL="1021715">
                        <a:lnSpc>
                          <a:spcPts val="2505"/>
                        </a:lnSpc>
                      </a:pPr>
                      <a:r>
                        <a:rPr sz="2200" b="1" spc="-10" dirty="0">
                          <a:latin typeface="Cambria"/>
                          <a:cs typeface="Cambria"/>
                        </a:rPr>
                        <a:t>Action</a:t>
                      </a:r>
                      <a:endParaRPr sz="2200">
                        <a:latin typeface="Cambria"/>
                        <a:cs typeface="Cambria"/>
                      </a:endParaRPr>
                    </a:p>
                  </a:txBody>
                  <a:tcPr marL="0" marR="0" marT="0" marB="0"/>
                </a:tc>
                <a:extLst>
                  <a:ext uri="{0D108BD9-81ED-4DB2-BD59-A6C34878D82A}">
                    <a16:rowId xmlns:a16="http://schemas.microsoft.com/office/drawing/2014/main" val="10000"/>
                  </a:ext>
                </a:extLst>
              </a:tr>
              <a:tr h="334645">
                <a:tc>
                  <a:txBody>
                    <a:bodyPr/>
                    <a:lstStyle/>
                    <a:p>
                      <a:pPr marL="31750">
                        <a:lnSpc>
                          <a:spcPts val="2540"/>
                        </a:lnSpc>
                      </a:pPr>
                      <a:r>
                        <a:rPr sz="2200" b="1" spc="-50" dirty="0">
                          <a:latin typeface="Cambria"/>
                          <a:cs typeface="Cambria"/>
                        </a:rPr>
                        <a:t>0</a:t>
                      </a:r>
                      <a:endParaRPr sz="2200">
                        <a:latin typeface="Cambria"/>
                        <a:cs typeface="Cambria"/>
                      </a:endParaRPr>
                    </a:p>
                  </a:txBody>
                  <a:tcPr marL="0" marR="0" marT="0" marB="0"/>
                </a:tc>
                <a:tc>
                  <a:txBody>
                    <a:bodyPr/>
                    <a:lstStyle/>
                    <a:p>
                      <a:pPr marL="1270635">
                        <a:lnSpc>
                          <a:spcPts val="2540"/>
                        </a:lnSpc>
                      </a:pPr>
                      <a:r>
                        <a:rPr sz="2200" b="1" spc="-20" dirty="0">
                          <a:latin typeface="Cambria"/>
                          <a:cs typeface="Cambria"/>
                        </a:rPr>
                        <a:t>dcd$</a:t>
                      </a:r>
                      <a:endParaRPr sz="2200">
                        <a:latin typeface="Cambria"/>
                        <a:cs typeface="Cambria"/>
                      </a:endParaRPr>
                    </a:p>
                  </a:txBody>
                  <a:tcPr marL="0" marR="0" marT="0" marB="0"/>
                </a:tc>
                <a:tc>
                  <a:txBody>
                    <a:bodyPr/>
                    <a:lstStyle/>
                    <a:p>
                      <a:pPr>
                        <a:lnSpc>
                          <a:spcPct val="100000"/>
                        </a:lnSpc>
                      </a:pPr>
                      <a:endParaRPr sz="2100">
                        <a:latin typeface="Times New Roman"/>
                        <a:cs typeface="Times New Roman"/>
                      </a:endParaRPr>
                    </a:p>
                  </a:txBody>
                  <a:tcPr marL="0" marR="0" marT="0" marB="0"/>
                </a:tc>
                <a:extLst>
                  <a:ext uri="{0D108BD9-81ED-4DB2-BD59-A6C34878D82A}">
                    <a16:rowId xmlns:a16="http://schemas.microsoft.com/office/drawing/2014/main" val="10001"/>
                  </a:ext>
                </a:extLst>
              </a:tr>
              <a:tr h="335280">
                <a:tc>
                  <a:txBody>
                    <a:bodyPr/>
                    <a:lstStyle/>
                    <a:p>
                      <a:pPr marL="31750">
                        <a:lnSpc>
                          <a:spcPts val="2540"/>
                        </a:lnSpc>
                      </a:pPr>
                      <a:r>
                        <a:rPr sz="2200" b="1" spc="-25" dirty="0">
                          <a:latin typeface="Cambria"/>
                          <a:cs typeface="Cambria"/>
                        </a:rPr>
                        <a:t>0d4</a:t>
                      </a:r>
                      <a:endParaRPr sz="2200">
                        <a:latin typeface="Cambria"/>
                        <a:cs typeface="Cambria"/>
                      </a:endParaRPr>
                    </a:p>
                  </a:txBody>
                  <a:tcPr marL="0" marR="0" marT="0" marB="0"/>
                </a:tc>
                <a:tc>
                  <a:txBody>
                    <a:bodyPr/>
                    <a:lstStyle/>
                    <a:p>
                      <a:pPr marL="1270635">
                        <a:lnSpc>
                          <a:spcPts val="2540"/>
                        </a:lnSpc>
                      </a:pPr>
                      <a:r>
                        <a:rPr sz="2200" b="1" spc="-25" dirty="0">
                          <a:latin typeface="Cambria"/>
                          <a:cs typeface="Cambria"/>
                        </a:rPr>
                        <a:t>cd$</a:t>
                      </a:r>
                      <a:endParaRPr sz="2200">
                        <a:latin typeface="Cambria"/>
                        <a:cs typeface="Cambria"/>
                      </a:endParaRPr>
                    </a:p>
                  </a:txBody>
                  <a:tcPr marL="0" marR="0" marT="0" marB="0"/>
                </a:tc>
                <a:tc>
                  <a:txBody>
                    <a:bodyPr/>
                    <a:lstStyle/>
                    <a:p>
                      <a:pPr marL="1021715">
                        <a:lnSpc>
                          <a:spcPts val="2540"/>
                        </a:lnSpc>
                      </a:pPr>
                      <a:r>
                        <a:rPr sz="2200" b="1" spc="-25" dirty="0">
                          <a:latin typeface="Cambria"/>
                          <a:cs typeface="Cambria"/>
                        </a:rPr>
                        <a:t>S4</a:t>
                      </a:r>
                      <a:endParaRPr sz="2200">
                        <a:latin typeface="Cambria"/>
                        <a:cs typeface="Cambria"/>
                      </a:endParaRPr>
                    </a:p>
                  </a:txBody>
                  <a:tcPr marL="0" marR="0" marT="0" marB="0"/>
                </a:tc>
                <a:extLst>
                  <a:ext uri="{0D108BD9-81ED-4DB2-BD59-A6C34878D82A}">
                    <a16:rowId xmlns:a16="http://schemas.microsoft.com/office/drawing/2014/main" val="10002"/>
                  </a:ext>
                </a:extLst>
              </a:tr>
              <a:tr h="335280">
                <a:tc>
                  <a:txBody>
                    <a:bodyPr/>
                    <a:lstStyle/>
                    <a:p>
                      <a:pPr marL="31750">
                        <a:lnSpc>
                          <a:spcPts val="2540"/>
                        </a:lnSpc>
                      </a:pPr>
                      <a:r>
                        <a:rPr sz="2200" b="1" spc="-25" dirty="0">
                          <a:latin typeface="Cambria"/>
                          <a:cs typeface="Cambria"/>
                        </a:rPr>
                        <a:t>0C2</a:t>
                      </a:r>
                      <a:endParaRPr sz="2200">
                        <a:latin typeface="Cambria"/>
                        <a:cs typeface="Cambria"/>
                      </a:endParaRPr>
                    </a:p>
                  </a:txBody>
                  <a:tcPr marL="0" marR="0" marT="0" marB="0"/>
                </a:tc>
                <a:tc>
                  <a:txBody>
                    <a:bodyPr/>
                    <a:lstStyle/>
                    <a:p>
                      <a:pPr marL="1270635">
                        <a:lnSpc>
                          <a:spcPts val="2540"/>
                        </a:lnSpc>
                      </a:pPr>
                      <a:r>
                        <a:rPr sz="2200" b="1" spc="-25" dirty="0">
                          <a:latin typeface="Cambria"/>
                          <a:cs typeface="Cambria"/>
                        </a:rPr>
                        <a:t>cd$</a:t>
                      </a:r>
                      <a:endParaRPr sz="2200">
                        <a:latin typeface="Cambria"/>
                        <a:cs typeface="Cambria"/>
                      </a:endParaRPr>
                    </a:p>
                  </a:txBody>
                  <a:tcPr marL="0" marR="0" marT="0" marB="0"/>
                </a:tc>
                <a:tc>
                  <a:txBody>
                    <a:bodyPr/>
                    <a:lstStyle/>
                    <a:p>
                      <a:pPr marL="1021715">
                        <a:lnSpc>
                          <a:spcPts val="2540"/>
                        </a:lnSpc>
                      </a:pPr>
                      <a:r>
                        <a:rPr sz="2200" b="1" spc="-25" dirty="0">
                          <a:latin typeface="Cambria"/>
                          <a:cs typeface="Cambria"/>
                        </a:rPr>
                        <a:t>R3</a:t>
                      </a:r>
                      <a:endParaRPr sz="2200">
                        <a:latin typeface="Cambria"/>
                        <a:cs typeface="Cambria"/>
                      </a:endParaRPr>
                    </a:p>
                  </a:txBody>
                  <a:tcPr marL="0" marR="0" marT="0" marB="0"/>
                </a:tc>
                <a:extLst>
                  <a:ext uri="{0D108BD9-81ED-4DB2-BD59-A6C34878D82A}">
                    <a16:rowId xmlns:a16="http://schemas.microsoft.com/office/drawing/2014/main" val="10003"/>
                  </a:ext>
                </a:extLst>
              </a:tr>
              <a:tr h="335280">
                <a:tc>
                  <a:txBody>
                    <a:bodyPr/>
                    <a:lstStyle/>
                    <a:p>
                      <a:pPr marL="31750">
                        <a:lnSpc>
                          <a:spcPts val="2540"/>
                        </a:lnSpc>
                      </a:pPr>
                      <a:r>
                        <a:rPr sz="2200" b="1" spc="-10" dirty="0">
                          <a:latin typeface="Cambria"/>
                          <a:cs typeface="Cambria"/>
                        </a:rPr>
                        <a:t>0C2c3</a:t>
                      </a:r>
                      <a:endParaRPr sz="2200">
                        <a:latin typeface="Cambria"/>
                        <a:cs typeface="Cambria"/>
                      </a:endParaRPr>
                    </a:p>
                  </a:txBody>
                  <a:tcPr marL="0" marR="0" marT="0" marB="0"/>
                </a:tc>
                <a:tc>
                  <a:txBody>
                    <a:bodyPr/>
                    <a:lstStyle/>
                    <a:p>
                      <a:pPr marL="1270635">
                        <a:lnSpc>
                          <a:spcPts val="2540"/>
                        </a:lnSpc>
                      </a:pPr>
                      <a:r>
                        <a:rPr sz="2200" b="1" spc="-25" dirty="0">
                          <a:latin typeface="Cambria"/>
                          <a:cs typeface="Cambria"/>
                        </a:rPr>
                        <a:t>d$</a:t>
                      </a:r>
                      <a:endParaRPr sz="2200">
                        <a:latin typeface="Cambria"/>
                        <a:cs typeface="Cambria"/>
                      </a:endParaRPr>
                    </a:p>
                  </a:txBody>
                  <a:tcPr marL="0" marR="0" marT="0" marB="0"/>
                </a:tc>
                <a:tc>
                  <a:txBody>
                    <a:bodyPr/>
                    <a:lstStyle/>
                    <a:p>
                      <a:pPr marL="1021715">
                        <a:lnSpc>
                          <a:spcPts val="2540"/>
                        </a:lnSpc>
                      </a:pPr>
                      <a:r>
                        <a:rPr sz="2200" b="1" spc="-25" dirty="0">
                          <a:latin typeface="Cambria"/>
                          <a:cs typeface="Cambria"/>
                        </a:rPr>
                        <a:t>S3</a:t>
                      </a:r>
                      <a:endParaRPr sz="2200">
                        <a:latin typeface="Cambria"/>
                        <a:cs typeface="Cambria"/>
                      </a:endParaRPr>
                    </a:p>
                  </a:txBody>
                  <a:tcPr marL="0" marR="0" marT="0" marB="0"/>
                </a:tc>
                <a:extLst>
                  <a:ext uri="{0D108BD9-81ED-4DB2-BD59-A6C34878D82A}">
                    <a16:rowId xmlns:a16="http://schemas.microsoft.com/office/drawing/2014/main" val="10004"/>
                  </a:ext>
                </a:extLst>
              </a:tr>
              <a:tr h="334645">
                <a:tc>
                  <a:txBody>
                    <a:bodyPr/>
                    <a:lstStyle/>
                    <a:p>
                      <a:pPr marL="31750">
                        <a:lnSpc>
                          <a:spcPts val="2540"/>
                        </a:lnSpc>
                      </a:pPr>
                      <a:r>
                        <a:rPr sz="2200" b="1" spc="-10" dirty="0">
                          <a:latin typeface="Cambria"/>
                          <a:cs typeface="Cambria"/>
                        </a:rPr>
                        <a:t>0C2c3d4</a:t>
                      </a:r>
                      <a:endParaRPr sz="2200">
                        <a:latin typeface="Cambria"/>
                        <a:cs typeface="Cambria"/>
                      </a:endParaRPr>
                    </a:p>
                  </a:txBody>
                  <a:tcPr marL="0" marR="0" marT="0" marB="0"/>
                </a:tc>
                <a:tc>
                  <a:txBody>
                    <a:bodyPr/>
                    <a:lstStyle/>
                    <a:p>
                      <a:pPr marL="1270635">
                        <a:lnSpc>
                          <a:spcPts val="2540"/>
                        </a:lnSpc>
                      </a:pPr>
                      <a:r>
                        <a:rPr sz="2200" b="1" spc="-50" dirty="0">
                          <a:latin typeface="Cambria"/>
                          <a:cs typeface="Cambria"/>
                        </a:rPr>
                        <a:t>$</a:t>
                      </a:r>
                      <a:endParaRPr sz="2200">
                        <a:latin typeface="Cambria"/>
                        <a:cs typeface="Cambria"/>
                      </a:endParaRPr>
                    </a:p>
                  </a:txBody>
                  <a:tcPr marL="0" marR="0" marT="0" marB="0"/>
                </a:tc>
                <a:tc>
                  <a:txBody>
                    <a:bodyPr/>
                    <a:lstStyle/>
                    <a:p>
                      <a:pPr marL="1021715">
                        <a:lnSpc>
                          <a:spcPts val="2540"/>
                        </a:lnSpc>
                      </a:pPr>
                      <a:r>
                        <a:rPr sz="2200" b="1" spc="-25" dirty="0">
                          <a:latin typeface="Cambria"/>
                          <a:cs typeface="Cambria"/>
                        </a:rPr>
                        <a:t>S4</a:t>
                      </a:r>
                      <a:endParaRPr sz="2200">
                        <a:latin typeface="Cambria"/>
                        <a:cs typeface="Cambria"/>
                      </a:endParaRPr>
                    </a:p>
                  </a:txBody>
                  <a:tcPr marL="0" marR="0" marT="0" marB="0"/>
                </a:tc>
                <a:extLst>
                  <a:ext uri="{0D108BD9-81ED-4DB2-BD59-A6C34878D82A}">
                    <a16:rowId xmlns:a16="http://schemas.microsoft.com/office/drawing/2014/main" val="10005"/>
                  </a:ext>
                </a:extLst>
              </a:tr>
              <a:tr h="335280">
                <a:tc>
                  <a:txBody>
                    <a:bodyPr/>
                    <a:lstStyle/>
                    <a:p>
                      <a:pPr marL="31750">
                        <a:lnSpc>
                          <a:spcPts val="2545"/>
                        </a:lnSpc>
                      </a:pPr>
                      <a:r>
                        <a:rPr sz="2200" b="1" spc="-10" dirty="0">
                          <a:latin typeface="Cambria"/>
                          <a:cs typeface="Cambria"/>
                        </a:rPr>
                        <a:t>0C2c3C6</a:t>
                      </a:r>
                      <a:endParaRPr sz="2200">
                        <a:latin typeface="Cambria"/>
                        <a:cs typeface="Cambria"/>
                      </a:endParaRPr>
                    </a:p>
                  </a:txBody>
                  <a:tcPr marL="0" marR="0" marT="0" marB="0"/>
                </a:tc>
                <a:tc>
                  <a:txBody>
                    <a:bodyPr/>
                    <a:lstStyle/>
                    <a:p>
                      <a:pPr marL="1270635">
                        <a:lnSpc>
                          <a:spcPts val="2545"/>
                        </a:lnSpc>
                      </a:pPr>
                      <a:r>
                        <a:rPr sz="2200" b="1" spc="-50" dirty="0">
                          <a:latin typeface="Cambria"/>
                          <a:cs typeface="Cambria"/>
                        </a:rPr>
                        <a:t>$</a:t>
                      </a:r>
                      <a:endParaRPr sz="2200">
                        <a:latin typeface="Cambria"/>
                        <a:cs typeface="Cambria"/>
                      </a:endParaRPr>
                    </a:p>
                  </a:txBody>
                  <a:tcPr marL="0" marR="0" marT="0" marB="0"/>
                </a:tc>
                <a:tc>
                  <a:txBody>
                    <a:bodyPr/>
                    <a:lstStyle/>
                    <a:p>
                      <a:pPr marL="1021715">
                        <a:lnSpc>
                          <a:spcPts val="2545"/>
                        </a:lnSpc>
                      </a:pPr>
                      <a:r>
                        <a:rPr sz="2200" b="1" spc="-25" dirty="0">
                          <a:latin typeface="Cambria"/>
                          <a:cs typeface="Cambria"/>
                        </a:rPr>
                        <a:t>R3</a:t>
                      </a:r>
                      <a:endParaRPr sz="2200">
                        <a:latin typeface="Cambria"/>
                        <a:cs typeface="Cambria"/>
                      </a:endParaRPr>
                    </a:p>
                  </a:txBody>
                  <a:tcPr marL="0" marR="0" marT="0" marB="0"/>
                </a:tc>
                <a:extLst>
                  <a:ext uri="{0D108BD9-81ED-4DB2-BD59-A6C34878D82A}">
                    <a16:rowId xmlns:a16="http://schemas.microsoft.com/office/drawing/2014/main" val="10006"/>
                  </a:ext>
                </a:extLst>
              </a:tr>
              <a:tr h="335280">
                <a:tc>
                  <a:txBody>
                    <a:bodyPr/>
                    <a:lstStyle/>
                    <a:p>
                      <a:pPr marL="31750">
                        <a:lnSpc>
                          <a:spcPts val="2540"/>
                        </a:lnSpc>
                      </a:pPr>
                      <a:r>
                        <a:rPr sz="2200" b="1" spc="-10" dirty="0">
                          <a:latin typeface="Cambria"/>
                          <a:cs typeface="Cambria"/>
                        </a:rPr>
                        <a:t>0C2C5</a:t>
                      </a:r>
                      <a:endParaRPr sz="2200">
                        <a:latin typeface="Cambria"/>
                        <a:cs typeface="Cambria"/>
                      </a:endParaRPr>
                    </a:p>
                  </a:txBody>
                  <a:tcPr marL="0" marR="0" marT="0" marB="0"/>
                </a:tc>
                <a:tc>
                  <a:txBody>
                    <a:bodyPr/>
                    <a:lstStyle/>
                    <a:p>
                      <a:pPr marL="1270635">
                        <a:lnSpc>
                          <a:spcPts val="2540"/>
                        </a:lnSpc>
                      </a:pPr>
                      <a:r>
                        <a:rPr sz="2200" b="1" spc="-50" dirty="0">
                          <a:latin typeface="Cambria"/>
                          <a:cs typeface="Cambria"/>
                        </a:rPr>
                        <a:t>$</a:t>
                      </a:r>
                      <a:endParaRPr sz="2200">
                        <a:latin typeface="Cambria"/>
                        <a:cs typeface="Cambria"/>
                      </a:endParaRPr>
                    </a:p>
                  </a:txBody>
                  <a:tcPr marL="0" marR="0" marT="0" marB="0"/>
                </a:tc>
                <a:tc>
                  <a:txBody>
                    <a:bodyPr/>
                    <a:lstStyle/>
                    <a:p>
                      <a:pPr marL="1021715">
                        <a:lnSpc>
                          <a:spcPts val="2540"/>
                        </a:lnSpc>
                      </a:pPr>
                      <a:r>
                        <a:rPr sz="2200" b="1" spc="-25" dirty="0">
                          <a:latin typeface="Cambria"/>
                          <a:cs typeface="Cambria"/>
                        </a:rPr>
                        <a:t>R2</a:t>
                      </a:r>
                      <a:endParaRPr sz="2200">
                        <a:latin typeface="Cambria"/>
                        <a:cs typeface="Cambria"/>
                      </a:endParaRPr>
                    </a:p>
                  </a:txBody>
                  <a:tcPr marL="0" marR="0" marT="0" marB="0"/>
                </a:tc>
                <a:extLst>
                  <a:ext uri="{0D108BD9-81ED-4DB2-BD59-A6C34878D82A}">
                    <a16:rowId xmlns:a16="http://schemas.microsoft.com/office/drawing/2014/main" val="10007"/>
                  </a:ext>
                </a:extLst>
              </a:tr>
              <a:tr h="334645">
                <a:tc>
                  <a:txBody>
                    <a:bodyPr/>
                    <a:lstStyle/>
                    <a:p>
                      <a:pPr marL="31750">
                        <a:lnSpc>
                          <a:spcPts val="2540"/>
                        </a:lnSpc>
                      </a:pPr>
                      <a:r>
                        <a:rPr sz="2200" b="1" spc="-25" dirty="0">
                          <a:latin typeface="Cambria"/>
                          <a:cs typeface="Cambria"/>
                        </a:rPr>
                        <a:t>0S1</a:t>
                      </a:r>
                      <a:endParaRPr sz="2200">
                        <a:latin typeface="Cambria"/>
                        <a:cs typeface="Cambria"/>
                      </a:endParaRPr>
                    </a:p>
                  </a:txBody>
                  <a:tcPr marL="0" marR="0" marT="0" marB="0"/>
                </a:tc>
                <a:tc>
                  <a:txBody>
                    <a:bodyPr/>
                    <a:lstStyle/>
                    <a:p>
                      <a:pPr marL="1270635">
                        <a:lnSpc>
                          <a:spcPts val="2540"/>
                        </a:lnSpc>
                      </a:pPr>
                      <a:r>
                        <a:rPr sz="2200" b="1" spc="-50" dirty="0">
                          <a:latin typeface="Cambria"/>
                          <a:cs typeface="Cambria"/>
                        </a:rPr>
                        <a:t>$</a:t>
                      </a:r>
                      <a:endParaRPr sz="2200">
                        <a:latin typeface="Cambria"/>
                        <a:cs typeface="Cambria"/>
                      </a:endParaRPr>
                    </a:p>
                  </a:txBody>
                  <a:tcPr marL="0" marR="0" marT="0" marB="0"/>
                </a:tc>
                <a:tc>
                  <a:txBody>
                    <a:bodyPr/>
                    <a:lstStyle/>
                    <a:p>
                      <a:pPr marL="1021715">
                        <a:lnSpc>
                          <a:spcPts val="2540"/>
                        </a:lnSpc>
                      </a:pPr>
                      <a:r>
                        <a:rPr sz="2200" b="1" spc="-25" dirty="0">
                          <a:latin typeface="Cambria"/>
                          <a:cs typeface="Cambria"/>
                        </a:rPr>
                        <a:t>R1</a:t>
                      </a:r>
                      <a:endParaRPr sz="2200">
                        <a:latin typeface="Cambria"/>
                        <a:cs typeface="Cambria"/>
                      </a:endParaRPr>
                    </a:p>
                  </a:txBody>
                  <a:tcPr marL="0" marR="0" marT="0" marB="0"/>
                </a:tc>
                <a:extLst>
                  <a:ext uri="{0D108BD9-81ED-4DB2-BD59-A6C34878D82A}">
                    <a16:rowId xmlns:a16="http://schemas.microsoft.com/office/drawing/2014/main" val="10008"/>
                  </a:ext>
                </a:extLst>
              </a:tr>
              <a:tr h="330835">
                <a:tc>
                  <a:txBody>
                    <a:bodyPr/>
                    <a:lstStyle/>
                    <a:p>
                      <a:pPr marL="31750">
                        <a:lnSpc>
                          <a:spcPts val="2505"/>
                        </a:lnSpc>
                      </a:pPr>
                      <a:r>
                        <a:rPr sz="2200" b="1" spc="-10" dirty="0">
                          <a:latin typeface="Cambria"/>
                          <a:cs typeface="Cambria"/>
                        </a:rPr>
                        <a:t>Accept</a:t>
                      </a:r>
                      <a:endParaRPr sz="2200">
                        <a:latin typeface="Cambria"/>
                        <a:cs typeface="Cambria"/>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09"/>
                  </a:ext>
                </a:extLst>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105"/>
              </a:lnSpc>
            </a:pPr>
            <a:r>
              <a:rPr sz="3600" b="1" spc="-10" dirty="0">
                <a:solidFill>
                  <a:srgbClr val="FFFFFF"/>
                </a:solidFill>
                <a:latin typeface="Cambria"/>
                <a:cs typeface="Cambria"/>
              </a:rPr>
              <a:t>SLR(1)</a:t>
            </a:r>
            <a:endParaRPr sz="3600">
              <a:latin typeface="Cambria"/>
              <a:cs typeface="Cambria"/>
            </a:endParaRPr>
          </a:p>
          <a:p>
            <a:pPr marL="344170">
              <a:lnSpc>
                <a:spcPts val="4105"/>
              </a:lnSpc>
            </a:pPr>
            <a:r>
              <a:rPr sz="3600" b="1" spc="-10" dirty="0">
                <a:solidFill>
                  <a:srgbClr val="FFFFFF"/>
                </a:solidFill>
                <a:latin typeface="Cambria"/>
                <a:cs typeface="Cambria"/>
              </a:rPr>
              <a:t>Parser</a:t>
            </a:r>
            <a:endParaRPr sz="3600">
              <a:latin typeface="Cambria"/>
              <a:cs typeface="Cambria"/>
            </a:endParaRPr>
          </a:p>
        </p:txBody>
      </p:sp>
      <p:sp>
        <p:nvSpPr>
          <p:cNvPr id="3" name="object 3"/>
          <p:cNvSpPr txBox="1">
            <a:spLocks noGrp="1"/>
          </p:cNvSpPr>
          <p:nvPr>
            <p:ph type="title"/>
          </p:nvPr>
        </p:nvSpPr>
        <p:spPr>
          <a:xfrm>
            <a:off x="3718305" y="356438"/>
            <a:ext cx="5667375" cy="360680"/>
          </a:xfrm>
          <a:prstGeom prst="rect">
            <a:avLst/>
          </a:prstGeom>
        </p:spPr>
        <p:txBody>
          <a:bodyPr vert="horz" wrap="square" lIns="0" tIns="12065" rIns="0" bIns="0" rtlCol="0">
            <a:spAutoFit/>
          </a:bodyPr>
          <a:lstStyle/>
          <a:p>
            <a:pPr marL="12700">
              <a:lnSpc>
                <a:spcPct val="100000"/>
              </a:lnSpc>
              <a:spcBef>
                <a:spcPts val="95"/>
              </a:spcBef>
            </a:pPr>
            <a:r>
              <a:rPr sz="2200" b="1" dirty="0">
                <a:latin typeface="Cambria"/>
                <a:cs typeface="Cambria"/>
              </a:rPr>
              <a:t>Check</a:t>
            </a:r>
            <a:r>
              <a:rPr sz="2200" b="1" spc="-35" dirty="0">
                <a:latin typeface="Cambria"/>
                <a:cs typeface="Cambria"/>
              </a:rPr>
              <a:t> </a:t>
            </a:r>
            <a:r>
              <a:rPr sz="2200" b="1" dirty="0">
                <a:latin typeface="Cambria"/>
                <a:cs typeface="Cambria"/>
              </a:rPr>
              <a:t>whether</a:t>
            </a:r>
            <a:r>
              <a:rPr sz="2200" b="1" spc="-45" dirty="0">
                <a:latin typeface="Cambria"/>
                <a:cs typeface="Cambria"/>
              </a:rPr>
              <a:t> </a:t>
            </a:r>
            <a:r>
              <a:rPr sz="2200" b="1" spc="-10" dirty="0">
                <a:latin typeface="Cambria"/>
                <a:cs typeface="Cambria"/>
              </a:rPr>
              <a:t>given</a:t>
            </a:r>
            <a:r>
              <a:rPr sz="2200" b="1" spc="-50" dirty="0">
                <a:latin typeface="Cambria"/>
                <a:cs typeface="Cambria"/>
              </a:rPr>
              <a:t> </a:t>
            </a:r>
            <a:r>
              <a:rPr sz="2200" b="1" spc="-10" dirty="0">
                <a:latin typeface="Cambria"/>
                <a:cs typeface="Cambria"/>
              </a:rPr>
              <a:t>grammar</a:t>
            </a:r>
            <a:r>
              <a:rPr sz="2200" b="1" spc="-25" dirty="0">
                <a:latin typeface="Cambria"/>
                <a:cs typeface="Cambria"/>
              </a:rPr>
              <a:t> </a:t>
            </a:r>
            <a:r>
              <a:rPr sz="2200" b="1" dirty="0">
                <a:latin typeface="Cambria"/>
                <a:cs typeface="Cambria"/>
              </a:rPr>
              <a:t>is</a:t>
            </a:r>
            <a:r>
              <a:rPr sz="2200" b="1" spc="-45" dirty="0">
                <a:latin typeface="Cambria"/>
                <a:cs typeface="Cambria"/>
              </a:rPr>
              <a:t> </a:t>
            </a:r>
            <a:r>
              <a:rPr sz="2200" b="1" dirty="0">
                <a:latin typeface="Cambria"/>
                <a:cs typeface="Cambria"/>
              </a:rPr>
              <a:t>SLR</a:t>
            </a:r>
            <a:r>
              <a:rPr sz="2200" b="1" spc="-45" dirty="0">
                <a:latin typeface="Cambria"/>
                <a:cs typeface="Cambria"/>
              </a:rPr>
              <a:t> </a:t>
            </a:r>
            <a:r>
              <a:rPr sz="2200" b="1" dirty="0">
                <a:latin typeface="Cambria"/>
                <a:cs typeface="Cambria"/>
              </a:rPr>
              <a:t>or</a:t>
            </a:r>
            <a:r>
              <a:rPr sz="2200" b="1" spc="-45" dirty="0">
                <a:latin typeface="Cambria"/>
                <a:cs typeface="Cambria"/>
              </a:rPr>
              <a:t> </a:t>
            </a:r>
            <a:r>
              <a:rPr sz="2200" b="1" spc="-20" dirty="0">
                <a:latin typeface="Cambria"/>
                <a:cs typeface="Cambria"/>
              </a:rPr>
              <a:t>not.</a:t>
            </a:r>
            <a:endParaRPr sz="2200">
              <a:latin typeface="Cambria"/>
              <a:cs typeface="Cambria"/>
            </a:endParaRPr>
          </a:p>
        </p:txBody>
      </p:sp>
      <p:sp>
        <p:nvSpPr>
          <p:cNvPr id="4" name="object 4"/>
          <p:cNvSpPr txBox="1"/>
          <p:nvPr/>
        </p:nvSpPr>
        <p:spPr>
          <a:xfrm>
            <a:off x="3718305" y="692277"/>
            <a:ext cx="1433195" cy="360680"/>
          </a:xfrm>
          <a:prstGeom prst="rect">
            <a:avLst/>
          </a:prstGeom>
        </p:spPr>
        <p:txBody>
          <a:bodyPr vert="horz" wrap="square" lIns="0" tIns="12065" rIns="0" bIns="0" rtlCol="0">
            <a:spAutoFit/>
          </a:bodyPr>
          <a:lstStyle/>
          <a:p>
            <a:pPr marL="12700">
              <a:lnSpc>
                <a:spcPct val="100000"/>
              </a:lnSpc>
              <a:spcBef>
                <a:spcPts val="95"/>
              </a:spcBef>
            </a:pPr>
            <a:r>
              <a:rPr sz="2200" b="1" spc="-10" dirty="0">
                <a:latin typeface="Cambria"/>
                <a:cs typeface="Cambria"/>
              </a:rPr>
              <a:t>Example</a:t>
            </a:r>
            <a:r>
              <a:rPr sz="2200" b="1" spc="-55" dirty="0">
                <a:latin typeface="Cambria"/>
                <a:cs typeface="Cambria"/>
              </a:rPr>
              <a:t> </a:t>
            </a:r>
            <a:r>
              <a:rPr sz="2200" b="1" spc="-25" dirty="0">
                <a:latin typeface="Cambria"/>
                <a:cs typeface="Cambria"/>
              </a:rPr>
              <a:t>1:</a:t>
            </a:r>
            <a:endParaRPr sz="2200">
              <a:latin typeface="Cambria"/>
              <a:cs typeface="Cambria"/>
            </a:endParaRPr>
          </a:p>
        </p:txBody>
      </p:sp>
      <p:sp>
        <p:nvSpPr>
          <p:cNvPr id="5" name="object 5"/>
          <p:cNvSpPr txBox="1"/>
          <p:nvPr/>
        </p:nvSpPr>
        <p:spPr>
          <a:xfrm>
            <a:off x="3718305" y="1027556"/>
            <a:ext cx="2020570" cy="1366520"/>
          </a:xfrm>
          <a:prstGeom prst="rect">
            <a:avLst/>
          </a:prstGeom>
        </p:spPr>
        <p:txBody>
          <a:bodyPr vert="horz" wrap="square" lIns="0" tIns="12065" rIns="0" bIns="0" rtlCol="0">
            <a:spAutoFit/>
          </a:bodyPr>
          <a:lstStyle/>
          <a:p>
            <a:pPr marL="469900">
              <a:lnSpc>
                <a:spcPct val="100000"/>
              </a:lnSpc>
              <a:spcBef>
                <a:spcPts val="95"/>
              </a:spcBef>
            </a:pPr>
            <a:r>
              <a:rPr sz="2200" dirty="0">
                <a:latin typeface="Cambria"/>
                <a:cs typeface="Cambria"/>
              </a:rPr>
              <a:t>E</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dirty="0">
                <a:latin typeface="Cambria"/>
                <a:cs typeface="Cambria"/>
              </a:rPr>
              <a:t>E</a:t>
            </a:r>
            <a:r>
              <a:rPr sz="2200" spc="-5" dirty="0">
                <a:latin typeface="Cambria"/>
                <a:cs typeface="Cambria"/>
              </a:rPr>
              <a:t> </a:t>
            </a:r>
            <a:r>
              <a:rPr sz="2200" dirty="0">
                <a:latin typeface="Cambria"/>
                <a:cs typeface="Cambria"/>
              </a:rPr>
              <a:t>+</a:t>
            </a:r>
            <a:r>
              <a:rPr sz="2200" spc="-10" dirty="0">
                <a:latin typeface="Cambria"/>
                <a:cs typeface="Cambria"/>
              </a:rPr>
              <a:t> </a:t>
            </a:r>
            <a:r>
              <a:rPr sz="2200" dirty="0">
                <a:latin typeface="Cambria"/>
                <a:cs typeface="Cambria"/>
              </a:rPr>
              <a:t>T</a:t>
            </a:r>
            <a:r>
              <a:rPr sz="2200" spc="-10" dirty="0">
                <a:latin typeface="Cambria"/>
                <a:cs typeface="Cambria"/>
              </a:rPr>
              <a:t> </a:t>
            </a:r>
            <a:r>
              <a:rPr sz="2200" dirty="0">
                <a:latin typeface="Cambria"/>
                <a:cs typeface="Cambria"/>
              </a:rPr>
              <a:t>|</a:t>
            </a:r>
            <a:r>
              <a:rPr sz="2200" spc="5" dirty="0">
                <a:latin typeface="Cambria"/>
                <a:cs typeface="Cambria"/>
              </a:rPr>
              <a:t> </a:t>
            </a:r>
            <a:r>
              <a:rPr sz="2200" spc="-50" dirty="0">
                <a:latin typeface="Cambria"/>
                <a:cs typeface="Cambria"/>
              </a:rPr>
              <a:t>T</a:t>
            </a:r>
            <a:endParaRPr sz="2200">
              <a:latin typeface="Cambria"/>
              <a:cs typeface="Cambria"/>
            </a:endParaRPr>
          </a:p>
          <a:p>
            <a:pPr marL="469900">
              <a:lnSpc>
                <a:spcPct val="100000"/>
              </a:lnSpc>
            </a:pPr>
            <a:r>
              <a:rPr sz="2200" dirty="0">
                <a:latin typeface="Cambria"/>
                <a:cs typeface="Cambria"/>
              </a:rPr>
              <a:t>T</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dirty="0">
                <a:latin typeface="Cambria"/>
                <a:cs typeface="Cambria"/>
              </a:rPr>
              <a:t>T</a:t>
            </a:r>
            <a:r>
              <a:rPr sz="2200" spc="-5"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F</a:t>
            </a:r>
            <a:r>
              <a:rPr sz="2200" spc="-10" dirty="0">
                <a:latin typeface="Cambria"/>
                <a:cs typeface="Cambria"/>
              </a:rPr>
              <a:t> </a:t>
            </a:r>
            <a:r>
              <a:rPr sz="2200" dirty="0">
                <a:latin typeface="Cambria"/>
                <a:cs typeface="Cambria"/>
              </a:rPr>
              <a:t>|</a:t>
            </a:r>
            <a:r>
              <a:rPr sz="2200" spc="10" dirty="0">
                <a:latin typeface="Cambria"/>
                <a:cs typeface="Cambria"/>
              </a:rPr>
              <a:t> </a:t>
            </a:r>
            <a:r>
              <a:rPr sz="2200" spc="-50" dirty="0">
                <a:latin typeface="Cambria"/>
                <a:cs typeface="Cambria"/>
              </a:rPr>
              <a:t>F</a:t>
            </a:r>
            <a:endParaRPr sz="2200">
              <a:latin typeface="Cambria"/>
              <a:cs typeface="Cambria"/>
            </a:endParaRPr>
          </a:p>
          <a:p>
            <a:pPr marL="469900">
              <a:lnSpc>
                <a:spcPct val="100000"/>
              </a:lnSpc>
            </a:pPr>
            <a:r>
              <a:rPr sz="2200" dirty="0">
                <a:latin typeface="Cambria"/>
                <a:cs typeface="Cambria"/>
              </a:rPr>
              <a:t>F</a:t>
            </a:r>
            <a:r>
              <a:rPr sz="2200" spc="-5"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(E)</a:t>
            </a:r>
            <a:r>
              <a:rPr sz="2200" spc="-10" dirty="0">
                <a:latin typeface="Cambria"/>
                <a:cs typeface="Cambria"/>
              </a:rPr>
              <a:t> </a:t>
            </a:r>
            <a:r>
              <a:rPr sz="2200" dirty="0">
                <a:latin typeface="Cambria"/>
                <a:cs typeface="Cambria"/>
              </a:rPr>
              <a:t>|</a:t>
            </a:r>
            <a:r>
              <a:rPr sz="2200" spc="10" dirty="0">
                <a:latin typeface="Cambria"/>
                <a:cs typeface="Cambria"/>
              </a:rPr>
              <a:t> </a:t>
            </a:r>
            <a:r>
              <a:rPr sz="2200" spc="-25" dirty="0">
                <a:latin typeface="Cambria"/>
                <a:cs typeface="Cambria"/>
              </a:rPr>
              <a:t>id</a:t>
            </a:r>
            <a:endParaRPr sz="2200">
              <a:latin typeface="Cambria"/>
              <a:cs typeface="Cambria"/>
            </a:endParaRPr>
          </a:p>
          <a:p>
            <a:pPr marL="12700">
              <a:lnSpc>
                <a:spcPct val="100000"/>
              </a:lnSpc>
              <a:spcBef>
                <a:spcPts val="5"/>
              </a:spcBef>
            </a:pPr>
            <a:r>
              <a:rPr sz="2200" b="1" dirty="0">
                <a:latin typeface="Cambria"/>
                <a:cs typeface="Cambria"/>
              </a:rPr>
              <a:t>String </a:t>
            </a:r>
            <a:r>
              <a:rPr sz="2200" dirty="0">
                <a:latin typeface="Cambria"/>
                <a:cs typeface="Cambria"/>
              </a:rPr>
              <a:t>:</a:t>
            </a:r>
            <a:r>
              <a:rPr sz="2200" spc="-10" dirty="0">
                <a:latin typeface="Cambria"/>
                <a:cs typeface="Cambria"/>
              </a:rPr>
              <a:t> id+id*id</a:t>
            </a:r>
            <a:endParaRPr sz="2200">
              <a:latin typeface="Cambria"/>
              <a:cs typeface="Cambria"/>
            </a:endParaRPr>
          </a:p>
        </p:txBody>
      </p:sp>
      <p:sp>
        <p:nvSpPr>
          <p:cNvPr id="6" name="object 6"/>
          <p:cNvSpPr txBox="1"/>
          <p:nvPr/>
        </p:nvSpPr>
        <p:spPr>
          <a:xfrm>
            <a:off x="3718305" y="2704337"/>
            <a:ext cx="1652270" cy="1701800"/>
          </a:xfrm>
          <a:prstGeom prst="rect">
            <a:avLst/>
          </a:prstGeom>
        </p:spPr>
        <p:txBody>
          <a:bodyPr vert="horz" wrap="square" lIns="0" tIns="12065" rIns="0" bIns="0" rtlCol="0">
            <a:spAutoFit/>
          </a:bodyPr>
          <a:lstStyle/>
          <a:p>
            <a:pPr marL="12700">
              <a:lnSpc>
                <a:spcPct val="100000"/>
              </a:lnSpc>
              <a:spcBef>
                <a:spcPts val="95"/>
              </a:spcBef>
            </a:pPr>
            <a:r>
              <a:rPr sz="2200" b="1" spc="-10" dirty="0">
                <a:latin typeface="Cambria"/>
                <a:cs typeface="Cambria"/>
              </a:rPr>
              <a:t>Example</a:t>
            </a:r>
            <a:r>
              <a:rPr sz="2200" b="1" spc="-55" dirty="0">
                <a:latin typeface="Cambria"/>
                <a:cs typeface="Cambria"/>
              </a:rPr>
              <a:t> </a:t>
            </a:r>
            <a:r>
              <a:rPr sz="2200" b="1" spc="-25" dirty="0">
                <a:latin typeface="Cambria"/>
                <a:cs typeface="Cambria"/>
              </a:rPr>
              <a:t>2:</a:t>
            </a:r>
            <a:endParaRPr sz="2200">
              <a:latin typeface="Cambria"/>
              <a:cs typeface="Cambria"/>
            </a:endParaRPr>
          </a:p>
          <a:p>
            <a:pPr marL="469900">
              <a:lnSpc>
                <a:spcPct val="100000"/>
              </a:lnSpc>
            </a:pP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20" dirty="0">
                <a:latin typeface="Cambria"/>
                <a:cs typeface="Cambria"/>
              </a:rPr>
              <a:t>AaAb</a:t>
            </a:r>
            <a:endParaRPr sz="2200">
              <a:latin typeface="Cambria"/>
              <a:cs typeface="Cambria"/>
            </a:endParaRPr>
          </a:p>
          <a:p>
            <a:pPr marL="469900">
              <a:lnSpc>
                <a:spcPct val="100000"/>
              </a:lnSpc>
            </a:pP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20" dirty="0">
                <a:latin typeface="Cambria"/>
                <a:cs typeface="Cambria"/>
              </a:rPr>
              <a:t>BbBa</a:t>
            </a:r>
            <a:endParaRPr sz="2200">
              <a:latin typeface="Cambria"/>
              <a:cs typeface="Cambria"/>
            </a:endParaRPr>
          </a:p>
          <a:p>
            <a:pPr marL="469900">
              <a:lnSpc>
                <a:spcPct val="100000"/>
              </a:lnSpc>
            </a:pPr>
            <a:r>
              <a:rPr sz="2200" dirty="0">
                <a:latin typeface="Cambria"/>
                <a:cs typeface="Cambria"/>
              </a:rPr>
              <a:t>A</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50" dirty="0">
                <a:latin typeface="Cambria"/>
                <a:cs typeface="Cambria"/>
              </a:rPr>
              <a:t>ε</a:t>
            </a:r>
            <a:endParaRPr sz="2200">
              <a:latin typeface="Cambria"/>
              <a:cs typeface="Cambria"/>
            </a:endParaRPr>
          </a:p>
          <a:p>
            <a:pPr marL="469900">
              <a:lnSpc>
                <a:spcPct val="100000"/>
              </a:lnSpc>
            </a:pPr>
            <a:r>
              <a:rPr sz="2200" dirty="0">
                <a:latin typeface="Cambria"/>
                <a:cs typeface="Cambria"/>
              </a:rPr>
              <a:t>B</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50" dirty="0">
                <a:latin typeface="Cambria"/>
                <a:cs typeface="Cambria"/>
              </a:rPr>
              <a:t>ε</a:t>
            </a:r>
            <a:endParaRPr sz="2200">
              <a:latin typeface="Cambria"/>
              <a:cs typeface="Cambria"/>
            </a:endParaRPr>
          </a:p>
        </p:txBody>
      </p:sp>
      <p:sp>
        <p:nvSpPr>
          <p:cNvPr id="7" name="object 7"/>
          <p:cNvSpPr txBox="1"/>
          <p:nvPr/>
        </p:nvSpPr>
        <p:spPr>
          <a:xfrm>
            <a:off x="3718305" y="4716526"/>
            <a:ext cx="1494790" cy="2037080"/>
          </a:xfrm>
          <a:prstGeom prst="rect">
            <a:avLst/>
          </a:prstGeom>
        </p:spPr>
        <p:txBody>
          <a:bodyPr vert="horz" wrap="square" lIns="0" tIns="12065" rIns="0" bIns="0" rtlCol="0">
            <a:spAutoFit/>
          </a:bodyPr>
          <a:lstStyle/>
          <a:p>
            <a:pPr marL="12700">
              <a:lnSpc>
                <a:spcPct val="100000"/>
              </a:lnSpc>
              <a:spcBef>
                <a:spcPts val="95"/>
              </a:spcBef>
            </a:pPr>
            <a:r>
              <a:rPr sz="2200" b="1" spc="-10" dirty="0">
                <a:latin typeface="Cambria"/>
                <a:cs typeface="Cambria"/>
              </a:rPr>
              <a:t>Example</a:t>
            </a:r>
            <a:r>
              <a:rPr sz="2200" b="1" spc="-30" dirty="0">
                <a:latin typeface="Cambria"/>
                <a:cs typeface="Cambria"/>
              </a:rPr>
              <a:t> </a:t>
            </a:r>
            <a:r>
              <a:rPr sz="2200" b="1" dirty="0">
                <a:latin typeface="Cambria"/>
                <a:cs typeface="Cambria"/>
              </a:rPr>
              <a:t>3</a:t>
            </a:r>
            <a:r>
              <a:rPr sz="2200" b="1" spc="-30" dirty="0">
                <a:latin typeface="Cambria"/>
                <a:cs typeface="Cambria"/>
              </a:rPr>
              <a:t> </a:t>
            </a:r>
            <a:r>
              <a:rPr sz="2200" b="1" spc="-50" dirty="0">
                <a:latin typeface="Cambria"/>
                <a:cs typeface="Cambria"/>
              </a:rPr>
              <a:t>:</a:t>
            </a:r>
            <a:endParaRPr sz="2200">
              <a:latin typeface="Cambria"/>
              <a:cs typeface="Cambria"/>
            </a:endParaRPr>
          </a:p>
          <a:p>
            <a:pPr marL="469900">
              <a:lnSpc>
                <a:spcPct val="100000"/>
              </a:lnSpc>
            </a:pP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L=R</a:t>
            </a:r>
            <a:endParaRPr sz="2200">
              <a:latin typeface="Cambria"/>
              <a:cs typeface="Cambria"/>
            </a:endParaRPr>
          </a:p>
          <a:p>
            <a:pPr marL="469900" marR="179070">
              <a:lnSpc>
                <a:spcPct val="100000"/>
              </a:lnSpc>
            </a:pP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50" dirty="0">
                <a:latin typeface="Cambria"/>
                <a:cs typeface="Cambria"/>
              </a:rPr>
              <a:t>R </a:t>
            </a:r>
            <a:r>
              <a:rPr sz="2200" dirty="0">
                <a:latin typeface="Cambria"/>
                <a:cs typeface="Cambria"/>
              </a:rPr>
              <a:t>L</a:t>
            </a:r>
            <a:r>
              <a:rPr sz="2200" spc="5" dirty="0">
                <a:latin typeface="Cambria"/>
                <a:cs typeface="Cambria"/>
              </a:rPr>
              <a:t> </a:t>
            </a:r>
            <a:r>
              <a:rPr sz="2200" dirty="0">
                <a:latin typeface="Wingdings"/>
                <a:cs typeface="Wingdings"/>
              </a:rPr>
              <a:t></a:t>
            </a:r>
            <a:r>
              <a:rPr sz="2200" spc="-75" dirty="0">
                <a:latin typeface="Times New Roman"/>
                <a:cs typeface="Times New Roman"/>
              </a:rPr>
              <a:t> </a:t>
            </a:r>
            <a:r>
              <a:rPr sz="2200" spc="-25" dirty="0">
                <a:latin typeface="Cambria"/>
                <a:cs typeface="Cambria"/>
              </a:rPr>
              <a:t>*R </a:t>
            </a:r>
            <a:r>
              <a:rPr sz="2200" dirty="0">
                <a:latin typeface="Cambria"/>
                <a:cs typeface="Cambria"/>
              </a:rPr>
              <a:t>L</a:t>
            </a:r>
            <a:r>
              <a:rPr sz="2200" spc="5" dirty="0">
                <a:latin typeface="Cambria"/>
                <a:cs typeface="Cambria"/>
              </a:rPr>
              <a:t> </a:t>
            </a:r>
            <a:r>
              <a:rPr sz="2200" dirty="0">
                <a:latin typeface="Wingdings"/>
                <a:cs typeface="Wingdings"/>
              </a:rPr>
              <a:t></a:t>
            </a:r>
            <a:r>
              <a:rPr sz="2200" spc="-75" dirty="0">
                <a:latin typeface="Times New Roman"/>
                <a:cs typeface="Times New Roman"/>
              </a:rPr>
              <a:t> </a:t>
            </a:r>
            <a:r>
              <a:rPr sz="2200" spc="-25" dirty="0">
                <a:latin typeface="Cambria"/>
                <a:cs typeface="Cambria"/>
              </a:rPr>
              <a:t>id </a:t>
            </a:r>
            <a:r>
              <a:rPr sz="2200" dirty="0">
                <a:latin typeface="Cambria"/>
                <a:cs typeface="Cambria"/>
              </a:rPr>
              <a:t>R</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50" dirty="0">
                <a:latin typeface="Cambria"/>
                <a:cs typeface="Cambria"/>
              </a:rPr>
              <a:t>L</a:t>
            </a:r>
            <a:endParaRPr sz="2200">
              <a:latin typeface="Cambria"/>
              <a:cs typeface="Cambria"/>
            </a:endParaRPr>
          </a:p>
        </p:txBody>
      </p:sp>
      <p:grpSp>
        <p:nvGrpSpPr>
          <p:cNvPr id="8" name="object 8"/>
          <p:cNvGrpSpPr/>
          <p:nvPr/>
        </p:nvGrpSpPr>
        <p:grpSpPr>
          <a:xfrm>
            <a:off x="6263639" y="1283312"/>
            <a:ext cx="5316220" cy="5367020"/>
            <a:chOff x="6263639" y="1283312"/>
            <a:chExt cx="5316220" cy="5367020"/>
          </a:xfrm>
        </p:grpSpPr>
        <p:sp>
          <p:nvSpPr>
            <p:cNvPr id="9" name="object 9"/>
            <p:cNvSpPr/>
            <p:nvPr/>
          </p:nvSpPr>
          <p:spPr>
            <a:xfrm>
              <a:off x="6263627" y="1283322"/>
              <a:ext cx="5316220" cy="5367020"/>
            </a:xfrm>
            <a:custGeom>
              <a:avLst/>
              <a:gdLst/>
              <a:ahLst/>
              <a:cxnLst/>
              <a:rect l="l" t="t" r="r" b="b"/>
              <a:pathLst>
                <a:path w="5316220" h="5367020">
                  <a:moveTo>
                    <a:pt x="5315940" y="0"/>
                  </a:moveTo>
                  <a:lnTo>
                    <a:pt x="9423" y="0"/>
                  </a:lnTo>
                  <a:lnTo>
                    <a:pt x="0" y="12"/>
                  </a:lnTo>
                  <a:lnTo>
                    <a:pt x="0" y="5366512"/>
                  </a:lnTo>
                  <a:lnTo>
                    <a:pt x="9423" y="5366512"/>
                  </a:lnTo>
                  <a:lnTo>
                    <a:pt x="9423" y="9398"/>
                  </a:lnTo>
                  <a:lnTo>
                    <a:pt x="5315940" y="9398"/>
                  </a:lnTo>
                  <a:lnTo>
                    <a:pt x="5315940" y="0"/>
                  </a:lnTo>
                  <a:close/>
                </a:path>
              </a:pathLst>
            </a:custGeom>
            <a:solidFill>
              <a:srgbClr val="9F9F9F"/>
            </a:solidFill>
          </p:spPr>
          <p:txBody>
            <a:bodyPr wrap="square" lIns="0" tIns="0" rIns="0" bIns="0" rtlCol="0"/>
            <a:lstStyle/>
            <a:p>
              <a:endParaRPr/>
            </a:p>
          </p:txBody>
        </p:sp>
        <p:sp>
          <p:nvSpPr>
            <p:cNvPr id="10" name="object 10"/>
            <p:cNvSpPr/>
            <p:nvPr/>
          </p:nvSpPr>
          <p:spPr>
            <a:xfrm>
              <a:off x="6273051" y="1292694"/>
              <a:ext cx="5306695" cy="5357495"/>
            </a:xfrm>
            <a:custGeom>
              <a:avLst/>
              <a:gdLst/>
              <a:ahLst/>
              <a:cxnLst/>
              <a:rect l="l" t="t" r="r" b="b"/>
              <a:pathLst>
                <a:path w="5306695" h="5357495">
                  <a:moveTo>
                    <a:pt x="5306580" y="0"/>
                  </a:moveTo>
                  <a:lnTo>
                    <a:pt x="5296840" y="0"/>
                  </a:lnTo>
                  <a:lnTo>
                    <a:pt x="5296840" y="5347424"/>
                  </a:lnTo>
                  <a:lnTo>
                    <a:pt x="0" y="5347424"/>
                  </a:lnTo>
                  <a:lnTo>
                    <a:pt x="0" y="5357139"/>
                  </a:lnTo>
                  <a:lnTo>
                    <a:pt x="5296840" y="5357139"/>
                  </a:lnTo>
                  <a:lnTo>
                    <a:pt x="5306580" y="5357139"/>
                  </a:lnTo>
                  <a:lnTo>
                    <a:pt x="5306580" y="0"/>
                  </a:lnTo>
                  <a:close/>
                </a:path>
              </a:pathLst>
            </a:custGeom>
            <a:solidFill>
              <a:srgbClr val="E2E2E2"/>
            </a:solidFill>
          </p:spPr>
          <p:txBody>
            <a:bodyPr wrap="square" lIns="0" tIns="0" rIns="0" bIns="0" rtlCol="0"/>
            <a:lstStyle/>
            <a:p>
              <a:endParaRPr/>
            </a:p>
          </p:txBody>
        </p:sp>
        <p:sp>
          <p:nvSpPr>
            <p:cNvPr id="11" name="object 11"/>
            <p:cNvSpPr/>
            <p:nvPr/>
          </p:nvSpPr>
          <p:spPr>
            <a:xfrm>
              <a:off x="6273051" y="1292631"/>
              <a:ext cx="5297170" cy="5347970"/>
            </a:xfrm>
            <a:custGeom>
              <a:avLst/>
              <a:gdLst/>
              <a:ahLst/>
              <a:cxnLst/>
              <a:rect l="l" t="t" r="r" b="b"/>
              <a:pathLst>
                <a:path w="5297170" h="5347970">
                  <a:moveTo>
                    <a:pt x="5296865" y="0"/>
                  </a:moveTo>
                  <a:lnTo>
                    <a:pt x="9753" y="0"/>
                  </a:lnTo>
                  <a:lnTo>
                    <a:pt x="0" y="114"/>
                  </a:lnTo>
                  <a:lnTo>
                    <a:pt x="0" y="5347487"/>
                  </a:lnTo>
                  <a:lnTo>
                    <a:pt x="9753" y="5347487"/>
                  </a:lnTo>
                  <a:lnTo>
                    <a:pt x="9753" y="9715"/>
                  </a:lnTo>
                  <a:lnTo>
                    <a:pt x="5296865" y="9715"/>
                  </a:lnTo>
                  <a:lnTo>
                    <a:pt x="5296865" y="0"/>
                  </a:lnTo>
                  <a:close/>
                </a:path>
              </a:pathLst>
            </a:custGeom>
            <a:solidFill>
              <a:srgbClr val="696969"/>
            </a:solidFill>
          </p:spPr>
          <p:txBody>
            <a:bodyPr wrap="square" lIns="0" tIns="0" rIns="0" bIns="0" rtlCol="0"/>
            <a:lstStyle/>
            <a:p>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50"/>
              </a:spcBef>
            </a:pPr>
            <a:endParaRPr sz="3600">
              <a:latin typeface="Times New Roman"/>
              <a:cs typeface="Times New Roman"/>
            </a:endParaRPr>
          </a:p>
          <a:p>
            <a:pPr marL="301625">
              <a:lnSpc>
                <a:spcPts val="4105"/>
              </a:lnSpc>
            </a:pPr>
            <a:r>
              <a:rPr sz="3600" b="1" spc="-10" dirty="0">
                <a:solidFill>
                  <a:srgbClr val="FFFFFF"/>
                </a:solidFill>
                <a:latin typeface="Cambria"/>
                <a:cs typeface="Cambria"/>
              </a:rPr>
              <a:t>SLR(1)</a:t>
            </a:r>
            <a:endParaRPr sz="3600">
              <a:latin typeface="Cambria"/>
              <a:cs typeface="Cambria"/>
            </a:endParaRPr>
          </a:p>
          <a:p>
            <a:pPr marL="301625">
              <a:lnSpc>
                <a:spcPts val="4105"/>
              </a:lnSpc>
            </a:pPr>
            <a:r>
              <a:rPr sz="3600" b="1" spc="-10" dirty="0">
                <a:solidFill>
                  <a:srgbClr val="FFFFFF"/>
                </a:solidFill>
                <a:latin typeface="Cambria"/>
                <a:cs typeface="Cambria"/>
              </a:rPr>
              <a:t>Parser</a:t>
            </a:r>
            <a:endParaRPr sz="3600">
              <a:latin typeface="Cambria"/>
              <a:cs typeface="Cambria"/>
            </a:endParaRPr>
          </a:p>
        </p:txBody>
      </p:sp>
      <p:sp>
        <p:nvSpPr>
          <p:cNvPr id="3" name="object 3"/>
          <p:cNvSpPr txBox="1"/>
          <p:nvPr/>
        </p:nvSpPr>
        <p:spPr>
          <a:xfrm>
            <a:off x="3551809" y="413193"/>
            <a:ext cx="2233930" cy="5908040"/>
          </a:xfrm>
          <a:prstGeom prst="rect">
            <a:avLst/>
          </a:prstGeom>
        </p:spPr>
        <p:txBody>
          <a:bodyPr vert="horz" wrap="square" lIns="0" tIns="87630" rIns="0" bIns="0" rtlCol="0">
            <a:spAutoFit/>
          </a:bodyPr>
          <a:lstStyle/>
          <a:p>
            <a:pPr marL="38100">
              <a:lnSpc>
                <a:spcPct val="100000"/>
              </a:lnSpc>
              <a:spcBef>
                <a:spcPts val="690"/>
              </a:spcBef>
            </a:pPr>
            <a:r>
              <a:rPr sz="2400" b="1" spc="-10" dirty="0">
                <a:solidFill>
                  <a:srgbClr val="FF0000"/>
                </a:solidFill>
                <a:latin typeface="Cambria"/>
                <a:cs typeface="Cambria"/>
              </a:rPr>
              <a:t>Example:-</a:t>
            </a:r>
            <a:endParaRPr sz="2400">
              <a:latin typeface="Cambria"/>
              <a:cs typeface="Cambria"/>
            </a:endParaRPr>
          </a:p>
          <a:p>
            <a:pPr marL="38100">
              <a:lnSpc>
                <a:spcPct val="100000"/>
              </a:lnSpc>
              <a:spcBef>
                <a:spcPts val="590"/>
              </a:spcBef>
            </a:pPr>
            <a:r>
              <a:rPr sz="2400" b="1" dirty="0">
                <a:solidFill>
                  <a:srgbClr val="FF0000"/>
                </a:solidFill>
                <a:latin typeface="Cambria"/>
                <a:cs typeface="Cambria"/>
              </a:rPr>
              <a:t>E</a:t>
            </a:r>
            <a:r>
              <a:rPr sz="2400" b="1" spc="-25" dirty="0">
                <a:solidFill>
                  <a:srgbClr val="FF0000"/>
                </a:solidFill>
                <a:latin typeface="Cambria"/>
                <a:cs typeface="Cambria"/>
              </a:rPr>
              <a:t> </a:t>
            </a:r>
            <a:r>
              <a:rPr sz="2400" dirty="0">
                <a:solidFill>
                  <a:srgbClr val="FF0000"/>
                </a:solidFill>
                <a:latin typeface="Wingdings"/>
                <a:cs typeface="Wingdings"/>
              </a:rPr>
              <a:t></a:t>
            </a:r>
            <a:r>
              <a:rPr sz="2400" spc="-85" dirty="0">
                <a:solidFill>
                  <a:srgbClr val="FF0000"/>
                </a:solidFill>
                <a:latin typeface="Times New Roman"/>
                <a:cs typeface="Times New Roman"/>
              </a:rPr>
              <a:t> </a:t>
            </a:r>
            <a:r>
              <a:rPr sz="2400" b="1" dirty="0">
                <a:solidFill>
                  <a:srgbClr val="FF0000"/>
                </a:solidFill>
                <a:latin typeface="Cambria"/>
                <a:cs typeface="Cambria"/>
              </a:rPr>
              <a:t>E</a:t>
            </a:r>
            <a:r>
              <a:rPr sz="2400" b="1" spc="-15" dirty="0">
                <a:solidFill>
                  <a:srgbClr val="FF0000"/>
                </a:solidFill>
                <a:latin typeface="Cambria"/>
                <a:cs typeface="Cambria"/>
              </a:rPr>
              <a:t> </a:t>
            </a:r>
            <a:r>
              <a:rPr sz="2400" b="1" dirty="0">
                <a:solidFill>
                  <a:srgbClr val="FF0000"/>
                </a:solidFill>
                <a:latin typeface="Cambria"/>
                <a:cs typeface="Cambria"/>
              </a:rPr>
              <a:t>+</a:t>
            </a:r>
            <a:r>
              <a:rPr sz="2400" b="1" spc="-5" dirty="0">
                <a:solidFill>
                  <a:srgbClr val="FF0000"/>
                </a:solidFill>
                <a:latin typeface="Cambria"/>
                <a:cs typeface="Cambria"/>
              </a:rPr>
              <a:t> </a:t>
            </a:r>
            <a:r>
              <a:rPr sz="2400" b="1" dirty="0">
                <a:solidFill>
                  <a:srgbClr val="FF0000"/>
                </a:solidFill>
                <a:latin typeface="Cambria"/>
                <a:cs typeface="Cambria"/>
              </a:rPr>
              <a:t>T</a:t>
            </a:r>
            <a:r>
              <a:rPr sz="2400" b="1" spc="-10" dirty="0">
                <a:solidFill>
                  <a:srgbClr val="FF0000"/>
                </a:solidFill>
                <a:latin typeface="Cambria"/>
                <a:cs typeface="Cambria"/>
              </a:rPr>
              <a:t> </a:t>
            </a:r>
            <a:r>
              <a:rPr sz="2400" b="1" dirty="0">
                <a:solidFill>
                  <a:srgbClr val="FF0000"/>
                </a:solidFill>
                <a:latin typeface="Cambria"/>
                <a:cs typeface="Cambria"/>
              </a:rPr>
              <a:t>|</a:t>
            </a:r>
            <a:r>
              <a:rPr sz="2400" b="1" spc="-20" dirty="0">
                <a:solidFill>
                  <a:srgbClr val="FF0000"/>
                </a:solidFill>
                <a:latin typeface="Cambria"/>
                <a:cs typeface="Cambria"/>
              </a:rPr>
              <a:t> </a:t>
            </a:r>
            <a:r>
              <a:rPr sz="2400" b="1" spc="-60" dirty="0">
                <a:solidFill>
                  <a:srgbClr val="FF0000"/>
                </a:solidFill>
                <a:latin typeface="Cambria"/>
                <a:cs typeface="Cambria"/>
              </a:rPr>
              <a:t>T</a:t>
            </a:r>
            <a:endParaRPr sz="2400">
              <a:latin typeface="Cambria"/>
              <a:cs typeface="Cambria"/>
            </a:endParaRPr>
          </a:p>
          <a:p>
            <a:pPr marL="38100" marR="525780">
              <a:lnSpc>
                <a:spcPts val="3479"/>
              </a:lnSpc>
              <a:spcBef>
                <a:spcPts val="215"/>
              </a:spcBef>
            </a:pPr>
            <a:r>
              <a:rPr sz="2400" b="1" dirty="0">
                <a:solidFill>
                  <a:srgbClr val="FF0000"/>
                </a:solidFill>
                <a:latin typeface="Cambria"/>
                <a:cs typeface="Cambria"/>
              </a:rPr>
              <a:t>T</a:t>
            </a:r>
            <a:r>
              <a:rPr sz="2400" b="1" spc="-15" dirty="0">
                <a:solidFill>
                  <a:srgbClr val="FF0000"/>
                </a:solidFill>
                <a:latin typeface="Cambria"/>
                <a:cs typeface="Cambria"/>
              </a:rPr>
              <a:t> </a:t>
            </a:r>
            <a:r>
              <a:rPr sz="2400" dirty="0">
                <a:solidFill>
                  <a:srgbClr val="FF0000"/>
                </a:solidFill>
                <a:latin typeface="Wingdings"/>
                <a:cs typeface="Wingdings"/>
              </a:rPr>
              <a:t></a:t>
            </a:r>
            <a:r>
              <a:rPr sz="2400" spc="-95" dirty="0">
                <a:solidFill>
                  <a:srgbClr val="FF0000"/>
                </a:solidFill>
                <a:latin typeface="Times New Roman"/>
                <a:cs typeface="Times New Roman"/>
              </a:rPr>
              <a:t> </a:t>
            </a:r>
            <a:r>
              <a:rPr sz="2400" b="1" dirty="0">
                <a:solidFill>
                  <a:srgbClr val="FF0000"/>
                </a:solidFill>
                <a:latin typeface="Cambria"/>
                <a:cs typeface="Cambria"/>
              </a:rPr>
              <a:t>T</a:t>
            </a:r>
            <a:r>
              <a:rPr sz="2400" b="1" spc="-10" dirty="0">
                <a:solidFill>
                  <a:srgbClr val="FF0000"/>
                </a:solidFill>
                <a:latin typeface="Cambria"/>
                <a:cs typeface="Cambria"/>
              </a:rPr>
              <a:t> </a:t>
            </a:r>
            <a:r>
              <a:rPr sz="2400" b="1" dirty="0">
                <a:solidFill>
                  <a:srgbClr val="FF0000"/>
                </a:solidFill>
                <a:latin typeface="Cambria"/>
                <a:cs typeface="Cambria"/>
              </a:rPr>
              <a:t>*</a:t>
            </a:r>
            <a:r>
              <a:rPr sz="2400" b="1" spc="-5" dirty="0">
                <a:solidFill>
                  <a:srgbClr val="FF0000"/>
                </a:solidFill>
                <a:latin typeface="Cambria"/>
                <a:cs typeface="Cambria"/>
              </a:rPr>
              <a:t> </a:t>
            </a:r>
            <a:r>
              <a:rPr sz="2400" b="1" dirty="0">
                <a:solidFill>
                  <a:srgbClr val="FF0000"/>
                </a:solidFill>
                <a:latin typeface="Cambria"/>
                <a:cs typeface="Cambria"/>
              </a:rPr>
              <a:t>F</a:t>
            </a:r>
            <a:r>
              <a:rPr sz="2400" b="1" spc="-15" dirty="0">
                <a:solidFill>
                  <a:srgbClr val="FF0000"/>
                </a:solidFill>
                <a:latin typeface="Cambria"/>
                <a:cs typeface="Cambria"/>
              </a:rPr>
              <a:t> </a:t>
            </a:r>
            <a:r>
              <a:rPr sz="2400" b="1" dirty="0">
                <a:solidFill>
                  <a:srgbClr val="FF0000"/>
                </a:solidFill>
                <a:latin typeface="Cambria"/>
                <a:cs typeface="Cambria"/>
              </a:rPr>
              <a:t>|</a:t>
            </a:r>
            <a:r>
              <a:rPr sz="2400" b="1" spc="-15" dirty="0">
                <a:solidFill>
                  <a:srgbClr val="FF0000"/>
                </a:solidFill>
                <a:latin typeface="Cambria"/>
                <a:cs typeface="Cambria"/>
              </a:rPr>
              <a:t> </a:t>
            </a:r>
            <a:r>
              <a:rPr sz="2400" b="1" spc="-50" dirty="0">
                <a:solidFill>
                  <a:srgbClr val="FF0000"/>
                </a:solidFill>
                <a:latin typeface="Cambria"/>
                <a:cs typeface="Cambria"/>
              </a:rPr>
              <a:t>F </a:t>
            </a:r>
            <a:r>
              <a:rPr sz="2400" b="1" dirty="0">
                <a:solidFill>
                  <a:srgbClr val="FF0000"/>
                </a:solidFill>
                <a:latin typeface="Cambria"/>
                <a:cs typeface="Cambria"/>
              </a:rPr>
              <a:t>F</a:t>
            </a:r>
            <a:r>
              <a:rPr sz="2400" b="1" spc="-15" dirty="0">
                <a:solidFill>
                  <a:srgbClr val="FF0000"/>
                </a:solidFill>
                <a:latin typeface="Cambria"/>
                <a:cs typeface="Cambria"/>
              </a:rPr>
              <a:t> </a:t>
            </a:r>
            <a:r>
              <a:rPr sz="2400" dirty="0">
                <a:solidFill>
                  <a:srgbClr val="FF0000"/>
                </a:solidFill>
                <a:latin typeface="Wingdings"/>
                <a:cs typeface="Wingdings"/>
              </a:rPr>
              <a:t></a:t>
            </a:r>
            <a:r>
              <a:rPr sz="2400" spc="-80" dirty="0">
                <a:solidFill>
                  <a:srgbClr val="FF0000"/>
                </a:solidFill>
                <a:latin typeface="Times New Roman"/>
                <a:cs typeface="Times New Roman"/>
              </a:rPr>
              <a:t> </a:t>
            </a:r>
            <a:r>
              <a:rPr sz="2400" b="1" dirty="0">
                <a:solidFill>
                  <a:srgbClr val="FF0000"/>
                </a:solidFill>
                <a:latin typeface="Cambria"/>
                <a:cs typeface="Cambria"/>
              </a:rPr>
              <a:t>(E)</a:t>
            </a:r>
            <a:r>
              <a:rPr sz="2400" b="1" spc="-25" dirty="0">
                <a:solidFill>
                  <a:srgbClr val="FF0000"/>
                </a:solidFill>
                <a:latin typeface="Cambria"/>
                <a:cs typeface="Cambria"/>
              </a:rPr>
              <a:t> </a:t>
            </a:r>
            <a:r>
              <a:rPr sz="2400" b="1" dirty="0">
                <a:solidFill>
                  <a:srgbClr val="FF0000"/>
                </a:solidFill>
                <a:latin typeface="Cambria"/>
                <a:cs typeface="Cambria"/>
              </a:rPr>
              <a:t>|</a:t>
            </a:r>
            <a:r>
              <a:rPr sz="2400" b="1" spc="-10" dirty="0">
                <a:solidFill>
                  <a:srgbClr val="FF0000"/>
                </a:solidFill>
                <a:latin typeface="Cambria"/>
                <a:cs typeface="Cambria"/>
              </a:rPr>
              <a:t> </a:t>
            </a:r>
            <a:r>
              <a:rPr sz="2400" b="1" spc="-25" dirty="0">
                <a:solidFill>
                  <a:srgbClr val="FF0000"/>
                </a:solidFill>
                <a:latin typeface="Cambria"/>
                <a:cs typeface="Cambria"/>
              </a:rPr>
              <a:t>id</a:t>
            </a:r>
            <a:endParaRPr sz="2400">
              <a:latin typeface="Cambria"/>
              <a:cs typeface="Cambria"/>
            </a:endParaRPr>
          </a:p>
          <a:p>
            <a:pPr marL="38100">
              <a:lnSpc>
                <a:spcPct val="100000"/>
              </a:lnSpc>
              <a:spcBef>
                <a:spcPts val="395"/>
              </a:spcBef>
            </a:pPr>
            <a:r>
              <a:rPr sz="2200" b="1" dirty="0">
                <a:latin typeface="Cambria"/>
                <a:cs typeface="Cambria"/>
              </a:rPr>
              <a:t>1</a:t>
            </a:r>
            <a:r>
              <a:rPr sz="2175" b="1" baseline="24904" dirty="0">
                <a:latin typeface="Cambria"/>
                <a:cs typeface="Cambria"/>
              </a:rPr>
              <a:t>st</a:t>
            </a:r>
            <a:r>
              <a:rPr sz="2175" b="1" spc="270" baseline="24904" dirty="0">
                <a:latin typeface="Cambria"/>
                <a:cs typeface="Cambria"/>
              </a:rPr>
              <a:t> </a:t>
            </a:r>
            <a:r>
              <a:rPr sz="2200" b="1" spc="-10" dirty="0">
                <a:latin typeface="Cambria"/>
                <a:cs typeface="Cambria"/>
              </a:rPr>
              <a:t>Step:-</a:t>
            </a:r>
            <a:endParaRPr sz="2200">
              <a:latin typeface="Cambria"/>
              <a:cs typeface="Cambria"/>
            </a:endParaRPr>
          </a:p>
          <a:p>
            <a:pPr marL="38100">
              <a:lnSpc>
                <a:spcPct val="100000"/>
              </a:lnSpc>
              <a:spcBef>
                <a:spcPts val="600"/>
              </a:spcBef>
            </a:pPr>
            <a:r>
              <a:rPr sz="2200" dirty="0">
                <a:latin typeface="Cambria"/>
                <a:cs typeface="Cambria"/>
              </a:rPr>
              <a:t>E’</a:t>
            </a:r>
            <a:r>
              <a:rPr sz="2200" spc="-15" dirty="0">
                <a:latin typeface="Cambria"/>
                <a:cs typeface="Cambria"/>
              </a:rPr>
              <a:t> </a:t>
            </a:r>
            <a:r>
              <a:rPr sz="2200" dirty="0">
                <a:latin typeface="Wingdings"/>
                <a:cs typeface="Wingdings"/>
              </a:rPr>
              <a:t></a:t>
            </a:r>
            <a:r>
              <a:rPr sz="2200" spc="-75" dirty="0">
                <a:latin typeface="Times New Roman"/>
                <a:cs typeface="Times New Roman"/>
              </a:rPr>
              <a:t> </a:t>
            </a:r>
            <a:r>
              <a:rPr sz="2200" spc="-50" dirty="0">
                <a:latin typeface="Cambria"/>
                <a:cs typeface="Cambria"/>
              </a:rPr>
              <a:t>E</a:t>
            </a:r>
            <a:endParaRPr sz="2200">
              <a:latin typeface="Cambria"/>
              <a:cs typeface="Cambria"/>
            </a:endParaRPr>
          </a:p>
          <a:p>
            <a:pPr marL="38100">
              <a:lnSpc>
                <a:spcPct val="100000"/>
              </a:lnSpc>
              <a:spcBef>
                <a:spcPts val="600"/>
              </a:spcBef>
            </a:pPr>
            <a:r>
              <a:rPr sz="2200" dirty="0">
                <a:latin typeface="Cambria"/>
                <a:cs typeface="Cambria"/>
              </a:rPr>
              <a:t>E</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dirty="0">
                <a:latin typeface="Cambria"/>
                <a:cs typeface="Cambria"/>
              </a:rPr>
              <a:t>E</a:t>
            </a:r>
            <a:r>
              <a:rPr sz="2200" spc="-10"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T</a:t>
            </a:r>
            <a:r>
              <a:rPr sz="2200" spc="-5" dirty="0">
                <a:latin typeface="Cambria"/>
                <a:cs typeface="Cambria"/>
              </a:rPr>
              <a:t> </a:t>
            </a:r>
            <a:r>
              <a:rPr sz="2200" dirty="0">
                <a:latin typeface="Cambria"/>
                <a:cs typeface="Cambria"/>
              </a:rPr>
              <a:t>|</a:t>
            </a:r>
            <a:r>
              <a:rPr sz="2200" spc="5" dirty="0">
                <a:latin typeface="Cambria"/>
                <a:cs typeface="Cambria"/>
              </a:rPr>
              <a:t> </a:t>
            </a:r>
            <a:r>
              <a:rPr sz="2200" spc="-50" dirty="0">
                <a:latin typeface="Cambria"/>
                <a:cs typeface="Cambria"/>
              </a:rPr>
              <a:t>T</a:t>
            </a:r>
            <a:endParaRPr sz="2200">
              <a:latin typeface="Cambria"/>
              <a:cs typeface="Cambria"/>
            </a:endParaRPr>
          </a:p>
          <a:p>
            <a:pPr marL="38100" marR="705485">
              <a:lnSpc>
                <a:spcPct val="122800"/>
              </a:lnSpc>
            </a:pPr>
            <a:r>
              <a:rPr sz="2200" dirty="0">
                <a:latin typeface="Cambria"/>
                <a:cs typeface="Cambria"/>
              </a:rPr>
              <a:t>T</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dirty="0">
                <a:latin typeface="Cambria"/>
                <a:cs typeface="Cambria"/>
              </a:rPr>
              <a:t>T *</a:t>
            </a:r>
            <a:r>
              <a:rPr sz="2200" spc="-5" dirty="0">
                <a:latin typeface="Cambria"/>
                <a:cs typeface="Cambria"/>
              </a:rPr>
              <a:t> </a:t>
            </a:r>
            <a:r>
              <a:rPr sz="2200" dirty="0">
                <a:latin typeface="Cambria"/>
                <a:cs typeface="Cambria"/>
              </a:rPr>
              <a:t>F |</a:t>
            </a:r>
            <a:r>
              <a:rPr sz="2200" spc="5" dirty="0">
                <a:latin typeface="Cambria"/>
                <a:cs typeface="Cambria"/>
              </a:rPr>
              <a:t> </a:t>
            </a:r>
            <a:r>
              <a:rPr sz="2200" spc="-50" dirty="0">
                <a:latin typeface="Cambria"/>
                <a:cs typeface="Cambria"/>
              </a:rPr>
              <a:t>F </a:t>
            </a:r>
            <a:r>
              <a:rPr sz="2200" dirty="0">
                <a:latin typeface="Cambria"/>
                <a:cs typeface="Cambria"/>
              </a:rPr>
              <a:t>F </a:t>
            </a:r>
            <a:r>
              <a:rPr sz="2200" dirty="0">
                <a:latin typeface="Wingdings"/>
                <a:cs typeface="Wingdings"/>
              </a:rPr>
              <a:t></a:t>
            </a:r>
            <a:r>
              <a:rPr sz="2200" spc="-75" dirty="0">
                <a:latin typeface="Times New Roman"/>
                <a:cs typeface="Times New Roman"/>
              </a:rPr>
              <a:t> </a:t>
            </a:r>
            <a:r>
              <a:rPr sz="2200" dirty="0">
                <a:latin typeface="Cambria"/>
                <a:cs typeface="Cambria"/>
              </a:rPr>
              <a:t>(E) |</a:t>
            </a:r>
            <a:r>
              <a:rPr sz="2200" spc="5" dirty="0">
                <a:latin typeface="Cambria"/>
                <a:cs typeface="Cambria"/>
              </a:rPr>
              <a:t> </a:t>
            </a:r>
            <a:r>
              <a:rPr sz="2200" spc="-25" dirty="0">
                <a:latin typeface="Cambria"/>
                <a:cs typeface="Cambria"/>
              </a:rPr>
              <a:t>id </a:t>
            </a:r>
            <a:r>
              <a:rPr sz="2200" b="1" dirty="0">
                <a:latin typeface="Cambria"/>
                <a:cs typeface="Cambria"/>
              </a:rPr>
              <a:t>2</a:t>
            </a:r>
            <a:r>
              <a:rPr sz="2175" b="1" baseline="24904" dirty="0">
                <a:latin typeface="Cambria"/>
                <a:cs typeface="Cambria"/>
              </a:rPr>
              <a:t>nd</a:t>
            </a:r>
            <a:r>
              <a:rPr sz="2175" b="1" spc="270" baseline="24904" dirty="0">
                <a:latin typeface="Cambria"/>
                <a:cs typeface="Cambria"/>
              </a:rPr>
              <a:t> </a:t>
            </a:r>
            <a:r>
              <a:rPr sz="2200" b="1" spc="-10" dirty="0">
                <a:latin typeface="Cambria"/>
                <a:cs typeface="Cambria"/>
              </a:rPr>
              <a:t>Step:-</a:t>
            </a:r>
            <a:r>
              <a:rPr sz="2200" b="1" spc="550" dirty="0">
                <a:latin typeface="Cambria"/>
                <a:cs typeface="Cambria"/>
              </a:rPr>
              <a:t> </a:t>
            </a:r>
            <a:r>
              <a:rPr sz="2200" dirty="0">
                <a:latin typeface="Cambria"/>
                <a:cs typeface="Cambria"/>
              </a:rPr>
              <a:t>I0</a:t>
            </a:r>
            <a:r>
              <a:rPr sz="2200" spc="-10" dirty="0">
                <a:latin typeface="Cambria"/>
                <a:cs typeface="Cambria"/>
              </a:rPr>
              <a:t> </a:t>
            </a:r>
            <a:r>
              <a:rPr sz="2200" dirty="0">
                <a:latin typeface="Cambria"/>
                <a:cs typeface="Cambria"/>
              </a:rPr>
              <a:t>=</a:t>
            </a:r>
            <a:r>
              <a:rPr sz="2200" spc="-10" dirty="0">
                <a:latin typeface="Cambria"/>
                <a:cs typeface="Cambria"/>
              </a:rPr>
              <a:t> </a:t>
            </a:r>
            <a:r>
              <a:rPr sz="2200" dirty="0">
                <a:latin typeface="Cambria"/>
                <a:cs typeface="Cambria"/>
              </a:rPr>
              <a:t>E’</a:t>
            </a:r>
            <a:r>
              <a:rPr sz="2200" spc="-10"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•E</a:t>
            </a:r>
            <a:endParaRPr sz="2200">
              <a:latin typeface="Cambria"/>
              <a:cs typeface="Cambria"/>
            </a:endParaRPr>
          </a:p>
          <a:p>
            <a:pPr marL="533400">
              <a:lnSpc>
                <a:spcPct val="100000"/>
              </a:lnSpc>
              <a:spcBef>
                <a:spcPts val="600"/>
              </a:spcBef>
            </a:pPr>
            <a:r>
              <a:rPr sz="2200" dirty="0">
                <a:latin typeface="Cambria"/>
                <a:cs typeface="Cambria"/>
              </a:rPr>
              <a:t>E</a:t>
            </a:r>
            <a:r>
              <a:rPr sz="2200" spc="-10" dirty="0">
                <a:latin typeface="Cambria"/>
                <a:cs typeface="Cambria"/>
              </a:rPr>
              <a:t> </a:t>
            </a:r>
            <a:r>
              <a:rPr sz="2200" dirty="0">
                <a:latin typeface="Wingdings"/>
                <a:cs typeface="Wingdings"/>
              </a:rPr>
              <a:t></a:t>
            </a:r>
            <a:r>
              <a:rPr sz="2200" spc="-70" dirty="0">
                <a:latin typeface="Times New Roman"/>
                <a:cs typeface="Times New Roman"/>
              </a:rPr>
              <a:t> </a:t>
            </a:r>
            <a:r>
              <a:rPr sz="2200" dirty="0">
                <a:latin typeface="Cambria"/>
                <a:cs typeface="Cambria"/>
              </a:rPr>
              <a:t>•E+T</a:t>
            </a:r>
            <a:r>
              <a:rPr sz="2200" spc="-5" dirty="0">
                <a:latin typeface="Cambria"/>
                <a:cs typeface="Cambria"/>
              </a:rPr>
              <a:t> </a:t>
            </a:r>
            <a:r>
              <a:rPr sz="2200" dirty="0">
                <a:latin typeface="Cambria"/>
                <a:cs typeface="Cambria"/>
              </a:rPr>
              <a:t>|</a:t>
            </a:r>
            <a:r>
              <a:rPr sz="2200" spc="-5" dirty="0">
                <a:latin typeface="Cambria"/>
                <a:cs typeface="Cambria"/>
              </a:rPr>
              <a:t> </a:t>
            </a:r>
            <a:r>
              <a:rPr sz="2200" spc="-25" dirty="0">
                <a:latin typeface="Cambria"/>
                <a:cs typeface="Cambria"/>
              </a:rPr>
              <a:t>•T</a:t>
            </a:r>
            <a:endParaRPr sz="2200">
              <a:latin typeface="Cambria"/>
              <a:cs typeface="Cambria"/>
            </a:endParaRPr>
          </a:p>
          <a:p>
            <a:pPr marL="533400">
              <a:lnSpc>
                <a:spcPct val="100000"/>
              </a:lnSpc>
              <a:spcBef>
                <a:spcPts val="600"/>
              </a:spcBef>
            </a:pPr>
            <a:r>
              <a:rPr sz="2200" dirty="0">
                <a:latin typeface="Cambria"/>
                <a:cs typeface="Cambria"/>
              </a:rPr>
              <a:t>T</a:t>
            </a:r>
            <a:r>
              <a:rPr sz="2200" spc="-10"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•T*F</a:t>
            </a:r>
            <a:r>
              <a:rPr sz="2200" spc="-10" dirty="0">
                <a:latin typeface="Cambria"/>
                <a:cs typeface="Cambria"/>
              </a:rPr>
              <a:t> </a:t>
            </a:r>
            <a:r>
              <a:rPr sz="2200" dirty="0">
                <a:latin typeface="Cambria"/>
                <a:cs typeface="Cambria"/>
              </a:rPr>
              <a:t>|</a:t>
            </a:r>
            <a:r>
              <a:rPr sz="2200" spc="-5" dirty="0">
                <a:latin typeface="Cambria"/>
                <a:cs typeface="Cambria"/>
              </a:rPr>
              <a:t> </a:t>
            </a:r>
            <a:r>
              <a:rPr sz="2200" spc="-25" dirty="0">
                <a:latin typeface="Cambria"/>
                <a:cs typeface="Cambria"/>
              </a:rPr>
              <a:t>•F</a:t>
            </a:r>
            <a:endParaRPr sz="2200">
              <a:latin typeface="Cambria"/>
              <a:cs typeface="Cambria"/>
            </a:endParaRPr>
          </a:p>
          <a:p>
            <a:pPr marL="533400">
              <a:lnSpc>
                <a:spcPct val="100000"/>
              </a:lnSpc>
              <a:spcBef>
                <a:spcPts val="605"/>
              </a:spcBef>
            </a:pPr>
            <a:r>
              <a:rPr sz="2200" dirty="0">
                <a:latin typeface="Cambria"/>
                <a:cs typeface="Cambria"/>
              </a:rPr>
              <a:t>F</a:t>
            </a:r>
            <a:r>
              <a:rPr sz="2200" spc="-5" dirty="0">
                <a:latin typeface="Cambria"/>
                <a:cs typeface="Cambria"/>
              </a:rPr>
              <a:t> </a:t>
            </a:r>
            <a:r>
              <a:rPr sz="2200" dirty="0">
                <a:latin typeface="Wingdings"/>
                <a:cs typeface="Wingdings"/>
              </a:rPr>
              <a:t></a:t>
            </a:r>
            <a:r>
              <a:rPr sz="2200" dirty="0">
                <a:latin typeface="Cambria"/>
                <a:cs typeface="Cambria"/>
              </a:rPr>
              <a:t>•(E)</a:t>
            </a:r>
            <a:r>
              <a:rPr sz="2200" spc="-15" dirty="0">
                <a:latin typeface="Cambria"/>
                <a:cs typeface="Cambria"/>
              </a:rPr>
              <a:t> </a:t>
            </a:r>
            <a:r>
              <a:rPr sz="2200" dirty="0">
                <a:latin typeface="Cambria"/>
                <a:cs typeface="Cambria"/>
              </a:rPr>
              <a:t>|</a:t>
            </a:r>
            <a:r>
              <a:rPr sz="2200" spc="-5" dirty="0">
                <a:latin typeface="Cambria"/>
                <a:cs typeface="Cambria"/>
              </a:rPr>
              <a:t> </a:t>
            </a:r>
            <a:r>
              <a:rPr sz="2200" spc="-25" dirty="0">
                <a:latin typeface="Cambria"/>
                <a:cs typeface="Cambria"/>
              </a:rPr>
              <a:t>•id</a:t>
            </a:r>
            <a:endParaRPr sz="2200">
              <a:latin typeface="Cambria"/>
              <a:cs typeface="Cambria"/>
            </a:endParaRPr>
          </a:p>
        </p:txBody>
      </p:sp>
      <p:graphicFrame>
        <p:nvGraphicFramePr>
          <p:cNvPr id="4" name="object 4"/>
          <p:cNvGraphicFramePr>
            <a:graphicFrameLocks noGrp="1"/>
          </p:cNvGraphicFramePr>
          <p:nvPr/>
        </p:nvGraphicFramePr>
        <p:xfrm>
          <a:off x="6074917" y="460676"/>
          <a:ext cx="2127250" cy="3198495"/>
        </p:xfrm>
        <a:graphic>
          <a:graphicData uri="http://schemas.openxmlformats.org/drawingml/2006/table">
            <a:tbl>
              <a:tblPr firstRow="1" bandRow="1">
                <a:tableStyleId>{2D5ABB26-0587-4C30-8999-92F81FD0307C}</a:tableStyleId>
              </a:tblPr>
              <a:tblGrid>
                <a:gridCol w="2050414">
                  <a:extLst>
                    <a:ext uri="{9D8B030D-6E8A-4147-A177-3AD203B41FA5}">
                      <a16:colId xmlns:a16="http://schemas.microsoft.com/office/drawing/2014/main" val="20000"/>
                    </a:ext>
                  </a:extLst>
                </a:gridCol>
              </a:tblGrid>
              <a:tr h="1199515">
                <a:tc>
                  <a:txBody>
                    <a:bodyPr/>
                    <a:lstStyle/>
                    <a:p>
                      <a:pPr marL="31750">
                        <a:lnSpc>
                          <a:spcPts val="2525"/>
                        </a:lnSpc>
                      </a:pPr>
                      <a:r>
                        <a:rPr sz="2200" dirty="0">
                          <a:latin typeface="Cambria"/>
                          <a:cs typeface="Cambria"/>
                        </a:rPr>
                        <a:t>I1</a:t>
                      </a:r>
                      <a:r>
                        <a:rPr sz="2200" spc="-25" dirty="0">
                          <a:latin typeface="Cambria"/>
                          <a:cs typeface="Cambria"/>
                        </a:rPr>
                        <a:t> </a:t>
                      </a:r>
                      <a:r>
                        <a:rPr sz="2200" dirty="0">
                          <a:latin typeface="Cambria"/>
                          <a:cs typeface="Cambria"/>
                        </a:rPr>
                        <a:t>=</a:t>
                      </a:r>
                      <a:r>
                        <a:rPr sz="2200" spc="-20" dirty="0">
                          <a:latin typeface="Cambria"/>
                          <a:cs typeface="Cambria"/>
                        </a:rPr>
                        <a:t> </a:t>
                      </a:r>
                      <a:r>
                        <a:rPr sz="2200" dirty="0">
                          <a:latin typeface="Cambria"/>
                          <a:cs typeface="Cambria"/>
                        </a:rPr>
                        <a:t>goto</a:t>
                      </a:r>
                      <a:r>
                        <a:rPr sz="2200" spc="-15" dirty="0">
                          <a:latin typeface="Cambria"/>
                          <a:cs typeface="Cambria"/>
                        </a:rPr>
                        <a:t> </a:t>
                      </a:r>
                      <a:r>
                        <a:rPr sz="2200" dirty="0">
                          <a:latin typeface="Cambria"/>
                          <a:cs typeface="Cambria"/>
                        </a:rPr>
                        <a:t>(I0,</a:t>
                      </a:r>
                      <a:r>
                        <a:rPr sz="2200" spc="-20" dirty="0">
                          <a:latin typeface="Cambria"/>
                          <a:cs typeface="Cambria"/>
                        </a:rPr>
                        <a:t> </a:t>
                      </a:r>
                      <a:r>
                        <a:rPr sz="2200" spc="-25" dirty="0">
                          <a:latin typeface="Cambria"/>
                          <a:cs typeface="Cambria"/>
                        </a:rPr>
                        <a:t>E)</a:t>
                      </a:r>
                      <a:endParaRPr sz="2200">
                        <a:latin typeface="Cambria"/>
                        <a:cs typeface="Cambria"/>
                      </a:endParaRPr>
                    </a:p>
                    <a:p>
                      <a:pPr marL="589280">
                        <a:lnSpc>
                          <a:spcPct val="100000"/>
                        </a:lnSpc>
                        <a:spcBef>
                          <a:spcPts val="600"/>
                        </a:spcBef>
                      </a:pPr>
                      <a:r>
                        <a:rPr sz="2200" dirty="0">
                          <a:latin typeface="Cambria"/>
                          <a:cs typeface="Cambria"/>
                        </a:rPr>
                        <a:t>E’</a:t>
                      </a:r>
                      <a:r>
                        <a:rPr sz="2200" spc="-15" dirty="0">
                          <a:latin typeface="Cambria"/>
                          <a:cs typeface="Cambria"/>
                        </a:rPr>
                        <a:t> </a:t>
                      </a:r>
                      <a:r>
                        <a:rPr sz="2200" dirty="0">
                          <a:latin typeface="Wingdings"/>
                          <a:cs typeface="Wingdings"/>
                        </a:rPr>
                        <a:t></a:t>
                      </a:r>
                      <a:r>
                        <a:rPr sz="2200" spc="-75" dirty="0">
                          <a:latin typeface="Times New Roman"/>
                          <a:cs typeface="Times New Roman"/>
                        </a:rPr>
                        <a:t> </a:t>
                      </a:r>
                      <a:r>
                        <a:rPr sz="2200" spc="-25" dirty="0">
                          <a:latin typeface="Cambria"/>
                          <a:cs typeface="Cambria"/>
                        </a:rPr>
                        <a:t>E•</a:t>
                      </a:r>
                      <a:endParaRPr sz="2200">
                        <a:latin typeface="Cambria"/>
                        <a:cs typeface="Cambria"/>
                      </a:endParaRPr>
                    </a:p>
                    <a:p>
                      <a:pPr marL="589280">
                        <a:lnSpc>
                          <a:spcPct val="100000"/>
                        </a:lnSpc>
                        <a:spcBef>
                          <a:spcPts val="600"/>
                        </a:spcBef>
                      </a:pPr>
                      <a:r>
                        <a:rPr sz="2200" dirty="0">
                          <a:latin typeface="Cambria"/>
                          <a:cs typeface="Cambria"/>
                        </a:rPr>
                        <a:t>E</a:t>
                      </a:r>
                      <a:r>
                        <a:rPr sz="2200" spc="-20" dirty="0">
                          <a:latin typeface="Cambria"/>
                          <a:cs typeface="Cambria"/>
                        </a:rPr>
                        <a:t> </a:t>
                      </a:r>
                      <a:r>
                        <a:rPr sz="2200" dirty="0">
                          <a:latin typeface="Wingdings"/>
                          <a:cs typeface="Wingdings"/>
                        </a:rPr>
                        <a:t></a:t>
                      </a:r>
                      <a:r>
                        <a:rPr sz="2200" spc="-65" dirty="0">
                          <a:latin typeface="Times New Roman"/>
                          <a:cs typeface="Times New Roman"/>
                        </a:rPr>
                        <a:t> </a:t>
                      </a:r>
                      <a:r>
                        <a:rPr sz="2200" spc="-20" dirty="0">
                          <a:latin typeface="Cambria"/>
                          <a:cs typeface="Cambria"/>
                        </a:rPr>
                        <a:t>E•+T</a:t>
                      </a:r>
                      <a:endParaRPr sz="2200">
                        <a:latin typeface="Cambria"/>
                        <a:cs typeface="Cambria"/>
                      </a:endParaRPr>
                    </a:p>
                  </a:txBody>
                  <a:tcPr marL="0" marR="0" marT="0" marB="0"/>
                </a:tc>
                <a:extLst>
                  <a:ext uri="{0D108BD9-81ED-4DB2-BD59-A6C34878D82A}">
                    <a16:rowId xmlns:a16="http://schemas.microsoft.com/office/drawing/2014/main" val="10000"/>
                  </a:ext>
                </a:extLst>
              </a:tr>
              <a:tr h="1229995">
                <a:tc>
                  <a:txBody>
                    <a:bodyPr/>
                    <a:lstStyle/>
                    <a:p>
                      <a:pPr marL="85090">
                        <a:lnSpc>
                          <a:spcPct val="100000"/>
                        </a:lnSpc>
                        <a:spcBef>
                          <a:spcPts val="280"/>
                        </a:spcBef>
                      </a:pPr>
                      <a:r>
                        <a:rPr sz="2200" dirty="0">
                          <a:latin typeface="Cambria"/>
                          <a:cs typeface="Cambria"/>
                        </a:rPr>
                        <a:t>I2</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T)</a:t>
                      </a:r>
                      <a:endParaRPr sz="2200">
                        <a:latin typeface="Cambria"/>
                        <a:cs typeface="Cambria"/>
                      </a:endParaRPr>
                    </a:p>
                    <a:p>
                      <a:pPr marL="642620">
                        <a:lnSpc>
                          <a:spcPct val="100000"/>
                        </a:lnSpc>
                        <a:spcBef>
                          <a:spcPts val="600"/>
                        </a:spcBef>
                      </a:pPr>
                      <a:r>
                        <a:rPr sz="2200" dirty="0">
                          <a:latin typeface="Cambria"/>
                          <a:cs typeface="Cambria"/>
                        </a:rPr>
                        <a:t>E</a:t>
                      </a:r>
                      <a:r>
                        <a:rPr sz="2200" spc="-10"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T•</a:t>
                      </a:r>
                      <a:endParaRPr sz="2200">
                        <a:latin typeface="Cambria"/>
                        <a:cs typeface="Cambria"/>
                      </a:endParaRPr>
                    </a:p>
                    <a:p>
                      <a:pPr marL="642620">
                        <a:lnSpc>
                          <a:spcPct val="100000"/>
                        </a:lnSpc>
                        <a:spcBef>
                          <a:spcPts val="600"/>
                        </a:spcBef>
                      </a:pPr>
                      <a:r>
                        <a:rPr sz="2200" dirty="0">
                          <a:latin typeface="Cambria"/>
                          <a:cs typeface="Cambria"/>
                        </a:rPr>
                        <a:t>T</a:t>
                      </a:r>
                      <a:r>
                        <a:rPr sz="2200" spc="-10" dirty="0">
                          <a:latin typeface="Cambria"/>
                          <a:cs typeface="Cambria"/>
                        </a:rPr>
                        <a:t> </a:t>
                      </a:r>
                      <a:r>
                        <a:rPr sz="2200" dirty="0">
                          <a:latin typeface="Wingdings"/>
                          <a:cs typeface="Wingdings"/>
                        </a:rPr>
                        <a:t></a:t>
                      </a:r>
                      <a:r>
                        <a:rPr sz="2200" spc="-80" dirty="0">
                          <a:latin typeface="Times New Roman"/>
                          <a:cs typeface="Times New Roman"/>
                        </a:rPr>
                        <a:t> </a:t>
                      </a:r>
                      <a:r>
                        <a:rPr sz="2200" spc="-20" dirty="0">
                          <a:latin typeface="Cambria"/>
                          <a:cs typeface="Cambria"/>
                        </a:rPr>
                        <a:t>T•*F</a:t>
                      </a:r>
                      <a:endParaRPr sz="2200">
                        <a:latin typeface="Cambria"/>
                        <a:cs typeface="Cambria"/>
                      </a:endParaRPr>
                    </a:p>
                  </a:txBody>
                  <a:tcPr marL="0" marR="0" marT="35560" marB="0"/>
                </a:tc>
                <a:extLst>
                  <a:ext uri="{0D108BD9-81ED-4DB2-BD59-A6C34878D82A}">
                    <a16:rowId xmlns:a16="http://schemas.microsoft.com/office/drawing/2014/main" val="10001"/>
                  </a:ext>
                </a:extLst>
              </a:tr>
              <a:tr h="768985">
                <a:tc>
                  <a:txBody>
                    <a:bodyPr/>
                    <a:lstStyle/>
                    <a:p>
                      <a:pPr marL="150495" algn="ctr">
                        <a:lnSpc>
                          <a:spcPct val="100000"/>
                        </a:lnSpc>
                        <a:spcBef>
                          <a:spcPts val="125"/>
                        </a:spcBef>
                      </a:pPr>
                      <a:r>
                        <a:rPr sz="2200" dirty="0">
                          <a:latin typeface="Cambria"/>
                          <a:cs typeface="Cambria"/>
                        </a:rPr>
                        <a:t>I3</a:t>
                      </a:r>
                      <a:r>
                        <a:rPr sz="2200" spc="-20" dirty="0">
                          <a:latin typeface="Cambria"/>
                          <a:cs typeface="Cambria"/>
                        </a:rPr>
                        <a:t> </a:t>
                      </a:r>
                      <a:r>
                        <a:rPr sz="2200" dirty="0">
                          <a:latin typeface="Cambria"/>
                          <a:cs typeface="Cambria"/>
                        </a:rPr>
                        <a:t>=</a:t>
                      </a:r>
                      <a:r>
                        <a:rPr sz="2200" spc="-10"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F)</a:t>
                      </a:r>
                      <a:endParaRPr sz="2200">
                        <a:latin typeface="Cambria"/>
                        <a:cs typeface="Cambria"/>
                      </a:endParaRPr>
                    </a:p>
                    <a:p>
                      <a:pPr marL="140970" algn="ctr">
                        <a:lnSpc>
                          <a:spcPts val="2590"/>
                        </a:lnSpc>
                        <a:spcBef>
                          <a:spcPts val="600"/>
                        </a:spcBef>
                      </a:pPr>
                      <a:r>
                        <a:rPr sz="2200" dirty="0">
                          <a:latin typeface="Cambria"/>
                          <a:cs typeface="Cambria"/>
                        </a:rPr>
                        <a:t>T </a:t>
                      </a:r>
                      <a:r>
                        <a:rPr sz="2200" dirty="0">
                          <a:latin typeface="Wingdings"/>
                          <a:cs typeface="Wingdings"/>
                        </a:rPr>
                        <a:t></a:t>
                      </a:r>
                      <a:r>
                        <a:rPr sz="2200" spc="-65" dirty="0">
                          <a:latin typeface="Times New Roman"/>
                          <a:cs typeface="Times New Roman"/>
                        </a:rPr>
                        <a:t> </a:t>
                      </a:r>
                      <a:r>
                        <a:rPr sz="2200" spc="-25" dirty="0">
                          <a:latin typeface="Cambria"/>
                          <a:cs typeface="Cambria"/>
                        </a:rPr>
                        <a:t>F•</a:t>
                      </a:r>
                      <a:endParaRPr sz="2200">
                        <a:latin typeface="Cambria"/>
                        <a:cs typeface="Cambria"/>
                      </a:endParaRPr>
                    </a:p>
                  </a:txBody>
                  <a:tcPr marL="0" marR="0" marT="15875" marB="0"/>
                </a:tc>
                <a:extLst>
                  <a:ext uri="{0D108BD9-81ED-4DB2-BD59-A6C34878D82A}">
                    <a16:rowId xmlns:a16="http://schemas.microsoft.com/office/drawing/2014/main" val="10002"/>
                  </a:ext>
                </a:extLst>
              </a:tr>
            </a:tbl>
          </a:graphicData>
        </a:graphic>
      </p:graphicFrame>
      <p:sp>
        <p:nvSpPr>
          <p:cNvPr id="5" name="object 5"/>
          <p:cNvSpPr txBox="1"/>
          <p:nvPr/>
        </p:nvSpPr>
        <p:spPr>
          <a:xfrm>
            <a:off x="6243954" y="3698900"/>
            <a:ext cx="1945639" cy="2970530"/>
          </a:xfrm>
          <a:prstGeom prst="rect">
            <a:avLst/>
          </a:prstGeom>
        </p:spPr>
        <p:txBody>
          <a:bodyPr vert="horz" wrap="square" lIns="0" tIns="12700" rIns="0" bIns="0" rtlCol="0">
            <a:spAutoFit/>
          </a:bodyPr>
          <a:lstStyle/>
          <a:p>
            <a:pPr marL="13335" marR="69215">
              <a:lnSpc>
                <a:spcPct val="122700"/>
              </a:lnSpc>
              <a:spcBef>
                <a:spcPts val="100"/>
              </a:spcBef>
            </a:pPr>
            <a:r>
              <a:rPr sz="2200" dirty="0">
                <a:latin typeface="Cambria"/>
                <a:cs typeface="Cambria"/>
              </a:rPr>
              <a:t>I4</a:t>
            </a:r>
            <a:r>
              <a:rPr sz="2200" spc="-15" dirty="0">
                <a:latin typeface="Cambria"/>
                <a:cs typeface="Cambria"/>
              </a:rPr>
              <a:t> </a:t>
            </a:r>
            <a:r>
              <a:rPr sz="2200" dirty="0">
                <a:latin typeface="Cambria"/>
                <a:cs typeface="Cambria"/>
              </a:rPr>
              <a:t>=</a:t>
            </a:r>
            <a:r>
              <a:rPr sz="2200" spc="-1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(I0,</a:t>
            </a:r>
            <a:r>
              <a:rPr sz="2200" spc="-15" dirty="0">
                <a:latin typeface="Cambria"/>
                <a:cs typeface="Cambria"/>
              </a:rPr>
              <a:t> </a:t>
            </a:r>
            <a:r>
              <a:rPr sz="2200" dirty="0">
                <a:latin typeface="Cambria"/>
                <a:cs typeface="Cambria"/>
              </a:rPr>
              <a:t>(</a:t>
            </a:r>
            <a:r>
              <a:rPr sz="2200" spc="-15" dirty="0">
                <a:latin typeface="Cambria"/>
                <a:cs typeface="Cambria"/>
              </a:rPr>
              <a:t> </a:t>
            </a:r>
            <a:r>
              <a:rPr sz="2200" spc="-50" dirty="0">
                <a:latin typeface="Cambria"/>
                <a:cs typeface="Cambria"/>
              </a:rPr>
              <a:t>) </a:t>
            </a:r>
            <a:r>
              <a:rPr sz="2200" dirty="0">
                <a:latin typeface="Cambria"/>
                <a:cs typeface="Cambria"/>
              </a:rPr>
              <a:t>F</a:t>
            </a:r>
            <a:r>
              <a:rPr sz="2200" spc="5" dirty="0">
                <a:latin typeface="Cambria"/>
                <a:cs typeface="Cambria"/>
              </a:rPr>
              <a:t> </a:t>
            </a:r>
            <a:r>
              <a:rPr sz="2200" dirty="0">
                <a:latin typeface="Wingdings"/>
                <a:cs typeface="Wingdings"/>
              </a:rPr>
              <a:t></a:t>
            </a:r>
            <a:r>
              <a:rPr sz="2200" spc="-75" dirty="0">
                <a:latin typeface="Times New Roman"/>
                <a:cs typeface="Times New Roman"/>
              </a:rPr>
              <a:t> </a:t>
            </a:r>
            <a:r>
              <a:rPr sz="2200" spc="-20" dirty="0">
                <a:latin typeface="Cambria"/>
                <a:cs typeface="Cambria"/>
              </a:rPr>
              <a:t>(•E)</a:t>
            </a:r>
            <a:endParaRPr sz="2200">
              <a:latin typeface="Cambria"/>
              <a:cs typeface="Cambria"/>
            </a:endParaRPr>
          </a:p>
          <a:p>
            <a:pPr marL="13335">
              <a:lnSpc>
                <a:spcPct val="100000"/>
              </a:lnSpc>
              <a:spcBef>
                <a:spcPts val="600"/>
              </a:spcBef>
            </a:pPr>
            <a:r>
              <a:rPr sz="2200" dirty="0">
                <a:latin typeface="Cambria"/>
                <a:cs typeface="Cambria"/>
              </a:rPr>
              <a:t>E</a:t>
            </a:r>
            <a:r>
              <a:rPr sz="2200" spc="-10" dirty="0">
                <a:latin typeface="Cambria"/>
                <a:cs typeface="Cambria"/>
              </a:rPr>
              <a:t> </a:t>
            </a:r>
            <a:r>
              <a:rPr sz="2200" dirty="0">
                <a:latin typeface="Wingdings"/>
                <a:cs typeface="Wingdings"/>
              </a:rPr>
              <a:t></a:t>
            </a:r>
            <a:r>
              <a:rPr sz="2200" spc="-70" dirty="0">
                <a:latin typeface="Times New Roman"/>
                <a:cs typeface="Times New Roman"/>
              </a:rPr>
              <a:t> </a:t>
            </a:r>
            <a:r>
              <a:rPr sz="2200" dirty="0">
                <a:latin typeface="Cambria"/>
                <a:cs typeface="Cambria"/>
              </a:rPr>
              <a:t>•E+T</a:t>
            </a:r>
            <a:r>
              <a:rPr sz="2200" spc="-5" dirty="0">
                <a:latin typeface="Cambria"/>
                <a:cs typeface="Cambria"/>
              </a:rPr>
              <a:t> </a:t>
            </a:r>
            <a:r>
              <a:rPr sz="2200" dirty="0">
                <a:latin typeface="Cambria"/>
                <a:cs typeface="Cambria"/>
              </a:rPr>
              <a:t>|</a:t>
            </a:r>
            <a:r>
              <a:rPr sz="2200" spc="-5" dirty="0">
                <a:latin typeface="Cambria"/>
                <a:cs typeface="Cambria"/>
              </a:rPr>
              <a:t> </a:t>
            </a:r>
            <a:r>
              <a:rPr sz="2200" spc="-25" dirty="0">
                <a:latin typeface="Cambria"/>
                <a:cs typeface="Cambria"/>
              </a:rPr>
              <a:t>•T</a:t>
            </a:r>
            <a:endParaRPr sz="2200">
              <a:latin typeface="Cambria"/>
              <a:cs typeface="Cambria"/>
            </a:endParaRPr>
          </a:p>
          <a:p>
            <a:pPr marL="75565" marR="311785" indent="-62865">
              <a:lnSpc>
                <a:spcPct val="122700"/>
              </a:lnSpc>
              <a:spcBef>
                <a:spcPts val="5"/>
              </a:spcBef>
            </a:pPr>
            <a:r>
              <a:rPr sz="2200" dirty="0">
                <a:latin typeface="Cambria"/>
                <a:cs typeface="Cambria"/>
              </a:rPr>
              <a:t>T</a:t>
            </a:r>
            <a:r>
              <a:rPr sz="2200" spc="-10" dirty="0">
                <a:latin typeface="Cambria"/>
                <a:cs typeface="Cambria"/>
              </a:rPr>
              <a:t> </a:t>
            </a:r>
            <a:r>
              <a:rPr sz="2200" dirty="0">
                <a:latin typeface="Wingdings"/>
                <a:cs typeface="Wingdings"/>
              </a:rPr>
              <a:t></a:t>
            </a:r>
            <a:r>
              <a:rPr sz="2200" spc="-70" dirty="0">
                <a:latin typeface="Times New Roman"/>
                <a:cs typeface="Times New Roman"/>
              </a:rPr>
              <a:t> </a:t>
            </a:r>
            <a:r>
              <a:rPr sz="2200" dirty="0">
                <a:latin typeface="Cambria"/>
                <a:cs typeface="Cambria"/>
              </a:rPr>
              <a:t>•T*F</a:t>
            </a:r>
            <a:r>
              <a:rPr sz="2200" spc="-5" dirty="0">
                <a:latin typeface="Cambria"/>
                <a:cs typeface="Cambria"/>
              </a:rPr>
              <a:t> </a:t>
            </a:r>
            <a:r>
              <a:rPr sz="2200" dirty="0">
                <a:latin typeface="Cambria"/>
                <a:cs typeface="Cambria"/>
              </a:rPr>
              <a:t>|</a:t>
            </a:r>
            <a:r>
              <a:rPr sz="2200" spc="-5" dirty="0">
                <a:latin typeface="Cambria"/>
                <a:cs typeface="Cambria"/>
              </a:rPr>
              <a:t> </a:t>
            </a:r>
            <a:r>
              <a:rPr sz="2200" spc="-25" dirty="0">
                <a:latin typeface="Cambria"/>
                <a:cs typeface="Cambria"/>
              </a:rPr>
              <a:t>•F </a:t>
            </a:r>
            <a:r>
              <a:rPr sz="2200" dirty="0">
                <a:latin typeface="Cambria"/>
                <a:cs typeface="Cambria"/>
              </a:rPr>
              <a:t>F</a:t>
            </a:r>
            <a:r>
              <a:rPr sz="2200" spc="-20" dirty="0">
                <a:latin typeface="Cambria"/>
                <a:cs typeface="Cambria"/>
              </a:rPr>
              <a:t> </a:t>
            </a:r>
            <a:r>
              <a:rPr sz="2200" dirty="0">
                <a:latin typeface="Wingdings"/>
                <a:cs typeface="Wingdings"/>
              </a:rPr>
              <a:t></a:t>
            </a:r>
            <a:r>
              <a:rPr sz="2200" dirty="0">
                <a:latin typeface="Cambria"/>
                <a:cs typeface="Cambria"/>
              </a:rPr>
              <a:t>•(E)</a:t>
            </a:r>
            <a:r>
              <a:rPr sz="2200" spc="-5" dirty="0">
                <a:latin typeface="Cambria"/>
                <a:cs typeface="Cambria"/>
              </a:rPr>
              <a:t> </a:t>
            </a:r>
            <a:r>
              <a:rPr sz="2200" dirty="0">
                <a:latin typeface="Cambria"/>
                <a:cs typeface="Cambria"/>
              </a:rPr>
              <a:t>|</a:t>
            </a:r>
            <a:r>
              <a:rPr sz="2200" spc="-5" dirty="0">
                <a:latin typeface="Cambria"/>
                <a:cs typeface="Cambria"/>
              </a:rPr>
              <a:t> </a:t>
            </a:r>
            <a:r>
              <a:rPr sz="2200" spc="-25" dirty="0">
                <a:latin typeface="Cambria"/>
                <a:cs typeface="Cambria"/>
              </a:rPr>
              <a:t>•id</a:t>
            </a:r>
            <a:endParaRPr sz="2200">
              <a:latin typeface="Cambria"/>
              <a:cs typeface="Cambria"/>
            </a:endParaRPr>
          </a:p>
          <a:p>
            <a:pPr marL="445770" marR="5080" indent="-433070">
              <a:lnSpc>
                <a:spcPct val="122700"/>
              </a:lnSpc>
              <a:spcBef>
                <a:spcPts val="505"/>
              </a:spcBef>
            </a:pPr>
            <a:r>
              <a:rPr sz="2200" dirty="0">
                <a:latin typeface="Cambria"/>
                <a:cs typeface="Cambria"/>
              </a:rPr>
              <a:t>I5</a:t>
            </a:r>
            <a:r>
              <a:rPr sz="2200" spc="-15" dirty="0">
                <a:latin typeface="Cambria"/>
                <a:cs typeface="Cambria"/>
              </a:rPr>
              <a:t> </a:t>
            </a:r>
            <a:r>
              <a:rPr sz="2200" dirty="0">
                <a:latin typeface="Cambria"/>
                <a:cs typeface="Cambria"/>
              </a:rPr>
              <a:t>=</a:t>
            </a:r>
            <a:r>
              <a:rPr sz="2200" spc="-25" dirty="0">
                <a:latin typeface="Cambria"/>
                <a:cs typeface="Cambria"/>
              </a:rPr>
              <a:t> </a:t>
            </a:r>
            <a:r>
              <a:rPr sz="2200" dirty="0">
                <a:latin typeface="Cambria"/>
                <a:cs typeface="Cambria"/>
              </a:rPr>
              <a:t>goto (I0,</a:t>
            </a:r>
            <a:r>
              <a:rPr sz="2200" spc="-5" dirty="0">
                <a:latin typeface="Cambria"/>
                <a:cs typeface="Cambria"/>
              </a:rPr>
              <a:t> </a:t>
            </a:r>
            <a:r>
              <a:rPr sz="2200" spc="-25" dirty="0">
                <a:latin typeface="Cambria"/>
                <a:cs typeface="Cambria"/>
              </a:rPr>
              <a:t>id) </a:t>
            </a:r>
            <a:r>
              <a:rPr sz="2200" dirty="0">
                <a:latin typeface="Cambria"/>
                <a:cs typeface="Cambria"/>
              </a:rPr>
              <a:t>F</a:t>
            </a:r>
            <a:r>
              <a:rPr sz="2200" spc="5" dirty="0">
                <a:latin typeface="Cambria"/>
                <a:cs typeface="Cambria"/>
              </a:rPr>
              <a:t> </a:t>
            </a:r>
            <a:r>
              <a:rPr sz="2200" dirty="0">
                <a:latin typeface="Wingdings"/>
                <a:cs typeface="Wingdings"/>
              </a:rPr>
              <a:t></a:t>
            </a:r>
            <a:r>
              <a:rPr sz="2200" spc="-75" dirty="0">
                <a:latin typeface="Times New Roman"/>
                <a:cs typeface="Times New Roman"/>
              </a:rPr>
              <a:t> </a:t>
            </a:r>
            <a:r>
              <a:rPr sz="2200" spc="-25" dirty="0">
                <a:latin typeface="Cambria"/>
                <a:cs typeface="Cambria"/>
              </a:rPr>
              <a:t>id•</a:t>
            </a:r>
            <a:endParaRPr sz="2200">
              <a:latin typeface="Cambria"/>
              <a:cs typeface="Cambria"/>
            </a:endParaRPr>
          </a:p>
        </p:txBody>
      </p:sp>
      <p:graphicFrame>
        <p:nvGraphicFramePr>
          <p:cNvPr id="6" name="object 6"/>
          <p:cNvGraphicFramePr>
            <a:graphicFrameLocks noGrp="1"/>
          </p:cNvGraphicFramePr>
          <p:nvPr/>
        </p:nvGraphicFramePr>
        <p:xfrm>
          <a:off x="9043416" y="260524"/>
          <a:ext cx="2260600" cy="3994150"/>
        </p:xfrm>
        <a:graphic>
          <a:graphicData uri="http://schemas.openxmlformats.org/drawingml/2006/table">
            <a:tbl>
              <a:tblPr firstRow="1" bandRow="1">
                <a:tableStyleId>{2D5ABB26-0587-4C30-8999-92F81FD0307C}</a:tableStyleId>
              </a:tblPr>
              <a:tblGrid>
                <a:gridCol w="2183765">
                  <a:extLst>
                    <a:ext uri="{9D8B030D-6E8A-4147-A177-3AD203B41FA5}">
                      <a16:colId xmlns:a16="http://schemas.microsoft.com/office/drawing/2014/main" val="20000"/>
                    </a:ext>
                  </a:extLst>
                </a:gridCol>
              </a:tblGrid>
              <a:tr h="1602740">
                <a:tc>
                  <a:txBody>
                    <a:bodyPr/>
                    <a:lstStyle/>
                    <a:p>
                      <a:pPr marL="31750">
                        <a:lnSpc>
                          <a:spcPts val="2525"/>
                        </a:lnSpc>
                      </a:pPr>
                      <a:r>
                        <a:rPr sz="2200" dirty="0">
                          <a:latin typeface="Cambria"/>
                          <a:cs typeface="Cambria"/>
                        </a:rPr>
                        <a:t>I6=goto</a:t>
                      </a:r>
                      <a:r>
                        <a:rPr sz="2200" spc="-25" dirty="0">
                          <a:latin typeface="Cambria"/>
                          <a:cs typeface="Cambria"/>
                        </a:rPr>
                        <a:t> </a:t>
                      </a:r>
                      <a:r>
                        <a:rPr sz="2200" dirty="0">
                          <a:latin typeface="Cambria"/>
                          <a:cs typeface="Cambria"/>
                        </a:rPr>
                        <a:t>(I1,</a:t>
                      </a:r>
                      <a:r>
                        <a:rPr sz="2200" spc="-35" dirty="0">
                          <a:latin typeface="Cambria"/>
                          <a:cs typeface="Cambria"/>
                        </a:rPr>
                        <a:t> </a:t>
                      </a:r>
                      <a:r>
                        <a:rPr sz="2200" spc="-25" dirty="0">
                          <a:latin typeface="Cambria"/>
                          <a:cs typeface="Cambria"/>
                        </a:rPr>
                        <a:t>+)</a:t>
                      </a:r>
                      <a:endParaRPr sz="2200">
                        <a:latin typeface="Cambria"/>
                        <a:cs typeface="Cambria"/>
                      </a:endParaRPr>
                    </a:p>
                    <a:p>
                      <a:pPr marL="401955">
                        <a:lnSpc>
                          <a:spcPct val="100000"/>
                        </a:lnSpc>
                        <a:spcBef>
                          <a:spcPts val="600"/>
                        </a:spcBef>
                      </a:pPr>
                      <a:r>
                        <a:rPr sz="2200" dirty="0">
                          <a:latin typeface="Cambria"/>
                          <a:cs typeface="Cambria"/>
                        </a:rPr>
                        <a:t>E </a:t>
                      </a:r>
                      <a:r>
                        <a:rPr sz="2200" spc="-20" dirty="0">
                          <a:latin typeface="Wingdings"/>
                          <a:cs typeface="Wingdings"/>
                        </a:rPr>
                        <a:t></a:t>
                      </a:r>
                      <a:r>
                        <a:rPr sz="2200" spc="-20" dirty="0">
                          <a:latin typeface="Cambria"/>
                          <a:cs typeface="Cambria"/>
                        </a:rPr>
                        <a:t>E+•T</a:t>
                      </a:r>
                      <a:endParaRPr sz="2200">
                        <a:latin typeface="Cambria"/>
                        <a:cs typeface="Cambria"/>
                      </a:endParaRPr>
                    </a:p>
                    <a:p>
                      <a:pPr marL="401955" marR="168910">
                        <a:lnSpc>
                          <a:spcPts val="3240"/>
                        </a:lnSpc>
                        <a:spcBef>
                          <a:spcPts val="204"/>
                        </a:spcBef>
                      </a:pPr>
                      <a:r>
                        <a:rPr sz="2200" dirty="0">
                          <a:latin typeface="Cambria"/>
                          <a:cs typeface="Cambria"/>
                        </a:rPr>
                        <a:t>T</a:t>
                      </a:r>
                      <a:r>
                        <a:rPr sz="2200" spc="-10"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•T*F</a:t>
                      </a:r>
                      <a:r>
                        <a:rPr sz="2200" spc="-5" dirty="0">
                          <a:latin typeface="Cambria"/>
                          <a:cs typeface="Cambria"/>
                        </a:rPr>
                        <a:t> </a:t>
                      </a:r>
                      <a:r>
                        <a:rPr sz="2200" dirty="0">
                          <a:latin typeface="Cambria"/>
                          <a:cs typeface="Cambria"/>
                        </a:rPr>
                        <a:t>|</a:t>
                      </a:r>
                      <a:r>
                        <a:rPr sz="2200" spc="-5" dirty="0">
                          <a:latin typeface="Cambria"/>
                          <a:cs typeface="Cambria"/>
                        </a:rPr>
                        <a:t> </a:t>
                      </a:r>
                      <a:r>
                        <a:rPr sz="2200" spc="-35" dirty="0">
                          <a:latin typeface="Cambria"/>
                          <a:cs typeface="Cambria"/>
                        </a:rPr>
                        <a:t>•F </a:t>
                      </a:r>
                      <a:r>
                        <a:rPr sz="2200" dirty="0">
                          <a:latin typeface="Cambria"/>
                          <a:cs typeface="Cambria"/>
                        </a:rPr>
                        <a:t>F</a:t>
                      </a:r>
                      <a:r>
                        <a:rPr sz="2200" spc="-5" dirty="0">
                          <a:latin typeface="Cambria"/>
                          <a:cs typeface="Cambria"/>
                        </a:rPr>
                        <a:t> </a:t>
                      </a:r>
                      <a:r>
                        <a:rPr sz="2200" dirty="0">
                          <a:latin typeface="Wingdings"/>
                          <a:cs typeface="Wingdings"/>
                        </a:rPr>
                        <a:t></a:t>
                      </a:r>
                      <a:r>
                        <a:rPr sz="2200" dirty="0">
                          <a:latin typeface="Cambria"/>
                          <a:cs typeface="Cambria"/>
                        </a:rPr>
                        <a:t>•(E)</a:t>
                      </a:r>
                      <a:r>
                        <a:rPr sz="2200" spc="-5" dirty="0">
                          <a:latin typeface="Cambria"/>
                          <a:cs typeface="Cambria"/>
                        </a:rPr>
                        <a:t> </a:t>
                      </a:r>
                      <a:r>
                        <a:rPr sz="2200" dirty="0">
                          <a:latin typeface="Cambria"/>
                          <a:cs typeface="Cambria"/>
                        </a:rPr>
                        <a:t>|</a:t>
                      </a:r>
                      <a:r>
                        <a:rPr sz="2200" spc="-5" dirty="0">
                          <a:latin typeface="Cambria"/>
                          <a:cs typeface="Cambria"/>
                        </a:rPr>
                        <a:t> </a:t>
                      </a:r>
                      <a:r>
                        <a:rPr sz="2200" spc="-25" dirty="0">
                          <a:latin typeface="Cambria"/>
                          <a:cs typeface="Cambria"/>
                        </a:rPr>
                        <a:t>•id</a:t>
                      </a:r>
                      <a:endParaRPr sz="2200">
                        <a:latin typeface="Cambria"/>
                        <a:cs typeface="Cambria"/>
                      </a:endParaRPr>
                    </a:p>
                  </a:txBody>
                  <a:tcPr marL="0" marR="0" marT="0" marB="0"/>
                </a:tc>
                <a:extLst>
                  <a:ext uri="{0D108BD9-81ED-4DB2-BD59-A6C34878D82A}">
                    <a16:rowId xmlns:a16="http://schemas.microsoft.com/office/drawing/2014/main" val="10000"/>
                  </a:ext>
                </a:extLst>
              </a:tr>
              <a:tr h="1216660">
                <a:tc>
                  <a:txBody>
                    <a:bodyPr/>
                    <a:lstStyle/>
                    <a:p>
                      <a:pPr marL="106680">
                        <a:lnSpc>
                          <a:spcPct val="100000"/>
                        </a:lnSpc>
                        <a:spcBef>
                          <a:spcPts val="210"/>
                        </a:spcBef>
                      </a:pPr>
                      <a:r>
                        <a:rPr sz="2200" dirty="0">
                          <a:latin typeface="Cambria"/>
                          <a:cs typeface="Cambria"/>
                        </a:rPr>
                        <a:t>I7</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a:t>
                      </a:r>
                      <a:r>
                        <a:rPr sz="2200" spc="-10" dirty="0">
                          <a:latin typeface="Cambria"/>
                          <a:cs typeface="Cambria"/>
                        </a:rPr>
                        <a:t> </a:t>
                      </a:r>
                      <a:r>
                        <a:rPr sz="2200" dirty="0">
                          <a:latin typeface="Cambria"/>
                          <a:cs typeface="Cambria"/>
                        </a:rPr>
                        <a:t>(I2,</a:t>
                      </a:r>
                      <a:r>
                        <a:rPr sz="2200" spc="-15" dirty="0">
                          <a:latin typeface="Cambria"/>
                          <a:cs typeface="Cambria"/>
                        </a:rPr>
                        <a:t> </a:t>
                      </a:r>
                      <a:r>
                        <a:rPr sz="2200" spc="-25" dirty="0">
                          <a:latin typeface="Cambria"/>
                          <a:cs typeface="Cambria"/>
                        </a:rPr>
                        <a:t>*)</a:t>
                      </a:r>
                      <a:endParaRPr sz="2200">
                        <a:latin typeface="Cambria"/>
                        <a:cs typeface="Cambria"/>
                      </a:endParaRPr>
                    </a:p>
                    <a:p>
                      <a:pPr marL="539750">
                        <a:lnSpc>
                          <a:spcPct val="100000"/>
                        </a:lnSpc>
                        <a:spcBef>
                          <a:spcPts val="605"/>
                        </a:spcBef>
                      </a:pPr>
                      <a:r>
                        <a:rPr sz="2200" dirty="0">
                          <a:latin typeface="Cambria"/>
                          <a:cs typeface="Cambria"/>
                        </a:rPr>
                        <a:t>T </a:t>
                      </a:r>
                      <a:r>
                        <a:rPr sz="2200" spc="-10" dirty="0">
                          <a:latin typeface="Wingdings"/>
                          <a:cs typeface="Wingdings"/>
                        </a:rPr>
                        <a:t></a:t>
                      </a:r>
                      <a:r>
                        <a:rPr sz="2200" spc="-10" dirty="0">
                          <a:latin typeface="Cambria"/>
                          <a:cs typeface="Cambria"/>
                        </a:rPr>
                        <a:t>T*•F</a:t>
                      </a:r>
                      <a:endParaRPr sz="2200">
                        <a:latin typeface="Cambria"/>
                        <a:cs typeface="Cambria"/>
                      </a:endParaRPr>
                    </a:p>
                    <a:p>
                      <a:pPr marL="601980">
                        <a:lnSpc>
                          <a:spcPct val="100000"/>
                        </a:lnSpc>
                        <a:spcBef>
                          <a:spcPts val="600"/>
                        </a:spcBef>
                      </a:pPr>
                      <a:r>
                        <a:rPr sz="2200" dirty="0">
                          <a:latin typeface="Cambria"/>
                          <a:cs typeface="Cambria"/>
                        </a:rPr>
                        <a:t>F</a:t>
                      </a:r>
                      <a:r>
                        <a:rPr sz="2200" spc="-5" dirty="0">
                          <a:latin typeface="Cambria"/>
                          <a:cs typeface="Cambria"/>
                        </a:rPr>
                        <a:t> </a:t>
                      </a:r>
                      <a:r>
                        <a:rPr sz="2200" dirty="0">
                          <a:latin typeface="Wingdings"/>
                          <a:cs typeface="Wingdings"/>
                        </a:rPr>
                        <a:t></a:t>
                      </a:r>
                      <a:r>
                        <a:rPr sz="2200" dirty="0">
                          <a:latin typeface="Cambria"/>
                          <a:cs typeface="Cambria"/>
                        </a:rPr>
                        <a:t>•(E)</a:t>
                      </a:r>
                      <a:r>
                        <a:rPr sz="2200" spc="-20" dirty="0">
                          <a:latin typeface="Cambria"/>
                          <a:cs typeface="Cambria"/>
                        </a:rPr>
                        <a:t> </a:t>
                      </a:r>
                      <a:r>
                        <a:rPr sz="2200" dirty="0">
                          <a:latin typeface="Cambria"/>
                          <a:cs typeface="Cambria"/>
                        </a:rPr>
                        <a:t>|</a:t>
                      </a:r>
                      <a:r>
                        <a:rPr sz="2200" spc="-5" dirty="0">
                          <a:latin typeface="Cambria"/>
                          <a:cs typeface="Cambria"/>
                        </a:rPr>
                        <a:t> </a:t>
                      </a:r>
                      <a:r>
                        <a:rPr sz="2200" spc="-25" dirty="0">
                          <a:latin typeface="Cambria"/>
                          <a:cs typeface="Cambria"/>
                        </a:rPr>
                        <a:t>•id</a:t>
                      </a:r>
                      <a:endParaRPr sz="2200">
                        <a:latin typeface="Cambria"/>
                        <a:cs typeface="Cambria"/>
                      </a:endParaRPr>
                    </a:p>
                  </a:txBody>
                  <a:tcPr marL="0" marR="0" marT="26670" marB="0"/>
                </a:tc>
                <a:extLst>
                  <a:ext uri="{0D108BD9-81ED-4DB2-BD59-A6C34878D82A}">
                    <a16:rowId xmlns:a16="http://schemas.microsoft.com/office/drawing/2014/main" val="10001"/>
                  </a:ext>
                </a:extLst>
              </a:tr>
              <a:tr h="1174750">
                <a:tc>
                  <a:txBody>
                    <a:bodyPr/>
                    <a:lstStyle/>
                    <a:p>
                      <a:pPr marL="92075">
                        <a:lnSpc>
                          <a:spcPct val="100000"/>
                        </a:lnSpc>
                        <a:spcBef>
                          <a:spcPts val="85"/>
                        </a:spcBef>
                      </a:pPr>
                      <a:r>
                        <a:rPr sz="2200" dirty="0">
                          <a:latin typeface="Cambria"/>
                          <a:cs typeface="Cambria"/>
                        </a:rPr>
                        <a:t>I8</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(I4,</a:t>
                      </a:r>
                      <a:r>
                        <a:rPr sz="2200" spc="-15" dirty="0">
                          <a:latin typeface="Cambria"/>
                          <a:cs typeface="Cambria"/>
                        </a:rPr>
                        <a:t> </a:t>
                      </a:r>
                      <a:r>
                        <a:rPr sz="2200" spc="-25" dirty="0">
                          <a:latin typeface="Cambria"/>
                          <a:cs typeface="Cambria"/>
                        </a:rPr>
                        <a:t>E)</a:t>
                      </a:r>
                      <a:endParaRPr sz="2200">
                        <a:latin typeface="Cambria"/>
                        <a:cs typeface="Cambria"/>
                      </a:endParaRPr>
                    </a:p>
                    <a:p>
                      <a:pPr marL="464184" marR="551180">
                        <a:lnSpc>
                          <a:spcPct val="122700"/>
                        </a:lnSpc>
                      </a:pPr>
                      <a:r>
                        <a:rPr sz="2200" dirty="0">
                          <a:latin typeface="Cambria"/>
                          <a:cs typeface="Cambria"/>
                        </a:rPr>
                        <a:t>F</a:t>
                      </a:r>
                      <a:r>
                        <a:rPr sz="2200" spc="-5" dirty="0">
                          <a:latin typeface="Cambria"/>
                          <a:cs typeface="Cambria"/>
                        </a:rPr>
                        <a:t> </a:t>
                      </a:r>
                      <a:r>
                        <a:rPr sz="2200" dirty="0">
                          <a:latin typeface="Wingdings"/>
                          <a:cs typeface="Wingdings"/>
                        </a:rPr>
                        <a:t></a:t>
                      </a:r>
                      <a:r>
                        <a:rPr sz="2200" spc="-75" dirty="0">
                          <a:latin typeface="Times New Roman"/>
                          <a:cs typeface="Times New Roman"/>
                        </a:rPr>
                        <a:t> </a:t>
                      </a:r>
                      <a:r>
                        <a:rPr sz="2200" spc="-20" dirty="0">
                          <a:latin typeface="Cambria"/>
                          <a:cs typeface="Cambria"/>
                        </a:rPr>
                        <a:t>(E•) </a:t>
                      </a:r>
                      <a:r>
                        <a:rPr sz="2200" dirty="0">
                          <a:latin typeface="Cambria"/>
                          <a:cs typeface="Cambria"/>
                        </a:rPr>
                        <a:t>E</a:t>
                      </a:r>
                      <a:r>
                        <a:rPr sz="2200" spc="-10" dirty="0">
                          <a:latin typeface="Cambria"/>
                          <a:cs typeface="Cambria"/>
                        </a:rPr>
                        <a:t> </a:t>
                      </a:r>
                      <a:r>
                        <a:rPr sz="2200" dirty="0">
                          <a:latin typeface="Wingdings"/>
                          <a:cs typeface="Wingdings"/>
                        </a:rPr>
                        <a:t></a:t>
                      </a:r>
                      <a:r>
                        <a:rPr sz="2200" spc="-65" dirty="0">
                          <a:latin typeface="Times New Roman"/>
                          <a:cs typeface="Times New Roman"/>
                        </a:rPr>
                        <a:t> </a:t>
                      </a:r>
                      <a:r>
                        <a:rPr sz="2200" spc="-20" dirty="0">
                          <a:latin typeface="Cambria"/>
                          <a:cs typeface="Cambria"/>
                        </a:rPr>
                        <a:t>E•+T</a:t>
                      </a:r>
                      <a:endParaRPr sz="2200">
                        <a:latin typeface="Cambria"/>
                        <a:cs typeface="Cambria"/>
                      </a:endParaRPr>
                    </a:p>
                  </a:txBody>
                  <a:tcPr marL="0" marR="0" marT="10795" marB="0"/>
                </a:tc>
                <a:extLst>
                  <a:ext uri="{0D108BD9-81ED-4DB2-BD59-A6C34878D82A}">
                    <a16:rowId xmlns:a16="http://schemas.microsoft.com/office/drawing/2014/main" val="10002"/>
                  </a:ext>
                </a:extLst>
              </a:tr>
            </a:tbl>
          </a:graphicData>
        </a:graphic>
      </p:graphicFrame>
      <p:sp>
        <p:nvSpPr>
          <p:cNvPr id="7" name="object 7"/>
          <p:cNvSpPr/>
          <p:nvPr/>
        </p:nvSpPr>
        <p:spPr>
          <a:xfrm>
            <a:off x="5911596" y="463295"/>
            <a:ext cx="27305" cy="6245860"/>
          </a:xfrm>
          <a:custGeom>
            <a:avLst/>
            <a:gdLst/>
            <a:ahLst/>
            <a:cxnLst/>
            <a:rect l="l" t="t" r="r" b="b"/>
            <a:pathLst>
              <a:path w="27304" h="6245859">
                <a:moveTo>
                  <a:pt x="0" y="0"/>
                </a:moveTo>
                <a:lnTo>
                  <a:pt x="27177" y="6245682"/>
                </a:lnTo>
              </a:path>
            </a:pathLst>
          </a:custGeom>
          <a:ln w="9144">
            <a:solidFill>
              <a:srgbClr val="40B9D2"/>
            </a:solidFill>
          </a:ln>
        </p:spPr>
        <p:txBody>
          <a:bodyPr wrap="square" lIns="0" tIns="0" rIns="0" bIns="0" rtlCol="0"/>
          <a:lstStyle/>
          <a:p>
            <a:endParaRPr/>
          </a:p>
        </p:txBody>
      </p:sp>
      <p:graphicFrame>
        <p:nvGraphicFramePr>
          <p:cNvPr id="8" name="object 8"/>
          <p:cNvGraphicFramePr>
            <a:graphicFrameLocks noGrp="1"/>
          </p:cNvGraphicFramePr>
          <p:nvPr/>
        </p:nvGraphicFramePr>
        <p:xfrm>
          <a:off x="9428353" y="4382944"/>
          <a:ext cx="1715135" cy="2278379"/>
        </p:xfrm>
        <a:graphic>
          <a:graphicData uri="http://schemas.openxmlformats.org/drawingml/2006/table">
            <a:tbl>
              <a:tblPr firstRow="1" bandRow="1">
                <a:tableStyleId>{2D5ABB26-0587-4C30-8999-92F81FD0307C}</a:tableStyleId>
              </a:tblPr>
              <a:tblGrid>
                <a:gridCol w="1638300">
                  <a:extLst>
                    <a:ext uri="{9D8B030D-6E8A-4147-A177-3AD203B41FA5}">
                      <a16:colId xmlns:a16="http://schemas.microsoft.com/office/drawing/2014/main" val="20000"/>
                    </a:ext>
                  </a:extLst>
                </a:gridCol>
              </a:tblGrid>
              <a:tr h="759460">
                <a:tc>
                  <a:txBody>
                    <a:bodyPr/>
                    <a:lstStyle/>
                    <a:p>
                      <a:pPr marL="31750">
                        <a:lnSpc>
                          <a:spcPts val="2525"/>
                        </a:lnSpc>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(I4,</a:t>
                      </a:r>
                      <a:r>
                        <a:rPr sz="2200" spc="-15" dirty="0">
                          <a:latin typeface="Cambria"/>
                          <a:cs typeface="Cambria"/>
                        </a:rPr>
                        <a:t> </a:t>
                      </a:r>
                      <a:r>
                        <a:rPr sz="2200" spc="-25" dirty="0">
                          <a:latin typeface="Cambria"/>
                          <a:cs typeface="Cambria"/>
                        </a:rPr>
                        <a:t>T)</a:t>
                      </a:r>
                      <a:endParaRPr sz="2200">
                        <a:latin typeface="Cambria"/>
                        <a:cs typeface="Cambria"/>
                      </a:endParaRPr>
                    </a:p>
                    <a:p>
                      <a:pPr marL="217170">
                        <a:lnSpc>
                          <a:spcPct val="100000"/>
                        </a:lnSpc>
                        <a:spcBef>
                          <a:spcPts val="600"/>
                        </a:spcBef>
                      </a:pP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I2</a:t>
                      </a:r>
                      <a:endParaRPr sz="2200">
                        <a:latin typeface="Cambria"/>
                        <a:cs typeface="Cambria"/>
                      </a:endParaRPr>
                    </a:p>
                  </a:txBody>
                  <a:tcPr marL="0" marR="0" marT="0" marB="0"/>
                </a:tc>
                <a:extLst>
                  <a:ext uri="{0D108BD9-81ED-4DB2-BD59-A6C34878D82A}">
                    <a16:rowId xmlns:a16="http://schemas.microsoft.com/office/drawing/2014/main" val="10000"/>
                  </a:ext>
                </a:extLst>
              </a:tr>
              <a:tr h="770255">
                <a:tc>
                  <a:txBody>
                    <a:bodyPr/>
                    <a:lstStyle/>
                    <a:p>
                      <a:pPr marR="34290" algn="r">
                        <a:lnSpc>
                          <a:spcPct val="100000"/>
                        </a:lnSpc>
                        <a:spcBef>
                          <a:spcPts val="55"/>
                        </a:spcBef>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(I4,</a:t>
                      </a:r>
                      <a:r>
                        <a:rPr sz="2200" spc="-15" dirty="0">
                          <a:latin typeface="Cambria"/>
                          <a:cs typeface="Cambria"/>
                        </a:rPr>
                        <a:t> </a:t>
                      </a:r>
                      <a:r>
                        <a:rPr sz="2200" spc="-25" dirty="0">
                          <a:latin typeface="Cambria"/>
                          <a:cs typeface="Cambria"/>
                        </a:rPr>
                        <a:t>F)</a:t>
                      </a:r>
                      <a:endParaRPr sz="2200">
                        <a:latin typeface="Cambria"/>
                        <a:cs typeface="Cambria"/>
                      </a:endParaRPr>
                    </a:p>
                    <a:p>
                      <a:pPr marR="109220" algn="r">
                        <a:lnSpc>
                          <a:spcPct val="100000"/>
                        </a:lnSpc>
                        <a:spcBef>
                          <a:spcPts val="600"/>
                        </a:spcBef>
                      </a:pP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I3</a:t>
                      </a:r>
                      <a:endParaRPr sz="2200">
                        <a:latin typeface="Cambria"/>
                        <a:cs typeface="Cambria"/>
                      </a:endParaRPr>
                    </a:p>
                  </a:txBody>
                  <a:tcPr marL="0" marR="0" marT="6985" marB="0"/>
                </a:tc>
                <a:extLst>
                  <a:ext uri="{0D108BD9-81ED-4DB2-BD59-A6C34878D82A}">
                    <a16:rowId xmlns:a16="http://schemas.microsoft.com/office/drawing/2014/main" val="10001"/>
                  </a:ext>
                </a:extLst>
              </a:tr>
              <a:tr h="748665">
                <a:tc>
                  <a:txBody>
                    <a:bodyPr/>
                    <a:lstStyle/>
                    <a:p>
                      <a:pPr marL="57785">
                        <a:lnSpc>
                          <a:spcPts val="2610"/>
                        </a:lnSpc>
                      </a:pPr>
                      <a:r>
                        <a:rPr sz="2200" dirty="0">
                          <a:latin typeface="Cambria"/>
                          <a:cs typeface="Cambria"/>
                        </a:rPr>
                        <a:t>=</a:t>
                      </a:r>
                      <a:r>
                        <a:rPr sz="2200" spc="-15" dirty="0">
                          <a:latin typeface="Cambria"/>
                          <a:cs typeface="Cambria"/>
                        </a:rPr>
                        <a:t> </a:t>
                      </a:r>
                      <a:r>
                        <a:rPr sz="2200" dirty="0">
                          <a:latin typeface="Cambria"/>
                          <a:cs typeface="Cambria"/>
                        </a:rPr>
                        <a:t>goto (I4,</a:t>
                      </a:r>
                      <a:r>
                        <a:rPr sz="2200" spc="-10" dirty="0">
                          <a:latin typeface="Cambria"/>
                          <a:cs typeface="Cambria"/>
                        </a:rPr>
                        <a:t> </a:t>
                      </a:r>
                      <a:r>
                        <a:rPr sz="2200" dirty="0">
                          <a:latin typeface="Cambria"/>
                          <a:cs typeface="Cambria"/>
                        </a:rPr>
                        <a:t>(</a:t>
                      </a:r>
                      <a:r>
                        <a:rPr sz="2200" spc="-20" dirty="0">
                          <a:latin typeface="Cambria"/>
                          <a:cs typeface="Cambria"/>
                        </a:rPr>
                        <a:t> </a:t>
                      </a:r>
                      <a:r>
                        <a:rPr sz="2200" spc="-50" dirty="0">
                          <a:latin typeface="Cambria"/>
                          <a:cs typeface="Cambria"/>
                        </a:rPr>
                        <a:t>)</a:t>
                      </a:r>
                      <a:endParaRPr sz="2200">
                        <a:latin typeface="Cambria"/>
                        <a:cs typeface="Cambria"/>
                      </a:endParaRPr>
                    </a:p>
                    <a:p>
                      <a:pPr marL="243840">
                        <a:lnSpc>
                          <a:spcPts val="2590"/>
                        </a:lnSpc>
                        <a:spcBef>
                          <a:spcPts val="600"/>
                        </a:spcBef>
                      </a:pPr>
                      <a:r>
                        <a:rPr sz="2200" dirty="0">
                          <a:latin typeface="Cambria"/>
                          <a:cs typeface="Cambria"/>
                        </a:rPr>
                        <a:t>Same</a:t>
                      </a:r>
                      <a:r>
                        <a:rPr sz="2200" spc="-40"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I4</a:t>
                      </a:r>
                      <a:endParaRPr sz="2200">
                        <a:latin typeface="Cambria"/>
                        <a:cs typeface="Cambria"/>
                      </a:endParaRPr>
                    </a:p>
                  </a:txBody>
                  <a:tcPr marL="0" marR="0" marT="0" marB="0"/>
                </a:tc>
                <a:extLst>
                  <a:ext uri="{0D108BD9-81ED-4DB2-BD59-A6C34878D82A}">
                    <a16:rowId xmlns:a16="http://schemas.microsoft.com/office/drawing/2014/main" val="10002"/>
                  </a:ext>
                </a:extLst>
              </a:tr>
            </a:tbl>
          </a:graphicData>
        </a:graphic>
      </p:graphicFrame>
      <p:sp>
        <p:nvSpPr>
          <p:cNvPr id="9" name="object 9"/>
          <p:cNvSpPr/>
          <p:nvPr/>
        </p:nvSpPr>
        <p:spPr>
          <a:xfrm>
            <a:off x="8804147" y="463295"/>
            <a:ext cx="27305" cy="6245860"/>
          </a:xfrm>
          <a:custGeom>
            <a:avLst/>
            <a:gdLst/>
            <a:ahLst/>
            <a:cxnLst/>
            <a:rect l="l" t="t" r="r" b="b"/>
            <a:pathLst>
              <a:path w="27304" h="6245859">
                <a:moveTo>
                  <a:pt x="0" y="0"/>
                </a:moveTo>
                <a:lnTo>
                  <a:pt x="27177" y="6245682"/>
                </a:lnTo>
              </a:path>
            </a:pathLst>
          </a:custGeom>
          <a:ln w="9144">
            <a:solidFill>
              <a:srgbClr val="40B9D2"/>
            </a:solidFill>
          </a:ln>
        </p:spPr>
        <p:txBody>
          <a:bodyPr wrap="square" lIns="0" tIns="0" rIns="0" bIns="0" rtlCol="0"/>
          <a:lstStyle/>
          <a:p>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50"/>
              </a:spcBef>
            </a:pPr>
            <a:endParaRPr sz="3600">
              <a:latin typeface="Times New Roman"/>
              <a:cs typeface="Times New Roman"/>
            </a:endParaRPr>
          </a:p>
          <a:p>
            <a:pPr marL="301625">
              <a:lnSpc>
                <a:spcPts val="4105"/>
              </a:lnSpc>
            </a:pPr>
            <a:r>
              <a:rPr sz="3600" b="1" spc="-10" dirty="0">
                <a:solidFill>
                  <a:srgbClr val="FFFFFF"/>
                </a:solidFill>
                <a:latin typeface="Cambria"/>
                <a:cs typeface="Cambria"/>
              </a:rPr>
              <a:t>SLR(1)</a:t>
            </a:r>
            <a:endParaRPr sz="3600">
              <a:latin typeface="Cambria"/>
              <a:cs typeface="Cambria"/>
            </a:endParaRPr>
          </a:p>
          <a:p>
            <a:pPr marL="301625">
              <a:lnSpc>
                <a:spcPts val="4105"/>
              </a:lnSpc>
            </a:pPr>
            <a:r>
              <a:rPr sz="3600" b="1" spc="-10" dirty="0">
                <a:solidFill>
                  <a:srgbClr val="FFFFFF"/>
                </a:solidFill>
                <a:latin typeface="Cambria"/>
                <a:cs typeface="Cambria"/>
              </a:rPr>
              <a:t>Parser</a:t>
            </a:r>
            <a:endParaRPr sz="3600">
              <a:latin typeface="Cambria"/>
              <a:cs typeface="Cambria"/>
            </a:endParaRPr>
          </a:p>
        </p:txBody>
      </p:sp>
      <p:sp>
        <p:nvSpPr>
          <p:cNvPr id="3" name="object 3"/>
          <p:cNvSpPr txBox="1"/>
          <p:nvPr/>
        </p:nvSpPr>
        <p:spPr>
          <a:xfrm>
            <a:off x="9067545" y="190906"/>
            <a:ext cx="2034539" cy="3639820"/>
          </a:xfrm>
          <a:prstGeom prst="rect">
            <a:avLst/>
          </a:prstGeom>
        </p:spPr>
        <p:txBody>
          <a:bodyPr vert="horz" wrap="square" lIns="0" tIns="12700" rIns="0" bIns="0" rtlCol="0">
            <a:spAutoFit/>
          </a:bodyPr>
          <a:lstStyle/>
          <a:p>
            <a:pPr marL="440055" marR="158115" indent="-186055">
              <a:lnSpc>
                <a:spcPct val="122700"/>
              </a:lnSpc>
              <a:spcBef>
                <a:spcPts val="100"/>
              </a:spcBef>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(I7,</a:t>
            </a:r>
            <a:r>
              <a:rPr sz="2200" spc="-15" dirty="0">
                <a:latin typeface="Cambria"/>
                <a:cs typeface="Cambria"/>
              </a:rPr>
              <a:t> </a:t>
            </a:r>
            <a:r>
              <a:rPr sz="2200" spc="-25" dirty="0">
                <a:latin typeface="Cambria"/>
                <a:cs typeface="Cambria"/>
              </a:rPr>
              <a:t>id) </a:t>
            </a: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I5</a:t>
            </a:r>
            <a:endParaRPr sz="2200">
              <a:latin typeface="Cambria"/>
              <a:cs typeface="Cambria"/>
            </a:endParaRPr>
          </a:p>
          <a:p>
            <a:pPr marL="12700">
              <a:lnSpc>
                <a:spcPct val="100000"/>
              </a:lnSpc>
              <a:spcBef>
                <a:spcPts val="1410"/>
              </a:spcBef>
            </a:pPr>
            <a:r>
              <a:rPr sz="2200" dirty="0">
                <a:latin typeface="Cambria"/>
                <a:cs typeface="Cambria"/>
              </a:rPr>
              <a:t>I11</a:t>
            </a:r>
            <a:r>
              <a:rPr sz="2200" spc="-15"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(I8,</a:t>
            </a:r>
            <a:r>
              <a:rPr sz="2200" spc="-15" dirty="0">
                <a:latin typeface="Cambria"/>
                <a:cs typeface="Cambria"/>
              </a:rPr>
              <a:t> </a:t>
            </a:r>
            <a:r>
              <a:rPr sz="2200" dirty="0">
                <a:latin typeface="Cambria"/>
                <a:cs typeface="Cambria"/>
              </a:rPr>
              <a:t>)</a:t>
            </a:r>
            <a:r>
              <a:rPr sz="2200" spc="-15" dirty="0">
                <a:latin typeface="Cambria"/>
                <a:cs typeface="Cambria"/>
              </a:rPr>
              <a:t> </a:t>
            </a:r>
            <a:r>
              <a:rPr sz="2200" spc="-50" dirty="0">
                <a:latin typeface="Cambria"/>
                <a:cs typeface="Cambria"/>
              </a:rPr>
              <a:t>)</a:t>
            </a:r>
            <a:endParaRPr sz="2200">
              <a:latin typeface="Cambria"/>
              <a:cs typeface="Cambria"/>
            </a:endParaRPr>
          </a:p>
          <a:p>
            <a:pPr marL="445770">
              <a:lnSpc>
                <a:spcPct val="100000"/>
              </a:lnSpc>
              <a:spcBef>
                <a:spcPts val="600"/>
              </a:spcBef>
            </a:pPr>
            <a:r>
              <a:rPr sz="2200" dirty="0">
                <a:latin typeface="Cambria"/>
                <a:cs typeface="Cambria"/>
              </a:rPr>
              <a:t>F</a:t>
            </a:r>
            <a:r>
              <a:rPr sz="2200" spc="5" dirty="0">
                <a:latin typeface="Cambria"/>
                <a:cs typeface="Cambria"/>
              </a:rPr>
              <a:t> </a:t>
            </a:r>
            <a:r>
              <a:rPr sz="2200" spc="-20" dirty="0">
                <a:latin typeface="Wingdings"/>
                <a:cs typeface="Wingdings"/>
              </a:rPr>
              <a:t></a:t>
            </a:r>
            <a:r>
              <a:rPr sz="2200" spc="-20" dirty="0">
                <a:latin typeface="Cambria"/>
                <a:cs typeface="Cambria"/>
              </a:rPr>
              <a:t>(E)•</a:t>
            </a:r>
            <a:endParaRPr sz="2200">
              <a:latin typeface="Cambria"/>
              <a:cs typeface="Cambria"/>
            </a:endParaRPr>
          </a:p>
          <a:p>
            <a:pPr marL="508000" marR="170180" indent="-186055">
              <a:lnSpc>
                <a:spcPct val="122700"/>
              </a:lnSpc>
              <a:spcBef>
                <a:spcPts val="995"/>
              </a:spcBef>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(I8,</a:t>
            </a:r>
            <a:r>
              <a:rPr sz="2200" spc="-15" dirty="0">
                <a:latin typeface="Cambria"/>
                <a:cs typeface="Cambria"/>
              </a:rPr>
              <a:t> </a:t>
            </a:r>
            <a:r>
              <a:rPr sz="2200" spc="-25" dirty="0">
                <a:latin typeface="Cambria"/>
                <a:cs typeface="Cambria"/>
              </a:rPr>
              <a:t>+) </a:t>
            </a: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I6</a:t>
            </a:r>
            <a:endParaRPr sz="2200">
              <a:latin typeface="Cambria"/>
              <a:cs typeface="Cambria"/>
            </a:endParaRPr>
          </a:p>
          <a:p>
            <a:pPr marL="551180" marR="99060" indent="-186055">
              <a:lnSpc>
                <a:spcPct val="122700"/>
              </a:lnSpc>
              <a:spcBef>
                <a:spcPts val="735"/>
              </a:spcBef>
            </a:pPr>
            <a:r>
              <a:rPr sz="2200" dirty="0">
                <a:latin typeface="Cambria"/>
                <a:cs typeface="Cambria"/>
              </a:rPr>
              <a:t>=</a:t>
            </a:r>
            <a:r>
              <a:rPr sz="2200" spc="-15" dirty="0">
                <a:latin typeface="Cambria"/>
                <a:cs typeface="Cambria"/>
              </a:rPr>
              <a:t> </a:t>
            </a:r>
            <a:r>
              <a:rPr sz="2200" dirty="0">
                <a:latin typeface="Cambria"/>
                <a:cs typeface="Cambria"/>
              </a:rPr>
              <a:t>goto (I9,</a:t>
            </a:r>
            <a:r>
              <a:rPr sz="2200" spc="-10" dirty="0">
                <a:latin typeface="Cambria"/>
                <a:cs typeface="Cambria"/>
              </a:rPr>
              <a:t> </a:t>
            </a:r>
            <a:r>
              <a:rPr sz="2200" dirty="0">
                <a:latin typeface="Cambria"/>
                <a:cs typeface="Cambria"/>
              </a:rPr>
              <a:t>*</a:t>
            </a:r>
            <a:r>
              <a:rPr sz="2200" spc="-10" dirty="0">
                <a:latin typeface="Cambria"/>
                <a:cs typeface="Cambria"/>
              </a:rPr>
              <a:t> </a:t>
            </a:r>
            <a:r>
              <a:rPr sz="2200" spc="-50" dirty="0">
                <a:latin typeface="Cambria"/>
                <a:cs typeface="Cambria"/>
              </a:rPr>
              <a:t>) </a:t>
            </a: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I7</a:t>
            </a:r>
            <a:endParaRPr sz="2200">
              <a:latin typeface="Cambria"/>
              <a:cs typeface="Cambria"/>
            </a:endParaRPr>
          </a:p>
        </p:txBody>
      </p:sp>
      <p:sp>
        <p:nvSpPr>
          <p:cNvPr id="4" name="object 4"/>
          <p:cNvSpPr/>
          <p:nvPr/>
        </p:nvSpPr>
        <p:spPr>
          <a:xfrm>
            <a:off x="8804147" y="463295"/>
            <a:ext cx="27305" cy="6245860"/>
          </a:xfrm>
          <a:custGeom>
            <a:avLst/>
            <a:gdLst/>
            <a:ahLst/>
            <a:cxnLst/>
            <a:rect l="l" t="t" r="r" b="b"/>
            <a:pathLst>
              <a:path w="27304" h="6245859">
                <a:moveTo>
                  <a:pt x="0" y="0"/>
                </a:moveTo>
                <a:lnTo>
                  <a:pt x="27177" y="6245682"/>
                </a:lnTo>
              </a:path>
            </a:pathLst>
          </a:custGeom>
          <a:ln w="9144">
            <a:solidFill>
              <a:srgbClr val="40B9D2"/>
            </a:solidFill>
          </a:ln>
        </p:spPr>
        <p:txBody>
          <a:bodyPr wrap="square" lIns="0" tIns="0" rIns="0" bIns="0" rtlCol="0"/>
          <a:lstStyle/>
          <a:p>
            <a:endParaRPr/>
          </a:p>
        </p:txBody>
      </p:sp>
      <p:sp>
        <p:nvSpPr>
          <p:cNvPr id="5" name="object 5"/>
          <p:cNvSpPr txBox="1"/>
          <p:nvPr/>
        </p:nvSpPr>
        <p:spPr>
          <a:xfrm>
            <a:off x="6417945" y="130555"/>
            <a:ext cx="1638935" cy="360680"/>
          </a:xfrm>
          <a:prstGeom prst="rect">
            <a:avLst/>
          </a:prstGeom>
        </p:spPr>
        <p:txBody>
          <a:bodyPr vert="horz" wrap="square" lIns="0" tIns="12065" rIns="0" bIns="0" rtlCol="0">
            <a:spAutoFit/>
          </a:bodyPr>
          <a:lstStyle/>
          <a:p>
            <a:pPr marL="12700">
              <a:lnSpc>
                <a:spcPct val="100000"/>
              </a:lnSpc>
              <a:spcBef>
                <a:spcPts val="95"/>
              </a:spcBef>
            </a:pPr>
            <a:r>
              <a:rPr sz="2200" dirty="0">
                <a:latin typeface="Cambria"/>
                <a:cs typeface="Cambria"/>
              </a:rPr>
              <a:t>=</a:t>
            </a:r>
            <a:r>
              <a:rPr sz="2200" spc="-30" dirty="0">
                <a:latin typeface="Cambria"/>
                <a:cs typeface="Cambria"/>
              </a:rPr>
              <a:t> </a:t>
            </a:r>
            <a:r>
              <a:rPr sz="2200" dirty="0">
                <a:latin typeface="Cambria"/>
                <a:cs typeface="Cambria"/>
              </a:rPr>
              <a:t>goto (I4,</a:t>
            </a:r>
            <a:r>
              <a:rPr sz="2200" spc="-10" dirty="0">
                <a:latin typeface="Cambria"/>
                <a:cs typeface="Cambria"/>
              </a:rPr>
              <a:t> </a:t>
            </a:r>
            <a:r>
              <a:rPr sz="2200" spc="-25" dirty="0">
                <a:latin typeface="Cambria"/>
                <a:cs typeface="Cambria"/>
              </a:rPr>
              <a:t>id)</a:t>
            </a:r>
            <a:endParaRPr sz="2200">
              <a:latin typeface="Cambria"/>
              <a:cs typeface="Cambria"/>
            </a:endParaRPr>
          </a:p>
        </p:txBody>
      </p:sp>
      <p:graphicFrame>
        <p:nvGraphicFramePr>
          <p:cNvPr id="6" name="object 6"/>
          <p:cNvGraphicFramePr>
            <a:graphicFrameLocks noGrp="1"/>
          </p:cNvGraphicFramePr>
          <p:nvPr/>
        </p:nvGraphicFramePr>
        <p:xfrm>
          <a:off x="3491738" y="439673"/>
          <a:ext cx="5352415" cy="6291580"/>
        </p:xfrm>
        <a:graphic>
          <a:graphicData uri="http://schemas.openxmlformats.org/drawingml/2006/table">
            <a:tbl>
              <a:tblPr firstRow="1" bandRow="1">
                <a:tableStyleId>{2D5ABB26-0587-4C30-8999-92F81FD0307C}</a:tableStyleId>
              </a:tblPr>
              <a:tblGrid>
                <a:gridCol w="2426970">
                  <a:extLst>
                    <a:ext uri="{9D8B030D-6E8A-4147-A177-3AD203B41FA5}">
                      <a16:colId xmlns:a16="http://schemas.microsoft.com/office/drawing/2014/main" val="20000"/>
                    </a:ext>
                  </a:extLst>
                </a:gridCol>
                <a:gridCol w="154939">
                  <a:extLst>
                    <a:ext uri="{9D8B030D-6E8A-4147-A177-3AD203B41FA5}">
                      <a16:colId xmlns:a16="http://schemas.microsoft.com/office/drawing/2014/main" val="20001"/>
                    </a:ext>
                  </a:extLst>
                </a:gridCol>
                <a:gridCol w="2681605">
                  <a:extLst>
                    <a:ext uri="{9D8B030D-6E8A-4147-A177-3AD203B41FA5}">
                      <a16:colId xmlns:a16="http://schemas.microsoft.com/office/drawing/2014/main" val="20002"/>
                    </a:ext>
                  </a:extLst>
                </a:gridCol>
              </a:tblGrid>
              <a:tr h="2076450">
                <a:tc>
                  <a:txBody>
                    <a:bodyPr/>
                    <a:lstStyle/>
                    <a:p>
                      <a:pPr marL="55880" algn="just">
                        <a:lnSpc>
                          <a:spcPts val="2510"/>
                        </a:lnSpc>
                      </a:pPr>
                      <a:r>
                        <a:rPr sz="2200" dirty="0">
                          <a:solidFill>
                            <a:srgbClr val="11BAAE"/>
                          </a:solidFill>
                          <a:latin typeface="Cambria"/>
                          <a:cs typeface="Cambria"/>
                        </a:rPr>
                        <a:t>I4</a:t>
                      </a:r>
                      <a:r>
                        <a:rPr sz="2200" spc="-15" dirty="0">
                          <a:solidFill>
                            <a:srgbClr val="11BAAE"/>
                          </a:solidFill>
                          <a:latin typeface="Cambria"/>
                          <a:cs typeface="Cambria"/>
                        </a:rPr>
                        <a:t> </a:t>
                      </a:r>
                      <a:r>
                        <a:rPr sz="2200" dirty="0">
                          <a:solidFill>
                            <a:srgbClr val="11BAAE"/>
                          </a:solidFill>
                          <a:latin typeface="Cambria"/>
                          <a:cs typeface="Cambria"/>
                        </a:rPr>
                        <a:t>=</a:t>
                      </a:r>
                      <a:r>
                        <a:rPr sz="2200" spc="-15" dirty="0">
                          <a:solidFill>
                            <a:srgbClr val="11BAAE"/>
                          </a:solidFill>
                          <a:latin typeface="Cambria"/>
                          <a:cs typeface="Cambria"/>
                        </a:rPr>
                        <a:t> </a:t>
                      </a:r>
                      <a:r>
                        <a:rPr sz="2200" dirty="0">
                          <a:solidFill>
                            <a:srgbClr val="11BAAE"/>
                          </a:solidFill>
                          <a:latin typeface="Cambria"/>
                          <a:cs typeface="Cambria"/>
                        </a:rPr>
                        <a:t>goto</a:t>
                      </a:r>
                      <a:r>
                        <a:rPr sz="2200" spc="5" dirty="0">
                          <a:solidFill>
                            <a:srgbClr val="11BAAE"/>
                          </a:solidFill>
                          <a:latin typeface="Cambria"/>
                          <a:cs typeface="Cambria"/>
                        </a:rPr>
                        <a:t> </a:t>
                      </a:r>
                      <a:r>
                        <a:rPr sz="2200" dirty="0">
                          <a:solidFill>
                            <a:srgbClr val="11BAAE"/>
                          </a:solidFill>
                          <a:latin typeface="Cambria"/>
                          <a:cs typeface="Cambria"/>
                        </a:rPr>
                        <a:t>(I0,</a:t>
                      </a:r>
                      <a:r>
                        <a:rPr sz="2200" spc="-15" dirty="0">
                          <a:solidFill>
                            <a:srgbClr val="11BAAE"/>
                          </a:solidFill>
                          <a:latin typeface="Cambria"/>
                          <a:cs typeface="Cambria"/>
                        </a:rPr>
                        <a:t> </a:t>
                      </a:r>
                      <a:r>
                        <a:rPr sz="2200" dirty="0">
                          <a:solidFill>
                            <a:srgbClr val="11BAAE"/>
                          </a:solidFill>
                          <a:latin typeface="Cambria"/>
                          <a:cs typeface="Cambria"/>
                        </a:rPr>
                        <a:t>(</a:t>
                      </a:r>
                      <a:r>
                        <a:rPr sz="2200" spc="-15" dirty="0">
                          <a:solidFill>
                            <a:srgbClr val="11BAAE"/>
                          </a:solidFill>
                          <a:latin typeface="Cambria"/>
                          <a:cs typeface="Cambria"/>
                        </a:rPr>
                        <a:t> </a:t>
                      </a:r>
                      <a:r>
                        <a:rPr sz="2200" spc="-50" dirty="0">
                          <a:solidFill>
                            <a:srgbClr val="11BAAE"/>
                          </a:solidFill>
                          <a:latin typeface="Cambria"/>
                          <a:cs typeface="Cambria"/>
                        </a:rPr>
                        <a:t>)</a:t>
                      </a:r>
                      <a:endParaRPr sz="2200">
                        <a:latin typeface="Cambria"/>
                        <a:cs typeface="Cambria"/>
                      </a:endParaRPr>
                    </a:p>
                    <a:p>
                      <a:pPr marL="55880" algn="just">
                        <a:lnSpc>
                          <a:spcPct val="100000"/>
                        </a:lnSpc>
                        <a:spcBef>
                          <a:spcPts val="600"/>
                        </a:spcBef>
                      </a:pPr>
                      <a:r>
                        <a:rPr sz="2200" dirty="0">
                          <a:solidFill>
                            <a:srgbClr val="11BAAE"/>
                          </a:solidFill>
                          <a:latin typeface="Cambria"/>
                          <a:cs typeface="Cambria"/>
                        </a:rPr>
                        <a:t>F</a:t>
                      </a:r>
                      <a:r>
                        <a:rPr sz="2200" spc="5" dirty="0">
                          <a:solidFill>
                            <a:srgbClr val="11BAAE"/>
                          </a:solidFill>
                          <a:latin typeface="Cambria"/>
                          <a:cs typeface="Cambria"/>
                        </a:rPr>
                        <a:t> </a:t>
                      </a:r>
                      <a:r>
                        <a:rPr sz="2200" dirty="0">
                          <a:solidFill>
                            <a:srgbClr val="11BAAE"/>
                          </a:solidFill>
                          <a:latin typeface="Wingdings"/>
                          <a:cs typeface="Wingdings"/>
                        </a:rPr>
                        <a:t></a:t>
                      </a:r>
                      <a:r>
                        <a:rPr sz="2200" spc="-75" dirty="0">
                          <a:solidFill>
                            <a:srgbClr val="11BAAE"/>
                          </a:solidFill>
                          <a:latin typeface="Times New Roman"/>
                          <a:cs typeface="Times New Roman"/>
                        </a:rPr>
                        <a:t> </a:t>
                      </a:r>
                      <a:r>
                        <a:rPr sz="2200" spc="-20" dirty="0">
                          <a:solidFill>
                            <a:srgbClr val="11BAAE"/>
                          </a:solidFill>
                          <a:latin typeface="Cambria"/>
                          <a:cs typeface="Cambria"/>
                        </a:rPr>
                        <a:t>(•E)</a:t>
                      </a:r>
                      <a:endParaRPr sz="2200">
                        <a:latin typeface="Cambria"/>
                        <a:cs typeface="Cambria"/>
                      </a:endParaRPr>
                    </a:p>
                    <a:p>
                      <a:pPr marL="55880" marR="701040" algn="just">
                        <a:lnSpc>
                          <a:spcPct val="122700"/>
                        </a:lnSpc>
                      </a:pPr>
                      <a:r>
                        <a:rPr sz="2200" dirty="0">
                          <a:solidFill>
                            <a:srgbClr val="11BAAE"/>
                          </a:solidFill>
                          <a:latin typeface="Cambria"/>
                          <a:cs typeface="Cambria"/>
                        </a:rPr>
                        <a:t>E</a:t>
                      </a:r>
                      <a:r>
                        <a:rPr sz="2200" spc="-10" dirty="0">
                          <a:solidFill>
                            <a:srgbClr val="11BAAE"/>
                          </a:solidFill>
                          <a:latin typeface="Cambria"/>
                          <a:cs typeface="Cambria"/>
                        </a:rPr>
                        <a:t> </a:t>
                      </a:r>
                      <a:r>
                        <a:rPr sz="2200" dirty="0">
                          <a:solidFill>
                            <a:srgbClr val="11BAAE"/>
                          </a:solidFill>
                          <a:latin typeface="Wingdings"/>
                          <a:cs typeface="Wingdings"/>
                        </a:rPr>
                        <a:t></a:t>
                      </a:r>
                      <a:r>
                        <a:rPr sz="2200" spc="-75" dirty="0">
                          <a:solidFill>
                            <a:srgbClr val="11BAAE"/>
                          </a:solidFill>
                          <a:latin typeface="Times New Roman"/>
                          <a:cs typeface="Times New Roman"/>
                        </a:rPr>
                        <a:t> </a:t>
                      </a:r>
                      <a:r>
                        <a:rPr sz="2200" dirty="0">
                          <a:solidFill>
                            <a:srgbClr val="11BAAE"/>
                          </a:solidFill>
                          <a:latin typeface="Cambria"/>
                          <a:cs typeface="Cambria"/>
                        </a:rPr>
                        <a:t>•E+T</a:t>
                      </a:r>
                      <a:r>
                        <a:rPr sz="2200" spc="-5" dirty="0">
                          <a:solidFill>
                            <a:srgbClr val="11BAAE"/>
                          </a:solidFill>
                          <a:latin typeface="Cambria"/>
                          <a:cs typeface="Cambria"/>
                        </a:rPr>
                        <a:t> </a:t>
                      </a:r>
                      <a:r>
                        <a:rPr sz="2200" dirty="0">
                          <a:solidFill>
                            <a:srgbClr val="11BAAE"/>
                          </a:solidFill>
                          <a:latin typeface="Cambria"/>
                          <a:cs typeface="Cambria"/>
                        </a:rPr>
                        <a:t>| </a:t>
                      </a:r>
                      <a:r>
                        <a:rPr sz="2200" spc="-25" dirty="0">
                          <a:solidFill>
                            <a:srgbClr val="11BAAE"/>
                          </a:solidFill>
                          <a:latin typeface="Cambria"/>
                          <a:cs typeface="Cambria"/>
                        </a:rPr>
                        <a:t>•T </a:t>
                      </a:r>
                      <a:r>
                        <a:rPr sz="2200" dirty="0">
                          <a:solidFill>
                            <a:srgbClr val="11BAAE"/>
                          </a:solidFill>
                          <a:latin typeface="Cambria"/>
                          <a:cs typeface="Cambria"/>
                        </a:rPr>
                        <a:t>T</a:t>
                      </a:r>
                      <a:r>
                        <a:rPr sz="2200" spc="-10" dirty="0">
                          <a:solidFill>
                            <a:srgbClr val="11BAAE"/>
                          </a:solidFill>
                          <a:latin typeface="Cambria"/>
                          <a:cs typeface="Cambria"/>
                        </a:rPr>
                        <a:t> </a:t>
                      </a:r>
                      <a:r>
                        <a:rPr sz="2200" dirty="0">
                          <a:solidFill>
                            <a:srgbClr val="11BAAE"/>
                          </a:solidFill>
                          <a:latin typeface="Wingdings"/>
                          <a:cs typeface="Wingdings"/>
                        </a:rPr>
                        <a:t></a:t>
                      </a:r>
                      <a:r>
                        <a:rPr sz="2200" spc="-75" dirty="0">
                          <a:solidFill>
                            <a:srgbClr val="11BAAE"/>
                          </a:solidFill>
                          <a:latin typeface="Times New Roman"/>
                          <a:cs typeface="Times New Roman"/>
                        </a:rPr>
                        <a:t> </a:t>
                      </a:r>
                      <a:r>
                        <a:rPr sz="2200" dirty="0">
                          <a:solidFill>
                            <a:srgbClr val="11BAAE"/>
                          </a:solidFill>
                          <a:latin typeface="Cambria"/>
                          <a:cs typeface="Cambria"/>
                        </a:rPr>
                        <a:t>•T*F</a:t>
                      </a:r>
                      <a:r>
                        <a:rPr sz="2200" spc="-5" dirty="0">
                          <a:solidFill>
                            <a:srgbClr val="11BAAE"/>
                          </a:solidFill>
                          <a:latin typeface="Cambria"/>
                          <a:cs typeface="Cambria"/>
                        </a:rPr>
                        <a:t> </a:t>
                      </a:r>
                      <a:r>
                        <a:rPr sz="2200" dirty="0">
                          <a:solidFill>
                            <a:srgbClr val="11BAAE"/>
                          </a:solidFill>
                          <a:latin typeface="Cambria"/>
                          <a:cs typeface="Cambria"/>
                        </a:rPr>
                        <a:t>| </a:t>
                      </a:r>
                      <a:r>
                        <a:rPr sz="2200" spc="-25" dirty="0">
                          <a:solidFill>
                            <a:srgbClr val="11BAAE"/>
                          </a:solidFill>
                          <a:latin typeface="Cambria"/>
                          <a:cs typeface="Cambria"/>
                        </a:rPr>
                        <a:t>•F </a:t>
                      </a:r>
                      <a:r>
                        <a:rPr sz="2200" dirty="0">
                          <a:solidFill>
                            <a:srgbClr val="11BAAE"/>
                          </a:solidFill>
                          <a:latin typeface="Cambria"/>
                          <a:cs typeface="Cambria"/>
                        </a:rPr>
                        <a:t>F</a:t>
                      </a:r>
                      <a:r>
                        <a:rPr sz="2200" spc="-25" dirty="0">
                          <a:solidFill>
                            <a:srgbClr val="11BAAE"/>
                          </a:solidFill>
                          <a:latin typeface="Cambria"/>
                          <a:cs typeface="Cambria"/>
                        </a:rPr>
                        <a:t> </a:t>
                      </a:r>
                      <a:r>
                        <a:rPr sz="2200" dirty="0">
                          <a:solidFill>
                            <a:srgbClr val="11BAAE"/>
                          </a:solidFill>
                          <a:latin typeface="Wingdings"/>
                          <a:cs typeface="Wingdings"/>
                        </a:rPr>
                        <a:t></a:t>
                      </a:r>
                      <a:r>
                        <a:rPr sz="2200" dirty="0">
                          <a:solidFill>
                            <a:srgbClr val="11BAAE"/>
                          </a:solidFill>
                          <a:latin typeface="Cambria"/>
                          <a:cs typeface="Cambria"/>
                        </a:rPr>
                        <a:t>•(E)</a:t>
                      </a:r>
                      <a:r>
                        <a:rPr sz="2200" spc="-10" dirty="0">
                          <a:solidFill>
                            <a:srgbClr val="11BAAE"/>
                          </a:solidFill>
                          <a:latin typeface="Cambria"/>
                          <a:cs typeface="Cambria"/>
                        </a:rPr>
                        <a:t> </a:t>
                      </a:r>
                      <a:r>
                        <a:rPr sz="2200" dirty="0">
                          <a:solidFill>
                            <a:srgbClr val="11BAAE"/>
                          </a:solidFill>
                          <a:latin typeface="Cambria"/>
                          <a:cs typeface="Cambria"/>
                        </a:rPr>
                        <a:t>|</a:t>
                      </a:r>
                      <a:r>
                        <a:rPr sz="2200" spc="-5" dirty="0">
                          <a:solidFill>
                            <a:srgbClr val="11BAAE"/>
                          </a:solidFill>
                          <a:latin typeface="Cambria"/>
                          <a:cs typeface="Cambria"/>
                        </a:rPr>
                        <a:t> </a:t>
                      </a:r>
                      <a:r>
                        <a:rPr sz="2200" spc="-25" dirty="0">
                          <a:solidFill>
                            <a:srgbClr val="11BAAE"/>
                          </a:solidFill>
                          <a:latin typeface="Cambria"/>
                          <a:cs typeface="Cambria"/>
                        </a:rPr>
                        <a:t>•id</a:t>
                      </a:r>
                      <a:endParaRPr sz="2200">
                        <a:latin typeface="Cambria"/>
                        <a:cs typeface="Cambria"/>
                      </a:endParaRPr>
                    </a:p>
                  </a:txBody>
                  <a:tcPr marL="0" marR="0" marT="0" marB="0">
                    <a:lnR w="38100">
                      <a:solidFill>
                        <a:srgbClr val="40B9D2"/>
                      </a:solidFill>
                      <a:prstDash val="solid"/>
                    </a:lnR>
                    <a:lnB w="12700">
                      <a:solidFill>
                        <a:srgbClr val="FFFFFF"/>
                      </a:solidFill>
                      <a:prstDash val="solid"/>
                    </a:lnB>
                  </a:tcPr>
                </a:tc>
                <a:tc rowSpan="2">
                  <a:txBody>
                    <a:bodyPr/>
                    <a:lstStyle/>
                    <a:p>
                      <a:pPr>
                        <a:lnSpc>
                          <a:spcPct val="100000"/>
                        </a:lnSpc>
                      </a:pPr>
                      <a:endParaRPr sz="2200">
                        <a:latin typeface="Times New Roman"/>
                        <a:cs typeface="Times New Roman"/>
                      </a:endParaRPr>
                    </a:p>
                  </a:txBody>
                  <a:tcPr marL="0" marR="0" marT="0" marB="0">
                    <a:lnL w="38100">
                      <a:solidFill>
                        <a:srgbClr val="40B9D2"/>
                      </a:solidFill>
                      <a:prstDash val="solid"/>
                    </a:lnL>
                    <a:lnB w="38100">
                      <a:solidFill>
                        <a:srgbClr val="FFFFFF"/>
                      </a:solidFill>
                      <a:prstDash val="solid"/>
                    </a:lnB>
                  </a:tcPr>
                </a:tc>
                <a:tc rowSpan="4">
                  <a:txBody>
                    <a:bodyPr/>
                    <a:lstStyle/>
                    <a:p>
                      <a:pPr marR="457200" algn="ctr">
                        <a:lnSpc>
                          <a:spcPct val="100000"/>
                        </a:lnSpc>
                        <a:spcBef>
                          <a:spcPts val="750"/>
                        </a:spcBef>
                      </a:pP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I5</a:t>
                      </a:r>
                      <a:endParaRPr sz="2200">
                        <a:latin typeface="Cambria"/>
                        <a:cs typeface="Cambria"/>
                      </a:endParaRPr>
                    </a:p>
                    <a:p>
                      <a:pPr marL="203200" marR="619125" algn="ctr">
                        <a:lnSpc>
                          <a:spcPct val="122700"/>
                        </a:lnSpc>
                        <a:spcBef>
                          <a:spcPts val="500"/>
                        </a:spcBef>
                      </a:pPr>
                      <a:r>
                        <a:rPr sz="2200" dirty="0">
                          <a:latin typeface="Cambria"/>
                          <a:cs typeface="Cambria"/>
                        </a:rPr>
                        <a:t>I9</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(I6,</a:t>
                      </a:r>
                      <a:r>
                        <a:rPr sz="2200" spc="-15" dirty="0">
                          <a:latin typeface="Cambria"/>
                          <a:cs typeface="Cambria"/>
                        </a:rPr>
                        <a:t> </a:t>
                      </a:r>
                      <a:r>
                        <a:rPr sz="2200" spc="-25" dirty="0">
                          <a:latin typeface="Cambria"/>
                          <a:cs typeface="Cambria"/>
                        </a:rPr>
                        <a:t>T) </a:t>
                      </a:r>
                      <a:r>
                        <a:rPr sz="2200" dirty="0">
                          <a:latin typeface="Cambria"/>
                          <a:cs typeface="Cambria"/>
                        </a:rPr>
                        <a:t>E</a:t>
                      </a:r>
                      <a:r>
                        <a:rPr sz="2200" spc="-10" dirty="0">
                          <a:latin typeface="Cambria"/>
                          <a:cs typeface="Cambria"/>
                        </a:rPr>
                        <a:t> </a:t>
                      </a:r>
                      <a:r>
                        <a:rPr sz="2200" dirty="0">
                          <a:latin typeface="Wingdings"/>
                          <a:cs typeface="Wingdings"/>
                        </a:rPr>
                        <a:t></a:t>
                      </a:r>
                      <a:r>
                        <a:rPr sz="2200" spc="-75" dirty="0">
                          <a:latin typeface="Times New Roman"/>
                          <a:cs typeface="Times New Roman"/>
                        </a:rPr>
                        <a:t> </a:t>
                      </a:r>
                      <a:r>
                        <a:rPr sz="2200" spc="-20" dirty="0">
                          <a:latin typeface="Cambria"/>
                          <a:cs typeface="Cambria"/>
                        </a:rPr>
                        <a:t>E+T•</a:t>
                      </a:r>
                      <a:endParaRPr sz="2200">
                        <a:latin typeface="Cambria"/>
                        <a:cs typeface="Cambria"/>
                      </a:endParaRPr>
                    </a:p>
                    <a:p>
                      <a:pPr marR="405130" algn="ctr">
                        <a:lnSpc>
                          <a:spcPct val="100000"/>
                        </a:lnSpc>
                        <a:spcBef>
                          <a:spcPts val="600"/>
                        </a:spcBef>
                      </a:pPr>
                      <a:r>
                        <a:rPr sz="2200" dirty="0">
                          <a:latin typeface="Cambria"/>
                          <a:cs typeface="Cambria"/>
                        </a:rPr>
                        <a:t>T</a:t>
                      </a:r>
                      <a:r>
                        <a:rPr sz="2200" spc="-10" dirty="0">
                          <a:latin typeface="Cambria"/>
                          <a:cs typeface="Cambria"/>
                        </a:rPr>
                        <a:t> </a:t>
                      </a:r>
                      <a:r>
                        <a:rPr sz="2200" dirty="0">
                          <a:latin typeface="Wingdings"/>
                          <a:cs typeface="Wingdings"/>
                        </a:rPr>
                        <a:t></a:t>
                      </a:r>
                      <a:r>
                        <a:rPr sz="2200" spc="-75" dirty="0">
                          <a:latin typeface="Times New Roman"/>
                          <a:cs typeface="Times New Roman"/>
                        </a:rPr>
                        <a:t> </a:t>
                      </a:r>
                      <a:r>
                        <a:rPr sz="2200" spc="-20" dirty="0">
                          <a:latin typeface="Cambria"/>
                          <a:cs typeface="Cambria"/>
                        </a:rPr>
                        <a:t>T•*F</a:t>
                      </a:r>
                      <a:endParaRPr sz="2200">
                        <a:latin typeface="Cambria"/>
                        <a:cs typeface="Cambria"/>
                      </a:endParaRPr>
                    </a:p>
                    <a:p>
                      <a:pPr marL="408940" marR="734695" algn="ctr">
                        <a:lnSpc>
                          <a:spcPct val="122800"/>
                        </a:lnSpc>
                        <a:spcBef>
                          <a:spcPts val="335"/>
                        </a:spcBef>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(I6,</a:t>
                      </a:r>
                      <a:r>
                        <a:rPr sz="2200" spc="-15" dirty="0">
                          <a:latin typeface="Cambria"/>
                          <a:cs typeface="Cambria"/>
                        </a:rPr>
                        <a:t> </a:t>
                      </a:r>
                      <a:r>
                        <a:rPr sz="2200" spc="-25" dirty="0">
                          <a:latin typeface="Cambria"/>
                          <a:cs typeface="Cambria"/>
                        </a:rPr>
                        <a:t>F) </a:t>
                      </a: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I3</a:t>
                      </a:r>
                      <a:endParaRPr sz="2200">
                        <a:latin typeface="Cambria"/>
                        <a:cs typeface="Cambria"/>
                      </a:endParaRPr>
                    </a:p>
                    <a:p>
                      <a:pPr marR="250825" algn="ctr">
                        <a:lnSpc>
                          <a:spcPct val="100000"/>
                        </a:lnSpc>
                        <a:spcBef>
                          <a:spcPts val="955"/>
                        </a:spcBef>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(I6,</a:t>
                      </a:r>
                      <a:r>
                        <a:rPr sz="2200" spc="-15" dirty="0">
                          <a:latin typeface="Cambria"/>
                          <a:cs typeface="Cambria"/>
                        </a:rPr>
                        <a:t> </a:t>
                      </a:r>
                      <a:r>
                        <a:rPr sz="2200" dirty="0">
                          <a:latin typeface="Cambria"/>
                          <a:cs typeface="Cambria"/>
                        </a:rPr>
                        <a:t>(</a:t>
                      </a:r>
                      <a:r>
                        <a:rPr sz="2200" spc="-20" dirty="0">
                          <a:latin typeface="Cambria"/>
                          <a:cs typeface="Cambria"/>
                        </a:rPr>
                        <a:t> </a:t>
                      </a:r>
                      <a:r>
                        <a:rPr sz="2200" spc="-50" dirty="0">
                          <a:latin typeface="Cambria"/>
                          <a:cs typeface="Cambria"/>
                        </a:rPr>
                        <a:t>)</a:t>
                      </a:r>
                      <a:endParaRPr sz="2200">
                        <a:latin typeface="Cambria"/>
                        <a:cs typeface="Cambria"/>
                      </a:endParaRPr>
                    </a:p>
                    <a:p>
                      <a:pPr marR="158750" algn="ctr">
                        <a:lnSpc>
                          <a:spcPct val="100000"/>
                        </a:lnSpc>
                        <a:spcBef>
                          <a:spcPts val="600"/>
                        </a:spcBef>
                      </a:pP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I4</a:t>
                      </a:r>
                      <a:endParaRPr sz="2200">
                        <a:latin typeface="Cambria"/>
                        <a:cs typeface="Cambria"/>
                      </a:endParaRPr>
                    </a:p>
                    <a:p>
                      <a:pPr marL="436880" marR="560070" algn="ctr">
                        <a:lnSpc>
                          <a:spcPct val="122800"/>
                        </a:lnSpc>
                        <a:spcBef>
                          <a:spcPts val="170"/>
                        </a:spcBef>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(I6,</a:t>
                      </a:r>
                      <a:r>
                        <a:rPr sz="2200" spc="-15" dirty="0">
                          <a:latin typeface="Cambria"/>
                          <a:cs typeface="Cambria"/>
                        </a:rPr>
                        <a:t> </a:t>
                      </a:r>
                      <a:r>
                        <a:rPr sz="2200" dirty="0">
                          <a:latin typeface="Cambria"/>
                          <a:cs typeface="Cambria"/>
                        </a:rPr>
                        <a:t>id</a:t>
                      </a:r>
                      <a:r>
                        <a:rPr sz="2200" spc="-10" dirty="0">
                          <a:latin typeface="Cambria"/>
                          <a:cs typeface="Cambria"/>
                        </a:rPr>
                        <a:t> </a:t>
                      </a:r>
                      <a:r>
                        <a:rPr sz="2200" spc="-50" dirty="0">
                          <a:latin typeface="Cambria"/>
                          <a:cs typeface="Cambria"/>
                        </a:rPr>
                        <a:t>) </a:t>
                      </a: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I5</a:t>
                      </a:r>
                      <a:endParaRPr sz="2200">
                        <a:latin typeface="Cambria"/>
                        <a:cs typeface="Cambria"/>
                      </a:endParaRPr>
                    </a:p>
                    <a:p>
                      <a:pPr marR="248920" algn="ctr">
                        <a:lnSpc>
                          <a:spcPct val="100000"/>
                        </a:lnSpc>
                        <a:spcBef>
                          <a:spcPts val="1664"/>
                        </a:spcBef>
                      </a:pPr>
                      <a:r>
                        <a:rPr sz="2200" dirty="0">
                          <a:latin typeface="Cambria"/>
                          <a:cs typeface="Cambria"/>
                        </a:rPr>
                        <a:t>I10</a:t>
                      </a:r>
                      <a:r>
                        <a:rPr sz="2200" spc="-20" dirty="0">
                          <a:latin typeface="Cambria"/>
                          <a:cs typeface="Cambria"/>
                        </a:rPr>
                        <a:t> </a:t>
                      </a:r>
                      <a:r>
                        <a:rPr sz="2200" dirty="0">
                          <a:latin typeface="Cambria"/>
                          <a:cs typeface="Cambria"/>
                        </a:rPr>
                        <a:t>=</a:t>
                      </a:r>
                      <a:r>
                        <a:rPr sz="2200" spc="-25"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(I7,</a:t>
                      </a:r>
                      <a:r>
                        <a:rPr sz="2200" spc="-5" dirty="0">
                          <a:latin typeface="Cambria"/>
                          <a:cs typeface="Cambria"/>
                        </a:rPr>
                        <a:t> </a:t>
                      </a:r>
                      <a:r>
                        <a:rPr sz="2200" spc="-25" dirty="0">
                          <a:latin typeface="Cambria"/>
                          <a:cs typeface="Cambria"/>
                        </a:rPr>
                        <a:t>F)</a:t>
                      </a:r>
                      <a:endParaRPr sz="2200">
                        <a:latin typeface="Cambria"/>
                        <a:cs typeface="Cambria"/>
                      </a:endParaRPr>
                    </a:p>
                    <a:p>
                      <a:pPr marR="253365" algn="ctr">
                        <a:lnSpc>
                          <a:spcPct val="100000"/>
                        </a:lnSpc>
                        <a:spcBef>
                          <a:spcPts val="600"/>
                        </a:spcBef>
                      </a:pPr>
                      <a:r>
                        <a:rPr sz="2200" dirty="0">
                          <a:latin typeface="Cambria"/>
                          <a:cs typeface="Cambria"/>
                        </a:rPr>
                        <a:t>T</a:t>
                      </a:r>
                      <a:r>
                        <a:rPr sz="2200" spc="-10" dirty="0">
                          <a:latin typeface="Cambria"/>
                          <a:cs typeface="Cambria"/>
                        </a:rPr>
                        <a:t> </a:t>
                      </a:r>
                      <a:r>
                        <a:rPr sz="2200" dirty="0">
                          <a:latin typeface="Wingdings"/>
                          <a:cs typeface="Wingdings"/>
                        </a:rPr>
                        <a:t></a:t>
                      </a:r>
                      <a:r>
                        <a:rPr sz="2200" spc="-65" dirty="0">
                          <a:latin typeface="Times New Roman"/>
                          <a:cs typeface="Times New Roman"/>
                        </a:rPr>
                        <a:t> </a:t>
                      </a:r>
                      <a:r>
                        <a:rPr sz="2200" spc="-20" dirty="0">
                          <a:latin typeface="Cambria"/>
                          <a:cs typeface="Cambria"/>
                        </a:rPr>
                        <a:t>T*F•</a:t>
                      </a:r>
                      <a:endParaRPr sz="2200">
                        <a:latin typeface="Cambria"/>
                        <a:cs typeface="Cambria"/>
                      </a:endParaRPr>
                    </a:p>
                  </a:txBody>
                  <a:tcPr marL="0" marR="0" marT="95250" marB="0">
                    <a:lnB w="12700">
                      <a:solidFill>
                        <a:srgbClr val="FFFFFF"/>
                      </a:solidFill>
                      <a:prstDash val="solid"/>
                    </a:lnB>
                  </a:tcPr>
                </a:tc>
                <a:extLst>
                  <a:ext uri="{0D108BD9-81ED-4DB2-BD59-A6C34878D82A}">
                    <a16:rowId xmlns:a16="http://schemas.microsoft.com/office/drawing/2014/main" val="10000"/>
                  </a:ext>
                </a:extLst>
              </a:tr>
              <a:tr h="1647825">
                <a:tc>
                  <a:txBody>
                    <a:bodyPr/>
                    <a:lstStyle/>
                    <a:p>
                      <a:pPr marL="118110">
                        <a:lnSpc>
                          <a:spcPct val="100000"/>
                        </a:lnSpc>
                        <a:spcBef>
                          <a:spcPts val="300"/>
                        </a:spcBef>
                      </a:pPr>
                      <a:r>
                        <a:rPr sz="2200" dirty="0">
                          <a:solidFill>
                            <a:srgbClr val="C00000"/>
                          </a:solidFill>
                          <a:latin typeface="Cambria"/>
                          <a:cs typeface="Cambria"/>
                        </a:rPr>
                        <a:t>I6=goto</a:t>
                      </a:r>
                      <a:r>
                        <a:rPr sz="2200" spc="-25" dirty="0">
                          <a:solidFill>
                            <a:srgbClr val="C00000"/>
                          </a:solidFill>
                          <a:latin typeface="Cambria"/>
                          <a:cs typeface="Cambria"/>
                        </a:rPr>
                        <a:t> </a:t>
                      </a:r>
                      <a:r>
                        <a:rPr sz="2200" dirty="0">
                          <a:solidFill>
                            <a:srgbClr val="C00000"/>
                          </a:solidFill>
                          <a:latin typeface="Cambria"/>
                          <a:cs typeface="Cambria"/>
                        </a:rPr>
                        <a:t>(I1,</a:t>
                      </a:r>
                      <a:r>
                        <a:rPr sz="2200" spc="-35" dirty="0">
                          <a:solidFill>
                            <a:srgbClr val="C00000"/>
                          </a:solidFill>
                          <a:latin typeface="Cambria"/>
                          <a:cs typeface="Cambria"/>
                        </a:rPr>
                        <a:t> </a:t>
                      </a:r>
                      <a:r>
                        <a:rPr sz="2200" spc="-25" dirty="0">
                          <a:solidFill>
                            <a:srgbClr val="C00000"/>
                          </a:solidFill>
                          <a:latin typeface="Cambria"/>
                          <a:cs typeface="Cambria"/>
                        </a:rPr>
                        <a:t>+)</a:t>
                      </a:r>
                      <a:endParaRPr sz="2200">
                        <a:latin typeface="Cambria"/>
                        <a:cs typeface="Cambria"/>
                      </a:endParaRPr>
                    </a:p>
                    <a:p>
                      <a:pPr marL="488950">
                        <a:lnSpc>
                          <a:spcPct val="100000"/>
                        </a:lnSpc>
                        <a:spcBef>
                          <a:spcPts val="600"/>
                        </a:spcBef>
                      </a:pPr>
                      <a:r>
                        <a:rPr sz="2200" dirty="0">
                          <a:solidFill>
                            <a:srgbClr val="C00000"/>
                          </a:solidFill>
                          <a:latin typeface="Cambria"/>
                          <a:cs typeface="Cambria"/>
                        </a:rPr>
                        <a:t>E </a:t>
                      </a:r>
                      <a:r>
                        <a:rPr sz="2200" spc="-10" dirty="0">
                          <a:solidFill>
                            <a:srgbClr val="C00000"/>
                          </a:solidFill>
                          <a:latin typeface="Wingdings"/>
                          <a:cs typeface="Wingdings"/>
                        </a:rPr>
                        <a:t></a:t>
                      </a:r>
                      <a:r>
                        <a:rPr sz="2200" spc="-10" dirty="0">
                          <a:solidFill>
                            <a:srgbClr val="C00000"/>
                          </a:solidFill>
                          <a:latin typeface="Cambria"/>
                          <a:cs typeface="Cambria"/>
                        </a:rPr>
                        <a:t>E+•T</a:t>
                      </a:r>
                      <a:endParaRPr sz="2200">
                        <a:latin typeface="Cambria"/>
                        <a:cs typeface="Cambria"/>
                      </a:endParaRPr>
                    </a:p>
                    <a:p>
                      <a:pPr marL="488950" marR="324485">
                        <a:lnSpc>
                          <a:spcPct val="122700"/>
                        </a:lnSpc>
                        <a:spcBef>
                          <a:spcPts val="5"/>
                        </a:spcBef>
                      </a:pPr>
                      <a:r>
                        <a:rPr sz="2200" dirty="0">
                          <a:solidFill>
                            <a:srgbClr val="C00000"/>
                          </a:solidFill>
                          <a:latin typeface="Cambria"/>
                          <a:cs typeface="Cambria"/>
                        </a:rPr>
                        <a:t>T</a:t>
                      </a:r>
                      <a:r>
                        <a:rPr sz="2200" spc="-10" dirty="0">
                          <a:solidFill>
                            <a:srgbClr val="C00000"/>
                          </a:solidFill>
                          <a:latin typeface="Cambria"/>
                          <a:cs typeface="Cambria"/>
                        </a:rPr>
                        <a:t> </a:t>
                      </a:r>
                      <a:r>
                        <a:rPr sz="2200" dirty="0">
                          <a:solidFill>
                            <a:srgbClr val="C00000"/>
                          </a:solidFill>
                          <a:latin typeface="Wingdings"/>
                          <a:cs typeface="Wingdings"/>
                        </a:rPr>
                        <a:t></a:t>
                      </a:r>
                      <a:r>
                        <a:rPr sz="2200" spc="-75" dirty="0">
                          <a:solidFill>
                            <a:srgbClr val="C00000"/>
                          </a:solidFill>
                          <a:latin typeface="Times New Roman"/>
                          <a:cs typeface="Times New Roman"/>
                        </a:rPr>
                        <a:t> </a:t>
                      </a:r>
                      <a:r>
                        <a:rPr sz="2200" dirty="0">
                          <a:solidFill>
                            <a:srgbClr val="C00000"/>
                          </a:solidFill>
                          <a:latin typeface="Cambria"/>
                          <a:cs typeface="Cambria"/>
                        </a:rPr>
                        <a:t>•T*F |</a:t>
                      </a:r>
                      <a:r>
                        <a:rPr sz="2200" spc="-5" dirty="0">
                          <a:solidFill>
                            <a:srgbClr val="C00000"/>
                          </a:solidFill>
                          <a:latin typeface="Cambria"/>
                          <a:cs typeface="Cambria"/>
                        </a:rPr>
                        <a:t> </a:t>
                      </a:r>
                      <a:r>
                        <a:rPr sz="2200" spc="-25" dirty="0">
                          <a:solidFill>
                            <a:srgbClr val="C00000"/>
                          </a:solidFill>
                          <a:latin typeface="Cambria"/>
                          <a:cs typeface="Cambria"/>
                        </a:rPr>
                        <a:t>•F </a:t>
                      </a:r>
                      <a:r>
                        <a:rPr sz="2200" dirty="0">
                          <a:solidFill>
                            <a:srgbClr val="C00000"/>
                          </a:solidFill>
                          <a:latin typeface="Cambria"/>
                          <a:cs typeface="Cambria"/>
                        </a:rPr>
                        <a:t>F</a:t>
                      </a:r>
                      <a:r>
                        <a:rPr sz="2200" spc="-5" dirty="0">
                          <a:solidFill>
                            <a:srgbClr val="C00000"/>
                          </a:solidFill>
                          <a:latin typeface="Cambria"/>
                          <a:cs typeface="Cambria"/>
                        </a:rPr>
                        <a:t> </a:t>
                      </a:r>
                      <a:r>
                        <a:rPr sz="2200" dirty="0">
                          <a:solidFill>
                            <a:srgbClr val="C00000"/>
                          </a:solidFill>
                          <a:latin typeface="Wingdings"/>
                          <a:cs typeface="Wingdings"/>
                        </a:rPr>
                        <a:t></a:t>
                      </a:r>
                      <a:r>
                        <a:rPr sz="2200" dirty="0">
                          <a:solidFill>
                            <a:srgbClr val="C00000"/>
                          </a:solidFill>
                          <a:latin typeface="Cambria"/>
                          <a:cs typeface="Cambria"/>
                        </a:rPr>
                        <a:t>•(E)</a:t>
                      </a:r>
                      <a:r>
                        <a:rPr sz="2200" spc="-5" dirty="0">
                          <a:solidFill>
                            <a:srgbClr val="C00000"/>
                          </a:solidFill>
                          <a:latin typeface="Cambria"/>
                          <a:cs typeface="Cambria"/>
                        </a:rPr>
                        <a:t> </a:t>
                      </a:r>
                      <a:r>
                        <a:rPr sz="2200" dirty="0">
                          <a:solidFill>
                            <a:srgbClr val="C00000"/>
                          </a:solidFill>
                          <a:latin typeface="Cambria"/>
                          <a:cs typeface="Cambria"/>
                        </a:rPr>
                        <a:t>|</a:t>
                      </a:r>
                      <a:r>
                        <a:rPr sz="2200" spc="-5" dirty="0">
                          <a:solidFill>
                            <a:srgbClr val="C00000"/>
                          </a:solidFill>
                          <a:latin typeface="Cambria"/>
                          <a:cs typeface="Cambria"/>
                        </a:rPr>
                        <a:t> </a:t>
                      </a:r>
                      <a:r>
                        <a:rPr sz="2200" spc="-25" dirty="0">
                          <a:solidFill>
                            <a:srgbClr val="C00000"/>
                          </a:solidFill>
                          <a:latin typeface="Cambria"/>
                          <a:cs typeface="Cambria"/>
                        </a:rPr>
                        <a:t>•id</a:t>
                      </a:r>
                      <a:endParaRPr sz="2200">
                        <a:latin typeface="Cambria"/>
                        <a:cs typeface="Cambria"/>
                      </a:endParaRPr>
                    </a:p>
                  </a:txBody>
                  <a:tcPr marL="0" marR="0" marT="38100" marB="0">
                    <a:lnR w="38100">
                      <a:solidFill>
                        <a:srgbClr val="40B9D2"/>
                      </a:solidFill>
                      <a:prstDash val="solid"/>
                    </a:lnR>
                    <a:lnT w="12700">
                      <a:solidFill>
                        <a:srgbClr val="FFFFFF"/>
                      </a:solidFill>
                      <a:prstDash val="solid"/>
                    </a:lnT>
                    <a:lnB w="38100">
                      <a:solidFill>
                        <a:srgbClr val="FFFFFF"/>
                      </a:solidFill>
                      <a:prstDash val="solid"/>
                    </a:lnB>
                  </a:tcPr>
                </a:tc>
                <a:tc vMerge="1">
                  <a:txBody>
                    <a:bodyPr/>
                    <a:lstStyle/>
                    <a:p>
                      <a:endParaRPr/>
                    </a:p>
                  </a:txBody>
                  <a:tcPr marL="0" marR="0" marT="0" marB="0">
                    <a:lnL w="38100">
                      <a:solidFill>
                        <a:srgbClr val="40B9D2"/>
                      </a:solidFill>
                      <a:prstDash val="solid"/>
                    </a:lnL>
                    <a:lnB w="38100">
                      <a:solidFill>
                        <a:srgbClr val="FFFFFF"/>
                      </a:solidFill>
                      <a:prstDash val="solid"/>
                    </a:lnB>
                  </a:tcPr>
                </a:tc>
                <a:tc vMerge="1">
                  <a:txBody>
                    <a:bodyPr/>
                    <a:lstStyle/>
                    <a:p>
                      <a:endParaRPr/>
                    </a:p>
                  </a:txBody>
                  <a:tcPr marL="0" marR="0" marT="95250" marB="0">
                    <a:lnB w="12700">
                      <a:solidFill>
                        <a:srgbClr val="FFFFFF"/>
                      </a:solidFill>
                      <a:prstDash val="solid"/>
                    </a:lnB>
                  </a:tcPr>
                </a:tc>
                <a:extLst>
                  <a:ext uri="{0D108BD9-81ED-4DB2-BD59-A6C34878D82A}">
                    <a16:rowId xmlns:a16="http://schemas.microsoft.com/office/drawing/2014/main" val="10001"/>
                  </a:ext>
                </a:extLst>
              </a:tr>
              <a:tr h="1245870">
                <a:tc>
                  <a:txBody>
                    <a:bodyPr/>
                    <a:lstStyle/>
                    <a:p>
                      <a:pPr marL="91440">
                        <a:lnSpc>
                          <a:spcPct val="100000"/>
                        </a:lnSpc>
                        <a:spcBef>
                          <a:spcPts val="100"/>
                        </a:spcBef>
                      </a:pPr>
                      <a:r>
                        <a:rPr sz="2200" dirty="0">
                          <a:solidFill>
                            <a:srgbClr val="001F5F"/>
                          </a:solidFill>
                          <a:latin typeface="Cambria"/>
                          <a:cs typeface="Cambria"/>
                        </a:rPr>
                        <a:t>I7</a:t>
                      </a:r>
                      <a:r>
                        <a:rPr sz="2200" spc="-20" dirty="0">
                          <a:solidFill>
                            <a:srgbClr val="001F5F"/>
                          </a:solidFill>
                          <a:latin typeface="Cambria"/>
                          <a:cs typeface="Cambria"/>
                        </a:rPr>
                        <a:t> </a:t>
                      </a:r>
                      <a:r>
                        <a:rPr sz="2200" dirty="0">
                          <a:solidFill>
                            <a:srgbClr val="001F5F"/>
                          </a:solidFill>
                          <a:latin typeface="Cambria"/>
                          <a:cs typeface="Cambria"/>
                        </a:rPr>
                        <a:t>=</a:t>
                      </a:r>
                      <a:r>
                        <a:rPr sz="2200" spc="-15" dirty="0">
                          <a:solidFill>
                            <a:srgbClr val="001F5F"/>
                          </a:solidFill>
                          <a:latin typeface="Cambria"/>
                          <a:cs typeface="Cambria"/>
                        </a:rPr>
                        <a:t> </a:t>
                      </a:r>
                      <a:r>
                        <a:rPr sz="2200" dirty="0">
                          <a:solidFill>
                            <a:srgbClr val="001F5F"/>
                          </a:solidFill>
                          <a:latin typeface="Cambria"/>
                          <a:cs typeface="Cambria"/>
                        </a:rPr>
                        <a:t>goto (I2,</a:t>
                      </a:r>
                      <a:r>
                        <a:rPr sz="2200" spc="-15" dirty="0">
                          <a:solidFill>
                            <a:srgbClr val="001F5F"/>
                          </a:solidFill>
                          <a:latin typeface="Cambria"/>
                          <a:cs typeface="Cambria"/>
                        </a:rPr>
                        <a:t> </a:t>
                      </a:r>
                      <a:r>
                        <a:rPr sz="2200" spc="-25" dirty="0">
                          <a:solidFill>
                            <a:srgbClr val="001F5F"/>
                          </a:solidFill>
                          <a:latin typeface="Cambria"/>
                          <a:cs typeface="Cambria"/>
                        </a:rPr>
                        <a:t>*)</a:t>
                      </a:r>
                      <a:endParaRPr sz="2200">
                        <a:latin typeface="Cambria"/>
                        <a:cs typeface="Cambria"/>
                      </a:endParaRPr>
                    </a:p>
                    <a:p>
                      <a:pPr marL="524510">
                        <a:lnSpc>
                          <a:spcPct val="100000"/>
                        </a:lnSpc>
                        <a:spcBef>
                          <a:spcPts val="605"/>
                        </a:spcBef>
                      </a:pPr>
                      <a:r>
                        <a:rPr sz="2200" dirty="0">
                          <a:solidFill>
                            <a:srgbClr val="001F5F"/>
                          </a:solidFill>
                          <a:latin typeface="Cambria"/>
                          <a:cs typeface="Cambria"/>
                        </a:rPr>
                        <a:t>T </a:t>
                      </a:r>
                      <a:r>
                        <a:rPr sz="2200" spc="-10" dirty="0">
                          <a:solidFill>
                            <a:srgbClr val="001F5F"/>
                          </a:solidFill>
                          <a:latin typeface="Wingdings"/>
                          <a:cs typeface="Wingdings"/>
                        </a:rPr>
                        <a:t></a:t>
                      </a:r>
                      <a:r>
                        <a:rPr sz="2200" spc="-10" dirty="0">
                          <a:solidFill>
                            <a:srgbClr val="001F5F"/>
                          </a:solidFill>
                          <a:latin typeface="Cambria"/>
                          <a:cs typeface="Cambria"/>
                        </a:rPr>
                        <a:t>T*•F</a:t>
                      </a:r>
                      <a:endParaRPr sz="2200">
                        <a:latin typeface="Cambria"/>
                        <a:cs typeface="Cambria"/>
                      </a:endParaRPr>
                    </a:p>
                    <a:p>
                      <a:pPr marL="586740">
                        <a:lnSpc>
                          <a:spcPct val="100000"/>
                        </a:lnSpc>
                        <a:spcBef>
                          <a:spcPts val="600"/>
                        </a:spcBef>
                      </a:pPr>
                      <a:r>
                        <a:rPr sz="2200" dirty="0">
                          <a:solidFill>
                            <a:srgbClr val="001F5F"/>
                          </a:solidFill>
                          <a:latin typeface="Cambria"/>
                          <a:cs typeface="Cambria"/>
                        </a:rPr>
                        <a:t>F</a:t>
                      </a:r>
                      <a:r>
                        <a:rPr sz="2200" spc="-5" dirty="0">
                          <a:solidFill>
                            <a:srgbClr val="001F5F"/>
                          </a:solidFill>
                          <a:latin typeface="Cambria"/>
                          <a:cs typeface="Cambria"/>
                        </a:rPr>
                        <a:t> </a:t>
                      </a:r>
                      <a:r>
                        <a:rPr sz="2200" dirty="0">
                          <a:solidFill>
                            <a:srgbClr val="001F5F"/>
                          </a:solidFill>
                          <a:latin typeface="Wingdings"/>
                          <a:cs typeface="Wingdings"/>
                        </a:rPr>
                        <a:t></a:t>
                      </a:r>
                      <a:r>
                        <a:rPr sz="2200" dirty="0">
                          <a:solidFill>
                            <a:srgbClr val="001F5F"/>
                          </a:solidFill>
                          <a:latin typeface="Cambria"/>
                          <a:cs typeface="Cambria"/>
                        </a:rPr>
                        <a:t>•(E)</a:t>
                      </a:r>
                      <a:r>
                        <a:rPr sz="2200" spc="-15" dirty="0">
                          <a:solidFill>
                            <a:srgbClr val="001F5F"/>
                          </a:solidFill>
                          <a:latin typeface="Cambria"/>
                          <a:cs typeface="Cambria"/>
                        </a:rPr>
                        <a:t> </a:t>
                      </a:r>
                      <a:r>
                        <a:rPr sz="2200" dirty="0">
                          <a:solidFill>
                            <a:srgbClr val="001F5F"/>
                          </a:solidFill>
                          <a:latin typeface="Cambria"/>
                          <a:cs typeface="Cambria"/>
                        </a:rPr>
                        <a:t>|</a:t>
                      </a:r>
                      <a:r>
                        <a:rPr sz="2200" spc="-5" dirty="0">
                          <a:solidFill>
                            <a:srgbClr val="001F5F"/>
                          </a:solidFill>
                          <a:latin typeface="Cambria"/>
                          <a:cs typeface="Cambria"/>
                        </a:rPr>
                        <a:t> </a:t>
                      </a:r>
                      <a:r>
                        <a:rPr sz="2200" spc="-25" dirty="0">
                          <a:solidFill>
                            <a:srgbClr val="001F5F"/>
                          </a:solidFill>
                          <a:latin typeface="Cambria"/>
                          <a:cs typeface="Cambria"/>
                        </a:rPr>
                        <a:t>•id</a:t>
                      </a:r>
                      <a:endParaRPr sz="2200">
                        <a:latin typeface="Cambria"/>
                        <a:cs typeface="Cambria"/>
                      </a:endParaRPr>
                    </a:p>
                  </a:txBody>
                  <a:tcPr marL="0" marR="0" marT="12700" marB="0">
                    <a:lnL w="12700">
                      <a:solidFill>
                        <a:srgbClr val="FFFFFF"/>
                      </a:solidFill>
                      <a:prstDash val="solid"/>
                    </a:lnL>
                    <a:lnR w="38100">
                      <a:solidFill>
                        <a:srgbClr val="40B9D2"/>
                      </a:solidFill>
                      <a:prstDash val="solid"/>
                    </a:lnR>
                    <a:lnT w="38100">
                      <a:solidFill>
                        <a:srgbClr val="FFFFFF"/>
                      </a:solidFill>
                      <a:prstDash val="solid"/>
                    </a:lnT>
                    <a:lnB w="38100">
                      <a:solidFill>
                        <a:srgbClr val="FFFFFF"/>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40B9D2"/>
                      </a:solidFill>
                      <a:prstDash val="solid"/>
                    </a:lnL>
                    <a:lnT w="38100">
                      <a:solidFill>
                        <a:srgbClr val="FFFFFF"/>
                      </a:solidFill>
                      <a:prstDash val="solid"/>
                    </a:lnT>
                    <a:lnB w="38100">
                      <a:solidFill>
                        <a:srgbClr val="FFFFFF"/>
                      </a:solidFill>
                      <a:prstDash val="solid"/>
                    </a:lnB>
                  </a:tcPr>
                </a:tc>
                <a:tc vMerge="1">
                  <a:txBody>
                    <a:bodyPr/>
                    <a:lstStyle/>
                    <a:p>
                      <a:endParaRPr/>
                    </a:p>
                  </a:txBody>
                  <a:tcPr marL="0" marR="0" marT="95250" marB="0">
                    <a:lnB w="12700">
                      <a:solidFill>
                        <a:srgbClr val="FFFFFF"/>
                      </a:solidFill>
                      <a:prstDash val="solid"/>
                    </a:lnB>
                  </a:tcPr>
                </a:tc>
                <a:extLst>
                  <a:ext uri="{0D108BD9-81ED-4DB2-BD59-A6C34878D82A}">
                    <a16:rowId xmlns:a16="http://schemas.microsoft.com/office/drawing/2014/main" val="10002"/>
                  </a:ext>
                </a:extLst>
              </a:tr>
              <a:tr h="448309">
                <a:tc rowSpan="2">
                  <a:txBody>
                    <a:bodyPr/>
                    <a:lstStyle/>
                    <a:p>
                      <a:pPr marL="165735" marR="406400" algn="ctr">
                        <a:lnSpc>
                          <a:spcPts val="3240"/>
                        </a:lnSpc>
                        <a:spcBef>
                          <a:spcPts val="185"/>
                        </a:spcBef>
                      </a:pPr>
                      <a:r>
                        <a:rPr sz="2200" dirty="0">
                          <a:solidFill>
                            <a:srgbClr val="00AF50"/>
                          </a:solidFill>
                          <a:latin typeface="Cambria"/>
                          <a:cs typeface="Cambria"/>
                        </a:rPr>
                        <a:t>I8</a:t>
                      </a:r>
                      <a:r>
                        <a:rPr sz="2200" spc="-20" dirty="0">
                          <a:solidFill>
                            <a:srgbClr val="00AF50"/>
                          </a:solidFill>
                          <a:latin typeface="Cambria"/>
                          <a:cs typeface="Cambria"/>
                        </a:rPr>
                        <a:t> </a:t>
                      </a:r>
                      <a:r>
                        <a:rPr sz="2200" dirty="0">
                          <a:solidFill>
                            <a:srgbClr val="00AF50"/>
                          </a:solidFill>
                          <a:latin typeface="Cambria"/>
                          <a:cs typeface="Cambria"/>
                        </a:rPr>
                        <a:t>=</a:t>
                      </a:r>
                      <a:r>
                        <a:rPr sz="2200" spc="-15" dirty="0">
                          <a:solidFill>
                            <a:srgbClr val="00AF50"/>
                          </a:solidFill>
                          <a:latin typeface="Cambria"/>
                          <a:cs typeface="Cambria"/>
                        </a:rPr>
                        <a:t> </a:t>
                      </a:r>
                      <a:r>
                        <a:rPr sz="2200" dirty="0">
                          <a:solidFill>
                            <a:srgbClr val="00AF50"/>
                          </a:solidFill>
                          <a:latin typeface="Cambria"/>
                          <a:cs typeface="Cambria"/>
                        </a:rPr>
                        <a:t>goto (I4,</a:t>
                      </a:r>
                      <a:r>
                        <a:rPr sz="2200" spc="-15" dirty="0">
                          <a:solidFill>
                            <a:srgbClr val="00AF50"/>
                          </a:solidFill>
                          <a:latin typeface="Cambria"/>
                          <a:cs typeface="Cambria"/>
                        </a:rPr>
                        <a:t> </a:t>
                      </a:r>
                      <a:r>
                        <a:rPr sz="2200" spc="-25" dirty="0">
                          <a:solidFill>
                            <a:srgbClr val="00AF50"/>
                          </a:solidFill>
                          <a:latin typeface="Cambria"/>
                          <a:cs typeface="Cambria"/>
                        </a:rPr>
                        <a:t>E) </a:t>
                      </a:r>
                      <a:r>
                        <a:rPr sz="2200" dirty="0">
                          <a:solidFill>
                            <a:srgbClr val="00AF50"/>
                          </a:solidFill>
                          <a:latin typeface="Cambria"/>
                          <a:cs typeface="Cambria"/>
                        </a:rPr>
                        <a:t>F</a:t>
                      </a:r>
                      <a:r>
                        <a:rPr sz="2200" spc="-5" dirty="0">
                          <a:solidFill>
                            <a:srgbClr val="00AF50"/>
                          </a:solidFill>
                          <a:latin typeface="Cambria"/>
                          <a:cs typeface="Cambria"/>
                        </a:rPr>
                        <a:t> </a:t>
                      </a:r>
                      <a:r>
                        <a:rPr sz="2200" dirty="0">
                          <a:solidFill>
                            <a:srgbClr val="00AF50"/>
                          </a:solidFill>
                          <a:latin typeface="Wingdings"/>
                          <a:cs typeface="Wingdings"/>
                        </a:rPr>
                        <a:t></a:t>
                      </a:r>
                      <a:r>
                        <a:rPr sz="2200" spc="-75" dirty="0">
                          <a:solidFill>
                            <a:srgbClr val="00AF50"/>
                          </a:solidFill>
                          <a:latin typeface="Times New Roman"/>
                          <a:cs typeface="Times New Roman"/>
                        </a:rPr>
                        <a:t> </a:t>
                      </a:r>
                      <a:r>
                        <a:rPr sz="2200" spc="-20" dirty="0">
                          <a:solidFill>
                            <a:srgbClr val="00AF50"/>
                          </a:solidFill>
                          <a:latin typeface="Cambria"/>
                          <a:cs typeface="Cambria"/>
                        </a:rPr>
                        <a:t>(E•)</a:t>
                      </a:r>
                      <a:endParaRPr sz="2200">
                        <a:latin typeface="Cambria"/>
                        <a:cs typeface="Cambria"/>
                      </a:endParaRPr>
                    </a:p>
                    <a:p>
                      <a:pPr marR="182880" algn="ctr">
                        <a:lnSpc>
                          <a:spcPct val="100000"/>
                        </a:lnSpc>
                        <a:spcBef>
                          <a:spcPts val="395"/>
                        </a:spcBef>
                      </a:pPr>
                      <a:r>
                        <a:rPr sz="2200" dirty="0">
                          <a:solidFill>
                            <a:srgbClr val="00AF50"/>
                          </a:solidFill>
                          <a:latin typeface="Cambria"/>
                          <a:cs typeface="Cambria"/>
                        </a:rPr>
                        <a:t>E</a:t>
                      </a:r>
                      <a:r>
                        <a:rPr sz="2200" spc="-10" dirty="0">
                          <a:solidFill>
                            <a:srgbClr val="00AF50"/>
                          </a:solidFill>
                          <a:latin typeface="Cambria"/>
                          <a:cs typeface="Cambria"/>
                        </a:rPr>
                        <a:t> </a:t>
                      </a:r>
                      <a:r>
                        <a:rPr sz="2200" dirty="0">
                          <a:solidFill>
                            <a:srgbClr val="00AF50"/>
                          </a:solidFill>
                          <a:latin typeface="Wingdings"/>
                          <a:cs typeface="Wingdings"/>
                        </a:rPr>
                        <a:t></a:t>
                      </a:r>
                      <a:r>
                        <a:rPr sz="2200" spc="-65" dirty="0">
                          <a:solidFill>
                            <a:srgbClr val="00AF50"/>
                          </a:solidFill>
                          <a:latin typeface="Times New Roman"/>
                          <a:cs typeface="Times New Roman"/>
                        </a:rPr>
                        <a:t> </a:t>
                      </a:r>
                      <a:r>
                        <a:rPr sz="2200" spc="-20" dirty="0">
                          <a:solidFill>
                            <a:srgbClr val="00AF50"/>
                          </a:solidFill>
                          <a:latin typeface="Cambria"/>
                          <a:cs typeface="Cambria"/>
                        </a:rPr>
                        <a:t>E•+T</a:t>
                      </a:r>
                      <a:endParaRPr sz="2200">
                        <a:latin typeface="Cambria"/>
                        <a:cs typeface="Cambria"/>
                      </a:endParaRPr>
                    </a:p>
                  </a:txBody>
                  <a:tcPr marL="0" marR="0" marT="23495" marB="0">
                    <a:lnR w="38100">
                      <a:solidFill>
                        <a:srgbClr val="40B9D2"/>
                      </a:solidFill>
                      <a:prstDash val="solid"/>
                    </a:lnR>
                    <a:lnT w="38100">
                      <a:solidFill>
                        <a:srgbClr val="FFFFFF"/>
                      </a:solidFill>
                      <a:prstDash val="solid"/>
                    </a:lnT>
                    <a:lnB w="38100">
                      <a:solidFill>
                        <a:srgbClr val="FFFFFF"/>
                      </a:solidFill>
                      <a:prstDash val="solid"/>
                    </a:lnB>
                  </a:tcPr>
                </a:tc>
                <a:tc rowSpan="2">
                  <a:txBody>
                    <a:bodyPr/>
                    <a:lstStyle/>
                    <a:p>
                      <a:pPr>
                        <a:lnSpc>
                          <a:spcPct val="100000"/>
                        </a:lnSpc>
                      </a:pPr>
                      <a:endParaRPr sz="2200">
                        <a:latin typeface="Times New Roman"/>
                        <a:cs typeface="Times New Roman"/>
                      </a:endParaRPr>
                    </a:p>
                  </a:txBody>
                  <a:tcPr marL="0" marR="0" marT="0" marB="0">
                    <a:lnL w="38100">
                      <a:solidFill>
                        <a:srgbClr val="40B9D2"/>
                      </a:solidFill>
                      <a:prstDash val="solid"/>
                    </a:lnL>
                    <a:lnR w="12700">
                      <a:solidFill>
                        <a:srgbClr val="FFFFFF"/>
                      </a:solidFill>
                      <a:prstDash val="solid"/>
                    </a:lnR>
                    <a:lnT w="38100">
                      <a:solidFill>
                        <a:srgbClr val="FFFFFF"/>
                      </a:solidFill>
                      <a:prstDash val="solid"/>
                    </a:lnT>
                    <a:lnB w="38100">
                      <a:solidFill>
                        <a:srgbClr val="FFFFFF"/>
                      </a:solidFill>
                      <a:prstDash val="solid"/>
                    </a:lnB>
                  </a:tcPr>
                </a:tc>
                <a:tc vMerge="1">
                  <a:txBody>
                    <a:bodyPr/>
                    <a:lstStyle/>
                    <a:p>
                      <a:endParaRPr/>
                    </a:p>
                  </a:txBody>
                  <a:tcPr marL="0" marR="0" marT="95250" marB="0">
                    <a:lnB w="12700">
                      <a:solidFill>
                        <a:srgbClr val="FFFFFF"/>
                      </a:solidFill>
                      <a:prstDash val="solid"/>
                    </a:lnB>
                  </a:tcPr>
                </a:tc>
                <a:extLst>
                  <a:ext uri="{0D108BD9-81ED-4DB2-BD59-A6C34878D82A}">
                    <a16:rowId xmlns:a16="http://schemas.microsoft.com/office/drawing/2014/main" val="10003"/>
                  </a:ext>
                </a:extLst>
              </a:tr>
              <a:tr h="873125">
                <a:tc vMerge="1">
                  <a:txBody>
                    <a:bodyPr/>
                    <a:lstStyle/>
                    <a:p>
                      <a:endParaRPr/>
                    </a:p>
                  </a:txBody>
                  <a:tcPr marL="0" marR="0" marT="23495" marB="0">
                    <a:lnR w="38100">
                      <a:solidFill>
                        <a:srgbClr val="40B9D2"/>
                      </a:solidFill>
                      <a:prstDash val="solid"/>
                    </a:lnR>
                    <a:lnT w="38100">
                      <a:solidFill>
                        <a:srgbClr val="FFFFFF"/>
                      </a:solidFill>
                      <a:prstDash val="solid"/>
                    </a:lnT>
                    <a:lnB w="38100">
                      <a:solidFill>
                        <a:srgbClr val="FFFFFF"/>
                      </a:solidFill>
                      <a:prstDash val="solid"/>
                    </a:lnB>
                  </a:tcPr>
                </a:tc>
                <a:tc vMerge="1">
                  <a:txBody>
                    <a:bodyPr/>
                    <a:lstStyle/>
                    <a:p>
                      <a:endParaRPr/>
                    </a:p>
                  </a:txBody>
                  <a:tcPr marL="0" marR="0" marT="0" marB="0">
                    <a:lnL w="38100">
                      <a:solidFill>
                        <a:srgbClr val="40B9D2"/>
                      </a:solidFill>
                      <a:prstDash val="solid"/>
                    </a:lnL>
                    <a:lnR w="12700">
                      <a:solidFill>
                        <a:srgbClr val="FFFFFF"/>
                      </a:solidFill>
                      <a:prstDash val="solid"/>
                    </a:lnR>
                    <a:lnT w="38100">
                      <a:solidFill>
                        <a:srgbClr val="FFFFFF"/>
                      </a:solidFill>
                      <a:prstDash val="solid"/>
                    </a:lnT>
                    <a:lnB w="38100">
                      <a:solidFill>
                        <a:srgbClr val="FFFFFF"/>
                      </a:solidFill>
                      <a:prstDash val="solid"/>
                    </a:lnB>
                  </a:tcPr>
                </a:tc>
                <a:tc>
                  <a:txBody>
                    <a:bodyPr/>
                    <a:lstStyle/>
                    <a:p>
                      <a:pPr marL="401320">
                        <a:lnSpc>
                          <a:spcPct val="100000"/>
                        </a:lnSpc>
                        <a:spcBef>
                          <a:spcPts val="305"/>
                        </a:spcBef>
                      </a:pPr>
                      <a:r>
                        <a:rPr sz="2200" dirty="0">
                          <a:latin typeface="Cambria"/>
                          <a:cs typeface="Cambria"/>
                        </a:rPr>
                        <a:t>=</a:t>
                      </a:r>
                      <a:r>
                        <a:rPr sz="2200" spc="-15"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(I7,</a:t>
                      </a:r>
                      <a:r>
                        <a:rPr sz="2200" spc="-15" dirty="0">
                          <a:latin typeface="Cambria"/>
                          <a:cs typeface="Cambria"/>
                        </a:rPr>
                        <a:t> </a:t>
                      </a:r>
                      <a:r>
                        <a:rPr sz="2200" dirty="0">
                          <a:latin typeface="Cambria"/>
                          <a:cs typeface="Cambria"/>
                        </a:rPr>
                        <a:t>(</a:t>
                      </a:r>
                      <a:r>
                        <a:rPr sz="2200" spc="-20" dirty="0">
                          <a:latin typeface="Cambria"/>
                          <a:cs typeface="Cambria"/>
                        </a:rPr>
                        <a:t> </a:t>
                      </a:r>
                      <a:r>
                        <a:rPr sz="2200" spc="-50" dirty="0">
                          <a:latin typeface="Cambria"/>
                          <a:cs typeface="Cambria"/>
                        </a:rPr>
                        <a:t>)</a:t>
                      </a:r>
                      <a:endParaRPr sz="2200">
                        <a:latin typeface="Cambria"/>
                        <a:cs typeface="Cambria"/>
                      </a:endParaRPr>
                    </a:p>
                    <a:p>
                      <a:pPr marL="587375">
                        <a:lnSpc>
                          <a:spcPct val="100000"/>
                        </a:lnSpc>
                        <a:spcBef>
                          <a:spcPts val="605"/>
                        </a:spcBef>
                      </a:pP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I4</a:t>
                      </a:r>
                      <a:endParaRPr sz="2200">
                        <a:latin typeface="Cambria"/>
                        <a:cs typeface="Cambria"/>
                      </a:endParaRPr>
                    </a:p>
                  </a:txBody>
                  <a:tcPr marL="0" marR="0" marT="38735" marB="0">
                    <a:lnL w="12700">
                      <a:solidFill>
                        <a:srgbClr val="FFFFFF"/>
                      </a:solidFill>
                      <a:prstDash val="solid"/>
                    </a:lnL>
                    <a:lnT w="12700">
                      <a:solidFill>
                        <a:srgbClr val="FFFFFF"/>
                      </a:solidFill>
                      <a:prstDash val="solid"/>
                    </a:lnT>
                    <a:lnB w="38100">
                      <a:solidFill>
                        <a:srgbClr val="FFFFFF"/>
                      </a:solidFill>
                      <a:prstDash val="solid"/>
                    </a:lnB>
                  </a:tcPr>
                </a:tc>
                <a:extLst>
                  <a:ext uri="{0D108BD9-81ED-4DB2-BD59-A6C34878D82A}">
                    <a16:rowId xmlns:a16="http://schemas.microsoft.com/office/drawing/2014/main" val="10004"/>
                  </a:ext>
                </a:extLst>
              </a:tr>
            </a:tbl>
          </a:graphicData>
        </a:graphic>
      </p:graphicFrame>
      <p:graphicFrame>
        <p:nvGraphicFramePr>
          <p:cNvPr id="7" name="object 7"/>
          <p:cNvGraphicFramePr>
            <a:graphicFrameLocks noGrp="1"/>
          </p:cNvGraphicFramePr>
          <p:nvPr/>
        </p:nvGraphicFramePr>
        <p:xfrm>
          <a:off x="8807513" y="4230381"/>
          <a:ext cx="3252470" cy="1599564"/>
        </p:xfrm>
        <a:graphic>
          <a:graphicData uri="http://schemas.openxmlformats.org/drawingml/2006/table">
            <a:tbl>
              <a:tblPr firstRow="1" bandRow="1">
                <a:tableStyleId>{2D5ABB26-0587-4C30-8999-92F81FD0307C}</a:tableStyleId>
              </a:tblPr>
              <a:tblGrid>
                <a:gridCol w="62865">
                  <a:extLst>
                    <a:ext uri="{9D8B030D-6E8A-4147-A177-3AD203B41FA5}">
                      <a16:colId xmlns:a16="http://schemas.microsoft.com/office/drawing/2014/main" val="20000"/>
                    </a:ext>
                  </a:extLst>
                </a:gridCol>
                <a:gridCol w="2965450">
                  <a:extLst>
                    <a:ext uri="{9D8B030D-6E8A-4147-A177-3AD203B41FA5}">
                      <a16:colId xmlns:a16="http://schemas.microsoft.com/office/drawing/2014/main" val="20001"/>
                    </a:ext>
                  </a:extLst>
                </a:gridCol>
                <a:gridCol w="127000">
                  <a:extLst>
                    <a:ext uri="{9D8B030D-6E8A-4147-A177-3AD203B41FA5}">
                      <a16:colId xmlns:a16="http://schemas.microsoft.com/office/drawing/2014/main" val="20002"/>
                    </a:ext>
                  </a:extLst>
                </a:gridCol>
              </a:tblGrid>
              <a:tr h="373380">
                <a:tc gridSpan="3">
                  <a:txBody>
                    <a:bodyPr/>
                    <a:lstStyle/>
                    <a:p>
                      <a:pPr marL="147955">
                        <a:lnSpc>
                          <a:spcPts val="2530"/>
                        </a:lnSpc>
                      </a:pPr>
                      <a:r>
                        <a:rPr sz="2200" dirty="0">
                          <a:latin typeface="Cambria"/>
                          <a:cs typeface="Cambria"/>
                        </a:rPr>
                        <a:t>FOLLOW</a:t>
                      </a:r>
                      <a:r>
                        <a:rPr sz="2200" spc="-45" dirty="0">
                          <a:latin typeface="Cambria"/>
                          <a:cs typeface="Cambria"/>
                        </a:rPr>
                        <a:t> </a:t>
                      </a:r>
                      <a:r>
                        <a:rPr sz="2200" dirty="0">
                          <a:latin typeface="Cambria"/>
                          <a:cs typeface="Cambria"/>
                        </a:rPr>
                        <a:t>(E’)</a:t>
                      </a:r>
                      <a:r>
                        <a:rPr sz="2200" spc="-25" dirty="0">
                          <a:latin typeface="Cambria"/>
                          <a:cs typeface="Cambria"/>
                        </a:rPr>
                        <a:t> </a:t>
                      </a:r>
                      <a:r>
                        <a:rPr sz="2200" dirty="0">
                          <a:latin typeface="Cambria"/>
                          <a:cs typeface="Cambria"/>
                        </a:rPr>
                        <a:t>=</a:t>
                      </a:r>
                      <a:r>
                        <a:rPr sz="2200" spc="-25" dirty="0">
                          <a:latin typeface="Cambria"/>
                          <a:cs typeface="Cambria"/>
                        </a:rPr>
                        <a:t> {$}</a:t>
                      </a:r>
                      <a:endParaRPr sz="2200">
                        <a:latin typeface="Cambria"/>
                        <a:cs typeface="Cambria"/>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26084">
                <a:tc>
                  <a:txBody>
                    <a:bodyPr/>
                    <a:lstStyle/>
                    <a:p>
                      <a:pPr>
                        <a:lnSpc>
                          <a:spcPct val="100000"/>
                        </a:lnSpc>
                      </a:pPr>
                      <a:endParaRPr sz="2200">
                        <a:latin typeface="Times New Roman"/>
                        <a:cs typeface="Times New Roman"/>
                      </a:endParaRPr>
                    </a:p>
                  </a:txBody>
                  <a:tcPr marL="0" marR="0" marT="0" marB="0"/>
                </a:tc>
                <a:tc>
                  <a:txBody>
                    <a:bodyPr/>
                    <a:lstStyle/>
                    <a:p>
                      <a:pPr marL="112395">
                        <a:lnSpc>
                          <a:spcPct val="100000"/>
                        </a:lnSpc>
                        <a:spcBef>
                          <a:spcPts val="305"/>
                        </a:spcBef>
                      </a:pPr>
                      <a:r>
                        <a:rPr sz="2200" dirty="0">
                          <a:latin typeface="Cambria"/>
                          <a:cs typeface="Cambria"/>
                        </a:rPr>
                        <a:t>FOLLOW</a:t>
                      </a:r>
                      <a:r>
                        <a:rPr sz="2200" spc="-40" dirty="0">
                          <a:latin typeface="Cambria"/>
                          <a:cs typeface="Cambria"/>
                        </a:rPr>
                        <a:t> </a:t>
                      </a:r>
                      <a:r>
                        <a:rPr sz="2200" dirty="0">
                          <a:latin typeface="Cambria"/>
                          <a:cs typeface="Cambria"/>
                        </a:rPr>
                        <a:t>(E)</a:t>
                      </a:r>
                      <a:r>
                        <a:rPr sz="2200" spc="-15" dirty="0">
                          <a:latin typeface="Cambria"/>
                          <a:cs typeface="Cambria"/>
                        </a:rPr>
                        <a:t> </a:t>
                      </a:r>
                      <a:r>
                        <a:rPr sz="2200" dirty="0">
                          <a:latin typeface="Cambria"/>
                          <a:cs typeface="Cambria"/>
                        </a:rPr>
                        <a:t>=</a:t>
                      </a:r>
                      <a:r>
                        <a:rPr sz="2200" spc="-25"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a:t>
                      </a:r>
                      <a:r>
                        <a:rPr sz="2200" spc="-30" dirty="0">
                          <a:latin typeface="Cambria"/>
                          <a:cs typeface="Cambria"/>
                        </a:rPr>
                        <a:t> </a:t>
                      </a:r>
                      <a:r>
                        <a:rPr sz="2200" spc="-50" dirty="0">
                          <a:latin typeface="Cambria"/>
                          <a:cs typeface="Cambria"/>
                        </a:rPr>
                        <a:t>}</a:t>
                      </a:r>
                      <a:endParaRPr sz="2200">
                        <a:latin typeface="Cambria"/>
                        <a:cs typeface="Cambria"/>
                      </a:endParaRPr>
                    </a:p>
                  </a:txBody>
                  <a:tcPr marL="0" marR="0" marT="38735" marB="0">
                    <a:lnR w="12700">
                      <a:solidFill>
                        <a:srgbClr val="FFFFFF"/>
                      </a:solidFill>
                      <a:prstDash val="solid"/>
                    </a:lnR>
                    <a:lnT w="12700">
                      <a:solidFill>
                        <a:srgbClr val="FFFFFF"/>
                      </a:solidFill>
                      <a:prstDash val="solid"/>
                    </a:lnT>
                    <a:lnB w="38100">
                      <a:solidFill>
                        <a:srgbClr val="FFFFFF"/>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FFFFFF"/>
                      </a:solidFill>
                      <a:prstDash val="solid"/>
                    </a:lnL>
                    <a:lnB w="12700">
                      <a:solidFill>
                        <a:srgbClr val="FFFFFF"/>
                      </a:solidFill>
                      <a:prstDash val="solid"/>
                    </a:lnB>
                    <a:solidFill>
                      <a:srgbClr val="C7C7C7">
                        <a:alpha val="49803"/>
                      </a:srgbClr>
                    </a:solidFill>
                  </a:tcPr>
                </a:tc>
                <a:extLst>
                  <a:ext uri="{0D108BD9-81ED-4DB2-BD59-A6C34878D82A}">
                    <a16:rowId xmlns:a16="http://schemas.microsoft.com/office/drawing/2014/main" val="10001"/>
                  </a:ext>
                </a:extLst>
              </a:tr>
              <a:tr h="406400">
                <a:tc>
                  <a:txBody>
                    <a:bodyPr/>
                    <a:lstStyle/>
                    <a:p>
                      <a:pPr>
                        <a:lnSpc>
                          <a:spcPct val="100000"/>
                        </a:lnSpc>
                      </a:pPr>
                      <a:endParaRPr sz="2200">
                        <a:latin typeface="Times New Roman"/>
                        <a:cs typeface="Times New Roman"/>
                      </a:endParaRPr>
                    </a:p>
                  </a:txBody>
                  <a:tcPr marL="0" marR="0" marT="0" marB="0"/>
                </a:tc>
                <a:tc gridSpan="2">
                  <a:txBody>
                    <a:bodyPr/>
                    <a:lstStyle/>
                    <a:p>
                      <a:pPr marL="84455">
                        <a:lnSpc>
                          <a:spcPct val="100000"/>
                        </a:lnSpc>
                        <a:spcBef>
                          <a:spcPts val="305"/>
                        </a:spcBef>
                      </a:pPr>
                      <a:r>
                        <a:rPr sz="2200" dirty="0">
                          <a:latin typeface="Cambria"/>
                          <a:cs typeface="Cambria"/>
                        </a:rPr>
                        <a:t>FOLLOW</a:t>
                      </a:r>
                      <a:r>
                        <a:rPr sz="2200" spc="-40" dirty="0">
                          <a:latin typeface="Cambria"/>
                          <a:cs typeface="Cambria"/>
                        </a:rPr>
                        <a:t> </a:t>
                      </a:r>
                      <a:r>
                        <a:rPr sz="2200" dirty="0">
                          <a:latin typeface="Cambria"/>
                          <a:cs typeface="Cambria"/>
                        </a:rPr>
                        <a:t>(T)</a:t>
                      </a:r>
                      <a:r>
                        <a:rPr sz="2200" spc="-20" dirty="0">
                          <a:latin typeface="Cambria"/>
                          <a:cs typeface="Cambria"/>
                        </a:rPr>
                        <a:t> </a:t>
                      </a:r>
                      <a:r>
                        <a:rPr sz="2200" dirty="0">
                          <a:latin typeface="Cambria"/>
                          <a:cs typeface="Cambria"/>
                        </a:rPr>
                        <a:t>=</a:t>
                      </a:r>
                      <a:r>
                        <a:rPr sz="2200" spc="-3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a:t>
                      </a:r>
                      <a:r>
                        <a:rPr sz="2200" spc="-35" dirty="0">
                          <a:latin typeface="Cambria"/>
                          <a:cs typeface="Cambria"/>
                        </a:rPr>
                        <a:t> </a:t>
                      </a:r>
                      <a:r>
                        <a:rPr sz="2200" spc="-50" dirty="0">
                          <a:latin typeface="Cambria"/>
                          <a:cs typeface="Cambria"/>
                        </a:rPr>
                        <a:t>}</a:t>
                      </a:r>
                      <a:endParaRPr sz="2200">
                        <a:latin typeface="Cambria"/>
                        <a:cs typeface="Cambria"/>
                      </a:endParaRPr>
                    </a:p>
                  </a:txBody>
                  <a:tcPr marL="0" marR="0" marT="38735" marB="0">
                    <a:lnR w="28575">
                      <a:solidFill>
                        <a:srgbClr val="FFFFFF"/>
                      </a:solidFill>
                      <a:prstDash val="solid"/>
                    </a:lnR>
                    <a:lnT w="38100">
                      <a:solidFill>
                        <a:srgbClr val="FFFFFF"/>
                      </a:solidFill>
                      <a:prstDash val="solid"/>
                    </a:lnT>
                    <a:lnB w="38100">
                      <a:solidFill>
                        <a:srgbClr val="FFFFFF"/>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393700">
                <a:tc>
                  <a:txBody>
                    <a:bodyPr/>
                    <a:lstStyle/>
                    <a:p>
                      <a:pPr>
                        <a:lnSpc>
                          <a:spcPct val="100000"/>
                        </a:lnSpc>
                      </a:pPr>
                      <a:endParaRPr sz="2200">
                        <a:latin typeface="Times New Roman"/>
                        <a:cs typeface="Times New Roman"/>
                      </a:endParaRPr>
                    </a:p>
                  </a:txBody>
                  <a:tcPr marL="0" marR="0" marT="0" marB="0">
                    <a:lnR w="12700">
                      <a:solidFill>
                        <a:srgbClr val="FFFFFF"/>
                      </a:solidFill>
                      <a:prstDash val="solid"/>
                    </a:lnR>
                  </a:tcPr>
                </a:tc>
                <a:tc gridSpan="2">
                  <a:txBody>
                    <a:bodyPr/>
                    <a:lstStyle/>
                    <a:p>
                      <a:pPr marL="92710">
                        <a:lnSpc>
                          <a:spcPct val="100000"/>
                        </a:lnSpc>
                        <a:spcBef>
                          <a:spcPts val="45"/>
                        </a:spcBef>
                      </a:pPr>
                      <a:r>
                        <a:rPr sz="2200" dirty="0">
                          <a:latin typeface="Cambria"/>
                          <a:cs typeface="Cambria"/>
                        </a:rPr>
                        <a:t>FOLLOW</a:t>
                      </a:r>
                      <a:r>
                        <a:rPr sz="2200" spc="-35" dirty="0">
                          <a:latin typeface="Cambria"/>
                          <a:cs typeface="Cambria"/>
                        </a:rPr>
                        <a:t> </a:t>
                      </a:r>
                      <a:r>
                        <a:rPr sz="2200" dirty="0">
                          <a:latin typeface="Cambria"/>
                          <a:cs typeface="Cambria"/>
                        </a:rPr>
                        <a:t>(F)</a:t>
                      </a:r>
                      <a:r>
                        <a:rPr sz="2200" spc="-3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a:t>
                      </a:r>
                      <a:r>
                        <a:rPr sz="2200" spc="-25" dirty="0">
                          <a:latin typeface="Cambria"/>
                          <a:cs typeface="Cambria"/>
                        </a:rPr>
                        <a:t> </a:t>
                      </a:r>
                      <a:r>
                        <a:rPr sz="2200" dirty="0">
                          <a:latin typeface="Cambria"/>
                          <a:cs typeface="Cambria"/>
                        </a:rPr>
                        <a:t>+,*,),$</a:t>
                      </a:r>
                      <a:r>
                        <a:rPr sz="2200" spc="-35" dirty="0">
                          <a:latin typeface="Cambria"/>
                          <a:cs typeface="Cambria"/>
                        </a:rPr>
                        <a:t> </a:t>
                      </a:r>
                      <a:r>
                        <a:rPr sz="2200" spc="-50" dirty="0">
                          <a:latin typeface="Cambria"/>
                          <a:cs typeface="Cambria"/>
                        </a:rPr>
                        <a:t>}</a:t>
                      </a:r>
                      <a:endParaRPr sz="2200">
                        <a:latin typeface="Cambria"/>
                        <a:cs typeface="Cambria"/>
                      </a:endParaRPr>
                    </a:p>
                  </a:txBody>
                  <a:tcPr marL="0" marR="0" marT="5715" marB="0">
                    <a:lnL w="12700">
                      <a:solidFill>
                        <a:srgbClr val="FFFFFF"/>
                      </a:solidFill>
                      <a:prstDash val="solid"/>
                    </a:lnL>
                    <a:lnR w="28575">
                      <a:solidFill>
                        <a:srgbClr val="FFFFFF"/>
                      </a:solidFill>
                      <a:prstDash val="solid"/>
                    </a:lnR>
                    <a:lnT w="38100">
                      <a:solidFill>
                        <a:srgbClr val="FFFFFF"/>
                      </a:solidFill>
                      <a:prstDash val="solid"/>
                    </a:lnT>
                    <a:lnB w="38100">
                      <a:solidFill>
                        <a:srgbClr val="FFFFFF"/>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050"/>
              </a:lnSpc>
            </a:pPr>
            <a:r>
              <a:rPr sz="3600" b="1" spc="-10" dirty="0">
                <a:solidFill>
                  <a:srgbClr val="FFFFFF"/>
                </a:solidFill>
                <a:latin typeface="Cambria"/>
                <a:cs typeface="Cambria"/>
              </a:rPr>
              <a:t>SLR(1)</a:t>
            </a:r>
            <a:endParaRPr sz="3600">
              <a:latin typeface="Cambria"/>
              <a:cs typeface="Cambria"/>
            </a:endParaRPr>
          </a:p>
          <a:p>
            <a:pPr marL="344170">
              <a:lnSpc>
                <a:spcPts val="4050"/>
              </a:lnSpc>
            </a:pPr>
            <a:r>
              <a:rPr sz="3600" b="1" spc="-10" dirty="0">
                <a:solidFill>
                  <a:srgbClr val="FFFFFF"/>
                </a:solidFill>
                <a:latin typeface="Cambria"/>
                <a:cs typeface="Cambria"/>
              </a:rPr>
              <a:t>Parser</a:t>
            </a:r>
            <a:endParaRPr sz="3600">
              <a:latin typeface="Cambria"/>
              <a:cs typeface="Cambria"/>
            </a:endParaRPr>
          </a:p>
        </p:txBody>
      </p:sp>
      <p:graphicFrame>
        <p:nvGraphicFramePr>
          <p:cNvPr id="3" name="object 3"/>
          <p:cNvGraphicFramePr>
            <a:graphicFrameLocks noGrp="1"/>
          </p:cNvGraphicFramePr>
          <p:nvPr/>
        </p:nvGraphicFramePr>
        <p:xfrm>
          <a:off x="3526916" y="746633"/>
          <a:ext cx="8216900" cy="5186044"/>
        </p:xfrm>
        <a:graphic>
          <a:graphicData uri="http://schemas.openxmlformats.org/drawingml/2006/table">
            <a:tbl>
              <a:tblPr firstRow="1" bandRow="1">
                <a:tableStyleId>{2D5ABB26-0587-4C30-8999-92F81FD0307C}</a:tableStyleId>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812800">
                  <a:extLst>
                    <a:ext uri="{9D8B030D-6E8A-4147-A177-3AD203B41FA5}">
                      <a16:colId xmlns:a16="http://schemas.microsoft.com/office/drawing/2014/main" val="20004"/>
                    </a:ext>
                  </a:extLst>
                </a:gridCol>
                <a:gridCol w="741679">
                  <a:extLst>
                    <a:ext uri="{9D8B030D-6E8A-4147-A177-3AD203B41FA5}">
                      <a16:colId xmlns:a16="http://schemas.microsoft.com/office/drawing/2014/main" val="20005"/>
                    </a:ext>
                  </a:extLst>
                </a:gridCol>
                <a:gridCol w="883920">
                  <a:extLst>
                    <a:ext uri="{9D8B030D-6E8A-4147-A177-3AD203B41FA5}">
                      <a16:colId xmlns:a16="http://schemas.microsoft.com/office/drawing/2014/main" val="20006"/>
                    </a:ext>
                  </a:extLst>
                </a:gridCol>
                <a:gridCol w="812800">
                  <a:extLst>
                    <a:ext uri="{9D8B030D-6E8A-4147-A177-3AD203B41FA5}">
                      <a16:colId xmlns:a16="http://schemas.microsoft.com/office/drawing/2014/main" val="20007"/>
                    </a:ext>
                  </a:extLst>
                </a:gridCol>
                <a:gridCol w="812800">
                  <a:extLst>
                    <a:ext uri="{9D8B030D-6E8A-4147-A177-3AD203B41FA5}">
                      <a16:colId xmlns:a16="http://schemas.microsoft.com/office/drawing/2014/main" val="20008"/>
                    </a:ext>
                  </a:extLst>
                </a:gridCol>
                <a:gridCol w="812800">
                  <a:extLst>
                    <a:ext uri="{9D8B030D-6E8A-4147-A177-3AD203B41FA5}">
                      <a16:colId xmlns:a16="http://schemas.microsoft.com/office/drawing/2014/main" val="20009"/>
                    </a:ext>
                  </a:extLst>
                </a:gridCol>
              </a:tblGrid>
              <a:tr h="370205">
                <a:tc gridSpan="7">
                  <a:txBody>
                    <a:bodyPr/>
                    <a:lstStyle/>
                    <a:p>
                      <a:pPr marL="3810" algn="ctr">
                        <a:lnSpc>
                          <a:spcPct val="100000"/>
                        </a:lnSpc>
                        <a:spcBef>
                          <a:spcPts val="240"/>
                        </a:spcBef>
                      </a:pPr>
                      <a:r>
                        <a:rPr sz="1800" b="1" spc="-10" dirty="0">
                          <a:solidFill>
                            <a:srgbClr val="FFFFFF"/>
                          </a:solidFill>
                          <a:latin typeface="Corbel"/>
                          <a:cs typeface="Corbel"/>
                        </a:rPr>
                        <a:t>ACTION</a:t>
                      </a:r>
                      <a:endParaRPr sz="1800">
                        <a:latin typeface="Corbel"/>
                        <a:cs typeface="Corbel"/>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40B9D2"/>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marL="5080" algn="ctr">
                        <a:lnSpc>
                          <a:spcPct val="100000"/>
                        </a:lnSpc>
                        <a:spcBef>
                          <a:spcPts val="240"/>
                        </a:spcBef>
                      </a:pPr>
                      <a:r>
                        <a:rPr sz="1800" b="1" spc="-20" dirty="0">
                          <a:solidFill>
                            <a:srgbClr val="FFFFFF"/>
                          </a:solidFill>
                          <a:latin typeface="Corbel"/>
                          <a:cs typeface="Corbel"/>
                        </a:rPr>
                        <a:t>GOTO</a:t>
                      </a:r>
                      <a:endParaRPr sz="1800">
                        <a:latin typeface="Corbel"/>
                        <a:cs typeface="Corbel"/>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40B9D2"/>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70205">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25" dirty="0">
                          <a:solidFill>
                            <a:srgbClr val="FFFFFF"/>
                          </a:solidFill>
                          <a:latin typeface="Corbel"/>
                          <a:cs typeface="Corbel"/>
                        </a:rPr>
                        <a:t>id</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solidFill>
                            <a:srgbClr val="FFFFFF"/>
                          </a:solidFill>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solidFill>
                            <a:srgbClr val="FFFFFF"/>
                          </a:solidFill>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solidFill>
                            <a:srgbClr val="FFFFFF"/>
                          </a:solidFill>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solidFill>
                            <a:srgbClr val="FFFFFF"/>
                          </a:solidFill>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solidFill>
                            <a:srgbClr val="FFFFFF"/>
                          </a:solidFill>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000000"/>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solidFill>
                            <a:srgbClr val="FFFFFF"/>
                          </a:solidFill>
                          <a:latin typeface="Corbel"/>
                          <a:cs typeface="Corbel"/>
                        </a:rPr>
                        <a:t>E</a:t>
                      </a:r>
                      <a:endParaRPr sz="1800">
                        <a:latin typeface="Corbel"/>
                        <a:cs typeface="Corbel"/>
                      </a:endParaRPr>
                    </a:p>
                  </a:txBody>
                  <a:tcPr marL="0" marR="0" marT="30480" marB="0">
                    <a:lnL w="12700">
                      <a:solidFill>
                        <a:srgbClr val="000000"/>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710">
                        <a:lnSpc>
                          <a:spcPct val="100000"/>
                        </a:lnSpc>
                        <a:spcBef>
                          <a:spcPts val="240"/>
                        </a:spcBef>
                      </a:pPr>
                      <a:r>
                        <a:rPr sz="1800" b="1" spc="-50" dirty="0">
                          <a:solidFill>
                            <a:srgbClr val="FFFFFF"/>
                          </a:solidFill>
                          <a:latin typeface="Corbel"/>
                          <a:cs typeface="Corbel"/>
                        </a:rPr>
                        <a:t>T</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710">
                        <a:lnSpc>
                          <a:spcPct val="100000"/>
                        </a:lnSpc>
                        <a:spcBef>
                          <a:spcPts val="240"/>
                        </a:spcBef>
                      </a:pPr>
                      <a:r>
                        <a:rPr sz="1800" b="1" spc="-50" dirty="0">
                          <a:solidFill>
                            <a:srgbClr val="FFFFFF"/>
                          </a:solidFill>
                          <a:latin typeface="Corbel"/>
                          <a:cs typeface="Corbel"/>
                        </a:rPr>
                        <a:t>F</a:t>
                      </a:r>
                      <a:endParaRPr sz="1800">
                        <a:latin typeface="Corbel"/>
                        <a:cs typeface="Corbel"/>
                      </a:endParaRPr>
                    </a:p>
                  </a:txBody>
                  <a:tcPr marL="0" marR="0" marT="30480" marB="0">
                    <a:lnL w="12700">
                      <a:solidFill>
                        <a:srgbClr val="FFFFFF"/>
                      </a:solidFill>
                      <a:prstDash val="solid"/>
                    </a:lnL>
                    <a:lnR w="12700">
                      <a:solidFill>
                        <a:srgbClr val="000000"/>
                      </a:solidFill>
                      <a:prstDash val="solid"/>
                    </a:lnR>
                    <a:lnT w="12700">
                      <a:solidFill>
                        <a:srgbClr val="000000"/>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1"/>
                  </a:ext>
                </a:extLst>
              </a:tr>
              <a:tr h="370205">
                <a:tc>
                  <a:txBody>
                    <a:bodyPr/>
                    <a:lstStyle/>
                    <a:p>
                      <a:pPr marL="92075">
                        <a:lnSpc>
                          <a:spcPct val="100000"/>
                        </a:lnSpc>
                        <a:spcBef>
                          <a:spcPts val="240"/>
                        </a:spcBef>
                      </a:pPr>
                      <a:r>
                        <a:rPr sz="1800" spc="-50" dirty="0">
                          <a:latin typeface="Corbel"/>
                          <a:cs typeface="Corbel"/>
                        </a:rPr>
                        <a:t>0</a:t>
                      </a:r>
                      <a:endParaRPr sz="1800">
                        <a:latin typeface="Corbel"/>
                        <a:cs typeface="Corbel"/>
                      </a:endParaRPr>
                    </a:p>
                  </a:txBody>
                  <a:tcPr marL="0" marR="0" marT="30480" marB="0">
                    <a:lnL w="12700">
                      <a:solidFill>
                        <a:srgbClr val="000000"/>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0"/>
                        </a:spcBef>
                      </a:pPr>
                      <a:r>
                        <a:rPr sz="1800" spc="-25" dirty="0">
                          <a:latin typeface="Corbel"/>
                          <a:cs typeface="Corbel"/>
                        </a:rPr>
                        <a:t>S5</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0"/>
                        </a:spcBef>
                      </a:pPr>
                      <a:r>
                        <a:rPr sz="1800" spc="-25" dirty="0">
                          <a:latin typeface="Corbel"/>
                          <a:cs typeface="Corbel"/>
                        </a:rPr>
                        <a:t>S4</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0"/>
                        </a:spcBef>
                      </a:pPr>
                      <a:r>
                        <a:rPr sz="1800" spc="-50" dirty="0">
                          <a:latin typeface="Corbel"/>
                          <a:cs typeface="Corbel"/>
                        </a:rPr>
                        <a:t>1</a:t>
                      </a:r>
                      <a:endParaRPr sz="1800">
                        <a:latin typeface="Corbel"/>
                        <a:cs typeface="Corbel"/>
                      </a:endParaRPr>
                    </a:p>
                  </a:txBody>
                  <a:tcPr marL="0" marR="0" marT="30480" marB="0">
                    <a:lnL w="12700">
                      <a:solidFill>
                        <a:srgbClr val="000000"/>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710">
                        <a:lnSpc>
                          <a:spcPct val="100000"/>
                        </a:lnSpc>
                        <a:spcBef>
                          <a:spcPts val="240"/>
                        </a:spcBef>
                      </a:pPr>
                      <a:r>
                        <a:rPr sz="1800" spc="-50" dirty="0">
                          <a:latin typeface="Corbel"/>
                          <a:cs typeface="Corbel"/>
                        </a:rPr>
                        <a:t>2</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710">
                        <a:lnSpc>
                          <a:spcPct val="100000"/>
                        </a:lnSpc>
                        <a:spcBef>
                          <a:spcPts val="240"/>
                        </a:spcBef>
                      </a:pPr>
                      <a:r>
                        <a:rPr sz="1800" spc="-50" dirty="0">
                          <a:latin typeface="Corbel"/>
                          <a:cs typeface="Corbel"/>
                        </a:rPr>
                        <a:t>3</a:t>
                      </a:r>
                      <a:endParaRPr sz="1800">
                        <a:latin typeface="Corbel"/>
                        <a:cs typeface="Corbel"/>
                      </a:endParaRPr>
                    </a:p>
                  </a:txBody>
                  <a:tcPr marL="0" marR="0" marT="30480" marB="0">
                    <a:lnL w="12700">
                      <a:solidFill>
                        <a:srgbClr val="FFFFFF"/>
                      </a:solidFill>
                      <a:prstDash val="solid"/>
                    </a:lnL>
                    <a:lnR w="12700">
                      <a:solidFill>
                        <a:srgbClr val="000000"/>
                      </a:solidFill>
                      <a:prstDash val="solid"/>
                    </a:lnR>
                    <a:lnT w="381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2"/>
                  </a:ext>
                </a:extLst>
              </a:tr>
              <a:tr h="370205">
                <a:tc>
                  <a:txBody>
                    <a:bodyPr/>
                    <a:lstStyle/>
                    <a:p>
                      <a:pPr marL="92075">
                        <a:lnSpc>
                          <a:spcPct val="100000"/>
                        </a:lnSpc>
                        <a:spcBef>
                          <a:spcPts val="240"/>
                        </a:spcBef>
                      </a:pPr>
                      <a:r>
                        <a:rPr sz="1800" spc="-50" dirty="0">
                          <a:latin typeface="Corbel"/>
                          <a:cs typeface="Corbel"/>
                        </a:rPr>
                        <a:t>1</a:t>
                      </a:r>
                      <a:endParaRPr sz="1800">
                        <a:latin typeface="Corbel"/>
                        <a:cs typeface="Corbel"/>
                      </a:endParaRPr>
                    </a:p>
                  </a:txBody>
                  <a:tcPr marL="0" marR="0" marT="3048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0"/>
                        </a:spcBef>
                      </a:pPr>
                      <a:r>
                        <a:rPr sz="1800" spc="-25" dirty="0">
                          <a:latin typeface="Corbel"/>
                          <a:cs typeface="Corbel"/>
                        </a:rPr>
                        <a:t>S6</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0"/>
                        </a:spcBef>
                      </a:pPr>
                      <a:r>
                        <a:rPr sz="1800" spc="-10" dirty="0">
                          <a:latin typeface="Corbel"/>
                          <a:cs typeface="Corbel"/>
                        </a:rPr>
                        <a:t>Accept</a:t>
                      </a:r>
                      <a:endParaRPr sz="1800">
                        <a:latin typeface="Corbel"/>
                        <a:cs typeface="Corbel"/>
                      </a:endParaRPr>
                    </a:p>
                  </a:txBody>
                  <a:tcPr marL="0" marR="0" marT="3048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3"/>
                  </a:ext>
                </a:extLst>
              </a:tr>
              <a:tr h="370840">
                <a:tc>
                  <a:txBody>
                    <a:bodyPr/>
                    <a:lstStyle/>
                    <a:p>
                      <a:pPr marL="92075">
                        <a:lnSpc>
                          <a:spcPct val="100000"/>
                        </a:lnSpc>
                        <a:spcBef>
                          <a:spcPts val="245"/>
                        </a:spcBef>
                      </a:pPr>
                      <a:r>
                        <a:rPr sz="1800" spc="-50" dirty="0">
                          <a:latin typeface="Corbel"/>
                          <a:cs typeface="Corbel"/>
                        </a:rPr>
                        <a:t>2</a:t>
                      </a:r>
                      <a:endParaRPr sz="1800">
                        <a:latin typeface="Corbel"/>
                        <a:cs typeface="Corbel"/>
                      </a:endParaRPr>
                    </a:p>
                  </a:txBody>
                  <a:tcPr marL="0" marR="0" marT="31115"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R2</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S7</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R2</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R2</a:t>
                      </a:r>
                      <a:endParaRPr sz="1800">
                        <a:latin typeface="Corbel"/>
                        <a:cs typeface="Corbel"/>
                      </a:endParaRPr>
                    </a:p>
                  </a:txBody>
                  <a:tcPr marL="0" marR="0" marT="31115"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4"/>
                  </a:ext>
                </a:extLst>
              </a:tr>
              <a:tr h="370205">
                <a:tc>
                  <a:txBody>
                    <a:bodyPr/>
                    <a:lstStyle/>
                    <a:p>
                      <a:pPr marL="92075">
                        <a:lnSpc>
                          <a:spcPct val="100000"/>
                        </a:lnSpc>
                        <a:spcBef>
                          <a:spcPts val="244"/>
                        </a:spcBef>
                      </a:pPr>
                      <a:r>
                        <a:rPr sz="1800" spc="-50" dirty="0">
                          <a:latin typeface="Corbel"/>
                          <a:cs typeface="Corbel"/>
                        </a:rPr>
                        <a:t>3</a:t>
                      </a:r>
                      <a:endParaRPr sz="1800">
                        <a:latin typeface="Corbel"/>
                        <a:cs typeface="Corbel"/>
                      </a:endParaRPr>
                    </a:p>
                  </a:txBody>
                  <a:tcPr marL="0" marR="0" marT="31114"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4"/>
                        </a:spcBef>
                      </a:pPr>
                      <a:r>
                        <a:rPr sz="1800" spc="-25" dirty="0">
                          <a:latin typeface="Corbel"/>
                          <a:cs typeface="Corbel"/>
                        </a:rPr>
                        <a:t>R4</a:t>
                      </a:r>
                      <a:endParaRPr sz="1800">
                        <a:latin typeface="Corbel"/>
                        <a:cs typeface="Corbel"/>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4"/>
                        </a:spcBef>
                      </a:pPr>
                      <a:r>
                        <a:rPr sz="1800" spc="-25" dirty="0">
                          <a:latin typeface="Corbel"/>
                          <a:cs typeface="Corbel"/>
                        </a:rPr>
                        <a:t>R4</a:t>
                      </a:r>
                      <a:endParaRPr sz="1800">
                        <a:latin typeface="Corbel"/>
                        <a:cs typeface="Corbel"/>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4"/>
                        </a:spcBef>
                      </a:pPr>
                      <a:r>
                        <a:rPr sz="1800" spc="-25" dirty="0">
                          <a:latin typeface="Corbel"/>
                          <a:cs typeface="Corbel"/>
                        </a:rPr>
                        <a:t>R4</a:t>
                      </a:r>
                      <a:endParaRPr sz="1800">
                        <a:latin typeface="Corbel"/>
                        <a:cs typeface="Corbel"/>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4"/>
                        </a:spcBef>
                      </a:pPr>
                      <a:r>
                        <a:rPr sz="1800" spc="-25" dirty="0">
                          <a:latin typeface="Corbel"/>
                          <a:cs typeface="Corbel"/>
                        </a:rPr>
                        <a:t>R4</a:t>
                      </a:r>
                      <a:endParaRPr sz="1800">
                        <a:latin typeface="Corbel"/>
                        <a:cs typeface="Corbel"/>
                      </a:endParaRPr>
                    </a:p>
                  </a:txBody>
                  <a:tcPr marL="0" marR="0" marT="31114"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5"/>
                  </a:ext>
                </a:extLst>
              </a:tr>
              <a:tr h="370205">
                <a:tc>
                  <a:txBody>
                    <a:bodyPr/>
                    <a:lstStyle/>
                    <a:p>
                      <a:pPr marL="92075">
                        <a:lnSpc>
                          <a:spcPct val="100000"/>
                        </a:lnSpc>
                        <a:spcBef>
                          <a:spcPts val="245"/>
                        </a:spcBef>
                      </a:pPr>
                      <a:r>
                        <a:rPr sz="1800" spc="-50" dirty="0">
                          <a:latin typeface="Corbel"/>
                          <a:cs typeface="Corbel"/>
                        </a:rPr>
                        <a:t>4</a:t>
                      </a:r>
                      <a:endParaRPr sz="1800">
                        <a:latin typeface="Corbel"/>
                        <a:cs typeface="Corbel"/>
                      </a:endParaRPr>
                    </a:p>
                  </a:txBody>
                  <a:tcPr marL="0" marR="0" marT="31115"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S5</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S4</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50" dirty="0">
                          <a:latin typeface="Corbel"/>
                          <a:cs typeface="Corbel"/>
                        </a:rPr>
                        <a:t>8</a:t>
                      </a:r>
                      <a:endParaRPr sz="1800">
                        <a:latin typeface="Corbel"/>
                        <a:cs typeface="Corbel"/>
                      </a:endParaRPr>
                    </a:p>
                  </a:txBody>
                  <a:tcPr marL="0" marR="0" marT="31115"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710">
                        <a:lnSpc>
                          <a:spcPct val="100000"/>
                        </a:lnSpc>
                        <a:spcBef>
                          <a:spcPts val="245"/>
                        </a:spcBef>
                      </a:pPr>
                      <a:r>
                        <a:rPr sz="1800" spc="-50" dirty="0">
                          <a:latin typeface="Corbel"/>
                          <a:cs typeface="Corbel"/>
                        </a:rPr>
                        <a:t>2</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710">
                        <a:lnSpc>
                          <a:spcPct val="100000"/>
                        </a:lnSpc>
                        <a:spcBef>
                          <a:spcPts val="245"/>
                        </a:spcBef>
                      </a:pPr>
                      <a:r>
                        <a:rPr sz="1800" spc="-50" dirty="0">
                          <a:latin typeface="Corbel"/>
                          <a:cs typeface="Corbel"/>
                        </a:rPr>
                        <a:t>3</a:t>
                      </a:r>
                      <a:endParaRPr sz="1800">
                        <a:latin typeface="Corbel"/>
                        <a:cs typeface="Corbel"/>
                      </a:endParaRPr>
                    </a:p>
                  </a:txBody>
                  <a:tcPr marL="0" marR="0" marT="31115"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6"/>
                  </a:ext>
                </a:extLst>
              </a:tr>
              <a:tr h="370205">
                <a:tc>
                  <a:txBody>
                    <a:bodyPr/>
                    <a:lstStyle/>
                    <a:p>
                      <a:pPr marL="92075">
                        <a:lnSpc>
                          <a:spcPct val="100000"/>
                        </a:lnSpc>
                        <a:spcBef>
                          <a:spcPts val="245"/>
                        </a:spcBef>
                      </a:pPr>
                      <a:r>
                        <a:rPr sz="1800" spc="-50" dirty="0">
                          <a:latin typeface="Corbel"/>
                          <a:cs typeface="Corbel"/>
                        </a:rPr>
                        <a:t>5</a:t>
                      </a:r>
                      <a:endParaRPr sz="1800">
                        <a:latin typeface="Corbel"/>
                        <a:cs typeface="Corbel"/>
                      </a:endParaRPr>
                    </a:p>
                  </a:txBody>
                  <a:tcPr marL="0" marR="0" marT="31115"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5"/>
                        </a:spcBef>
                      </a:pPr>
                      <a:r>
                        <a:rPr sz="1800" spc="-25" dirty="0">
                          <a:latin typeface="Corbel"/>
                          <a:cs typeface="Corbel"/>
                        </a:rPr>
                        <a:t>R6</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5"/>
                        </a:spcBef>
                      </a:pPr>
                      <a:r>
                        <a:rPr sz="1800" spc="-25" dirty="0">
                          <a:latin typeface="Corbel"/>
                          <a:cs typeface="Corbel"/>
                        </a:rPr>
                        <a:t>R6</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5"/>
                        </a:spcBef>
                      </a:pPr>
                      <a:r>
                        <a:rPr sz="1800" spc="-25" dirty="0">
                          <a:latin typeface="Corbel"/>
                          <a:cs typeface="Corbel"/>
                        </a:rPr>
                        <a:t>R6</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5"/>
                        </a:spcBef>
                      </a:pPr>
                      <a:r>
                        <a:rPr sz="1800" spc="-25" dirty="0">
                          <a:latin typeface="Corbel"/>
                          <a:cs typeface="Corbel"/>
                        </a:rPr>
                        <a:t>R6</a:t>
                      </a:r>
                      <a:endParaRPr sz="1800">
                        <a:latin typeface="Corbel"/>
                        <a:cs typeface="Corbel"/>
                      </a:endParaRPr>
                    </a:p>
                  </a:txBody>
                  <a:tcPr marL="0" marR="0" marT="31115"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7"/>
                  </a:ext>
                </a:extLst>
              </a:tr>
              <a:tr h="370840">
                <a:tc>
                  <a:txBody>
                    <a:bodyPr/>
                    <a:lstStyle/>
                    <a:p>
                      <a:pPr marL="92075">
                        <a:lnSpc>
                          <a:spcPct val="100000"/>
                        </a:lnSpc>
                        <a:spcBef>
                          <a:spcPts val="245"/>
                        </a:spcBef>
                      </a:pPr>
                      <a:r>
                        <a:rPr sz="1800" spc="-50" dirty="0">
                          <a:latin typeface="Corbel"/>
                          <a:cs typeface="Corbel"/>
                        </a:rPr>
                        <a:t>6</a:t>
                      </a:r>
                      <a:endParaRPr sz="1800">
                        <a:latin typeface="Corbel"/>
                        <a:cs typeface="Corbel"/>
                      </a:endParaRPr>
                    </a:p>
                  </a:txBody>
                  <a:tcPr marL="0" marR="0" marT="31115"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S5</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S4</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710">
                        <a:lnSpc>
                          <a:spcPct val="100000"/>
                        </a:lnSpc>
                        <a:spcBef>
                          <a:spcPts val="245"/>
                        </a:spcBef>
                      </a:pPr>
                      <a:r>
                        <a:rPr sz="1800" spc="-50" dirty="0">
                          <a:latin typeface="Corbel"/>
                          <a:cs typeface="Corbel"/>
                        </a:rPr>
                        <a:t>9</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710">
                        <a:lnSpc>
                          <a:spcPct val="100000"/>
                        </a:lnSpc>
                        <a:spcBef>
                          <a:spcPts val="245"/>
                        </a:spcBef>
                      </a:pPr>
                      <a:r>
                        <a:rPr sz="1800" spc="-50" dirty="0">
                          <a:latin typeface="Corbel"/>
                          <a:cs typeface="Corbel"/>
                        </a:rPr>
                        <a:t>3</a:t>
                      </a:r>
                      <a:endParaRPr sz="1800">
                        <a:latin typeface="Corbel"/>
                        <a:cs typeface="Corbel"/>
                      </a:endParaRPr>
                    </a:p>
                  </a:txBody>
                  <a:tcPr marL="0" marR="0" marT="31115"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8"/>
                  </a:ext>
                </a:extLst>
              </a:tr>
              <a:tr h="370205">
                <a:tc>
                  <a:txBody>
                    <a:bodyPr/>
                    <a:lstStyle/>
                    <a:p>
                      <a:pPr marL="92075">
                        <a:lnSpc>
                          <a:spcPct val="100000"/>
                        </a:lnSpc>
                        <a:spcBef>
                          <a:spcPts val="250"/>
                        </a:spcBef>
                      </a:pPr>
                      <a:r>
                        <a:rPr sz="1800" spc="-50" dirty="0">
                          <a:latin typeface="Corbel"/>
                          <a:cs typeface="Corbel"/>
                        </a:rPr>
                        <a:t>7</a:t>
                      </a:r>
                      <a:endParaRPr sz="1800">
                        <a:latin typeface="Corbel"/>
                        <a:cs typeface="Corbel"/>
                      </a:endParaRPr>
                    </a:p>
                  </a:txBody>
                  <a:tcPr marL="0" marR="0" marT="3175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50"/>
                        </a:spcBef>
                      </a:pPr>
                      <a:r>
                        <a:rPr sz="1800" spc="-25" dirty="0">
                          <a:latin typeface="Corbel"/>
                          <a:cs typeface="Corbel"/>
                        </a:rPr>
                        <a:t>S5</a:t>
                      </a:r>
                      <a:endParaRPr sz="1800">
                        <a:latin typeface="Corbel"/>
                        <a:cs typeface="Corbel"/>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50"/>
                        </a:spcBef>
                      </a:pPr>
                      <a:r>
                        <a:rPr sz="1800" spc="-25" dirty="0">
                          <a:latin typeface="Corbel"/>
                          <a:cs typeface="Corbel"/>
                        </a:rPr>
                        <a:t>S4</a:t>
                      </a:r>
                      <a:endParaRPr sz="1800">
                        <a:latin typeface="Corbel"/>
                        <a:cs typeface="Corbel"/>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710">
                        <a:lnSpc>
                          <a:spcPct val="100000"/>
                        </a:lnSpc>
                        <a:spcBef>
                          <a:spcPts val="250"/>
                        </a:spcBef>
                      </a:pPr>
                      <a:r>
                        <a:rPr sz="1800" spc="-25" dirty="0">
                          <a:latin typeface="Corbel"/>
                          <a:cs typeface="Corbel"/>
                        </a:rPr>
                        <a:t>10</a:t>
                      </a:r>
                      <a:endParaRPr sz="1800">
                        <a:latin typeface="Corbel"/>
                        <a:cs typeface="Corbel"/>
                      </a:endParaRPr>
                    </a:p>
                  </a:txBody>
                  <a:tcPr marL="0" marR="0" marT="3175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9"/>
                  </a:ext>
                </a:extLst>
              </a:tr>
              <a:tr h="370840">
                <a:tc>
                  <a:txBody>
                    <a:bodyPr/>
                    <a:lstStyle/>
                    <a:p>
                      <a:pPr marL="92075">
                        <a:lnSpc>
                          <a:spcPct val="100000"/>
                        </a:lnSpc>
                        <a:spcBef>
                          <a:spcPts val="245"/>
                        </a:spcBef>
                      </a:pPr>
                      <a:r>
                        <a:rPr sz="1800" spc="-50" dirty="0">
                          <a:latin typeface="Corbel"/>
                          <a:cs typeface="Corbel"/>
                        </a:rPr>
                        <a:t>8</a:t>
                      </a:r>
                      <a:endParaRPr sz="1800">
                        <a:latin typeface="Corbel"/>
                        <a:cs typeface="Corbel"/>
                      </a:endParaRPr>
                    </a:p>
                  </a:txBody>
                  <a:tcPr marL="0" marR="0" marT="31115"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S6</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S11</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10"/>
                  </a:ext>
                </a:extLst>
              </a:tr>
              <a:tr h="370205">
                <a:tc>
                  <a:txBody>
                    <a:bodyPr/>
                    <a:lstStyle/>
                    <a:p>
                      <a:pPr marL="92075">
                        <a:lnSpc>
                          <a:spcPct val="100000"/>
                        </a:lnSpc>
                        <a:spcBef>
                          <a:spcPts val="250"/>
                        </a:spcBef>
                      </a:pPr>
                      <a:r>
                        <a:rPr sz="1800" spc="-50" dirty="0">
                          <a:latin typeface="Corbel"/>
                          <a:cs typeface="Corbel"/>
                        </a:rPr>
                        <a:t>9</a:t>
                      </a:r>
                      <a:endParaRPr sz="1800">
                        <a:latin typeface="Corbel"/>
                        <a:cs typeface="Corbel"/>
                      </a:endParaRPr>
                    </a:p>
                  </a:txBody>
                  <a:tcPr marL="0" marR="0" marT="3175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50"/>
                        </a:spcBef>
                      </a:pPr>
                      <a:r>
                        <a:rPr sz="1800" spc="-25" dirty="0">
                          <a:latin typeface="Corbel"/>
                          <a:cs typeface="Corbel"/>
                        </a:rPr>
                        <a:t>R1</a:t>
                      </a:r>
                      <a:endParaRPr sz="1800">
                        <a:latin typeface="Corbel"/>
                        <a:cs typeface="Corbel"/>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50"/>
                        </a:spcBef>
                      </a:pPr>
                      <a:r>
                        <a:rPr sz="1800" spc="-25" dirty="0">
                          <a:latin typeface="Corbel"/>
                          <a:cs typeface="Corbel"/>
                        </a:rPr>
                        <a:t>S7</a:t>
                      </a:r>
                      <a:endParaRPr sz="1800">
                        <a:latin typeface="Corbel"/>
                        <a:cs typeface="Corbel"/>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50"/>
                        </a:spcBef>
                      </a:pPr>
                      <a:r>
                        <a:rPr sz="1800" spc="-25" dirty="0">
                          <a:latin typeface="Corbel"/>
                          <a:cs typeface="Corbel"/>
                        </a:rPr>
                        <a:t>R1</a:t>
                      </a:r>
                      <a:endParaRPr sz="1800">
                        <a:latin typeface="Corbel"/>
                        <a:cs typeface="Corbel"/>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50"/>
                        </a:spcBef>
                      </a:pPr>
                      <a:r>
                        <a:rPr sz="1800" spc="-25" dirty="0">
                          <a:latin typeface="Corbel"/>
                          <a:cs typeface="Corbel"/>
                        </a:rPr>
                        <a:t>R1</a:t>
                      </a:r>
                      <a:endParaRPr sz="1800">
                        <a:latin typeface="Corbel"/>
                        <a:cs typeface="Corbel"/>
                      </a:endParaRPr>
                    </a:p>
                  </a:txBody>
                  <a:tcPr marL="0" marR="0" marT="3175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11"/>
                  </a:ext>
                </a:extLst>
              </a:tr>
              <a:tr h="370840">
                <a:tc>
                  <a:txBody>
                    <a:bodyPr/>
                    <a:lstStyle/>
                    <a:p>
                      <a:pPr marL="92075">
                        <a:lnSpc>
                          <a:spcPct val="100000"/>
                        </a:lnSpc>
                        <a:spcBef>
                          <a:spcPts val="250"/>
                        </a:spcBef>
                      </a:pPr>
                      <a:r>
                        <a:rPr sz="1800" spc="-25" dirty="0">
                          <a:latin typeface="Corbel"/>
                          <a:cs typeface="Corbel"/>
                        </a:rPr>
                        <a:t>10</a:t>
                      </a:r>
                      <a:endParaRPr sz="1800">
                        <a:latin typeface="Corbel"/>
                        <a:cs typeface="Corbel"/>
                      </a:endParaRPr>
                    </a:p>
                  </a:txBody>
                  <a:tcPr marL="0" marR="0" marT="3175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50"/>
                        </a:spcBef>
                      </a:pPr>
                      <a:r>
                        <a:rPr sz="1800" spc="-25" dirty="0">
                          <a:latin typeface="Corbel"/>
                          <a:cs typeface="Corbel"/>
                        </a:rPr>
                        <a:t>R3</a:t>
                      </a:r>
                      <a:endParaRPr sz="1800">
                        <a:latin typeface="Corbel"/>
                        <a:cs typeface="Corbel"/>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50"/>
                        </a:spcBef>
                      </a:pPr>
                      <a:r>
                        <a:rPr sz="1800" spc="-25" dirty="0">
                          <a:latin typeface="Corbel"/>
                          <a:cs typeface="Corbel"/>
                        </a:rPr>
                        <a:t>R3</a:t>
                      </a:r>
                      <a:endParaRPr sz="1800">
                        <a:latin typeface="Corbel"/>
                        <a:cs typeface="Corbel"/>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50"/>
                        </a:spcBef>
                      </a:pPr>
                      <a:r>
                        <a:rPr sz="1800" spc="-25" dirty="0">
                          <a:latin typeface="Corbel"/>
                          <a:cs typeface="Corbel"/>
                        </a:rPr>
                        <a:t>R3</a:t>
                      </a:r>
                      <a:endParaRPr sz="1800">
                        <a:latin typeface="Corbel"/>
                        <a:cs typeface="Corbel"/>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50"/>
                        </a:spcBef>
                      </a:pPr>
                      <a:r>
                        <a:rPr sz="1800" spc="-25" dirty="0">
                          <a:latin typeface="Corbel"/>
                          <a:cs typeface="Corbel"/>
                        </a:rPr>
                        <a:t>R3</a:t>
                      </a:r>
                      <a:endParaRPr sz="1800">
                        <a:latin typeface="Corbel"/>
                        <a:cs typeface="Corbel"/>
                      </a:endParaRPr>
                    </a:p>
                  </a:txBody>
                  <a:tcPr marL="0" marR="0" marT="3175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12"/>
                  </a:ext>
                </a:extLst>
              </a:tr>
              <a:tr h="370840">
                <a:tc>
                  <a:txBody>
                    <a:bodyPr/>
                    <a:lstStyle/>
                    <a:p>
                      <a:pPr marL="92075">
                        <a:lnSpc>
                          <a:spcPct val="100000"/>
                        </a:lnSpc>
                        <a:spcBef>
                          <a:spcPts val="250"/>
                        </a:spcBef>
                      </a:pPr>
                      <a:r>
                        <a:rPr sz="1800" spc="-25" dirty="0">
                          <a:latin typeface="Corbel"/>
                          <a:cs typeface="Corbel"/>
                        </a:rPr>
                        <a:t>11</a:t>
                      </a:r>
                      <a:endParaRPr sz="1800">
                        <a:latin typeface="Corbel"/>
                        <a:cs typeface="Corbel"/>
                      </a:endParaRPr>
                    </a:p>
                  </a:txBody>
                  <a:tcPr marL="0" marR="0" marT="31750" marB="0">
                    <a:lnL w="12700">
                      <a:solidFill>
                        <a:srgbClr val="000000"/>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marL="92075">
                        <a:lnSpc>
                          <a:spcPct val="100000"/>
                        </a:lnSpc>
                        <a:spcBef>
                          <a:spcPts val="250"/>
                        </a:spcBef>
                      </a:pPr>
                      <a:r>
                        <a:rPr sz="1800" spc="-25" dirty="0">
                          <a:latin typeface="Corbel"/>
                          <a:cs typeface="Corbel"/>
                        </a:rPr>
                        <a:t>R5</a:t>
                      </a:r>
                      <a:endParaRPr sz="1800">
                        <a:latin typeface="Corbel"/>
                        <a:cs typeface="Corbel"/>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marL="92075">
                        <a:lnSpc>
                          <a:spcPct val="100000"/>
                        </a:lnSpc>
                        <a:spcBef>
                          <a:spcPts val="250"/>
                        </a:spcBef>
                      </a:pPr>
                      <a:r>
                        <a:rPr sz="1800" spc="-25" dirty="0">
                          <a:latin typeface="Corbel"/>
                          <a:cs typeface="Corbel"/>
                        </a:rPr>
                        <a:t>R5</a:t>
                      </a:r>
                      <a:endParaRPr sz="1800">
                        <a:latin typeface="Corbel"/>
                        <a:cs typeface="Corbel"/>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marL="92075">
                        <a:lnSpc>
                          <a:spcPct val="100000"/>
                        </a:lnSpc>
                        <a:spcBef>
                          <a:spcPts val="250"/>
                        </a:spcBef>
                      </a:pPr>
                      <a:r>
                        <a:rPr sz="1800" spc="-25" dirty="0">
                          <a:latin typeface="Corbel"/>
                          <a:cs typeface="Corbel"/>
                        </a:rPr>
                        <a:t>R5</a:t>
                      </a:r>
                      <a:endParaRPr sz="1800">
                        <a:latin typeface="Corbel"/>
                        <a:cs typeface="Corbel"/>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marL="92075">
                        <a:lnSpc>
                          <a:spcPct val="100000"/>
                        </a:lnSpc>
                        <a:spcBef>
                          <a:spcPts val="250"/>
                        </a:spcBef>
                      </a:pPr>
                      <a:r>
                        <a:rPr sz="1800" spc="-25" dirty="0">
                          <a:latin typeface="Corbel"/>
                          <a:cs typeface="Corbel"/>
                        </a:rPr>
                        <a:t>R5</a:t>
                      </a:r>
                      <a:endParaRPr sz="1800">
                        <a:latin typeface="Corbel"/>
                        <a:cs typeface="Corbel"/>
                      </a:endParaRPr>
                    </a:p>
                  </a:txBody>
                  <a:tcPr marL="0" marR="0" marT="31750" marB="0">
                    <a:lnL w="12700">
                      <a:solidFill>
                        <a:srgbClr val="FFFFFF"/>
                      </a:solidFill>
                      <a:prstDash val="solid"/>
                    </a:lnL>
                    <a:lnR w="12700">
                      <a:solidFill>
                        <a:srgbClr val="000000"/>
                      </a:solidFill>
                      <a:prstDash val="solid"/>
                    </a:lnR>
                    <a:lnT w="12700">
                      <a:solidFill>
                        <a:srgbClr val="FFFFFF"/>
                      </a:solidFill>
                      <a:prstDash val="solid"/>
                    </a:lnT>
                    <a:lnB w="12700">
                      <a:solidFill>
                        <a:srgbClr val="000000"/>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a:lnSpc>
                          <a:spcPct val="100000"/>
                        </a:lnSpc>
                      </a:pPr>
                      <a:endParaRPr sz="19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000000"/>
                      </a:solidFill>
                      <a:prstDash val="solid"/>
                    </a:lnB>
                    <a:solidFill>
                      <a:srgbClr val="E8F3F7"/>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157589" y="758951"/>
            <a:ext cx="3034665" cy="5707380"/>
            <a:chOff x="9157589" y="758951"/>
            <a:chExt cx="3034665" cy="5707380"/>
          </a:xfrm>
        </p:grpSpPr>
        <p:sp>
          <p:nvSpPr>
            <p:cNvPr id="3" name="object 3"/>
            <p:cNvSpPr/>
            <p:nvPr/>
          </p:nvSpPr>
          <p:spPr>
            <a:xfrm>
              <a:off x="9157589" y="4833238"/>
              <a:ext cx="2687955" cy="863600"/>
            </a:xfrm>
            <a:custGeom>
              <a:avLst/>
              <a:gdLst/>
              <a:ahLst/>
              <a:cxnLst/>
              <a:rect l="l" t="t" r="r" b="b"/>
              <a:pathLst>
                <a:path w="2687954" h="863600">
                  <a:moveTo>
                    <a:pt x="2681604" y="0"/>
                  </a:moveTo>
                  <a:lnTo>
                    <a:pt x="2681604" y="863561"/>
                  </a:lnTo>
                </a:path>
                <a:path w="2687954" h="863600">
                  <a:moveTo>
                    <a:pt x="0" y="6350"/>
                  </a:moveTo>
                  <a:lnTo>
                    <a:pt x="2687954" y="6350"/>
                  </a:lnTo>
                </a:path>
              </a:pathLst>
            </a:custGeom>
            <a:ln w="12700">
              <a:solidFill>
                <a:srgbClr val="FFFFFF"/>
              </a:solidFill>
            </a:ln>
          </p:spPr>
          <p:txBody>
            <a:bodyPr wrap="square" lIns="0" tIns="0" rIns="0" bIns="0" rtlCol="0"/>
            <a:lstStyle/>
            <a:p>
              <a:endParaRPr/>
            </a:p>
          </p:txBody>
        </p:sp>
        <p:sp>
          <p:nvSpPr>
            <p:cNvPr id="4" name="object 4"/>
            <p:cNvSpPr/>
            <p:nvPr/>
          </p:nvSpPr>
          <p:spPr>
            <a:xfrm>
              <a:off x="9157589" y="5677750"/>
              <a:ext cx="2687955" cy="0"/>
            </a:xfrm>
            <a:custGeom>
              <a:avLst/>
              <a:gdLst/>
              <a:ahLst/>
              <a:cxnLst/>
              <a:rect l="l" t="t" r="r" b="b"/>
              <a:pathLst>
                <a:path w="2687954">
                  <a:moveTo>
                    <a:pt x="0" y="0"/>
                  </a:moveTo>
                  <a:lnTo>
                    <a:pt x="2687954" y="0"/>
                  </a:lnTo>
                </a:path>
              </a:pathLst>
            </a:custGeom>
            <a:ln w="38100">
              <a:solidFill>
                <a:srgbClr val="FFFFFF"/>
              </a:solidFill>
            </a:ln>
          </p:spPr>
          <p:txBody>
            <a:bodyPr wrap="square" lIns="0" tIns="0" rIns="0" bIns="0" rtlCol="0"/>
            <a:lstStyle/>
            <a:p>
              <a:endParaRPr/>
            </a:p>
          </p:txBody>
        </p:sp>
        <p:sp>
          <p:nvSpPr>
            <p:cNvPr id="5" name="object 5"/>
            <p:cNvSpPr/>
            <p:nvPr/>
          </p:nvSpPr>
          <p:spPr>
            <a:xfrm>
              <a:off x="9169019" y="5602376"/>
              <a:ext cx="2687955" cy="863600"/>
            </a:xfrm>
            <a:custGeom>
              <a:avLst/>
              <a:gdLst/>
              <a:ahLst/>
              <a:cxnLst/>
              <a:rect l="l" t="t" r="r" b="b"/>
              <a:pathLst>
                <a:path w="2687954" h="863600">
                  <a:moveTo>
                    <a:pt x="6350" y="0"/>
                  </a:moveTo>
                  <a:lnTo>
                    <a:pt x="6350" y="863600"/>
                  </a:lnTo>
                </a:path>
                <a:path w="2687954" h="863600">
                  <a:moveTo>
                    <a:pt x="2681604" y="0"/>
                  </a:moveTo>
                  <a:lnTo>
                    <a:pt x="2681604" y="863600"/>
                  </a:lnTo>
                </a:path>
                <a:path w="2687954" h="863600">
                  <a:moveTo>
                    <a:pt x="0" y="6350"/>
                  </a:moveTo>
                  <a:lnTo>
                    <a:pt x="2687954" y="6350"/>
                  </a:lnTo>
                </a:path>
              </a:pathLst>
            </a:custGeom>
            <a:ln w="12700">
              <a:solidFill>
                <a:srgbClr val="FFFFFF"/>
              </a:solidFill>
            </a:ln>
          </p:spPr>
          <p:txBody>
            <a:bodyPr wrap="square" lIns="0" tIns="0" rIns="0" bIns="0" rtlCol="0"/>
            <a:lstStyle/>
            <a:p>
              <a:endParaRPr/>
            </a:p>
          </p:txBody>
        </p:sp>
        <p:sp>
          <p:nvSpPr>
            <p:cNvPr id="6" name="object 6"/>
            <p:cNvSpPr/>
            <p:nvPr/>
          </p:nvSpPr>
          <p:spPr>
            <a:xfrm>
              <a:off x="9169019" y="6446926"/>
              <a:ext cx="2687955" cy="0"/>
            </a:xfrm>
            <a:custGeom>
              <a:avLst/>
              <a:gdLst/>
              <a:ahLst/>
              <a:cxnLst/>
              <a:rect l="l" t="t" r="r" b="b"/>
              <a:pathLst>
                <a:path w="2687954">
                  <a:moveTo>
                    <a:pt x="0" y="0"/>
                  </a:moveTo>
                  <a:lnTo>
                    <a:pt x="2687954" y="0"/>
                  </a:lnTo>
                </a:path>
              </a:pathLst>
            </a:custGeom>
            <a:ln w="38100">
              <a:solidFill>
                <a:srgbClr val="FFFFFF"/>
              </a:solidFill>
            </a:ln>
          </p:spPr>
          <p:txBody>
            <a:bodyPr wrap="square" lIns="0" tIns="0" rIns="0" bIns="0" rtlCol="0"/>
            <a:lstStyle/>
            <a:p>
              <a:endParaRPr/>
            </a:p>
          </p:txBody>
        </p:sp>
      </p:grpSp>
      <p:sp>
        <p:nvSpPr>
          <p:cNvPr id="7" name="object 7"/>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50"/>
              </a:spcBef>
            </a:pPr>
            <a:endParaRPr sz="3600">
              <a:latin typeface="Times New Roman"/>
              <a:cs typeface="Times New Roman"/>
            </a:endParaRPr>
          </a:p>
          <a:p>
            <a:pPr marL="301625">
              <a:lnSpc>
                <a:spcPts val="4105"/>
              </a:lnSpc>
            </a:pPr>
            <a:r>
              <a:rPr sz="3600" b="1" spc="-10" dirty="0">
                <a:solidFill>
                  <a:srgbClr val="FFFFFF"/>
                </a:solidFill>
                <a:latin typeface="Cambria"/>
                <a:cs typeface="Cambria"/>
              </a:rPr>
              <a:t>SLR(1)</a:t>
            </a:r>
            <a:endParaRPr sz="3600">
              <a:latin typeface="Cambria"/>
              <a:cs typeface="Cambria"/>
            </a:endParaRPr>
          </a:p>
          <a:p>
            <a:pPr marL="301625">
              <a:lnSpc>
                <a:spcPts val="4105"/>
              </a:lnSpc>
            </a:pPr>
            <a:r>
              <a:rPr sz="3600" b="1" spc="-10" dirty="0">
                <a:solidFill>
                  <a:srgbClr val="FFFFFF"/>
                </a:solidFill>
                <a:latin typeface="Cambria"/>
                <a:cs typeface="Cambria"/>
              </a:rPr>
              <a:t>Parser</a:t>
            </a:r>
            <a:endParaRPr sz="3600">
              <a:latin typeface="Cambria"/>
              <a:cs typeface="Cambria"/>
            </a:endParaRPr>
          </a:p>
        </p:txBody>
      </p:sp>
      <p:sp>
        <p:nvSpPr>
          <p:cNvPr id="8" name="object 8"/>
          <p:cNvSpPr txBox="1"/>
          <p:nvPr/>
        </p:nvSpPr>
        <p:spPr>
          <a:xfrm>
            <a:off x="3551809" y="413193"/>
            <a:ext cx="2341245" cy="5908040"/>
          </a:xfrm>
          <a:prstGeom prst="rect">
            <a:avLst/>
          </a:prstGeom>
        </p:spPr>
        <p:txBody>
          <a:bodyPr vert="horz" wrap="square" lIns="0" tIns="87630" rIns="0" bIns="0" rtlCol="0">
            <a:spAutoFit/>
          </a:bodyPr>
          <a:lstStyle/>
          <a:p>
            <a:pPr marL="38100">
              <a:lnSpc>
                <a:spcPct val="100000"/>
              </a:lnSpc>
              <a:spcBef>
                <a:spcPts val="690"/>
              </a:spcBef>
            </a:pPr>
            <a:r>
              <a:rPr sz="2400" b="1" dirty="0">
                <a:solidFill>
                  <a:srgbClr val="FF0000"/>
                </a:solidFill>
                <a:latin typeface="Cambria"/>
                <a:cs typeface="Cambria"/>
              </a:rPr>
              <a:t>Example</a:t>
            </a:r>
            <a:r>
              <a:rPr sz="2400" b="1" spc="-125" dirty="0">
                <a:solidFill>
                  <a:srgbClr val="FF0000"/>
                </a:solidFill>
                <a:latin typeface="Cambria"/>
                <a:cs typeface="Cambria"/>
              </a:rPr>
              <a:t> </a:t>
            </a:r>
            <a:r>
              <a:rPr sz="2400" b="1" spc="-25" dirty="0">
                <a:solidFill>
                  <a:srgbClr val="FF0000"/>
                </a:solidFill>
                <a:latin typeface="Cambria"/>
                <a:cs typeface="Cambria"/>
              </a:rPr>
              <a:t>:-</a:t>
            </a:r>
            <a:endParaRPr sz="2400">
              <a:latin typeface="Cambria"/>
              <a:cs typeface="Cambria"/>
            </a:endParaRPr>
          </a:p>
          <a:p>
            <a:pPr marL="38100">
              <a:lnSpc>
                <a:spcPct val="100000"/>
              </a:lnSpc>
              <a:spcBef>
                <a:spcPts val="590"/>
              </a:spcBef>
            </a:pPr>
            <a:r>
              <a:rPr sz="2400" b="1" dirty="0">
                <a:solidFill>
                  <a:srgbClr val="FF0000"/>
                </a:solidFill>
                <a:latin typeface="Cambria"/>
                <a:cs typeface="Cambria"/>
              </a:rPr>
              <a:t>S</a:t>
            </a:r>
            <a:r>
              <a:rPr sz="2400" b="1" spc="-10" dirty="0">
                <a:solidFill>
                  <a:srgbClr val="FF0000"/>
                </a:solidFill>
                <a:latin typeface="Cambria"/>
                <a:cs typeface="Cambria"/>
              </a:rPr>
              <a:t> </a:t>
            </a:r>
            <a:r>
              <a:rPr sz="2400" dirty="0">
                <a:solidFill>
                  <a:srgbClr val="FF0000"/>
                </a:solidFill>
                <a:latin typeface="Wingdings"/>
                <a:cs typeface="Wingdings"/>
              </a:rPr>
              <a:t></a:t>
            </a:r>
            <a:r>
              <a:rPr sz="2400" spc="-95" dirty="0">
                <a:solidFill>
                  <a:srgbClr val="FF0000"/>
                </a:solidFill>
                <a:latin typeface="Times New Roman"/>
                <a:cs typeface="Times New Roman"/>
              </a:rPr>
              <a:t> </a:t>
            </a:r>
            <a:r>
              <a:rPr sz="2400" b="1" dirty="0">
                <a:solidFill>
                  <a:srgbClr val="FF0000"/>
                </a:solidFill>
                <a:latin typeface="Cambria"/>
                <a:cs typeface="Cambria"/>
              </a:rPr>
              <a:t>L =</a:t>
            </a:r>
            <a:r>
              <a:rPr sz="2400" b="1" spc="-15" dirty="0">
                <a:solidFill>
                  <a:srgbClr val="FF0000"/>
                </a:solidFill>
                <a:latin typeface="Cambria"/>
                <a:cs typeface="Cambria"/>
              </a:rPr>
              <a:t> </a:t>
            </a:r>
            <a:r>
              <a:rPr sz="2400" b="1" dirty="0">
                <a:solidFill>
                  <a:srgbClr val="FF0000"/>
                </a:solidFill>
                <a:latin typeface="Cambria"/>
                <a:cs typeface="Cambria"/>
              </a:rPr>
              <a:t>R</a:t>
            </a:r>
            <a:r>
              <a:rPr sz="2400" b="1" spc="-10" dirty="0">
                <a:solidFill>
                  <a:srgbClr val="FF0000"/>
                </a:solidFill>
                <a:latin typeface="Cambria"/>
                <a:cs typeface="Cambria"/>
              </a:rPr>
              <a:t> </a:t>
            </a:r>
            <a:r>
              <a:rPr sz="2400" b="1" dirty="0">
                <a:solidFill>
                  <a:srgbClr val="FF0000"/>
                </a:solidFill>
                <a:latin typeface="Cambria"/>
                <a:cs typeface="Cambria"/>
              </a:rPr>
              <a:t>|</a:t>
            </a:r>
            <a:r>
              <a:rPr sz="2400" b="1" spc="-15" dirty="0">
                <a:solidFill>
                  <a:srgbClr val="FF0000"/>
                </a:solidFill>
                <a:latin typeface="Cambria"/>
                <a:cs typeface="Cambria"/>
              </a:rPr>
              <a:t> </a:t>
            </a:r>
            <a:r>
              <a:rPr sz="2400" b="1" spc="-60" dirty="0">
                <a:solidFill>
                  <a:srgbClr val="FF0000"/>
                </a:solidFill>
                <a:latin typeface="Cambria"/>
                <a:cs typeface="Cambria"/>
              </a:rPr>
              <a:t>R</a:t>
            </a:r>
            <a:endParaRPr sz="2400">
              <a:latin typeface="Cambria"/>
              <a:cs typeface="Cambria"/>
            </a:endParaRPr>
          </a:p>
          <a:p>
            <a:pPr marL="38100" marR="778510">
              <a:lnSpc>
                <a:spcPts val="3479"/>
              </a:lnSpc>
              <a:spcBef>
                <a:spcPts val="215"/>
              </a:spcBef>
            </a:pPr>
            <a:r>
              <a:rPr sz="2400" b="1" dirty="0">
                <a:solidFill>
                  <a:srgbClr val="FF0000"/>
                </a:solidFill>
                <a:latin typeface="Cambria"/>
                <a:cs typeface="Cambria"/>
              </a:rPr>
              <a:t>L</a:t>
            </a:r>
            <a:r>
              <a:rPr sz="2400" b="1" spc="-15" dirty="0">
                <a:solidFill>
                  <a:srgbClr val="FF0000"/>
                </a:solidFill>
                <a:latin typeface="Cambria"/>
                <a:cs typeface="Cambria"/>
              </a:rPr>
              <a:t> </a:t>
            </a:r>
            <a:r>
              <a:rPr sz="2400" dirty="0">
                <a:solidFill>
                  <a:srgbClr val="FF0000"/>
                </a:solidFill>
                <a:latin typeface="Wingdings"/>
                <a:cs typeface="Wingdings"/>
              </a:rPr>
              <a:t></a:t>
            </a:r>
            <a:r>
              <a:rPr sz="2400" spc="-80" dirty="0">
                <a:solidFill>
                  <a:srgbClr val="FF0000"/>
                </a:solidFill>
                <a:latin typeface="Times New Roman"/>
                <a:cs typeface="Times New Roman"/>
              </a:rPr>
              <a:t> </a:t>
            </a:r>
            <a:r>
              <a:rPr sz="2400" b="1" dirty="0">
                <a:solidFill>
                  <a:srgbClr val="FF0000"/>
                </a:solidFill>
                <a:latin typeface="Cambria"/>
                <a:cs typeface="Cambria"/>
              </a:rPr>
              <a:t>*</a:t>
            </a:r>
            <a:r>
              <a:rPr sz="2400" b="1" spc="-15" dirty="0">
                <a:solidFill>
                  <a:srgbClr val="FF0000"/>
                </a:solidFill>
                <a:latin typeface="Cambria"/>
                <a:cs typeface="Cambria"/>
              </a:rPr>
              <a:t> </a:t>
            </a:r>
            <a:r>
              <a:rPr sz="2400" b="1" dirty="0">
                <a:solidFill>
                  <a:srgbClr val="FF0000"/>
                </a:solidFill>
                <a:latin typeface="Cambria"/>
                <a:cs typeface="Cambria"/>
              </a:rPr>
              <a:t>R</a:t>
            </a:r>
            <a:r>
              <a:rPr sz="2400" b="1" spc="-15" dirty="0">
                <a:solidFill>
                  <a:srgbClr val="FF0000"/>
                </a:solidFill>
                <a:latin typeface="Cambria"/>
                <a:cs typeface="Cambria"/>
              </a:rPr>
              <a:t> </a:t>
            </a:r>
            <a:r>
              <a:rPr sz="2400" b="1" dirty="0">
                <a:solidFill>
                  <a:srgbClr val="FF0000"/>
                </a:solidFill>
                <a:latin typeface="Cambria"/>
                <a:cs typeface="Cambria"/>
              </a:rPr>
              <a:t>|</a:t>
            </a:r>
            <a:r>
              <a:rPr sz="2400" b="1" spc="-10" dirty="0">
                <a:solidFill>
                  <a:srgbClr val="FF0000"/>
                </a:solidFill>
                <a:latin typeface="Cambria"/>
                <a:cs typeface="Cambria"/>
              </a:rPr>
              <a:t> </a:t>
            </a:r>
            <a:r>
              <a:rPr sz="2400" b="1" spc="-25" dirty="0">
                <a:solidFill>
                  <a:srgbClr val="FF0000"/>
                </a:solidFill>
                <a:latin typeface="Cambria"/>
                <a:cs typeface="Cambria"/>
              </a:rPr>
              <a:t>id </a:t>
            </a:r>
            <a:r>
              <a:rPr sz="2400" b="1" dirty="0">
                <a:solidFill>
                  <a:srgbClr val="FF0000"/>
                </a:solidFill>
                <a:latin typeface="Cambria"/>
                <a:cs typeface="Cambria"/>
              </a:rPr>
              <a:t>R</a:t>
            </a:r>
            <a:r>
              <a:rPr sz="2400" b="1" spc="-5" dirty="0">
                <a:solidFill>
                  <a:srgbClr val="FF0000"/>
                </a:solidFill>
                <a:latin typeface="Cambria"/>
                <a:cs typeface="Cambria"/>
              </a:rPr>
              <a:t> </a:t>
            </a:r>
            <a:r>
              <a:rPr sz="2400" dirty="0">
                <a:solidFill>
                  <a:srgbClr val="FF0000"/>
                </a:solidFill>
                <a:latin typeface="Wingdings"/>
                <a:cs typeface="Wingdings"/>
              </a:rPr>
              <a:t></a:t>
            </a:r>
            <a:r>
              <a:rPr sz="2400" spc="-75" dirty="0">
                <a:solidFill>
                  <a:srgbClr val="FF0000"/>
                </a:solidFill>
                <a:latin typeface="Times New Roman"/>
                <a:cs typeface="Times New Roman"/>
              </a:rPr>
              <a:t> </a:t>
            </a:r>
            <a:r>
              <a:rPr sz="2400" b="1" spc="-50" dirty="0">
                <a:solidFill>
                  <a:srgbClr val="FF0000"/>
                </a:solidFill>
                <a:latin typeface="Cambria"/>
                <a:cs typeface="Cambria"/>
              </a:rPr>
              <a:t>L</a:t>
            </a:r>
            <a:endParaRPr sz="2400">
              <a:latin typeface="Cambria"/>
              <a:cs typeface="Cambria"/>
            </a:endParaRPr>
          </a:p>
          <a:p>
            <a:pPr marL="38100">
              <a:lnSpc>
                <a:spcPct val="100000"/>
              </a:lnSpc>
              <a:spcBef>
                <a:spcPts val="395"/>
              </a:spcBef>
            </a:pPr>
            <a:r>
              <a:rPr sz="2200" b="1" dirty="0">
                <a:latin typeface="Cambria"/>
                <a:cs typeface="Cambria"/>
              </a:rPr>
              <a:t>1</a:t>
            </a:r>
            <a:r>
              <a:rPr sz="2175" b="1" baseline="24904" dirty="0">
                <a:latin typeface="Cambria"/>
                <a:cs typeface="Cambria"/>
              </a:rPr>
              <a:t>st</a:t>
            </a:r>
            <a:r>
              <a:rPr sz="2175" b="1" spc="270" baseline="24904" dirty="0">
                <a:latin typeface="Cambria"/>
                <a:cs typeface="Cambria"/>
              </a:rPr>
              <a:t> </a:t>
            </a:r>
            <a:r>
              <a:rPr sz="2200" b="1" spc="-10" dirty="0">
                <a:latin typeface="Cambria"/>
                <a:cs typeface="Cambria"/>
              </a:rPr>
              <a:t>Step:-</a:t>
            </a:r>
            <a:endParaRPr sz="2200">
              <a:latin typeface="Cambria"/>
              <a:cs typeface="Cambria"/>
            </a:endParaRPr>
          </a:p>
          <a:p>
            <a:pPr marL="38100">
              <a:lnSpc>
                <a:spcPct val="100000"/>
              </a:lnSpc>
              <a:spcBef>
                <a:spcPts val="600"/>
              </a:spcBef>
            </a:pP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50" dirty="0">
                <a:latin typeface="Cambria"/>
                <a:cs typeface="Cambria"/>
              </a:rPr>
              <a:t>S</a:t>
            </a:r>
            <a:endParaRPr sz="2200">
              <a:latin typeface="Cambria"/>
              <a:cs typeface="Cambria"/>
            </a:endParaRPr>
          </a:p>
          <a:p>
            <a:pPr marL="38100">
              <a:lnSpc>
                <a:spcPct val="100000"/>
              </a:lnSpc>
              <a:spcBef>
                <a:spcPts val="600"/>
              </a:spcBef>
            </a:pPr>
            <a:r>
              <a:rPr sz="2200" dirty="0">
                <a:latin typeface="Cambria"/>
                <a:cs typeface="Cambria"/>
              </a:rPr>
              <a:t>S</a:t>
            </a:r>
            <a:r>
              <a:rPr sz="2200" spc="-10" dirty="0">
                <a:latin typeface="Cambria"/>
                <a:cs typeface="Cambria"/>
              </a:rPr>
              <a:t> </a:t>
            </a:r>
            <a:r>
              <a:rPr sz="2200" dirty="0">
                <a:latin typeface="Wingdings"/>
                <a:cs typeface="Wingdings"/>
              </a:rPr>
              <a:t></a:t>
            </a:r>
            <a:r>
              <a:rPr sz="2200" spc="-65" dirty="0">
                <a:latin typeface="Times New Roman"/>
                <a:cs typeface="Times New Roman"/>
              </a:rPr>
              <a:t> </a:t>
            </a:r>
            <a:r>
              <a:rPr sz="2200" dirty="0">
                <a:latin typeface="Cambria"/>
                <a:cs typeface="Cambria"/>
              </a:rPr>
              <a:t>L =</a:t>
            </a:r>
            <a:r>
              <a:rPr sz="2200" spc="-10" dirty="0">
                <a:latin typeface="Cambria"/>
                <a:cs typeface="Cambria"/>
              </a:rPr>
              <a:t> </a:t>
            </a:r>
            <a:r>
              <a:rPr sz="2200" dirty="0">
                <a:latin typeface="Cambria"/>
                <a:cs typeface="Cambria"/>
              </a:rPr>
              <a:t>R</a:t>
            </a:r>
            <a:r>
              <a:rPr sz="2200" spc="-10" dirty="0">
                <a:latin typeface="Cambria"/>
                <a:cs typeface="Cambria"/>
              </a:rPr>
              <a:t> </a:t>
            </a:r>
            <a:r>
              <a:rPr sz="2200" dirty="0">
                <a:latin typeface="Cambria"/>
                <a:cs typeface="Cambria"/>
              </a:rPr>
              <a:t>|</a:t>
            </a:r>
            <a:r>
              <a:rPr sz="2200" spc="5" dirty="0">
                <a:latin typeface="Cambria"/>
                <a:cs typeface="Cambria"/>
              </a:rPr>
              <a:t> </a:t>
            </a:r>
            <a:r>
              <a:rPr sz="2200" spc="-50" dirty="0">
                <a:latin typeface="Cambria"/>
                <a:cs typeface="Cambria"/>
              </a:rPr>
              <a:t>R</a:t>
            </a:r>
            <a:endParaRPr sz="2200">
              <a:latin typeface="Cambria"/>
              <a:cs typeface="Cambria"/>
            </a:endParaRPr>
          </a:p>
          <a:p>
            <a:pPr marL="38100" marR="949325">
              <a:lnSpc>
                <a:spcPct val="122700"/>
              </a:lnSpc>
              <a:spcBef>
                <a:spcPts val="5"/>
              </a:spcBef>
            </a:pPr>
            <a:r>
              <a:rPr sz="2200" dirty="0">
                <a:latin typeface="Cambria"/>
                <a:cs typeface="Cambria"/>
              </a:rPr>
              <a:t>L </a:t>
            </a:r>
            <a:r>
              <a:rPr sz="2200" dirty="0">
                <a:latin typeface="Wingdings"/>
                <a:cs typeface="Wingdings"/>
              </a:rPr>
              <a:t></a:t>
            </a:r>
            <a:r>
              <a:rPr sz="2200" spc="-75" dirty="0">
                <a:latin typeface="Times New Roman"/>
                <a:cs typeface="Times New Roman"/>
              </a:rPr>
              <a:t> </a:t>
            </a:r>
            <a:r>
              <a:rPr sz="2200" dirty="0">
                <a:latin typeface="Cambria"/>
                <a:cs typeface="Cambria"/>
              </a:rPr>
              <a:t>*</a:t>
            </a:r>
            <a:r>
              <a:rPr sz="2200" spc="5" dirty="0">
                <a:latin typeface="Cambria"/>
                <a:cs typeface="Cambria"/>
              </a:rPr>
              <a:t> </a:t>
            </a:r>
            <a:r>
              <a:rPr sz="2200" dirty="0">
                <a:latin typeface="Cambria"/>
                <a:cs typeface="Cambria"/>
              </a:rPr>
              <a:t>R</a:t>
            </a:r>
            <a:r>
              <a:rPr sz="2200" spc="-5" dirty="0">
                <a:latin typeface="Cambria"/>
                <a:cs typeface="Cambria"/>
              </a:rPr>
              <a:t> </a:t>
            </a:r>
            <a:r>
              <a:rPr sz="2200" dirty="0">
                <a:latin typeface="Cambria"/>
                <a:cs typeface="Cambria"/>
              </a:rPr>
              <a:t>|</a:t>
            </a:r>
            <a:r>
              <a:rPr sz="2200" spc="5" dirty="0">
                <a:latin typeface="Cambria"/>
                <a:cs typeface="Cambria"/>
              </a:rPr>
              <a:t> </a:t>
            </a:r>
            <a:r>
              <a:rPr sz="2200" spc="-25" dirty="0">
                <a:latin typeface="Cambria"/>
                <a:cs typeface="Cambria"/>
              </a:rPr>
              <a:t>id </a:t>
            </a:r>
            <a:r>
              <a:rPr sz="2200" dirty="0">
                <a:latin typeface="Cambria"/>
                <a:cs typeface="Cambria"/>
              </a:rPr>
              <a:t>R</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50" dirty="0">
                <a:latin typeface="Cambria"/>
                <a:cs typeface="Cambria"/>
              </a:rPr>
              <a:t>L</a:t>
            </a:r>
            <a:endParaRPr sz="2200">
              <a:latin typeface="Cambria"/>
              <a:cs typeface="Cambria"/>
            </a:endParaRPr>
          </a:p>
          <a:p>
            <a:pPr marL="38100">
              <a:lnSpc>
                <a:spcPct val="100000"/>
              </a:lnSpc>
              <a:spcBef>
                <a:spcPts val="600"/>
              </a:spcBef>
            </a:pPr>
            <a:r>
              <a:rPr sz="2200" b="1" dirty="0">
                <a:latin typeface="Cambria"/>
                <a:cs typeface="Cambria"/>
              </a:rPr>
              <a:t>2</a:t>
            </a:r>
            <a:r>
              <a:rPr sz="2175" b="1" baseline="24904" dirty="0">
                <a:latin typeface="Cambria"/>
                <a:cs typeface="Cambria"/>
              </a:rPr>
              <a:t>nd</a:t>
            </a:r>
            <a:r>
              <a:rPr sz="2175" b="1" spc="270" baseline="24904" dirty="0">
                <a:latin typeface="Cambria"/>
                <a:cs typeface="Cambria"/>
              </a:rPr>
              <a:t> </a:t>
            </a:r>
            <a:r>
              <a:rPr sz="2200" b="1" spc="-10" dirty="0">
                <a:latin typeface="Cambria"/>
                <a:cs typeface="Cambria"/>
              </a:rPr>
              <a:t>Step:-</a:t>
            </a:r>
            <a:endParaRPr sz="2200">
              <a:latin typeface="Cambria"/>
              <a:cs typeface="Cambria"/>
            </a:endParaRPr>
          </a:p>
          <a:p>
            <a:pPr marL="38100">
              <a:lnSpc>
                <a:spcPct val="100000"/>
              </a:lnSpc>
              <a:spcBef>
                <a:spcPts val="600"/>
              </a:spcBef>
            </a:pPr>
            <a:r>
              <a:rPr sz="2200" dirty="0">
                <a:latin typeface="Cambria"/>
                <a:cs typeface="Cambria"/>
              </a:rPr>
              <a:t>I0</a:t>
            </a:r>
            <a:r>
              <a:rPr sz="2200" spc="-5"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S’ </a:t>
            </a:r>
            <a:r>
              <a:rPr sz="2200" dirty="0">
                <a:latin typeface="Wingdings"/>
                <a:cs typeface="Wingdings"/>
              </a:rPr>
              <a:t></a:t>
            </a:r>
            <a:r>
              <a:rPr sz="2200" spc="-75" dirty="0">
                <a:latin typeface="Times New Roman"/>
                <a:cs typeface="Times New Roman"/>
              </a:rPr>
              <a:t> </a:t>
            </a:r>
            <a:r>
              <a:rPr sz="2200" spc="-25" dirty="0">
                <a:latin typeface="Cambria"/>
                <a:cs typeface="Cambria"/>
              </a:rPr>
              <a:t>•S</a:t>
            </a:r>
            <a:endParaRPr sz="2200">
              <a:latin typeface="Cambria"/>
              <a:cs typeface="Cambria"/>
            </a:endParaRPr>
          </a:p>
          <a:p>
            <a:pPr marL="409575">
              <a:lnSpc>
                <a:spcPct val="100000"/>
              </a:lnSpc>
              <a:spcBef>
                <a:spcPts val="600"/>
              </a:spcBef>
            </a:pPr>
            <a:r>
              <a:rPr sz="2200" dirty="0">
                <a:latin typeface="Cambria"/>
                <a:cs typeface="Cambria"/>
              </a:rPr>
              <a:t>S</a:t>
            </a:r>
            <a:r>
              <a:rPr sz="2200" spc="-10" dirty="0">
                <a:latin typeface="Cambria"/>
                <a:cs typeface="Cambria"/>
              </a:rPr>
              <a:t> </a:t>
            </a:r>
            <a:r>
              <a:rPr sz="2200" dirty="0">
                <a:latin typeface="Wingdings"/>
                <a:cs typeface="Wingdings"/>
              </a:rPr>
              <a:t></a:t>
            </a:r>
            <a:r>
              <a:rPr sz="2200" spc="-65" dirty="0">
                <a:latin typeface="Times New Roman"/>
                <a:cs typeface="Times New Roman"/>
              </a:rPr>
              <a:t> </a:t>
            </a:r>
            <a:r>
              <a:rPr sz="2200" dirty="0">
                <a:latin typeface="Cambria"/>
                <a:cs typeface="Cambria"/>
              </a:rPr>
              <a:t>•</a:t>
            </a:r>
            <a:r>
              <a:rPr sz="2200" spc="5" dirty="0">
                <a:latin typeface="Cambria"/>
                <a:cs typeface="Cambria"/>
              </a:rPr>
              <a:t> </a:t>
            </a:r>
            <a:r>
              <a:rPr sz="2200" dirty="0">
                <a:latin typeface="Cambria"/>
                <a:cs typeface="Cambria"/>
              </a:rPr>
              <a:t>L</a:t>
            </a:r>
            <a:r>
              <a:rPr sz="2200" spc="-15"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R</a:t>
            </a:r>
            <a:r>
              <a:rPr sz="2200" spc="-5" dirty="0">
                <a:latin typeface="Cambria"/>
                <a:cs typeface="Cambria"/>
              </a:rPr>
              <a:t> </a:t>
            </a:r>
            <a:r>
              <a:rPr sz="2200" dirty="0">
                <a:latin typeface="Cambria"/>
                <a:cs typeface="Cambria"/>
              </a:rPr>
              <a:t>| • </a:t>
            </a:r>
            <a:r>
              <a:rPr sz="2200" spc="-50" dirty="0">
                <a:latin typeface="Cambria"/>
                <a:cs typeface="Cambria"/>
              </a:rPr>
              <a:t>R</a:t>
            </a:r>
            <a:endParaRPr sz="2200">
              <a:latin typeface="Cambria"/>
              <a:cs typeface="Cambria"/>
            </a:endParaRPr>
          </a:p>
          <a:p>
            <a:pPr marL="409575">
              <a:lnSpc>
                <a:spcPct val="100000"/>
              </a:lnSpc>
              <a:spcBef>
                <a:spcPts val="600"/>
              </a:spcBef>
            </a:pPr>
            <a:r>
              <a:rPr sz="2200" dirty="0">
                <a:latin typeface="Cambria"/>
                <a:cs typeface="Cambria"/>
              </a:rPr>
              <a:t>L</a:t>
            </a:r>
            <a:r>
              <a:rPr sz="2200" spc="-15" dirty="0">
                <a:latin typeface="Cambria"/>
                <a:cs typeface="Cambria"/>
              </a:rPr>
              <a:t> </a:t>
            </a:r>
            <a:r>
              <a:rPr sz="2200" dirty="0">
                <a:latin typeface="Wingdings"/>
                <a:cs typeface="Wingdings"/>
              </a:rPr>
              <a:t></a:t>
            </a:r>
            <a:r>
              <a:rPr sz="2200" spc="-70" dirty="0">
                <a:latin typeface="Times New Roman"/>
                <a:cs typeface="Times New Roman"/>
              </a:rPr>
              <a:t> </a:t>
            </a:r>
            <a:r>
              <a:rPr sz="2200" dirty="0">
                <a:latin typeface="Cambria"/>
                <a:cs typeface="Cambria"/>
              </a:rPr>
              <a:t>•</a:t>
            </a:r>
            <a:r>
              <a:rPr sz="2200" spc="-5"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R</a:t>
            </a:r>
            <a:r>
              <a:rPr sz="2200" spc="-5" dirty="0">
                <a:latin typeface="Cambria"/>
                <a:cs typeface="Cambria"/>
              </a:rPr>
              <a:t> </a:t>
            </a:r>
            <a:r>
              <a:rPr sz="2200" dirty="0">
                <a:latin typeface="Cambria"/>
                <a:cs typeface="Cambria"/>
              </a:rPr>
              <a:t>| •</a:t>
            </a:r>
            <a:r>
              <a:rPr sz="2200" spc="-5" dirty="0">
                <a:latin typeface="Cambria"/>
                <a:cs typeface="Cambria"/>
              </a:rPr>
              <a:t> </a:t>
            </a:r>
            <a:r>
              <a:rPr sz="2200" spc="-25" dirty="0">
                <a:latin typeface="Cambria"/>
                <a:cs typeface="Cambria"/>
              </a:rPr>
              <a:t>id</a:t>
            </a:r>
            <a:endParaRPr sz="2200">
              <a:latin typeface="Cambria"/>
              <a:cs typeface="Cambria"/>
            </a:endParaRPr>
          </a:p>
          <a:p>
            <a:pPr marL="470534">
              <a:lnSpc>
                <a:spcPct val="100000"/>
              </a:lnSpc>
              <a:spcBef>
                <a:spcPts val="605"/>
              </a:spcBef>
            </a:pPr>
            <a:r>
              <a:rPr sz="2200" dirty="0">
                <a:latin typeface="Cambria"/>
                <a:cs typeface="Cambria"/>
              </a:rPr>
              <a:t>R</a:t>
            </a:r>
            <a:r>
              <a:rPr sz="2200" spc="5"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a:t>
            </a:r>
            <a:r>
              <a:rPr sz="2200" spc="5" dirty="0">
                <a:latin typeface="Cambria"/>
                <a:cs typeface="Cambria"/>
              </a:rPr>
              <a:t> </a:t>
            </a:r>
            <a:r>
              <a:rPr sz="2200" spc="-50" dirty="0">
                <a:latin typeface="Cambria"/>
                <a:cs typeface="Cambria"/>
              </a:rPr>
              <a:t>L</a:t>
            </a:r>
            <a:endParaRPr sz="2200">
              <a:latin typeface="Cambria"/>
              <a:cs typeface="Cambria"/>
            </a:endParaRPr>
          </a:p>
        </p:txBody>
      </p:sp>
      <p:graphicFrame>
        <p:nvGraphicFramePr>
          <p:cNvPr id="9" name="object 9"/>
          <p:cNvGraphicFramePr>
            <a:graphicFrameLocks noGrp="1"/>
          </p:cNvGraphicFramePr>
          <p:nvPr/>
        </p:nvGraphicFramePr>
        <p:xfrm>
          <a:off x="8817736" y="216328"/>
          <a:ext cx="3450590" cy="6228080"/>
        </p:xfrm>
        <a:graphic>
          <a:graphicData uri="http://schemas.openxmlformats.org/drawingml/2006/table">
            <a:tbl>
              <a:tblPr firstRow="1" bandRow="1">
                <a:tableStyleId>{2D5ABB26-0587-4C30-8999-92F81FD0307C}</a:tableStyleId>
              </a:tblPr>
              <a:tblGrid>
                <a:gridCol w="3374390">
                  <a:extLst>
                    <a:ext uri="{9D8B030D-6E8A-4147-A177-3AD203B41FA5}">
                      <a16:colId xmlns:a16="http://schemas.microsoft.com/office/drawing/2014/main" val="20000"/>
                    </a:ext>
                  </a:extLst>
                </a:gridCol>
              </a:tblGrid>
              <a:tr h="777875">
                <a:tc>
                  <a:txBody>
                    <a:bodyPr/>
                    <a:lstStyle/>
                    <a:p>
                      <a:pPr marR="1011555" algn="ctr">
                        <a:lnSpc>
                          <a:spcPts val="2525"/>
                        </a:lnSpc>
                      </a:pPr>
                      <a:r>
                        <a:rPr sz="2200" dirty="0">
                          <a:latin typeface="Cambria"/>
                          <a:cs typeface="Cambria"/>
                        </a:rPr>
                        <a:t>I7</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(I4,</a:t>
                      </a:r>
                      <a:r>
                        <a:rPr sz="2200" spc="-15" dirty="0">
                          <a:latin typeface="Cambria"/>
                          <a:cs typeface="Cambria"/>
                        </a:rPr>
                        <a:t> </a:t>
                      </a:r>
                      <a:r>
                        <a:rPr sz="2200" spc="-25" dirty="0">
                          <a:latin typeface="Cambria"/>
                          <a:cs typeface="Cambria"/>
                        </a:rPr>
                        <a:t>R)</a:t>
                      </a:r>
                      <a:endParaRPr sz="2200">
                        <a:latin typeface="Cambria"/>
                        <a:cs typeface="Cambria"/>
                      </a:endParaRPr>
                    </a:p>
                    <a:p>
                      <a:pPr marR="982980" algn="ctr">
                        <a:lnSpc>
                          <a:spcPct val="100000"/>
                        </a:lnSpc>
                        <a:spcBef>
                          <a:spcPts val="600"/>
                        </a:spcBef>
                      </a:pPr>
                      <a:r>
                        <a:rPr sz="2200" dirty="0">
                          <a:latin typeface="Cambria"/>
                          <a:cs typeface="Cambria"/>
                        </a:rPr>
                        <a:t>L</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dirty="0">
                          <a:latin typeface="Cambria"/>
                          <a:cs typeface="Cambria"/>
                        </a:rPr>
                        <a:t>*</a:t>
                      </a:r>
                      <a:r>
                        <a:rPr sz="2200" spc="-10" dirty="0">
                          <a:latin typeface="Cambria"/>
                          <a:cs typeface="Cambria"/>
                        </a:rPr>
                        <a:t> </a:t>
                      </a:r>
                      <a:r>
                        <a:rPr sz="2200" spc="-35" dirty="0">
                          <a:latin typeface="Cambria"/>
                          <a:cs typeface="Cambria"/>
                        </a:rPr>
                        <a:t>R•</a:t>
                      </a:r>
                      <a:endParaRPr sz="2200">
                        <a:latin typeface="Cambria"/>
                        <a:cs typeface="Cambria"/>
                      </a:endParaRPr>
                    </a:p>
                  </a:txBody>
                  <a:tcPr marL="0" marR="0" marT="0" marB="0"/>
                </a:tc>
                <a:extLst>
                  <a:ext uri="{0D108BD9-81ED-4DB2-BD59-A6C34878D82A}">
                    <a16:rowId xmlns:a16="http://schemas.microsoft.com/office/drawing/2014/main" val="10000"/>
                  </a:ext>
                </a:extLst>
              </a:tr>
              <a:tr h="803910">
                <a:tc>
                  <a:txBody>
                    <a:bodyPr/>
                    <a:lstStyle/>
                    <a:p>
                      <a:pPr marR="1362710" algn="r">
                        <a:lnSpc>
                          <a:spcPct val="100000"/>
                        </a:lnSpc>
                        <a:spcBef>
                          <a:spcPts val="195"/>
                        </a:spcBef>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(I4,</a:t>
                      </a:r>
                      <a:r>
                        <a:rPr sz="2200" spc="-15" dirty="0">
                          <a:latin typeface="Cambria"/>
                          <a:cs typeface="Cambria"/>
                        </a:rPr>
                        <a:t> </a:t>
                      </a:r>
                      <a:r>
                        <a:rPr sz="2200" spc="-25" dirty="0">
                          <a:latin typeface="Cambria"/>
                          <a:cs typeface="Cambria"/>
                        </a:rPr>
                        <a:t>*)</a:t>
                      </a:r>
                      <a:endParaRPr sz="2200">
                        <a:latin typeface="Cambria"/>
                        <a:cs typeface="Cambria"/>
                      </a:endParaRPr>
                    </a:p>
                    <a:p>
                      <a:pPr marR="1407795" algn="r">
                        <a:lnSpc>
                          <a:spcPct val="100000"/>
                        </a:lnSpc>
                        <a:spcBef>
                          <a:spcPts val="605"/>
                        </a:spcBef>
                      </a:pP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I4</a:t>
                      </a:r>
                      <a:endParaRPr sz="2200">
                        <a:latin typeface="Cambria"/>
                        <a:cs typeface="Cambria"/>
                      </a:endParaRPr>
                    </a:p>
                  </a:txBody>
                  <a:tcPr marL="0" marR="0" marT="24765" marB="0"/>
                </a:tc>
                <a:extLst>
                  <a:ext uri="{0D108BD9-81ED-4DB2-BD59-A6C34878D82A}">
                    <a16:rowId xmlns:a16="http://schemas.microsoft.com/office/drawing/2014/main" val="10001"/>
                  </a:ext>
                </a:extLst>
              </a:tr>
              <a:tr h="760730">
                <a:tc>
                  <a:txBody>
                    <a:bodyPr/>
                    <a:lstStyle/>
                    <a:p>
                      <a:pPr marL="318135">
                        <a:lnSpc>
                          <a:spcPct val="100000"/>
                        </a:lnSpc>
                        <a:spcBef>
                          <a:spcPts val="90"/>
                        </a:spcBef>
                      </a:pPr>
                      <a:r>
                        <a:rPr sz="2200" dirty="0">
                          <a:latin typeface="Cambria"/>
                          <a:cs typeface="Cambria"/>
                        </a:rPr>
                        <a:t>I8</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(I4,</a:t>
                      </a:r>
                      <a:r>
                        <a:rPr sz="2200" spc="-15" dirty="0">
                          <a:latin typeface="Cambria"/>
                          <a:cs typeface="Cambria"/>
                        </a:rPr>
                        <a:t> </a:t>
                      </a:r>
                      <a:r>
                        <a:rPr sz="2200" spc="-25" dirty="0">
                          <a:latin typeface="Cambria"/>
                          <a:cs typeface="Cambria"/>
                        </a:rPr>
                        <a:t>L)</a:t>
                      </a:r>
                      <a:endParaRPr sz="2200">
                        <a:latin typeface="Cambria"/>
                        <a:cs typeface="Cambria"/>
                      </a:endParaRPr>
                    </a:p>
                    <a:p>
                      <a:pPr marL="690245">
                        <a:lnSpc>
                          <a:spcPts val="2560"/>
                        </a:lnSpc>
                        <a:spcBef>
                          <a:spcPts val="600"/>
                        </a:spcBef>
                      </a:pPr>
                      <a:r>
                        <a:rPr sz="2200" dirty="0">
                          <a:latin typeface="Cambria"/>
                          <a:cs typeface="Cambria"/>
                        </a:rPr>
                        <a:t>R</a:t>
                      </a:r>
                      <a:r>
                        <a:rPr sz="2200" spc="-15" dirty="0">
                          <a:latin typeface="Cambria"/>
                          <a:cs typeface="Cambria"/>
                        </a:rPr>
                        <a:t> </a:t>
                      </a:r>
                      <a:r>
                        <a:rPr sz="2200" dirty="0">
                          <a:latin typeface="Wingdings"/>
                          <a:cs typeface="Wingdings"/>
                        </a:rPr>
                        <a:t></a:t>
                      </a:r>
                      <a:r>
                        <a:rPr sz="2200" spc="-65" dirty="0">
                          <a:latin typeface="Times New Roman"/>
                          <a:cs typeface="Times New Roman"/>
                        </a:rPr>
                        <a:t> </a:t>
                      </a:r>
                      <a:r>
                        <a:rPr sz="2200" dirty="0">
                          <a:latin typeface="Cambria"/>
                          <a:cs typeface="Cambria"/>
                        </a:rPr>
                        <a:t>L</a:t>
                      </a:r>
                      <a:r>
                        <a:rPr sz="2200" spc="-10" dirty="0">
                          <a:latin typeface="Cambria"/>
                          <a:cs typeface="Cambria"/>
                        </a:rPr>
                        <a:t> </a:t>
                      </a:r>
                      <a:r>
                        <a:rPr sz="2200" spc="-60" dirty="0">
                          <a:latin typeface="Cambria"/>
                          <a:cs typeface="Cambria"/>
                        </a:rPr>
                        <a:t>•</a:t>
                      </a:r>
                      <a:endParaRPr sz="2200">
                        <a:latin typeface="Cambria"/>
                        <a:cs typeface="Cambria"/>
                      </a:endParaRPr>
                    </a:p>
                  </a:txBody>
                  <a:tcPr marL="0" marR="0" marT="11430" marB="0"/>
                </a:tc>
                <a:extLst>
                  <a:ext uri="{0D108BD9-81ED-4DB2-BD59-A6C34878D82A}">
                    <a16:rowId xmlns:a16="http://schemas.microsoft.com/office/drawing/2014/main" val="10002"/>
                  </a:ext>
                </a:extLst>
              </a:tr>
              <a:tr h="785495">
                <a:tc>
                  <a:txBody>
                    <a:bodyPr/>
                    <a:lstStyle/>
                    <a:p>
                      <a:pPr marR="640715" algn="ctr">
                        <a:lnSpc>
                          <a:spcPts val="2505"/>
                        </a:lnSpc>
                      </a:pPr>
                      <a:r>
                        <a:rPr sz="2200" dirty="0">
                          <a:latin typeface="Cambria"/>
                          <a:cs typeface="Cambria"/>
                        </a:rPr>
                        <a:t>=</a:t>
                      </a:r>
                      <a:r>
                        <a:rPr sz="2200" spc="-25" dirty="0">
                          <a:latin typeface="Cambria"/>
                          <a:cs typeface="Cambria"/>
                        </a:rPr>
                        <a:t> </a:t>
                      </a:r>
                      <a:r>
                        <a:rPr sz="2200" dirty="0">
                          <a:latin typeface="Cambria"/>
                          <a:cs typeface="Cambria"/>
                        </a:rPr>
                        <a:t>goto</a:t>
                      </a:r>
                      <a:r>
                        <a:rPr sz="2200" spc="-10" dirty="0">
                          <a:latin typeface="Cambria"/>
                          <a:cs typeface="Cambria"/>
                        </a:rPr>
                        <a:t> </a:t>
                      </a:r>
                      <a:r>
                        <a:rPr sz="2200" dirty="0">
                          <a:latin typeface="Cambria"/>
                          <a:cs typeface="Cambria"/>
                        </a:rPr>
                        <a:t>(I4,</a:t>
                      </a:r>
                      <a:r>
                        <a:rPr sz="2200" spc="-20" dirty="0">
                          <a:latin typeface="Cambria"/>
                          <a:cs typeface="Cambria"/>
                        </a:rPr>
                        <a:t> </a:t>
                      </a:r>
                      <a:r>
                        <a:rPr sz="2200" spc="-25" dirty="0">
                          <a:latin typeface="Cambria"/>
                          <a:cs typeface="Cambria"/>
                        </a:rPr>
                        <a:t>id)</a:t>
                      </a:r>
                      <a:endParaRPr sz="2200">
                        <a:latin typeface="Cambria"/>
                        <a:cs typeface="Cambria"/>
                      </a:endParaRPr>
                    </a:p>
                    <a:p>
                      <a:pPr marR="614045" algn="ctr">
                        <a:lnSpc>
                          <a:spcPct val="100000"/>
                        </a:lnSpc>
                        <a:spcBef>
                          <a:spcPts val="600"/>
                        </a:spcBef>
                      </a:pP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I5</a:t>
                      </a:r>
                      <a:endParaRPr sz="2200">
                        <a:latin typeface="Cambria"/>
                        <a:cs typeface="Cambria"/>
                      </a:endParaRPr>
                    </a:p>
                  </a:txBody>
                  <a:tcPr marL="0" marR="0" marT="0" marB="0"/>
                </a:tc>
                <a:extLst>
                  <a:ext uri="{0D108BD9-81ED-4DB2-BD59-A6C34878D82A}">
                    <a16:rowId xmlns:a16="http://schemas.microsoft.com/office/drawing/2014/main" val="10003"/>
                  </a:ext>
                </a:extLst>
              </a:tr>
              <a:tr h="777875">
                <a:tc>
                  <a:txBody>
                    <a:bodyPr/>
                    <a:lstStyle/>
                    <a:p>
                      <a:pPr marL="409575">
                        <a:lnSpc>
                          <a:spcPct val="100000"/>
                        </a:lnSpc>
                        <a:spcBef>
                          <a:spcPts val="280"/>
                        </a:spcBef>
                      </a:pPr>
                      <a:r>
                        <a:rPr sz="2200" dirty="0">
                          <a:latin typeface="Cambria"/>
                          <a:cs typeface="Cambria"/>
                        </a:rPr>
                        <a:t>I9=</a:t>
                      </a:r>
                      <a:r>
                        <a:rPr sz="2200" spc="-20" dirty="0">
                          <a:latin typeface="Cambria"/>
                          <a:cs typeface="Cambria"/>
                        </a:rPr>
                        <a:t> </a:t>
                      </a:r>
                      <a:r>
                        <a:rPr sz="2200" dirty="0">
                          <a:latin typeface="Cambria"/>
                          <a:cs typeface="Cambria"/>
                        </a:rPr>
                        <a:t>goto (I6,</a:t>
                      </a:r>
                      <a:r>
                        <a:rPr sz="2200" spc="-10" dirty="0">
                          <a:latin typeface="Cambria"/>
                          <a:cs typeface="Cambria"/>
                        </a:rPr>
                        <a:t> </a:t>
                      </a:r>
                      <a:r>
                        <a:rPr sz="2200" dirty="0">
                          <a:latin typeface="Cambria"/>
                          <a:cs typeface="Cambria"/>
                        </a:rPr>
                        <a:t>R</a:t>
                      </a:r>
                      <a:r>
                        <a:rPr sz="2200" spc="-20" dirty="0">
                          <a:latin typeface="Cambria"/>
                          <a:cs typeface="Cambria"/>
                        </a:rPr>
                        <a:t> </a:t>
                      </a:r>
                      <a:r>
                        <a:rPr sz="2200" spc="-50" dirty="0">
                          <a:latin typeface="Cambria"/>
                          <a:cs typeface="Cambria"/>
                        </a:rPr>
                        <a:t>)</a:t>
                      </a:r>
                      <a:endParaRPr sz="2200">
                        <a:latin typeface="Cambria"/>
                        <a:cs typeface="Cambria"/>
                      </a:endParaRPr>
                    </a:p>
                    <a:p>
                      <a:pPr marL="781685">
                        <a:lnSpc>
                          <a:spcPts val="2505"/>
                        </a:lnSpc>
                        <a:spcBef>
                          <a:spcPts val="600"/>
                        </a:spcBef>
                      </a:pP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dirty="0">
                          <a:latin typeface="Cambria"/>
                          <a:cs typeface="Cambria"/>
                        </a:rPr>
                        <a:t>L =</a:t>
                      </a:r>
                      <a:r>
                        <a:rPr sz="2200" spc="-10" dirty="0">
                          <a:latin typeface="Cambria"/>
                          <a:cs typeface="Cambria"/>
                        </a:rPr>
                        <a:t> </a:t>
                      </a:r>
                      <a:r>
                        <a:rPr sz="2200" spc="-25" dirty="0">
                          <a:latin typeface="Cambria"/>
                          <a:cs typeface="Cambria"/>
                        </a:rPr>
                        <a:t>R•</a:t>
                      </a:r>
                      <a:endParaRPr sz="2200">
                        <a:latin typeface="Cambria"/>
                        <a:cs typeface="Cambria"/>
                      </a:endParaRPr>
                    </a:p>
                  </a:txBody>
                  <a:tcPr marL="0" marR="0" marT="35560" marB="0"/>
                </a:tc>
                <a:extLst>
                  <a:ext uri="{0D108BD9-81ED-4DB2-BD59-A6C34878D82A}">
                    <a16:rowId xmlns:a16="http://schemas.microsoft.com/office/drawing/2014/main" val="10004"/>
                  </a:ext>
                </a:extLst>
              </a:tr>
              <a:tr h="728345">
                <a:tc>
                  <a:txBody>
                    <a:bodyPr/>
                    <a:lstStyle/>
                    <a:p>
                      <a:pPr marR="1154430" algn="r">
                        <a:lnSpc>
                          <a:spcPts val="2445"/>
                        </a:lnSpc>
                      </a:pPr>
                      <a:r>
                        <a:rPr sz="2200" dirty="0">
                          <a:latin typeface="Cambria"/>
                          <a:cs typeface="Cambria"/>
                        </a:rPr>
                        <a:t>=</a:t>
                      </a:r>
                      <a:r>
                        <a:rPr sz="2200" spc="-25" dirty="0">
                          <a:latin typeface="Cambria"/>
                          <a:cs typeface="Cambria"/>
                        </a:rPr>
                        <a:t> </a:t>
                      </a:r>
                      <a:r>
                        <a:rPr sz="2200" dirty="0">
                          <a:latin typeface="Cambria"/>
                          <a:cs typeface="Cambria"/>
                        </a:rPr>
                        <a:t>goto</a:t>
                      </a:r>
                      <a:r>
                        <a:rPr sz="2200" spc="-10" dirty="0">
                          <a:latin typeface="Cambria"/>
                          <a:cs typeface="Cambria"/>
                        </a:rPr>
                        <a:t> </a:t>
                      </a:r>
                      <a:r>
                        <a:rPr sz="2200" dirty="0">
                          <a:latin typeface="Cambria"/>
                          <a:cs typeface="Cambria"/>
                        </a:rPr>
                        <a:t>(I6,</a:t>
                      </a:r>
                      <a:r>
                        <a:rPr sz="2200" spc="-20" dirty="0">
                          <a:latin typeface="Cambria"/>
                          <a:cs typeface="Cambria"/>
                        </a:rPr>
                        <a:t> </a:t>
                      </a:r>
                      <a:r>
                        <a:rPr sz="2200" spc="-25" dirty="0">
                          <a:latin typeface="Cambria"/>
                          <a:cs typeface="Cambria"/>
                        </a:rPr>
                        <a:t>L)</a:t>
                      </a:r>
                      <a:endParaRPr sz="2200">
                        <a:latin typeface="Cambria"/>
                        <a:cs typeface="Cambria"/>
                      </a:endParaRPr>
                    </a:p>
                    <a:p>
                      <a:pPr marR="1229995" algn="r">
                        <a:lnSpc>
                          <a:spcPts val="2590"/>
                        </a:lnSpc>
                        <a:spcBef>
                          <a:spcPts val="600"/>
                        </a:spcBef>
                      </a:pPr>
                      <a:r>
                        <a:rPr sz="2200" dirty="0">
                          <a:latin typeface="Cambria"/>
                          <a:cs typeface="Cambria"/>
                        </a:rPr>
                        <a:t>Same</a:t>
                      </a:r>
                      <a:r>
                        <a:rPr sz="2200" spc="-45"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I8</a:t>
                      </a:r>
                      <a:endParaRPr sz="2200">
                        <a:latin typeface="Cambria"/>
                        <a:cs typeface="Cambria"/>
                      </a:endParaRPr>
                    </a:p>
                  </a:txBody>
                  <a:tcPr marL="0" marR="0" marT="0" marB="0"/>
                </a:tc>
                <a:extLst>
                  <a:ext uri="{0D108BD9-81ED-4DB2-BD59-A6C34878D82A}">
                    <a16:rowId xmlns:a16="http://schemas.microsoft.com/office/drawing/2014/main" val="10005"/>
                  </a:ext>
                </a:extLst>
              </a:tr>
              <a:tr h="756285">
                <a:tc>
                  <a:txBody>
                    <a:bodyPr/>
                    <a:lstStyle/>
                    <a:p>
                      <a:pPr marR="1118235" algn="r">
                        <a:lnSpc>
                          <a:spcPct val="100000"/>
                        </a:lnSpc>
                        <a:spcBef>
                          <a:spcPts val="204"/>
                        </a:spcBef>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(I6,</a:t>
                      </a:r>
                      <a:r>
                        <a:rPr sz="2200" spc="-15" dirty="0">
                          <a:latin typeface="Cambria"/>
                          <a:cs typeface="Cambria"/>
                        </a:rPr>
                        <a:t> </a:t>
                      </a:r>
                      <a:r>
                        <a:rPr sz="2200" spc="-25" dirty="0">
                          <a:latin typeface="Cambria"/>
                          <a:cs typeface="Cambria"/>
                        </a:rPr>
                        <a:t>*)</a:t>
                      </a:r>
                      <a:endParaRPr sz="2200">
                        <a:latin typeface="Cambria"/>
                        <a:cs typeface="Cambria"/>
                      </a:endParaRPr>
                    </a:p>
                    <a:p>
                      <a:pPr marR="1163320" algn="r">
                        <a:lnSpc>
                          <a:spcPts val="2410"/>
                        </a:lnSpc>
                        <a:spcBef>
                          <a:spcPts val="600"/>
                        </a:spcBef>
                      </a:pPr>
                      <a:r>
                        <a:rPr sz="2200" dirty="0">
                          <a:latin typeface="Cambria"/>
                          <a:cs typeface="Cambria"/>
                        </a:rPr>
                        <a:t>Same</a:t>
                      </a:r>
                      <a:r>
                        <a:rPr sz="2200" spc="-40" dirty="0">
                          <a:latin typeface="Cambria"/>
                          <a:cs typeface="Cambria"/>
                        </a:rPr>
                        <a:t> </a:t>
                      </a:r>
                      <a:r>
                        <a:rPr sz="2200" dirty="0">
                          <a:latin typeface="Cambria"/>
                          <a:cs typeface="Cambria"/>
                        </a:rPr>
                        <a:t>as</a:t>
                      </a:r>
                      <a:r>
                        <a:rPr sz="2200" spc="-20" dirty="0">
                          <a:latin typeface="Cambria"/>
                          <a:cs typeface="Cambria"/>
                        </a:rPr>
                        <a:t> </a:t>
                      </a:r>
                      <a:r>
                        <a:rPr sz="2200" spc="-25" dirty="0">
                          <a:latin typeface="Cambria"/>
                          <a:cs typeface="Cambria"/>
                        </a:rPr>
                        <a:t>I4</a:t>
                      </a:r>
                      <a:endParaRPr sz="2200">
                        <a:latin typeface="Cambria"/>
                        <a:cs typeface="Cambria"/>
                      </a:endParaRPr>
                    </a:p>
                  </a:txBody>
                  <a:tcPr marL="0" marR="0" marT="26034" marB="0"/>
                </a:tc>
                <a:extLst>
                  <a:ext uri="{0D108BD9-81ED-4DB2-BD59-A6C34878D82A}">
                    <a16:rowId xmlns:a16="http://schemas.microsoft.com/office/drawing/2014/main" val="10006"/>
                  </a:ext>
                </a:extLst>
              </a:tr>
              <a:tr h="53340">
                <a:tc>
                  <a:txBody>
                    <a:bodyPr/>
                    <a:lstStyle/>
                    <a:p>
                      <a:pPr>
                        <a:lnSpc>
                          <a:spcPct val="100000"/>
                        </a:lnSpc>
                      </a:pPr>
                      <a:endParaRPr sz="200">
                        <a:latin typeface="Times New Roman"/>
                        <a:cs typeface="Times New Roman"/>
                      </a:endParaRPr>
                    </a:p>
                  </a:txBody>
                  <a:tcPr marL="0" marR="0" marT="0" marB="0"/>
                </a:tc>
                <a:extLst>
                  <a:ext uri="{0D108BD9-81ED-4DB2-BD59-A6C34878D82A}">
                    <a16:rowId xmlns:a16="http://schemas.microsoft.com/office/drawing/2014/main" val="10007"/>
                  </a:ext>
                </a:extLst>
              </a:tr>
              <a:tr h="784225">
                <a:tc>
                  <a:txBody>
                    <a:bodyPr/>
                    <a:lstStyle/>
                    <a:p>
                      <a:pPr marR="233045" algn="ctr">
                        <a:lnSpc>
                          <a:spcPts val="2405"/>
                        </a:lnSpc>
                      </a:pPr>
                      <a:r>
                        <a:rPr sz="2200" dirty="0">
                          <a:latin typeface="Cambria"/>
                          <a:cs typeface="Cambria"/>
                        </a:rPr>
                        <a:t>=</a:t>
                      </a:r>
                      <a:r>
                        <a:rPr sz="2200" spc="-20"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(I6,</a:t>
                      </a:r>
                      <a:r>
                        <a:rPr sz="2200" spc="-15" dirty="0">
                          <a:latin typeface="Cambria"/>
                          <a:cs typeface="Cambria"/>
                        </a:rPr>
                        <a:t> </a:t>
                      </a:r>
                      <a:r>
                        <a:rPr sz="2200" spc="-25" dirty="0">
                          <a:latin typeface="Cambria"/>
                          <a:cs typeface="Cambria"/>
                        </a:rPr>
                        <a:t>id)</a:t>
                      </a:r>
                      <a:endParaRPr sz="2200">
                        <a:latin typeface="Cambria"/>
                        <a:cs typeface="Cambria"/>
                      </a:endParaRPr>
                    </a:p>
                    <a:p>
                      <a:pPr marR="206375" algn="ctr">
                        <a:lnSpc>
                          <a:spcPct val="100000"/>
                        </a:lnSpc>
                        <a:spcBef>
                          <a:spcPts val="600"/>
                        </a:spcBef>
                      </a:pPr>
                      <a:r>
                        <a:rPr sz="2200" dirty="0">
                          <a:latin typeface="Cambria"/>
                          <a:cs typeface="Cambria"/>
                        </a:rPr>
                        <a:t>Same</a:t>
                      </a:r>
                      <a:r>
                        <a:rPr sz="2200" spc="-30" dirty="0">
                          <a:latin typeface="Cambria"/>
                          <a:cs typeface="Cambria"/>
                        </a:rPr>
                        <a:t> </a:t>
                      </a:r>
                      <a:r>
                        <a:rPr sz="2200" dirty="0">
                          <a:latin typeface="Cambria"/>
                          <a:cs typeface="Cambria"/>
                        </a:rPr>
                        <a:t>as</a:t>
                      </a:r>
                      <a:r>
                        <a:rPr sz="2200" spc="-10" dirty="0">
                          <a:latin typeface="Cambria"/>
                          <a:cs typeface="Cambria"/>
                        </a:rPr>
                        <a:t> </a:t>
                      </a:r>
                      <a:r>
                        <a:rPr sz="2200" spc="-25" dirty="0">
                          <a:latin typeface="Cambria"/>
                          <a:cs typeface="Cambria"/>
                        </a:rPr>
                        <a:t>I5</a:t>
                      </a:r>
                      <a:endParaRPr sz="2200">
                        <a:latin typeface="Cambria"/>
                        <a:cs typeface="Cambria"/>
                      </a:endParaRPr>
                    </a:p>
                  </a:txBody>
                  <a:tcPr marL="0" marR="0" marT="0" marB="0"/>
                </a:tc>
                <a:extLst>
                  <a:ext uri="{0D108BD9-81ED-4DB2-BD59-A6C34878D82A}">
                    <a16:rowId xmlns:a16="http://schemas.microsoft.com/office/drawing/2014/main" val="10008"/>
                  </a:ext>
                </a:extLst>
              </a:tr>
            </a:tbl>
          </a:graphicData>
        </a:graphic>
      </p:graphicFrame>
      <p:sp>
        <p:nvSpPr>
          <p:cNvPr id="10" name="object 10"/>
          <p:cNvSpPr/>
          <p:nvPr/>
        </p:nvSpPr>
        <p:spPr>
          <a:xfrm>
            <a:off x="5911596" y="463295"/>
            <a:ext cx="27305" cy="6245860"/>
          </a:xfrm>
          <a:custGeom>
            <a:avLst/>
            <a:gdLst/>
            <a:ahLst/>
            <a:cxnLst/>
            <a:rect l="l" t="t" r="r" b="b"/>
            <a:pathLst>
              <a:path w="27304" h="6245859">
                <a:moveTo>
                  <a:pt x="0" y="0"/>
                </a:moveTo>
                <a:lnTo>
                  <a:pt x="27177" y="6245682"/>
                </a:lnTo>
              </a:path>
            </a:pathLst>
          </a:custGeom>
          <a:ln w="9144">
            <a:solidFill>
              <a:srgbClr val="40B9D2"/>
            </a:solidFill>
          </a:ln>
        </p:spPr>
        <p:txBody>
          <a:bodyPr wrap="square" lIns="0" tIns="0" rIns="0" bIns="0" rtlCol="0"/>
          <a:lstStyle/>
          <a:p>
            <a:endParaRPr/>
          </a:p>
        </p:txBody>
      </p:sp>
      <p:sp>
        <p:nvSpPr>
          <p:cNvPr id="11" name="object 11"/>
          <p:cNvSpPr txBox="1"/>
          <p:nvPr/>
        </p:nvSpPr>
        <p:spPr>
          <a:xfrm>
            <a:off x="6243320" y="5124297"/>
            <a:ext cx="2176145" cy="1671955"/>
          </a:xfrm>
          <a:prstGeom prst="rect">
            <a:avLst/>
          </a:prstGeom>
        </p:spPr>
        <p:txBody>
          <a:bodyPr vert="horz" wrap="square" lIns="0" tIns="12700" rIns="0" bIns="0" rtlCol="0">
            <a:spAutoFit/>
          </a:bodyPr>
          <a:lstStyle/>
          <a:p>
            <a:pPr marL="382905" marR="439420" indent="-370840" algn="just">
              <a:lnSpc>
                <a:spcPct val="122700"/>
              </a:lnSpc>
              <a:spcBef>
                <a:spcPts val="100"/>
              </a:spcBef>
            </a:pPr>
            <a:r>
              <a:rPr sz="2200" dirty="0">
                <a:latin typeface="Cambria"/>
                <a:cs typeface="Cambria"/>
              </a:rPr>
              <a:t>I6=goto</a:t>
            </a:r>
            <a:r>
              <a:rPr sz="2200" spc="-25" dirty="0">
                <a:latin typeface="Cambria"/>
                <a:cs typeface="Cambria"/>
              </a:rPr>
              <a:t> </a:t>
            </a:r>
            <a:r>
              <a:rPr sz="2200" dirty="0">
                <a:latin typeface="Cambria"/>
                <a:cs typeface="Cambria"/>
              </a:rPr>
              <a:t>(I2,</a:t>
            </a:r>
            <a:r>
              <a:rPr sz="2200" spc="-35" dirty="0">
                <a:latin typeface="Cambria"/>
                <a:cs typeface="Cambria"/>
              </a:rPr>
              <a:t> </a:t>
            </a:r>
            <a:r>
              <a:rPr sz="2200" spc="-25" dirty="0">
                <a:latin typeface="Cambria"/>
                <a:cs typeface="Cambria"/>
              </a:rPr>
              <a:t>=) </a:t>
            </a:r>
            <a:r>
              <a:rPr sz="2200" dirty="0">
                <a:latin typeface="Cambria"/>
                <a:cs typeface="Cambria"/>
              </a:rPr>
              <a:t>S</a:t>
            </a:r>
            <a:r>
              <a:rPr sz="2200" spc="5"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L =</a:t>
            </a:r>
            <a:r>
              <a:rPr sz="2200" spc="5" dirty="0">
                <a:latin typeface="Cambria"/>
                <a:cs typeface="Cambria"/>
              </a:rPr>
              <a:t> </a:t>
            </a:r>
            <a:r>
              <a:rPr sz="2200" dirty="0">
                <a:latin typeface="Cambria"/>
                <a:cs typeface="Cambria"/>
              </a:rPr>
              <a:t>•</a:t>
            </a:r>
            <a:r>
              <a:rPr sz="2200" spc="5" dirty="0">
                <a:latin typeface="Cambria"/>
                <a:cs typeface="Cambria"/>
              </a:rPr>
              <a:t> </a:t>
            </a:r>
            <a:r>
              <a:rPr sz="2200" spc="-50" dirty="0">
                <a:latin typeface="Cambria"/>
                <a:cs typeface="Cambria"/>
              </a:rPr>
              <a:t>R </a:t>
            </a:r>
            <a:r>
              <a:rPr sz="2200" dirty="0">
                <a:latin typeface="Cambria"/>
                <a:cs typeface="Cambria"/>
              </a:rPr>
              <a:t>R</a:t>
            </a:r>
            <a:r>
              <a:rPr sz="2200" spc="-10" dirty="0">
                <a:latin typeface="Cambria"/>
                <a:cs typeface="Cambria"/>
              </a:rPr>
              <a:t> </a:t>
            </a:r>
            <a:r>
              <a:rPr sz="2200" dirty="0">
                <a:latin typeface="Wingdings"/>
                <a:cs typeface="Wingdings"/>
              </a:rPr>
              <a:t></a:t>
            </a:r>
            <a:r>
              <a:rPr sz="2200" spc="-70" dirty="0">
                <a:latin typeface="Times New Roman"/>
                <a:cs typeface="Times New Roman"/>
              </a:rPr>
              <a:t> </a:t>
            </a:r>
            <a:r>
              <a:rPr sz="2200" dirty="0">
                <a:latin typeface="Cambria"/>
                <a:cs typeface="Cambria"/>
              </a:rPr>
              <a:t>•</a:t>
            </a:r>
            <a:r>
              <a:rPr sz="2200" spc="5" dirty="0">
                <a:latin typeface="Cambria"/>
                <a:cs typeface="Cambria"/>
              </a:rPr>
              <a:t> </a:t>
            </a:r>
            <a:r>
              <a:rPr sz="2200" spc="-50" dirty="0">
                <a:latin typeface="Cambria"/>
                <a:cs typeface="Cambria"/>
              </a:rPr>
              <a:t>L</a:t>
            </a:r>
            <a:endParaRPr sz="2200">
              <a:latin typeface="Cambria"/>
              <a:cs typeface="Cambria"/>
            </a:endParaRPr>
          </a:p>
          <a:p>
            <a:pPr marL="445134">
              <a:lnSpc>
                <a:spcPct val="100000"/>
              </a:lnSpc>
              <a:spcBef>
                <a:spcPts val="605"/>
              </a:spcBef>
            </a:pPr>
            <a:r>
              <a:rPr sz="2200" dirty="0">
                <a:latin typeface="Cambria"/>
                <a:cs typeface="Cambria"/>
              </a:rPr>
              <a:t>L </a:t>
            </a:r>
            <a:r>
              <a:rPr sz="2200" dirty="0">
                <a:latin typeface="Wingdings"/>
                <a:cs typeface="Wingdings"/>
              </a:rPr>
              <a:t></a:t>
            </a:r>
            <a:r>
              <a:rPr sz="2200" spc="-80" dirty="0">
                <a:latin typeface="Times New Roman"/>
                <a:cs typeface="Times New Roman"/>
              </a:rPr>
              <a:t> </a:t>
            </a:r>
            <a:r>
              <a:rPr sz="2200" dirty="0">
                <a:latin typeface="Cambria"/>
                <a:cs typeface="Cambria"/>
              </a:rPr>
              <a:t>• * R</a:t>
            </a:r>
            <a:r>
              <a:rPr sz="2200" spc="-5" dirty="0">
                <a:latin typeface="Cambria"/>
                <a:cs typeface="Cambria"/>
              </a:rPr>
              <a:t> </a:t>
            </a:r>
            <a:r>
              <a:rPr sz="2200" dirty="0">
                <a:latin typeface="Cambria"/>
                <a:cs typeface="Cambria"/>
              </a:rPr>
              <a:t>| • </a:t>
            </a:r>
            <a:r>
              <a:rPr sz="2200" spc="-25" dirty="0">
                <a:latin typeface="Cambria"/>
                <a:cs typeface="Cambria"/>
              </a:rPr>
              <a:t>id</a:t>
            </a:r>
            <a:endParaRPr sz="2200">
              <a:latin typeface="Cambria"/>
              <a:cs typeface="Cambria"/>
            </a:endParaRPr>
          </a:p>
        </p:txBody>
      </p:sp>
      <p:graphicFrame>
        <p:nvGraphicFramePr>
          <p:cNvPr id="12" name="object 12"/>
          <p:cNvGraphicFramePr>
            <a:graphicFrameLocks noGrp="1"/>
          </p:cNvGraphicFramePr>
          <p:nvPr/>
        </p:nvGraphicFramePr>
        <p:xfrm>
          <a:off x="5925184" y="124598"/>
          <a:ext cx="2801620" cy="5114925"/>
        </p:xfrm>
        <a:graphic>
          <a:graphicData uri="http://schemas.openxmlformats.org/drawingml/2006/table">
            <a:tbl>
              <a:tblPr firstRow="1" bandRow="1">
                <a:tableStyleId>{2D5ABB26-0587-4C30-8999-92F81FD0307C}</a:tableStyleId>
              </a:tblPr>
              <a:tblGrid>
                <a:gridCol w="2724785">
                  <a:extLst>
                    <a:ext uri="{9D8B030D-6E8A-4147-A177-3AD203B41FA5}">
                      <a16:colId xmlns:a16="http://schemas.microsoft.com/office/drawing/2014/main" val="20000"/>
                    </a:ext>
                  </a:extLst>
                </a:gridCol>
              </a:tblGrid>
              <a:tr h="730885">
                <a:tc>
                  <a:txBody>
                    <a:bodyPr/>
                    <a:lstStyle/>
                    <a:p>
                      <a:pPr marL="180975">
                        <a:lnSpc>
                          <a:spcPts val="2530"/>
                        </a:lnSpc>
                      </a:pPr>
                      <a:r>
                        <a:rPr sz="2200" dirty="0">
                          <a:latin typeface="Cambria"/>
                          <a:cs typeface="Cambria"/>
                        </a:rPr>
                        <a:t>I1</a:t>
                      </a:r>
                      <a:r>
                        <a:rPr sz="2200" spc="-25" dirty="0">
                          <a:latin typeface="Cambria"/>
                          <a:cs typeface="Cambria"/>
                        </a:rPr>
                        <a:t> </a:t>
                      </a:r>
                      <a:r>
                        <a:rPr sz="2200" dirty="0">
                          <a:latin typeface="Cambria"/>
                          <a:cs typeface="Cambria"/>
                        </a:rPr>
                        <a:t>=</a:t>
                      </a:r>
                      <a:r>
                        <a:rPr sz="2200" spc="-20" dirty="0">
                          <a:latin typeface="Cambria"/>
                          <a:cs typeface="Cambria"/>
                        </a:rPr>
                        <a:t> </a:t>
                      </a:r>
                      <a:r>
                        <a:rPr sz="2200" dirty="0">
                          <a:latin typeface="Cambria"/>
                          <a:cs typeface="Cambria"/>
                        </a:rPr>
                        <a:t>goto</a:t>
                      </a:r>
                      <a:r>
                        <a:rPr sz="2200" spc="-15" dirty="0">
                          <a:latin typeface="Cambria"/>
                          <a:cs typeface="Cambria"/>
                        </a:rPr>
                        <a:t> </a:t>
                      </a:r>
                      <a:r>
                        <a:rPr sz="2200" dirty="0">
                          <a:latin typeface="Cambria"/>
                          <a:cs typeface="Cambria"/>
                        </a:rPr>
                        <a:t>(I0,</a:t>
                      </a:r>
                      <a:r>
                        <a:rPr sz="2200" spc="-20" dirty="0">
                          <a:latin typeface="Cambria"/>
                          <a:cs typeface="Cambria"/>
                        </a:rPr>
                        <a:t> </a:t>
                      </a:r>
                      <a:r>
                        <a:rPr sz="2200" spc="-25" dirty="0">
                          <a:latin typeface="Cambria"/>
                          <a:cs typeface="Cambria"/>
                        </a:rPr>
                        <a:t>S)</a:t>
                      </a:r>
                      <a:endParaRPr sz="2200">
                        <a:latin typeface="Cambria"/>
                        <a:cs typeface="Cambria"/>
                      </a:endParaRPr>
                    </a:p>
                    <a:p>
                      <a:pPr marL="739140">
                        <a:lnSpc>
                          <a:spcPts val="2525"/>
                        </a:lnSpc>
                        <a:spcBef>
                          <a:spcPts val="600"/>
                        </a:spcBef>
                      </a:pPr>
                      <a:r>
                        <a:rPr sz="2200" dirty="0">
                          <a:latin typeface="Cambria"/>
                          <a:cs typeface="Cambria"/>
                        </a:rPr>
                        <a:t>S’</a:t>
                      </a:r>
                      <a:r>
                        <a:rPr sz="2200" spc="-25"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S•</a:t>
                      </a:r>
                      <a:endParaRPr sz="2200">
                        <a:latin typeface="Cambria"/>
                        <a:cs typeface="Cambria"/>
                      </a:endParaRPr>
                    </a:p>
                  </a:txBody>
                  <a:tcPr marL="0" marR="0" marT="0" marB="0"/>
                </a:tc>
                <a:extLst>
                  <a:ext uri="{0D108BD9-81ED-4DB2-BD59-A6C34878D82A}">
                    <a16:rowId xmlns:a16="http://schemas.microsoft.com/office/drawing/2014/main" val="10000"/>
                  </a:ext>
                </a:extLst>
              </a:tr>
              <a:tr h="1172210">
                <a:tc>
                  <a:txBody>
                    <a:bodyPr/>
                    <a:lstStyle/>
                    <a:p>
                      <a:pPr marL="180975">
                        <a:lnSpc>
                          <a:spcPts val="2465"/>
                        </a:lnSpc>
                      </a:pPr>
                      <a:r>
                        <a:rPr sz="2200" dirty="0">
                          <a:latin typeface="Cambria"/>
                          <a:cs typeface="Cambria"/>
                        </a:rPr>
                        <a:t>I2</a:t>
                      </a:r>
                      <a:r>
                        <a:rPr sz="2200" spc="-25" dirty="0">
                          <a:latin typeface="Cambria"/>
                          <a:cs typeface="Cambria"/>
                        </a:rPr>
                        <a:t> </a:t>
                      </a:r>
                      <a:r>
                        <a:rPr sz="2200" dirty="0">
                          <a:latin typeface="Cambria"/>
                          <a:cs typeface="Cambria"/>
                        </a:rPr>
                        <a:t>=</a:t>
                      </a:r>
                      <a:r>
                        <a:rPr sz="2200" spc="-20" dirty="0">
                          <a:latin typeface="Cambria"/>
                          <a:cs typeface="Cambria"/>
                        </a:rPr>
                        <a:t> </a:t>
                      </a:r>
                      <a:r>
                        <a:rPr sz="2200" dirty="0">
                          <a:latin typeface="Cambria"/>
                          <a:cs typeface="Cambria"/>
                        </a:rPr>
                        <a:t>goto</a:t>
                      </a:r>
                      <a:r>
                        <a:rPr sz="2200" spc="-15" dirty="0">
                          <a:latin typeface="Cambria"/>
                          <a:cs typeface="Cambria"/>
                        </a:rPr>
                        <a:t> </a:t>
                      </a:r>
                      <a:r>
                        <a:rPr sz="2200" dirty="0">
                          <a:latin typeface="Cambria"/>
                          <a:cs typeface="Cambria"/>
                        </a:rPr>
                        <a:t>(I0,</a:t>
                      </a:r>
                      <a:r>
                        <a:rPr sz="2200" spc="-20" dirty="0">
                          <a:latin typeface="Cambria"/>
                          <a:cs typeface="Cambria"/>
                        </a:rPr>
                        <a:t> </a:t>
                      </a:r>
                      <a:r>
                        <a:rPr sz="2200" spc="-25" dirty="0">
                          <a:latin typeface="Cambria"/>
                          <a:cs typeface="Cambria"/>
                        </a:rPr>
                        <a:t>L)</a:t>
                      </a:r>
                      <a:endParaRPr sz="2200">
                        <a:latin typeface="Cambria"/>
                        <a:cs typeface="Cambria"/>
                      </a:endParaRPr>
                    </a:p>
                    <a:p>
                      <a:pPr marL="739140" marR="656590">
                        <a:lnSpc>
                          <a:spcPct val="122700"/>
                        </a:lnSpc>
                      </a:pP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dirty="0">
                          <a:latin typeface="Cambria"/>
                          <a:cs typeface="Cambria"/>
                        </a:rPr>
                        <a:t>L</a:t>
                      </a:r>
                      <a:r>
                        <a:rPr sz="2200" spc="-15"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 </a:t>
                      </a:r>
                      <a:r>
                        <a:rPr sz="2200" spc="-50" dirty="0">
                          <a:latin typeface="Cambria"/>
                          <a:cs typeface="Cambria"/>
                        </a:rPr>
                        <a:t>R </a:t>
                      </a:r>
                      <a:r>
                        <a:rPr sz="2200" dirty="0">
                          <a:latin typeface="Cambria"/>
                          <a:cs typeface="Cambria"/>
                        </a:rPr>
                        <a:t>R </a:t>
                      </a:r>
                      <a:r>
                        <a:rPr sz="2200" dirty="0">
                          <a:latin typeface="Wingdings"/>
                          <a:cs typeface="Wingdings"/>
                        </a:rPr>
                        <a:t></a:t>
                      </a:r>
                      <a:r>
                        <a:rPr sz="2200" spc="-65" dirty="0">
                          <a:latin typeface="Times New Roman"/>
                          <a:cs typeface="Times New Roman"/>
                        </a:rPr>
                        <a:t> </a:t>
                      </a:r>
                      <a:r>
                        <a:rPr sz="2200" spc="-25" dirty="0">
                          <a:latin typeface="Cambria"/>
                          <a:cs typeface="Cambria"/>
                        </a:rPr>
                        <a:t>L•</a:t>
                      </a:r>
                      <a:endParaRPr sz="2200">
                        <a:latin typeface="Cambria"/>
                        <a:cs typeface="Cambria"/>
                      </a:endParaRPr>
                    </a:p>
                  </a:txBody>
                  <a:tcPr marL="0" marR="0" marT="0" marB="0"/>
                </a:tc>
                <a:extLst>
                  <a:ext uri="{0D108BD9-81ED-4DB2-BD59-A6C34878D82A}">
                    <a16:rowId xmlns:a16="http://schemas.microsoft.com/office/drawing/2014/main" val="10001"/>
                  </a:ext>
                </a:extLst>
              </a:tr>
              <a:tr h="767080">
                <a:tc>
                  <a:txBody>
                    <a:bodyPr/>
                    <a:lstStyle/>
                    <a:p>
                      <a:pPr marR="370840" algn="ctr">
                        <a:lnSpc>
                          <a:spcPct val="100000"/>
                        </a:lnSpc>
                        <a:spcBef>
                          <a:spcPts val="120"/>
                        </a:spcBef>
                      </a:pPr>
                      <a:r>
                        <a:rPr sz="2200" dirty="0">
                          <a:latin typeface="Cambria"/>
                          <a:cs typeface="Cambria"/>
                        </a:rPr>
                        <a:t>I3</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R)</a:t>
                      </a:r>
                      <a:endParaRPr sz="2200">
                        <a:latin typeface="Cambria"/>
                        <a:cs typeface="Cambria"/>
                      </a:endParaRPr>
                    </a:p>
                    <a:p>
                      <a:pPr marR="408940" algn="ctr">
                        <a:lnSpc>
                          <a:spcPts val="2580"/>
                        </a:lnSpc>
                        <a:spcBef>
                          <a:spcPts val="600"/>
                        </a:spcBef>
                      </a:pP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R•</a:t>
                      </a:r>
                      <a:endParaRPr sz="2200">
                        <a:latin typeface="Cambria"/>
                        <a:cs typeface="Cambria"/>
                      </a:endParaRPr>
                    </a:p>
                  </a:txBody>
                  <a:tcPr marL="0" marR="0" marT="15240" marB="0"/>
                </a:tc>
                <a:extLst>
                  <a:ext uri="{0D108BD9-81ED-4DB2-BD59-A6C34878D82A}">
                    <a16:rowId xmlns:a16="http://schemas.microsoft.com/office/drawing/2014/main" val="10002"/>
                  </a:ext>
                </a:extLst>
              </a:tr>
              <a:tr h="1573530">
                <a:tc>
                  <a:txBody>
                    <a:bodyPr/>
                    <a:lstStyle/>
                    <a:p>
                      <a:pPr marL="189865">
                        <a:lnSpc>
                          <a:spcPts val="2515"/>
                        </a:lnSpc>
                      </a:pPr>
                      <a:r>
                        <a:rPr sz="2200" dirty="0">
                          <a:latin typeface="Cambria"/>
                          <a:cs typeface="Cambria"/>
                        </a:rPr>
                        <a:t>I4</a:t>
                      </a:r>
                      <a:r>
                        <a:rPr sz="2200" spc="-15"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(I0,</a:t>
                      </a:r>
                      <a:r>
                        <a:rPr sz="2200" spc="-15" dirty="0">
                          <a:latin typeface="Cambria"/>
                          <a:cs typeface="Cambria"/>
                        </a:rPr>
                        <a:t> </a:t>
                      </a:r>
                      <a:r>
                        <a:rPr sz="2200" dirty="0">
                          <a:latin typeface="Cambria"/>
                          <a:cs typeface="Cambria"/>
                        </a:rPr>
                        <a:t>*</a:t>
                      </a:r>
                      <a:r>
                        <a:rPr sz="2200" spc="-5" dirty="0">
                          <a:latin typeface="Cambria"/>
                          <a:cs typeface="Cambria"/>
                        </a:rPr>
                        <a:t> </a:t>
                      </a:r>
                      <a:r>
                        <a:rPr sz="2200" spc="-50" dirty="0">
                          <a:latin typeface="Cambria"/>
                          <a:cs typeface="Cambria"/>
                        </a:rPr>
                        <a:t>)</a:t>
                      </a:r>
                      <a:endParaRPr sz="2200">
                        <a:latin typeface="Cambria"/>
                        <a:cs typeface="Cambria"/>
                      </a:endParaRPr>
                    </a:p>
                    <a:p>
                      <a:pPr marL="685165" marR="944880">
                        <a:lnSpc>
                          <a:spcPts val="3240"/>
                        </a:lnSpc>
                        <a:spcBef>
                          <a:spcPts val="204"/>
                        </a:spcBef>
                      </a:pPr>
                      <a:r>
                        <a:rPr sz="2200" dirty="0">
                          <a:latin typeface="Cambria"/>
                          <a:cs typeface="Cambria"/>
                        </a:rPr>
                        <a:t>L </a:t>
                      </a:r>
                      <a:r>
                        <a:rPr sz="2200" dirty="0">
                          <a:latin typeface="Wingdings"/>
                          <a:cs typeface="Wingdings"/>
                        </a:rPr>
                        <a:t></a:t>
                      </a:r>
                      <a:r>
                        <a:rPr sz="2200" spc="-75" dirty="0">
                          <a:latin typeface="Times New Roman"/>
                          <a:cs typeface="Times New Roman"/>
                        </a:rPr>
                        <a:t> </a:t>
                      </a:r>
                      <a:r>
                        <a:rPr sz="2200" dirty="0">
                          <a:latin typeface="Cambria"/>
                          <a:cs typeface="Cambria"/>
                        </a:rPr>
                        <a:t>* •</a:t>
                      </a:r>
                      <a:r>
                        <a:rPr sz="2200" spc="5" dirty="0">
                          <a:latin typeface="Cambria"/>
                          <a:cs typeface="Cambria"/>
                        </a:rPr>
                        <a:t> </a:t>
                      </a:r>
                      <a:r>
                        <a:rPr sz="2200" spc="-50" dirty="0">
                          <a:latin typeface="Cambria"/>
                          <a:cs typeface="Cambria"/>
                        </a:rPr>
                        <a:t>R </a:t>
                      </a:r>
                      <a:r>
                        <a:rPr sz="2200" dirty="0">
                          <a:latin typeface="Cambria"/>
                          <a:cs typeface="Cambria"/>
                        </a:rPr>
                        <a:t>R</a:t>
                      </a:r>
                      <a:r>
                        <a:rPr sz="2200" spc="-10" dirty="0">
                          <a:latin typeface="Cambria"/>
                          <a:cs typeface="Cambria"/>
                        </a:rPr>
                        <a:t> </a:t>
                      </a:r>
                      <a:r>
                        <a:rPr sz="2200" dirty="0">
                          <a:latin typeface="Wingdings"/>
                          <a:cs typeface="Wingdings"/>
                        </a:rPr>
                        <a:t></a:t>
                      </a:r>
                      <a:r>
                        <a:rPr sz="2200" spc="-70" dirty="0">
                          <a:latin typeface="Times New Roman"/>
                          <a:cs typeface="Times New Roman"/>
                        </a:rPr>
                        <a:t> </a:t>
                      </a:r>
                      <a:r>
                        <a:rPr sz="2200" dirty="0">
                          <a:latin typeface="Cambria"/>
                          <a:cs typeface="Cambria"/>
                        </a:rPr>
                        <a:t>•</a:t>
                      </a:r>
                      <a:r>
                        <a:rPr sz="2200" spc="5" dirty="0">
                          <a:latin typeface="Cambria"/>
                          <a:cs typeface="Cambria"/>
                        </a:rPr>
                        <a:t> </a:t>
                      </a:r>
                      <a:r>
                        <a:rPr sz="2200" spc="-50" dirty="0">
                          <a:latin typeface="Cambria"/>
                          <a:cs typeface="Cambria"/>
                        </a:rPr>
                        <a:t>L</a:t>
                      </a:r>
                      <a:endParaRPr sz="2200">
                        <a:latin typeface="Cambria"/>
                        <a:cs typeface="Cambria"/>
                      </a:endParaRPr>
                    </a:p>
                    <a:p>
                      <a:pPr marL="685165">
                        <a:lnSpc>
                          <a:spcPct val="100000"/>
                        </a:lnSpc>
                        <a:spcBef>
                          <a:spcPts val="395"/>
                        </a:spcBef>
                      </a:pPr>
                      <a:r>
                        <a:rPr sz="2200" dirty="0">
                          <a:latin typeface="Cambria"/>
                          <a:cs typeface="Cambria"/>
                        </a:rPr>
                        <a:t>L </a:t>
                      </a:r>
                      <a:r>
                        <a:rPr sz="2200" dirty="0">
                          <a:latin typeface="Wingdings"/>
                          <a:cs typeface="Wingdings"/>
                        </a:rPr>
                        <a:t></a:t>
                      </a:r>
                      <a:r>
                        <a:rPr sz="2200" spc="-80" dirty="0">
                          <a:latin typeface="Times New Roman"/>
                          <a:cs typeface="Times New Roman"/>
                        </a:rPr>
                        <a:t> </a:t>
                      </a:r>
                      <a:r>
                        <a:rPr sz="2200" dirty="0">
                          <a:latin typeface="Cambria"/>
                          <a:cs typeface="Cambria"/>
                        </a:rPr>
                        <a:t>• * R</a:t>
                      </a:r>
                      <a:r>
                        <a:rPr sz="2200" spc="-5" dirty="0">
                          <a:latin typeface="Cambria"/>
                          <a:cs typeface="Cambria"/>
                        </a:rPr>
                        <a:t> </a:t>
                      </a:r>
                      <a:r>
                        <a:rPr sz="2200" dirty="0">
                          <a:latin typeface="Cambria"/>
                          <a:cs typeface="Cambria"/>
                        </a:rPr>
                        <a:t>| • </a:t>
                      </a:r>
                      <a:r>
                        <a:rPr sz="2200" spc="-25" dirty="0">
                          <a:latin typeface="Cambria"/>
                          <a:cs typeface="Cambria"/>
                        </a:rPr>
                        <a:t>id</a:t>
                      </a:r>
                      <a:endParaRPr sz="2200">
                        <a:latin typeface="Cambria"/>
                        <a:cs typeface="Cambria"/>
                      </a:endParaRPr>
                    </a:p>
                  </a:txBody>
                  <a:tcPr marL="0" marR="0" marT="0" marB="0"/>
                </a:tc>
                <a:extLst>
                  <a:ext uri="{0D108BD9-81ED-4DB2-BD59-A6C34878D82A}">
                    <a16:rowId xmlns:a16="http://schemas.microsoft.com/office/drawing/2014/main" val="10003"/>
                  </a:ext>
                </a:extLst>
              </a:tr>
              <a:tr h="871219">
                <a:tc>
                  <a:txBody>
                    <a:bodyPr/>
                    <a:lstStyle/>
                    <a:p>
                      <a:pPr marL="304800">
                        <a:lnSpc>
                          <a:spcPts val="2635"/>
                        </a:lnSpc>
                      </a:pPr>
                      <a:r>
                        <a:rPr sz="2200" dirty="0">
                          <a:latin typeface="Cambria"/>
                          <a:cs typeface="Cambria"/>
                        </a:rPr>
                        <a:t>I5</a:t>
                      </a:r>
                      <a:r>
                        <a:rPr sz="2200" spc="-20" dirty="0">
                          <a:latin typeface="Cambria"/>
                          <a:cs typeface="Cambria"/>
                        </a:rPr>
                        <a:t> </a:t>
                      </a:r>
                      <a:r>
                        <a:rPr sz="2200" dirty="0">
                          <a:latin typeface="Cambria"/>
                          <a:cs typeface="Cambria"/>
                        </a:rPr>
                        <a:t>=</a:t>
                      </a:r>
                      <a:r>
                        <a:rPr sz="2200" spc="-25" dirty="0">
                          <a:latin typeface="Cambria"/>
                          <a:cs typeface="Cambria"/>
                        </a:rPr>
                        <a:t> </a:t>
                      </a:r>
                      <a:r>
                        <a:rPr sz="2200" dirty="0">
                          <a:latin typeface="Cambria"/>
                          <a:cs typeface="Cambria"/>
                        </a:rPr>
                        <a:t>goto (I0,</a:t>
                      </a:r>
                      <a:r>
                        <a:rPr sz="2200" spc="-5" dirty="0">
                          <a:latin typeface="Cambria"/>
                          <a:cs typeface="Cambria"/>
                        </a:rPr>
                        <a:t> </a:t>
                      </a:r>
                      <a:r>
                        <a:rPr sz="2200" spc="-25" dirty="0">
                          <a:latin typeface="Cambria"/>
                          <a:cs typeface="Cambria"/>
                        </a:rPr>
                        <a:t>id)</a:t>
                      </a:r>
                      <a:endParaRPr sz="2200">
                        <a:latin typeface="Cambria"/>
                        <a:cs typeface="Cambria"/>
                      </a:endParaRPr>
                    </a:p>
                    <a:p>
                      <a:pPr marL="737235">
                        <a:lnSpc>
                          <a:spcPct val="100000"/>
                        </a:lnSpc>
                        <a:spcBef>
                          <a:spcPts val="600"/>
                        </a:spcBef>
                      </a:pPr>
                      <a:r>
                        <a:rPr sz="2200" dirty="0">
                          <a:latin typeface="Cambria"/>
                          <a:cs typeface="Cambria"/>
                        </a:rPr>
                        <a:t>L</a:t>
                      </a:r>
                      <a:r>
                        <a:rPr sz="2200" spc="5" dirty="0">
                          <a:latin typeface="Cambria"/>
                          <a:cs typeface="Cambria"/>
                        </a:rPr>
                        <a:t> </a:t>
                      </a:r>
                      <a:r>
                        <a:rPr sz="2200" dirty="0">
                          <a:latin typeface="Wingdings"/>
                          <a:cs typeface="Wingdings"/>
                        </a:rPr>
                        <a:t></a:t>
                      </a:r>
                      <a:r>
                        <a:rPr sz="2200" spc="-75" dirty="0">
                          <a:latin typeface="Times New Roman"/>
                          <a:cs typeface="Times New Roman"/>
                        </a:rPr>
                        <a:t> </a:t>
                      </a:r>
                      <a:r>
                        <a:rPr sz="2200" spc="-25" dirty="0">
                          <a:latin typeface="Cambria"/>
                          <a:cs typeface="Cambria"/>
                        </a:rPr>
                        <a:t>id•</a:t>
                      </a:r>
                      <a:endParaRPr sz="2200">
                        <a:latin typeface="Cambria"/>
                        <a:cs typeface="Cambria"/>
                      </a:endParaRPr>
                    </a:p>
                  </a:txBody>
                  <a:tcPr marL="0" marR="0" marT="0" marB="0"/>
                </a:tc>
                <a:extLst>
                  <a:ext uri="{0D108BD9-81ED-4DB2-BD59-A6C34878D82A}">
                    <a16:rowId xmlns:a16="http://schemas.microsoft.com/office/drawing/2014/main" val="10004"/>
                  </a:ext>
                </a:extLst>
              </a:tr>
            </a:tbl>
          </a:graphicData>
        </a:graphic>
      </p:graphicFrame>
      <p:sp>
        <p:nvSpPr>
          <p:cNvPr id="13" name="object 13"/>
          <p:cNvSpPr/>
          <p:nvPr/>
        </p:nvSpPr>
        <p:spPr>
          <a:xfrm>
            <a:off x="8913621" y="1893316"/>
            <a:ext cx="2687955" cy="0"/>
          </a:xfrm>
          <a:custGeom>
            <a:avLst/>
            <a:gdLst/>
            <a:ahLst/>
            <a:cxnLst/>
            <a:rect l="l" t="t" r="r" b="b"/>
            <a:pathLst>
              <a:path w="2687954">
                <a:moveTo>
                  <a:pt x="0" y="0"/>
                </a:moveTo>
                <a:lnTo>
                  <a:pt x="2687954" y="0"/>
                </a:lnTo>
              </a:path>
            </a:pathLst>
          </a:custGeom>
          <a:ln w="38100">
            <a:solidFill>
              <a:srgbClr val="FFFFFF"/>
            </a:solidFill>
          </a:ln>
        </p:spPr>
        <p:txBody>
          <a:bodyPr wrap="square" lIns="0" tIns="0" rIns="0" bIns="0" rtlCol="0"/>
          <a:lstStyle/>
          <a:p>
            <a:endParaRPr/>
          </a:p>
        </p:txBody>
      </p:sp>
      <p:sp>
        <p:nvSpPr>
          <p:cNvPr id="14" name="object 14"/>
          <p:cNvSpPr/>
          <p:nvPr/>
        </p:nvSpPr>
        <p:spPr>
          <a:xfrm>
            <a:off x="8804147" y="463295"/>
            <a:ext cx="27305" cy="6245860"/>
          </a:xfrm>
          <a:custGeom>
            <a:avLst/>
            <a:gdLst/>
            <a:ahLst/>
            <a:cxnLst/>
            <a:rect l="l" t="t" r="r" b="b"/>
            <a:pathLst>
              <a:path w="27304" h="6245859">
                <a:moveTo>
                  <a:pt x="0" y="0"/>
                </a:moveTo>
                <a:lnTo>
                  <a:pt x="27177" y="6245682"/>
                </a:lnTo>
              </a:path>
            </a:pathLst>
          </a:custGeom>
          <a:ln w="9144">
            <a:solidFill>
              <a:srgbClr val="40B9D2"/>
            </a:solidFill>
          </a:ln>
        </p:spPr>
        <p:txBody>
          <a:bodyPr wrap="square" lIns="0" tIns="0" rIns="0" bIns="0" rtlCol="0"/>
          <a:lstStyle/>
          <a:p>
            <a:endParaRPr/>
          </a:p>
        </p:txBody>
      </p:sp>
      <p:sp>
        <p:nvSpPr>
          <p:cNvPr id="15" name="object 15"/>
          <p:cNvSpPr/>
          <p:nvPr/>
        </p:nvSpPr>
        <p:spPr>
          <a:xfrm>
            <a:off x="6008115" y="911097"/>
            <a:ext cx="2610485" cy="0"/>
          </a:xfrm>
          <a:custGeom>
            <a:avLst/>
            <a:gdLst/>
            <a:ahLst/>
            <a:cxnLst/>
            <a:rect l="l" t="t" r="r" b="b"/>
            <a:pathLst>
              <a:path w="2610484">
                <a:moveTo>
                  <a:pt x="0" y="0"/>
                </a:moveTo>
                <a:lnTo>
                  <a:pt x="2610358" y="0"/>
                </a:lnTo>
              </a:path>
            </a:pathLst>
          </a:custGeom>
          <a:ln w="38100">
            <a:solidFill>
              <a:srgbClr val="FFFFFF"/>
            </a:solidFill>
          </a:ln>
        </p:spPr>
        <p:txBody>
          <a:bodyPr wrap="square" lIns="0" tIns="0" rIns="0" bIns="0" rtlCol="0"/>
          <a:lstStyle/>
          <a:p>
            <a:endParaRPr/>
          </a:p>
        </p:txBody>
      </p:sp>
      <p:sp>
        <p:nvSpPr>
          <p:cNvPr id="16" name="object 16"/>
          <p:cNvSpPr/>
          <p:nvPr/>
        </p:nvSpPr>
        <p:spPr>
          <a:xfrm>
            <a:off x="6069076" y="5241163"/>
            <a:ext cx="2263775" cy="0"/>
          </a:xfrm>
          <a:custGeom>
            <a:avLst/>
            <a:gdLst/>
            <a:ahLst/>
            <a:cxnLst/>
            <a:rect l="l" t="t" r="r" b="b"/>
            <a:pathLst>
              <a:path w="2263775">
                <a:moveTo>
                  <a:pt x="0" y="0"/>
                </a:moveTo>
                <a:lnTo>
                  <a:pt x="2263521" y="0"/>
                </a:lnTo>
              </a:path>
            </a:pathLst>
          </a:custGeom>
          <a:ln w="38100">
            <a:solidFill>
              <a:srgbClr val="FFFFFF"/>
            </a:solidFill>
          </a:ln>
        </p:spPr>
        <p:txBody>
          <a:bodyPr wrap="square" lIns="0" tIns="0" rIns="0" bIns="0" rtlCol="0"/>
          <a:lstStyle/>
          <a:p>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50"/>
              </a:spcBef>
            </a:pPr>
            <a:endParaRPr sz="3600">
              <a:latin typeface="Times New Roman"/>
              <a:cs typeface="Times New Roman"/>
            </a:endParaRPr>
          </a:p>
          <a:p>
            <a:pPr marL="301625">
              <a:lnSpc>
                <a:spcPts val="4105"/>
              </a:lnSpc>
            </a:pPr>
            <a:r>
              <a:rPr sz="3600" b="1" spc="-10" dirty="0">
                <a:solidFill>
                  <a:srgbClr val="FFFFFF"/>
                </a:solidFill>
                <a:latin typeface="Cambria"/>
                <a:cs typeface="Cambria"/>
              </a:rPr>
              <a:t>SLR(1)</a:t>
            </a:r>
            <a:endParaRPr sz="3600">
              <a:latin typeface="Cambria"/>
              <a:cs typeface="Cambria"/>
            </a:endParaRPr>
          </a:p>
          <a:p>
            <a:pPr marL="301625">
              <a:lnSpc>
                <a:spcPts val="4105"/>
              </a:lnSpc>
            </a:pPr>
            <a:r>
              <a:rPr sz="3600" b="1" spc="-10" dirty="0">
                <a:solidFill>
                  <a:srgbClr val="FFFFFF"/>
                </a:solidFill>
                <a:latin typeface="Cambria"/>
                <a:cs typeface="Cambria"/>
              </a:rPr>
              <a:t>Parser</a:t>
            </a:r>
            <a:endParaRPr sz="3600">
              <a:latin typeface="Cambria"/>
              <a:cs typeface="Cambria"/>
            </a:endParaRPr>
          </a:p>
        </p:txBody>
      </p:sp>
      <p:sp>
        <p:nvSpPr>
          <p:cNvPr id="3" name="object 3"/>
          <p:cNvSpPr txBox="1"/>
          <p:nvPr/>
        </p:nvSpPr>
        <p:spPr>
          <a:xfrm>
            <a:off x="3555491" y="141224"/>
            <a:ext cx="1537335" cy="5526405"/>
          </a:xfrm>
          <a:prstGeom prst="rect">
            <a:avLst/>
          </a:prstGeom>
        </p:spPr>
        <p:txBody>
          <a:bodyPr vert="horz" wrap="square" lIns="0" tIns="12065" rIns="0" bIns="0" rtlCol="0">
            <a:spAutoFit/>
          </a:bodyPr>
          <a:lstStyle/>
          <a:p>
            <a:pPr marL="38100" marR="30480">
              <a:lnSpc>
                <a:spcPct val="120600"/>
              </a:lnSpc>
              <a:spcBef>
                <a:spcPts val="95"/>
              </a:spcBef>
            </a:pPr>
            <a:r>
              <a:rPr sz="2400" b="1" dirty="0">
                <a:solidFill>
                  <a:srgbClr val="FF0000"/>
                </a:solidFill>
                <a:latin typeface="Cambria"/>
                <a:cs typeface="Cambria"/>
              </a:rPr>
              <a:t>Example</a:t>
            </a:r>
            <a:r>
              <a:rPr sz="2400" b="1" spc="-135" dirty="0">
                <a:solidFill>
                  <a:srgbClr val="FF0000"/>
                </a:solidFill>
                <a:latin typeface="Cambria"/>
                <a:cs typeface="Cambria"/>
              </a:rPr>
              <a:t> </a:t>
            </a:r>
            <a:r>
              <a:rPr sz="2400" b="1" spc="-25" dirty="0">
                <a:solidFill>
                  <a:srgbClr val="FF0000"/>
                </a:solidFill>
                <a:latin typeface="Cambria"/>
                <a:cs typeface="Cambria"/>
              </a:rPr>
              <a:t>:- </a:t>
            </a:r>
            <a:r>
              <a:rPr sz="2400" b="1" dirty="0">
                <a:solidFill>
                  <a:srgbClr val="FF0000"/>
                </a:solidFill>
                <a:latin typeface="Cambria"/>
                <a:cs typeface="Cambria"/>
              </a:rPr>
              <a:t>S</a:t>
            </a:r>
            <a:r>
              <a:rPr sz="2400" b="1" spc="-10" dirty="0">
                <a:solidFill>
                  <a:srgbClr val="FF0000"/>
                </a:solidFill>
                <a:latin typeface="Cambria"/>
                <a:cs typeface="Cambria"/>
              </a:rPr>
              <a:t> </a:t>
            </a:r>
            <a:r>
              <a:rPr sz="2400" dirty="0">
                <a:solidFill>
                  <a:srgbClr val="FF0000"/>
                </a:solidFill>
                <a:latin typeface="Wingdings"/>
                <a:cs typeface="Wingdings"/>
              </a:rPr>
              <a:t></a:t>
            </a:r>
            <a:r>
              <a:rPr sz="2400" spc="-90" dirty="0">
                <a:solidFill>
                  <a:srgbClr val="FF0000"/>
                </a:solidFill>
                <a:latin typeface="Times New Roman"/>
                <a:cs typeface="Times New Roman"/>
              </a:rPr>
              <a:t> </a:t>
            </a:r>
            <a:r>
              <a:rPr sz="2400" b="1" spc="-20" dirty="0">
                <a:solidFill>
                  <a:srgbClr val="FF0000"/>
                </a:solidFill>
                <a:latin typeface="Cambria"/>
                <a:cs typeface="Cambria"/>
              </a:rPr>
              <a:t>AaAb </a:t>
            </a:r>
            <a:r>
              <a:rPr sz="2400" b="1" dirty="0">
                <a:solidFill>
                  <a:srgbClr val="FF0000"/>
                </a:solidFill>
                <a:latin typeface="Cambria"/>
                <a:cs typeface="Cambria"/>
              </a:rPr>
              <a:t>S</a:t>
            </a:r>
            <a:r>
              <a:rPr sz="2400" b="1" spc="-10" dirty="0">
                <a:solidFill>
                  <a:srgbClr val="FF0000"/>
                </a:solidFill>
                <a:latin typeface="Cambria"/>
                <a:cs typeface="Cambria"/>
              </a:rPr>
              <a:t> </a:t>
            </a:r>
            <a:r>
              <a:rPr sz="2400" dirty="0">
                <a:solidFill>
                  <a:srgbClr val="FF0000"/>
                </a:solidFill>
                <a:latin typeface="Wingdings"/>
                <a:cs typeface="Wingdings"/>
              </a:rPr>
              <a:t></a:t>
            </a:r>
            <a:r>
              <a:rPr sz="2400" spc="-90" dirty="0">
                <a:solidFill>
                  <a:srgbClr val="FF0000"/>
                </a:solidFill>
                <a:latin typeface="Times New Roman"/>
                <a:cs typeface="Times New Roman"/>
              </a:rPr>
              <a:t> </a:t>
            </a:r>
            <a:r>
              <a:rPr sz="2400" b="1" spc="-20" dirty="0">
                <a:solidFill>
                  <a:srgbClr val="FF0000"/>
                </a:solidFill>
                <a:latin typeface="Cambria"/>
                <a:cs typeface="Cambria"/>
              </a:rPr>
              <a:t>BbBa</a:t>
            </a:r>
            <a:endParaRPr sz="2400">
              <a:latin typeface="Cambria"/>
              <a:cs typeface="Cambria"/>
            </a:endParaRPr>
          </a:p>
          <a:p>
            <a:pPr marL="38100">
              <a:lnSpc>
                <a:spcPct val="100000"/>
              </a:lnSpc>
              <a:spcBef>
                <a:spcPts val="600"/>
              </a:spcBef>
            </a:pPr>
            <a:r>
              <a:rPr sz="2400" b="1" dirty="0">
                <a:solidFill>
                  <a:srgbClr val="FF0000"/>
                </a:solidFill>
                <a:latin typeface="Cambria"/>
                <a:cs typeface="Cambria"/>
              </a:rPr>
              <a:t>A</a:t>
            </a:r>
            <a:r>
              <a:rPr sz="2400" b="1" spc="-5" dirty="0">
                <a:solidFill>
                  <a:srgbClr val="FF0000"/>
                </a:solidFill>
                <a:latin typeface="Cambria"/>
                <a:cs typeface="Cambria"/>
              </a:rPr>
              <a:t> </a:t>
            </a:r>
            <a:r>
              <a:rPr sz="2400" dirty="0">
                <a:solidFill>
                  <a:srgbClr val="FF0000"/>
                </a:solidFill>
                <a:latin typeface="Wingdings"/>
                <a:cs typeface="Wingdings"/>
              </a:rPr>
              <a:t></a:t>
            </a:r>
            <a:r>
              <a:rPr sz="2400" spc="-75" dirty="0">
                <a:solidFill>
                  <a:srgbClr val="FF0000"/>
                </a:solidFill>
                <a:latin typeface="Times New Roman"/>
                <a:cs typeface="Times New Roman"/>
              </a:rPr>
              <a:t> </a:t>
            </a:r>
            <a:r>
              <a:rPr sz="2400" b="1" spc="-50" dirty="0">
                <a:solidFill>
                  <a:srgbClr val="FF0000"/>
                </a:solidFill>
                <a:latin typeface="Cambria"/>
                <a:cs typeface="Cambria"/>
              </a:rPr>
              <a:t>ε</a:t>
            </a:r>
            <a:endParaRPr sz="2400">
              <a:latin typeface="Cambria"/>
              <a:cs typeface="Cambria"/>
            </a:endParaRPr>
          </a:p>
          <a:p>
            <a:pPr marL="38100">
              <a:lnSpc>
                <a:spcPct val="100000"/>
              </a:lnSpc>
              <a:spcBef>
                <a:spcPts val="600"/>
              </a:spcBef>
            </a:pPr>
            <a:r>
              <a:rPr sz="2400" b="1" dirty="0">
                <a:solidFill>
                  <a:srgbClr val="FF0000"/>
                </a:solidFill>
                <a:latin typeface="Cambria"/>
                <a:cs typeface="Cambria"/>
              </a:rPr>
              <a:t>B</a:t>
            </a:r>
            <a:r>
              <a:rPr sz="2400" b="1" spc="-5" dirty="0">
                <a:solidFill>
                  <a:srgbClr val="FF0000"/>
                </a:solidFill>
                <a:latin typeface="Cambria"/>
                <a:cs typeface="Cambria"/>
              </a:rPr>
              <a:t> </a:t>
            </a:r>
            <a:r>
              <a:rPr sz="2400" dirty="0">
                <a:solidFill>
                  <a:srgbClr val="FF0000"/>
                </a:solidFill>
                <a:latin typeface="Wingdings"/>
                <a:cs typeface="Wingdings"/>
              </a:rPr>
              <a:t></a:t>
            </a:r>
            <a:r>
              <a:rPr sz="2400" spc="-75" dirty="0">
                <a:solidFill>
                  <a:srgbClr val="FF0000"/>
                </a:solidFill>
                <a:latin typeface="Times New Roman"/>
                <a:cs typeface="Times New Roman"/>
              </a:rPr>
              <a:t> </a:t>
            </a:r>
            <a:r>
              <a:rPr sz="2400" b="1" spc="-50" dirty="0">
                <a:solidFill>
                  <a:srgbClr val="FF0000"/>
                </a:solidFill>
                <a:latin typeface="Cambria"/>
                <a:cs typeface="Cambria"/>
              </a:rPr>
              <a:t>ε</a:t>
            </a:r>
            <a:endParaRPr sz="2400">
              <a:latin typeface="Cambria"/>
              <a:cs typeface="Cambria"/>
            </a:endParaRPr>
          </a:p>
          <a:p>
            <a:pPr marL="38100">
              <a:lnSpc>
                <a:spcPct val="100000"/>
              </a:lnSpc>
              <a:spcBef>
                <a:spcPts val="610"/>
              </a:spcBef>
            </a:pPr>
            <a:r>
              <a:rPr sz="2200" b="1" dirty="0">
                <a:latin typeface="Cambria"/>
                <a:cs typeface="Cambria"/>
              </a:rPr>
              <a:t>1</a:t>
            </a:r>
            <a:r>
              <a:rPr sz="2175" b="1" baseline="24904" dirty="0">
                <a:latin typeface="Cambria"/>
                <a:cs typeface="Cambria"/>
              </a:rPr>
              <a:t>st</a:t>
            </a:r>
            <a:r>
              <a:rPr sz="2175" b="1" spc="270" baseline="24904" dirty="0">
                <a:latin typeface="Cambria"/>
                <a:cs typeface="Cambria"/>
              </a:rPr>
              <a:t> </a:t>
            </a:r>
            <a:r>
              <a:rPr sz="2200" b="1" spc="-10" dirty="0">
                <a:latin typeface="Cambria"/>
                <a:cs typeface="Cambria"/>
              </a:rPr>
              <a:t>Step:-</a:t>
            </a:r>
            <a:endParaRPr sz="2200">
              <a:latin typeface="Cambria"/>
              <a:cs typeface="Cambria"/>
            </a:endParaRPr>
          </a:p>
          <a:p>
            <a:pPr marL="38100">
              <a:lnSpc>
                <a:spcPct val="100000"/>
              </a:lnSpc>
              <a:spcBef>
                <a:spcPts val="600"/>
              </a:spcBef>
            </a:pP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50" dirty="0">
                <a:latin typeface="Cambria"/>
                <a:cs typeface="Cambria"/>
              </a:rPr>
              <a:t>S</a:t>
            </a:r>
            <a:endParaRPr sz="2200">
              <a:latin typeface="Cambria"/>
              <a:cs typeface="Cambria"/>
            </a:endParaRPr>
          </a:p>
          <a:p>
            <a:pPr marL="38100" marR="321310">
              <a:lnSpc>
                <a:spcPct val="122700"/>
              </a:lnSpc>
            </a:pP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20" dirty="0">
                <a:latin typeface="Cambria"/>
                <a:cs typeface="Cambria"/>
              </a:rPr>
              <a:t>AaAb </a:t>
            </a:r>
            <a:r>
              <a:rPr sz="2200" dirty="0">
                <a:latin typeface="Cambria"/>
                <a:cs typeface="Cambria"/>
              </a:rPr>
              <a:t>S</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20" dirty="0">
                <a:latin typeface="Cambria"/>
                <a:cs typeface="Cambria"/>
              </a:rPr>
              <a:t>BbBa</a:t>
            </a:r>
            <a:endParaRPr sz="2200">
              <a:latin typeface="Cambria"/>
              <a:cs typeface="Cambria"/>
            </a:endParaRPr>
          </a:p>
          <a:p>
            <a:pPr marL="38100">
              <a:lnSpc>
                <a:spcPct val="100000"/>
              </a:lnSpc>
              <a:spcBef>
                <a:spcPts val="605"/>
              </a:spcBef>
            </a:pPr>
            <a:r>
              <a:rPr sz="2200" dirty="0">
                <a:latin typeface="Cambria"/>
                <a:cs typeface="Cambria"/>
              </a:rPr>
              <a:t>A</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50" dirty="0">
                <a:latin typeface="Cambria"/>
                <a:cs typeface="Cambria"/>
              </a:rPr>
              <a:t>ε</a:t>
            </a:r>
            <a:endParaRPr sz="2200">
              <a:latin typeface="Cambria"/>
              <a:cs typeface="Cambria"/>
            </a:endParaRPr>
          </a:p>
          <a:p>
            <a:pPr marL="38100">
              <a:lnSpc>
                <a:spcPct val="100000"/>
              </a:lnSpc>
              <a:spcBef>
                <a:spcPts val="600"/>
              </a:spcBef>
            </a:pPr>
            <a:r>
              <a:rPr sz="2200" dirty="0">
                <a:latin typeface="Cambria"/>
                <a:cs typeface="Cambria"/>
              </a:rPr>
              <a:t>B</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50" dirty="0">
                <a:latin typeface="Cambria"/>
                <a:cs typeface="Cambria"/>
              </a:rPr>
              <a:t>ε</a:t>
            </a:r>
            <a:endParaRPr sz="2200">
              <a:latin typeface="Cambria"/>
              <a:cs typeface="Cambria"/>
            </a:endParaRPr>
          </a:p>
          <a:p>
            <a:pPr marL="38100">
              <a:lnSpc>
                <a:spcPct val="100000"/>
              </a:lnSpc>
              <a:spcBef>
                <a:spcPts val="600"/>
              </a:spcBef>
            </a:pPr>
            <a:r>
              <a:rPr sz="2200" b="1" dirty="0">
                <a:latin typeface="Cambria"/>
                <a:cs typeface="Cambria"/>
              </a:rPr>
              <a:t>2</a:t>
            </a:r>
            <a:r>
              <a:rPr sz="2175" b="1" baseline="24904" dirty="0">
                <a:latin typeface="Cambria"/>
                <a:cs typeface="Cambria"/>
              </a:rPr>
              <a:t>nd</a:t>
            </a:r>
            <a:r>
              <a:rPr sz="2175" b="1" spc="284" baseline="24904" dirty="0">
                <a:latin typeface="Cambria"/>
                <a:cs typeface="Cambria"/>
              </a:rPr>
              <a:t> </a:t>
            </a:r>
            <a:r>
              <a:rPr sz="2200" b="1" spc="-10" dirty="0">
                <a:latin typeface="Cambria"/>
                <a:cs typeface="Cambria"/>
              </a:rPr>
              <a:t>Step:-</a:t>
            </a:r>
            <a:endParaRPr sz="2200">
              <a:latin typeface="Cambria"/>
              <a:cs typeface="Cambria"/>
            </a:endParaRPr>
          </a:p>
          <a:p>
            <a:pPr marL="38100">
              <a:lnSpc>
                <a:spcPct val="100000"/>
              </a:lnSpc>
              <a:spcBef>
                <a:spcPts val="600"/>
              </a:spcBef>
            </a:pPr>
            <a:r>
              <a:rPr sz="2200" dirty="0">
                <a:latin typeface="Cambria"/>
                <a:cs typeface="Cambria"/>
              </a:rPr>
              <a:t>I0</a:t>
            </a:r>
            <a:r>
              <a:rPr sz="2200" spc="-5" dirty="0">
                <a:latin typeface="Cambria"/>
                <a:cs typeface="Cambria"/>
              </a:rPr>
              <a:t> </a:t>
            </a:r>
            <a:r>
              <a:rPr sz="2200" dirty="0">
                <a:latin typeface="Cambria"/>
                <a:cs typeface="Cambria"/>
              </a:rPr>
              <a:t>= S’ </a:t>
            </a:r>
            <a:r>
              <a:rPr sz="2200" dirty="0">
                <a:latin typeface="Wingdings"/>
                <a:cs typeface="Wingdings"/>
              </a:rPr>
              <a:t></a:t>
            </a:r>
            <a:r>
              <a:rPr sz="2200" spc="-80" dirty="0">
                <a:latin typeface="Times New Roman"/>
                <a:cs typeface="Times New Roman"/>
              </a:rPr>
              <a:t> </a:t>
            </a:r>
            <a:r>
              <a:rPr sz="2200" spc="-25" dirty="0">
                <a:latin typeface="Cambria"/>
                <a:cs typeface="Cambria"/>
              </a:rPr>
              <a:t>•S</a:t>
            </a:r>
            <a:endParaRPr sz="2200">
              <a:latin typeface="Cambria"/>
              <a:cs typeface="Cambria"/>
            </a:endParaRPr>
          </a:p>
        </p:txBody>
      </p:sp>
      <p:sp>
        <p:nvSpPr>
          <p:cNvPr id="4" name="object 4"/>
          <p:cNvSpPr txBox="1"/>
          <p:nvPr/>
        </p:nvSpPr>
        <p:spPr>
          <a:xfrm>
            <a:off x="3580891" y="5718759"/>
            <a:ext cx="2411095" cy="360680"/>
          </a:xfrm>
          <a:prstGeom prst="rect">
            <a:avLst/>
          </a:prstGeom>
        </p:spPr>
        <p:txBody>
          <a:bodyPr vert="horz" wrap="square" lIns="0" tIns="12065" rIns="0" bIns="0" rtlCol="0">
            <a:spAutoFit/>
          </a:bodyPr>
          <a:lstStyle/>
          <a:p>
            <a:pPr marL="12700">
              <a:lnSpc>
                <a:spcPct val="100000"/>
              </a:lnSpc>
              <a:spcBef>
                <a:spcPts val="95"/>
              </a:spcBef>
            </a:pPr>
            <a:r>
              <a:rPr sz="2200" dirty="0">
                <a:latin typeface="Cambria"/>
                <a:cs typeface="Cambria"/>
              </a:rPr>
              <a:t>S</a:t>
            </a:r>
            <a:r>
              <a:rPr sz="2200" spc="-25"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a:t>
            </a:r>
            <a:r>
              <a:rPr sz="2200" spc="-10" dirty="0">
                <a:latin typeface="Cambria"/>
                <a:cs typeface="Cambria"/>
              </a:rPr>
              <a:t> </a:t>
            </a:r>
            <a:r>
              <a:rPr sz="2200" dirty="0">
                <a:latin typeface="Cambria"/>
                <a:cs typeface="Cambria"/>
              </a:rPr>
              <a:t>AaAb |</a:t>
            </a:r>
            <a:r>
              <a:rPr sz="2200" spc="-10" dirty="0">
                <a:latin typeface="Cambria"/>
                <a:cs typeface="Cambria"/>
              </a:rPr>
              <a:t> </a:t>
            </a:r>
            <a:r>
              <a:rPr sz="2200" dirty="0">
                <a:latin typeface="Cambria"/>
                <a:cs typeface="Cambria"/>
              </a:rPr>
              <a:t>•</a:t>
            </a:r>
            <a:r>
              <a:rPr sz="2200" spc="-10" dirty="0">
                <a:latin typeface="Cambria"/>
                <a:cs typeface="Cambria"/>
              </a:rPr>
              <a:t> </a:t>
            </a:r>
            <a:r>
              <a:rPr sz="2200" spc="-20" dirty="0">
                <a:latin typeface="Cambria"/>
                <a:cs typeface="Cambria"/>
              </a:rPr>
              <a:t>BbBa</a:t>
            </a:r>
            <a:endParaRPr sz="2200">
              <a:latin typeface="Cambria"/>
              <a:cs typeface="Cambria"/>
            </a:endParaRPr>
          </a:p>
        </p:txBody>
      </p:sp>
      <p:sp>
        <p:nvSpPr>
          <p:cNvPr id="5" name="object 5"/>
          <p:cNvSpPr txBox="1"/>
          <p:nvPr/>
        </p:nvSpPr>
        <p:spPr>
          <a:xfrm>
            <a:off x="3580891" y="6053817"/>
            <a:ext cx="720725" cy="848360"/>
          </a:xfrm>
          <a:prstGeom prst="rect">
            <a:avLst/>
          </a:prstGeom>
        </p:spPr>
        <p:txBody>
          <a:bodyPr vert="horz" wrap="square" lIns="0" tIns="88265" rIns="0" bIns="0" rtlCol="0">
            <a:spAutoFit/>
          </a:bodyPr>
          <a:lstStyle/>
          <a:p>
            <a:pPr marL="12700">
              <a:lnSpc>
                <a:spcPct val="100000"/>
              </a:lnSpc>
              <a:spcBef>
                <a:spcPts val="695"/>
              </a:spcBef>
            </a:pPr>
            <a:r>
              <a:rPr sz="2200" dirty="0">
                <a:latin typeface="Cambria"/>
                <a:cs typeface="Cambria"/>
              </a:rPr>
              <a:t>A</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50" dirty="0">
                <a:latin typeface="Cambria"/>
                <a:cs typeface="Cambria"/>
              </a:rPr>
              <a:t>•</a:t>
            </a:r>
            <a:endParaRPr sz="2200">
              <a:latin typeface="Cambria"/>
              <a:cs typeface="Cambria"/>
            </a:endParaRPr>
          </a:p>
          <a:p>
            <a:pPr marL="12700">
              <a:lnSpc>
                <a:spcPct val="100000"/>
              </a:lnSpc>
              <a:spcBef>
                <a:spcPts val="600"/>
              </a:spcBef>
            </a:pPr>
            <a:r>
              <a:rPr sz="2200" dirty="0">
                <a:latin typeface="Cambria"/>
                <a:cs typeface="Cambria"/>
              </a:rPr>
              <a:t>B</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50" dirty="0">
                <a:latin typeface="Cambria"/>
                <a:cs typeface="Cambria"/>
              </a:rPr>
              <a:t>•</a:t>
            </a:r>
            <a:endParaRPr sz="2200">
              <a:latin typeface="Cambria"/>
              <a:cs typeface="Cambria"/>
            </a:endParaRPr>
          </a:p>
        </p:txBody>
      </p:sp>
      <p:sp>
        <p:nvSpPr>
          <p:cNvPr id="6" name="object 6"/>
          <p:cNvSpPr txBox="1"/>
          <p:nvPr/>
        </p:nvSpPr>
        <p:spPr>
          <a:xfrm>
            <a:off x="6093967" y="1267538"/>
            <a:ext cx="2127885" cy="849630"/>
          </a:xfrm>
          <a:prstGeom prst="rect">
            <a:avLst/>
          </a:prstGeom>
        </p:spPr>
        <p:txBody>
          <a:bodyPr vert="horz" wrap="square" lIns="0" tIns="89535" rIns="0" bIns="0" rtlCol="0">
            <a:spAutoFit/>
          </a:bodyPr>
          <a:lstStyle/>
          <a:p>
            <a:pPr marL="12700">
              <a:lnSpc>
                <a:spcPct val="100000"/>
              </a:lnSpc>
              <a:spcBef>
                <a:spcPts val="705"/>
              </a:spcBef>
            </a:pPr>
            <a:r>
              <a:rPr sz="2200" dirty="0">
                <a:latin typeface="Cambria"/>
                <a:cs typeface="Cambria"/>
              </a:rPr>
              <a:t>I2</a:t>
            </a:r>
            <a:r>
              <a:rPr sz="2200" spc="-25" dirty="0">
                <a:latin typeface="Cambria"/>
                <a:cs typeface="Cambria"/>
              </a:rPr>
              <a:t> </a:t>
            </a:r>
            <a:r>
              <a:rPr sz="2200" dirty="0">
                <a:latin typeface="Cambria"/>
                <a:cs typeface="Cambria"/>
              </a:rPr>
              <a:t>=</a:t>
            </a:r>
            <a:r>
              <a:rPr sz="2200" spc="-20" dirty="0">
                <a:latin typeface="Cambria"/>
                <a:cs typeface="Cambria"/>
              </a:rPr>
              <a:t> </a:t>
            </a:r>
            <a:r>
              <a:rPr sz="2200" dirty="0">
                <a:latin typeface="Cambria"/>
                <a:cs typeface="Cambria"/>
              </a:rPr>
              <a:t>goto</a:t>
            </a:r>
            <a:r>
              <a:rPr sz="2200" spc="-15" dirty="0">
                <a:latin typeface="Cambria"/>
                <a:cs typeface="Cambria"/>
              </a:rPr>
              <a:t> </a:t>
            </a:r>
            <a:r>
              <a:rPr sz="2200" dirty="0">
                <a:latin typeface="Cambria"/>
                <a:cs typeface="Cambria"/>
              </a:rPr>
              <a:t>(I0,</a:t>
            </a:r>
            <a:r>
              <a:rPr sz="2200" spc="-20" dirty="0">
                <a:latin typeface="Cambria"/>
                <a:cs typeface="Cambria"/>
              </a:rPr>
              <a:t> </a:t>
            </a:r>
            <a:r>
              <a:rPr sz="2200" spc="-25" dirty="0">
                <a:latin typeface="Cambria"/>
                <a:cs typeface="Cambria"/>
              </a:rPr>
              <a:t>A)</a:t>
            </a:r>
            <a:endParaRPr sz="2200">
              <a:latin typeface="Cambria"/>
              <a:cs typeface="Cambria"/>
            </a:endParaRPr>
          </a:p>
          <a:p>
            <a:pPr marL="570230">
              <a:lnSpc>
                <a:spcPct val="100000"/>
              </a:lnSpc>
              <a:spcBef>
                <a:spcPts val="600"/>
              </a:spcBef>
            </a:pPr>
            <a:r>
              <a:rPr sz="2200" dirty="0">
                <a:latin typeface="Cambria"/>
                <a:cs typeface="Cambria"/>
              </a:rPr>
              <a:t>S</a:t>
            </a:r>
            <a:r>
              <a:rPr sz="2200" spc="-10"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A •</a:t>
            </a:r>
            <a:r>
              <a:rPr sz="2200" spc="-5" dirty="0">
                <a:latin typeface="Cambria"/>
                <a:cs typeface="Cambria"/>
              </a:rPr>
              <a:t> </a:t>
            </a:r>
            <a:r>
              <a:rPr sz="2200" dirty="0">
                <a:latin typeface="Cambria"/>
                <a:cs typeface="Cambria"/>
              </a:rPr>
              <a:t>a</a:t>
            </a:r>
            <a:r>
              <a:rPr sz="2200" spc="-5" dirty="0">
                <a:latin typeface="Cambria"/>
                <a:cs typeface="Cambria"/>
              </a:rPr>
              <a:t> </a:t>
            </a:r>
            <a:r>
              <a:rPr sz="2200" dirty="0">
                <a:latin typeface="Cambria"/>
                <a:cs typeface="Cambria"/>
              </a:rPr>
              <a:t>A</a:t>
            </a:r>
            <a:r>
              <a:rPr sz="2200" spc="-5" dirty="0">
                <a:latin typeface="Cambria"/>
                <a:cs typeface="Cambria"/>
              </a:rPr>
              <a:t> </a:t>
            </a:r>
            <a:r>
              <a:rPr sz="2200" spc="-50" dirty="0">
                <a:latin typeface="Cambria"/>
                <a:cs typeface="Cambria"/>
              </a:rPr>
              <a:t>b</a:t>
            </a:r>
            <a:endParaRPr sz="2200">
              <a:latin typeface="Cambria"/>
              <a:cs typeface="Cambria"/>
            </a:endParaRPr>
          </a:p>
        </p:txBody>
      </p:sp>
      <p:sp>
        <p:nvSpPr>
          <p:cNvPr id="7" name="object 7"/>
          <p:cNvSpPr txBox="1"/>
          <p:nvPr/>
        </p:nvSpPr>
        <p:spPr>
          <a:xfrm>
            <a:off x="9051797" y="112928"/>
            <a:ext cx="2129155" cy="2645410"/>
          </a:xfrm>
          <a:prstGeom prst="rect">
            <a:avLst/>
          </a:prstGeom>
        </p:spPr>
        <p:txBody>
          <a:bodyPr vert="horz" wrap="square" lIns="0" tIns="12700" rIns="0" bIns="0" rtlCol="0">
            <a:spAutoFit/>
          </a:bodyPr>
          <a:lstStyle/>
          <a:p>
            <a:pPr marL="508000" marR="74930" indent="-495300">
              <a:lnSpc>
                <a:spcPct val="122700"/>
              </a:lnSpc>
              <a:spcBef>
                <a:spcPts val="100"/>
              </a:spcBef>
            </a:pPr>
            <a:r>
              <a:rPr sz="2200" dirty="0">
                <a:latin typeface="Cambria"/>
                <a:cs typeface="Cambria"/>
              </a:rPr>
              <a:t>I7</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(I5,</a:t>
            </a:r>
            <a:r>
              <a:rPr sz="2200" spc="-15" dirty="0">
                <a:latin typeface="Cambria"/>
                <a:cs typeface="Cambria"/>
              </a:rPr>
              <a:t> </a:t>
            </a:r>
            <a:r>
              <a:rPr sz="2200" spc="-25" dirty="0">
                <a:latin typeface="Cambria"/>
                <a:cs typeface="Cambria"/>
              </a:rPr>
              <a:t>B)</a:t>
            </a:r>
            <a:r>
              <a:rPr sz="2200" spc="550" dirty="0">
                <a:latin typeface="Cambria"/>
                <a:cs typeface="Cambria"/>
              </a:rPr>
              <a:t> </a:t>
            </a:r>
            <a:r>
              <a:rPr sz="2200" dirty="0">
                <a:latin typeface="Cambria"/>
                <a:cs typeface="Cambria"/>
              </a:rPr>
              <a:t>S</a:t>
            </a:r>
            <a:r>
              <a:rPr sz="2200" spc="-15" dirty="0">
                <a:latin typeface="Cambria"/>
                <a:cs typeface="Cambria"/>
              </a:rPr>
              <a:t> </a:t>
            </a:r>
            <a:r>
              <a:rPr sz="2200" dirty="0">
                <a:latin typeface="Wingdings"/>
                <a:cs typeface="Wingdings"/>
              </a:rPr>
              <a:t></a:t>
            </a:r>
            <a:r>
              <a:rPr sz="2200" spc="-70" dirty="0">
                <a:latin typeface="Times New Roman"/>
                <a:cs typeface="Times New Roman"/>
              </a:rPr>
              <a:t> </a:t>
            </a:r>
            <a:r>
              <a:rPr sz="2200" dirty="0">
                <a:latin typeface="Cambria"/>
                <a:cs typeface="Cambria"/>
              </a:rPr>
              <a:t>B b B</a:t>
            </a:r>
            <a:r>
              <a:rPr sz="2200" spc="-5" dirty="0">
                <a:latin typeface="Cambria"/>
                <a:cs typeface="Cambria"/>
              </a:rPr>
              <a:t> </a:t>
            </a:r>
            <a:r>
              <a:rPr sz="2200" dirty="0">
                <a:latin typeface="Cambria"/>
                <a:cs typeface="Cambria"/>
              </a:rPr>
              <a:t>• </a:t>
            </a:r>
            <a:r>
              <a:rPr sz="2200" spc="-50" dirty="0">
                <a:latin typeface="Cambria"/>
                <a:cs typeface="Cambria"/>
              </a:rPr>
              <a:t>a</a:t>
            </a:r>
            <a:endParaRPr sz="2200">
              <a:latin typeface="Cambria"/>
              <a:cs typeface="Cambria"/>
            </a:endParaRPr>
          </a:p>
          <a:p>
            <a:pPr marL="498475" marR="78105" indent="-434975">
              <a:lnSpc>
                <a:spcPct val="122700"/>
              </a:lnSpc>
              <a:spcBef>
                <a:spcPts val="1030"/>
              </a:spcBef>
            </a:pPr>
            <a:r>
              <a:rPr sz="2200" dirty="0">
                <a:latin typeface="Cambria"/>
                <a:cs typeface="Cambria"/>
              </a:rPr>
              <a:t>I8</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(I6,</a:t>
            </a:r>
            <a:r>
              <a:rPr sz="2200" spc="-15" dirty="0">
                <a:latin typeface="Cambria"/>
                <a:cs typeface="Cambria"/>
              </a:rPr>
              <a:t> </a:t>
            </a:r>
            <a:r>
              <a:rPr sz="2200" spc="-25" dirty="0">
                <a:latin typeface="Cambria"/>
                <a:cs typeface="Cambria"/>
              </a:rPr>
              <a:t>b) </a:t>
            </a:r>
            <a:r>
              <a:rPr sz="2200" dirty="0">
                <a:latin typeface="Cambria"/>
                <a:cs typeface="Cambria"/>
              </a:rPr>
              <a:t>S</a:t>
            </a:r>
            <a:r>
              <a:rPr sz="2200" spc="-15" dirty="0">
                <a:latin typeface="Cambria"/>
                <a:cs typeface="Cambria"/>
              </a:rPr>
              <a:t> </a:t>
            </a:r>
            <a:r>
              <a:rPr sz="2200" dirty="0">
                <a:latin typeface="Wingdings"/>
                <a:cs typeface="Wingdings"/>
              </a:rPr>
              <a:t></a:t>
            </a:r>
            <a:r>
              <a:rPr sz="2200" spc="-70" dirty="0">
                <a:latin typeface="Times New Roman"/>
                <a:cs typeface="Times New Roman"/>
              </a:rPr>
              <a:t> </a:t>
            </a:r>
            <a:r>
              <a:rPr sz="2200" dirty="0">
                <a:latin typeface="Cambria"/>
                <a:cs typeface="Cambria"/>
              </a:rPr>
              <a:t>A a</a:t>
            </a:r>
            <a:r>
              <a:rPr sz="2200" spc="-10" dirty="0">
                <a:latin typeface="Cambria"/>
                <a:cs typeface="Cambria"/>
              </a:rPr>
              <a:t> </a:t>
            </a:r>
            <a:r>
              <a:rPr sz="2200" dirty="0">
                <a:latin typeface="Cambria"/>
                <a:cs typeface="Cambria"/>
              </a:rPr>
              <a:t>A b </a:t>
            </a:r>
            <a:r>
              <a:rPr sz="2200" spc="-50" dirty="0">
                <a:latin typeface="Cambria"/>
                <a:cs typeface="Cambria"/>
              </a:rPr>
              <a:t>•</a:t>
            </a:r>
            <a:endParaRPr sz="2200">
              <a:latin typeface="Cambria"/>
              <a:cs typeface="Cambria"/>
            </a:endParaRPr>
          </a:p>
          <a:p>
            <a:pPr marL="577850" marR="5080" indent="-433070">
              <a:lnSpc>
                <a:spcPct val="122800"/>
              </a:lnSpc>
              <a:spcBef>
                <a:spcPts val="155"/>
              </a:spcBef>
            </a:pPr>
            <a:r>
              <a:rPr sz="2200" dirty="0">
                <a:latin typeface="Cambria"/>
                <a:cs typeface="Cambria"/>
              </a:rPr>
              <a:t>I9</a:t>
            </a:r>
            <a:r>
              <a:rPr sz="2200" spc="-20" dirty="0">
                <a:latin typeface="Cambria"/>
                <a:cs typeface="Cambria"/>
              </a:rPr>
              <a:t> </a:t>
            </a:r>
            <a:r>
              <a:rPr sz="2200" dirty="0">
                <a:latin typeface="Cambria"/>
                <a:cs typeface="Cambria"/>
              </a:rPr>
              <a:t>=</a:t>
            </a:r>
            <a:r>
              <a:rPr sz="2200" spc="-25" dirty="0">
                <a:latin typeface="Cambria"/>
                <a:cs typeface="Cambria"/>
              </a:rPr>
              <a:t> </a:t>
            </a:r>
            <a:r>
              <a:rPr sz="2200" dirty="0">
                <a:latin typeface="Cambria"/>
                <a:cs typeface="Cambria"/>
              </a:rPr>
              <a:t>goto (I7,</a:t>
            </a:r>
            <a:r>
              <a:rPr sz="2200" spc="-5" dirty="0">
                <a:latin typeface="Cambria"/>
                <a:cs typeface="Cambria"/>
              </a:rPr>
              <a:t> </a:t>
            </a:r>
            <a:r>
              <a:rPr sz="2200" spc="-25" dirty="0">
                <a:latin typeface="Cambria"/>
                <a:cs typeface="Cambria"/>
              </a:rPr>
              <a:t>a) </a:t>
            </a:r>
            <a:r>
              <a:rPr sz="2200" dirty="0">
                <a:latin typeface="Cambria"/>
                <a:cs typeface="Cambria"/>
              </a:rPr>
              <a:t>S</a:t>
            </a:r>
            <a:r>
              <a:rPr sz="2200" spc="-15" dirty="0">
                <a:latin typeface="Cambria"/>
                <a:cs typeface="Cambria"/>
              </a:rPr>
              <a:t> </a:t>
            </a:r>
            <a:r>
              <a:rPr sz="2200" dirty="0">
                <a:latin typeface="Wingdings"/>
                <a:cs typeface="Wingdings"/>
              </a:rPr>
              <a:t></a:t>
            </a:r>
            <a:r>
              <a:rPr sz="2200" spc="-70" dirty="0">
                <a:latin typeface="Times New Roman"/>
                <a:cs typeface="Times New Roman"/>
              </a:rPr>
              <a:t> </a:t>
            </a:r>
            <a:r>
              <a:rPr sz="2200" dirty="0">
                <a:latin typeface="Cambria"/>
                <a:cs typeface="Cambria"/>
              </a:rPr>
              <a:t>B b</a:t>
            </a:r>
            <a:r>
              <a:rPr sz="2200" spc="-5" dirty="0">
                <a:latin typeface="Cambria"/>
                <a:cs typeface="Cambria"/>
              </a:rPr>
              <a:t> </a:t>
            </a:r>
            <a:r>
              <a:rPr sz="2200" dirty="0">
                <a:latin typeface="Cambria"/>
                <a:cs typeface="Cambria"/>
              </a:rPr>
              <a:t>B a</a:t>
            </a:r>
            <a:r>
              <a:rPr sz="2200" spc="-5" dirty="0">
                <a:latin typeface="Cambria"/>
                <a:cs typeface="Cambria"/>
              </a:rPr>
              <a:t> </a:t>
            </a:r>
            <a:r>
              <a:rPr sz="2200" spc="-50" dirty="0">
                <a:latin typeface="Cambria"/>
                <a:cs typeface="Cambria"/>
              </a:rPr>
              <a:t>•</a:t>
            </a:r>
            <a:endParaRPr sz="2200">
              <a:latin typeface="Cambria"/>
              <a:cs typeface="Cambria"/>
            </a:endParaRPr>
          </a:p>
        </p:txBody>
      </p:sp>
      <p:sp>
        <p:nvSpPr>
          <p:cNvPr id="8" name="object 8"/>
          <p:cNvSpPr/>
          <p:nvPr/>
        </p:nvSpPr>
        <p:spPr>
          <a:xfrm>
            <a:off x="5911596" y="463295"/>
            <a:ext cx="27305" cy="6245860"/>
          </a:xfrm>
          <a:custGeom>
            <a:avLst/>
            <a:gdLst/>
            <a:ahLst/>
            <a:cxnLst/>
            <a:rect l="l" t="t" r="r" b="b"/>
            <a:pathLst>
              <a:path w="27304" h="6245859">
                <a:moveTo>
                  <a:pt x="0" y="0"/>
                </a:moveTo>
                <a:lnTo>
                  <a:pt x="27177" y="6245682"/>
                </a:lnTo>
              </a:path>
            </a:pathLst>
          </a:custGeom>
          <a:ln w="9144">
            <a:solidFill>
              <a:srgbClr val="40B9D2"/>
            </a:solidFill>
          </a:ln>
        </p:spPr>
        <p:txBody>
          <a:bodyPr wrap="square" lIns="0" tIns="0" rIns="0" bIns="0" rtlCol="0"/>
          <a:lstStyle/>
          <a:p>
            <a:endParaRPr/>
          </a:p>
        </p:txBody>
      </p:sp>
      <p:sp>
        <p:nvSpPr>
          <p:cNvPr id="9" name="object 9"/>
          <p:cNvSpPr/>
          <p:nvPr/>
        </p:nvSpPr>
        <p:spPr>
          <a:xfrm>
            <a:off x="8804147" y="463295"/>
            <a:ext cx="27305" cy="6245860"/>
          </a:xfrm>
          <a:custGeom>
            <a:avLst/>
            <a:gdLst/>
            <a:ahLst/>
            <a:cxnLst/>
            <a:rect l="l" t="t" r="r" b="b"/>
            <a:pathLst>
              <a:path w="27304" h="6245859">
                <a:moveTo>
                  <a:pt x="0" y="0"/>
                </a:moveTo>
                <a:lnTo>
                  <a:pt x="27177" y="6245682"/>
                </a:lnTo>
              </a:path>
            </a:pathLst>
          </a:custGeom>
          <a:ln w="9144">
            <a:solidFill>
              <a:srgbClr val="40B9D2"/>
            </a:solidFill>
          </a:ln>
        </p:spPr>
        <p:txBody>
          <a:bodyPr wrap="square" lIns="0" tIns="0" rIns="0" bIns="0" rtlCol="0"/>
          <a:lstStyle/>
          <a:p>
            <a:endParaRPr/>
          </a:p>
        </p:txBody>
      </p:sp>
      <p:sp>
        <p:nvSpPr>
          <p:cNvPr id="10" name="object 10"/>
          <p:cNvSpPr txBox="1"/>
          <p:nvPr/>
        </p:nvSpPr>
        <p:spPr>
          <a:xfrm>
            <a:off x="6093967" y="238404"/>
            <a:ext cx="1852295" cy="848360"/>
          </a:xfrm>
          <a:prstGeom prst="rect">
            <a:avLst/>
          </a:prstGeom>
        </p:spPr>
        <p:txBody>
          <a:bodyPr vert="horz" wrap="square" lIns="0" tIns="88900" rIns="0" bIns="0" rtlCol="0">
            <a:spAutoFit/>
          </a:bodyPr>
          <a:lstStyle/>
          <a:p>
            <a:pPr marL="12700">
              <a:lnSpc>
                <a:spcPct val="100000"/>
              </a:lnSpc>
              <a:spcBef>
                <a:spcPts val="700"/>
              </a:spcBef>
            </a:pPr>
            <a:r>
              <a:rPr sz="2200" dirty="0">
                <a:latin typeface="Cambria"/>
                <a:cs typeface="Cambria"/>
              </a:rPr>
              <a:t>I1</a:t>
            </a:r>
            <a:r>
              <a:rPr sz="2200" spc="-25" dirty="0">
                <a:latin typeface="Cambria"/>
                <a:cs typeface="Cambria"/>
              </a:rPr>
              <a:t> </a:t>
            </a:r>
            <a:r>
              <a:rPr sz="2200" dirty="0">
                <a:latin typeface="Cambria"/>
                <a:cs typeface="Cambria"/>
              </a:rPr>
              <a:t>=</a:t>
            </a:r>
            <a:r>
              <a:rPr sz="2200" spc="-20" dirty="0">
                <a:latin typeface="Cambria"/>
                <a:cs typeface="Cambria"/>
              </a:rPr>
              <a:t> </a:t>
            </a:r>
            <a:r>
              <a:rPr sz="2200" dirty="0">
                <a:latin typeface="Cambria"/>
                <a:cs typeface="Cambria"/>
              </a:rPr>
              <a:t>goto</a:t>
            </a:r>
            <a:r>
              <a:rPr sz="2200" spc="-15" dirty="0">
                <a:latin typeface="Cambria"/>
                <a:cs typeface="Cambria"/>
              </a:rPr>
              <a:t> </a:t>
            </a:r>
            <a:r>
              <a:rPr sz="2200" dirty="0">
                <a:latin typeface="Cambria"/>
                <a:cs typeface="Cambria"/>
              </a:rPr>
              <a:t>(I0,</a:t>
            </a:r>
            <a:r>
              <a:rPr sz="2200" spc="-20" dirty="0">
                <a:latin typeface="Cambria"/>
                <a:cs typeface="Cambria"/>
              </a:rPr>
              <a:t> </a:t>
            </a:r>
            <a:r>
              <a:rPr sz="2200" spc="-25" dirty="0">
                <a:latin typeface="Cambria"/>
                <a:cs typeface="Cambria"/>
              </a:rPr>
              <a:t>S)</a:t>
            </a:r>
            <a:endParaRPr sz="2200">
              <a:latin typeface="Cambria"/>
              <a:cs typeface="Cambria"/>
            </a:endParaRPr>
          </a:p>
          <a:p>
            <a:pPr marL="570230">
              <a:lnSpc>
                <a:spcPct val="100000"/>
              </a:lnSpc>
              <a:spcBef>
                <a:spcPts val="600"/>
              </a:spcBef>
            </a:pPr>
            <a:r>
              <a:rPr sz="2200" dirty="0">
                <a:latin typeface="Cambria"/>
                <a:cs typeface="Cambria"/>
              </a:rPr>
              <a:t>S’</a:t>
            </a:r>
            <a:r>
              <a:rPr sz="2200" spc="-25" dirty="0">
                <a:latin typeface="Cambria"/>
                <a:cs typeface="Cambria"/>
              </a:rPr>
              <a:t> </a:t>
            </a:r>
            <a:r>
              <a:rPr sz="2200" dirty="0">
                <a:latin typeface="Wingdings"/>
                <a:cs typeface="Wingdings"/>
              </a:rPr>
              <a:t></a:t>
            </a:r>
            <a:r>
              <a:rPr sz="2200" spc="-65" dirty="0">
                <a:latin typeface="Times New Roman"/>
                <a:cs typeface="Times New Roman"/>
              </a:rPr>
              <a:t> </a:t>
            </a:r>
            <a:r>
              <a:rPr sz="2200" spc="-25" dirty="0">
                <a:latin typeface="Cambria"/>
                <a:cs typeface="Cambria"/>
              </a:rPr>
              <a:t>S•</a:t>
            </a:r>
            <a:endParaRPr sz="2200">
              <a:latin typeface="Cambria"/>
              <a:cs typeface="Cambria"/>
            </a:endParaRPr>
          </a:p>
        </p:txBody>
      </p:sp>
      <p:graphicFrame>
        <p:nvGraphicFramePr>
          <p:cNvPr id="11" name="object 11"/>
          <p:cNvGraphicFramePr>
            <a:graphicFrameLocks noGrp="1"/>
          </p:cNvGraphicFramePr>
          <p:nvPr/>
        </p:nvGraphicFramePr>
        <p:xfrm>
          <a:off x="6136385" y="2236136"/>
          <a:ext cx="2234565" cy="3306445"/>
        </p:xfrm>
        <a:graphic>
          <a:graphicData uri="http://schemas.openxmlformats.org/drawingml/2006/table">
            <a:tbl>
              <a:tblPr firstRow="1" bandRow="1">
                <a:tableStyleId>{2D5ABB26-0587-4C30-8999-92F81FD0307C}</a:tableStyleId>
              </a:tblPr>
              <a:tblGrid>
                <a:gridCol w="2157730">
                  <a:extLst>
                    <a:ext uri="{9D8B030D-6E8A-4147-A177-3AD203B41FA5}">
                      <a16:colId xmlns:a16="http://schemas.microsoft.com/office/drawing/2014/main" val="20000"/>
                    </a:ext>
                  </a:extLst>
                </a:gridCol>
              </a:tblGrid>
              <a:tr h="786130">
                <a:tc>
                  <a:txBody>
                    <a:bodyPr/>
                    <a:lstStyle/>
                    <a:p>
                      <a:pPr marL="31115">
                        <a:lnSpc>
                          <a:spcPts val="2525"/>
                        </a:lnSpc>
                      </a:pPr>
                      <a:r>
                        <a:rPr sz="2200" dirty="0">
                          <a:latin typeface="Cambria"/>
                          <a:cs typeface="Cambria"/>
                        </a:rPr>
                        <a:t>I3</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B)</a:t>
                      </a:r>
                      <a:endParaRPr sz="2200">
                        <a:latin typeface="Cambria"/>
                        <a:cs typeface="Cambria"/>
                      </a:endParaRPr>
                    </a:p>
                    <a:p>
                      <a:pPr marL="526415">
                        <a:lnSpc>
                          <a:spcPct val="100000"/>
                        </a:lnSpc>
                        <a:spcBef>
                          <a:spcPts val="600"/>
                        </a:spcBef>
                      </a:pPr>
                      <a:r>
                        <a:rPr sz="2200" dirty="0">
                          <a:latin typeface="Cambria"/>
                          <a:cs typeface="Cambria"/>
                        </a:rPr>
                        <a:t>S</a:t>
                      </a:r>
                      <a:r>
                        <a:rPr sz="2200" spc="-15" dirty="0">
                          <a:latin typeface="Cambria"/>
                          <a:cs typeface="Cambria"/>
                        </a:rPr>
                        <a:t> </a:t>
                      </a:r>
                      <a:r>
                        <a:rPr sz="2200" dirty="0">
                          <a:latin typeface="Wingdings"/>
                          <a:cs typeface="Wingdings"/>
                        </a:rPr>
                        <a:t></a:t>
                      </a:r>
                      <a:r>
                        <a:rPr sz="2200" spc="-70" dirty="0">
                          <a:latin typeface="Times New Roman"/>
                          <a:cs typeface="Times New Roman"/>
                        </a:rPr>
                        <a:t> </a:t>
                      </a:r>
                      <a:r>
                        <a:rPr sz="2200" dirty="0">
                          <a:latin typeface="Cambria"/>
                          <a:cs typeface="Cambria"/>
                        </a:rPr>
                        <a:t>B •</a:t>
                      </a:r>
                      <a:r>
                        <a:rPr sz="2200" spc="-5" dirty="0">
                          <a:latin typeface="Cambria"/>
                          <a:cs typeface="Cambria"/>
                        </a:rPr>
                        <a:t> </a:t>
                      </a:r>
                      <a:r>
                        <a:rPr sz="2200" dirty="0">
                          <a:latin typeface="Cambria"/>
                          <a:cs typeface="Cambria"/>
                        </a:rPr>
                        <a:t>b</a:t>
                      </a:r>
                      <a:r>
                        <a:rPr sz="2200" spc="-10" dirty="0">
                          <a:latin typeface="Cambria"/>
                          <a:cs typeface="Cambria"/>
                        </a:rPr>
                        <a:t> </a:t>
                      </a:r>
                      <a:r>
                        <a:rPr sz="2200" dirty="0">
                          <a:latin typeface="Cambria"/>
                          <a:cs typeface="Cambria"/>
                        </a:rPr>
                        <a:t>B </a:t>
                      </a:r>
                      <a:r>
                        <a:rPr sz="2200" spc="-50" dirty="0">
                          <a:latin typeface="Cambria"/>
                          <a:cs typeface="Cambria"/>
                        </a:rPr>
                        <a:t>a</a:t>
                      </a:r>
                      <a:endParaRPr sz="2200">
                        <a:latin typeface="Cambria"/>
                        <a:cs typeface="Cambria"/>
                      </a:endParaRPr>
                    </a:p>
                  </a:txBody>
                  <a:tcPr marL="0" marR="0" marT="0" marB="0"/>
                </a:tc>
                <a:extLst>
                  <a:ext uri="{0D108BD9-81ED-4DB2-BD59-A6C34878D82A}">
                    <a16:rowId xmlns:a16="http://schemas.microsoft.com/office/drawing/2014/main" val="10000"/>
                  </a:ext>
                </a:extLst>
              </a:tr>
              <a:tr h="1247775">
                <a:tc>
                  <a:txBody>
                    <a:bodyPr/>
                    <a:lstStyle/>
                    <a:p>
                      <a:pPr marL="58419">
                        <a:lnSpc>
                          <a:spcPct val="100000"/>
                        </a:lnSpc>
                        <a:spcBef>
                          <a:spcPts val="265"/>
                        </a:spcBef>
                      </a:pPr>
                      <a:r>
                        <a:rPr sz="2200" dirty="0">
                          <a:latin typeface="Cambria"/>
                          <a:cs typeface="Cambria"/>
                        </a:rPr>
                        <a:t>I4</a:t>
                      </a:r>
                      <a:r>
                        <a:rPr sz="2200" spc="-15"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a:t>
                      </a:r>
                      <a:r>
                        <a:rPr sz="2200" spc="-5" dirty="0">
                          <a:latin typeface="Cambria"/>
                          <a:cs typeface="Cambria"/>
                        </a:rPr>
                        <a:t> </a:t>
                      </a:r>
                      <a:r>
                        <a:rPr sz="2200" dirty="0">
                          <a:latin typeface="Cambria"/>
                          <a:cs typeface="Cambria"/>
                        </a:rPr>
                        <a:t>(I2,</a:t>
                      </a:r>
                      <a:r>
                        <a:rPr sz="2200" spc="-15" dirty="0">
                          <a:latin typeface="Cambria"/>
                          <a:cs typeface="Cambria"/>
                        </a:rPr>
                        <a:t> </a:t>
                      </a:r>
                      <a:r>
                        <a:rPr sz="2200" dirty="0">
                          <a:latin typeface="Cambria"/>
                          <a:cs typeface="Cambria"/>
                        </a:rPr>
                        <a:t>a</a:t>
                      </a:r>
                      <a:r>
                        <a:rPr sz="2200" spc="-15" dirty="0">
                          <a:latin typeface="Cambria"/>
                          <a:cs typeface="Cambria"/>
                        </a:rPr>
                        <a:t> </a:t>
                      </a:r>
                      <a:r>
                        <a:rPr sz="2200" spc="-50" dirty="0">
                          <a:latin typeface="Cambria"/>
                          <a:cs typeface="Cambria"/>
                        </a:rPr>
                        <a:t>)</a:t>
                      </a:r>
                      <a:endParaRPr sz="2200">
                        <a:latin typeface="Cambria"/>
                        <a:cs typeface="Cambria"/>
                      </a:endParaRPr>
                    </a:p>
                    <a:p>
                      <a:pPr marL="491490" marR="112395">
                        <a:lnSpc>
                          <a:spcPct val="122700"/>
                        </a:lnSpc>
                      </a:pPr>
                      <a:r>
                        <a:rPr sz="2200" dirty="0">
                          <a:latin typeface="Cambria"/>
                          <a:cs typeface="Cambria"/>
                        </a:rPr>
                        <a:t>S </a:t>
                      </a:r>
                      <a:r>
                        <a:rPr sz="2200" dirty="0">
                          <a:latin typeface="Wingdings"/>
                          <a:cs typeface="Wingdings"/>
                        </a:rPr>
                        <a:t></a:t>
                      </a:r>
                      <a:r>
                        <a:rPr sz="2200" spc="-85" dirty="0">
                          <a:latin typeface="Times New Roman"/>
                          <a:cs typeface="Times New Roman"/>
                        </a:rPr>
                        <a:t> </a:t>
                      </a:r>
                      <a:r>
                        <a:rPr sz="2200" dirty="0">
                          <a:latin typeface="Cambria"/>
                          <a:cs typeface="Cambria"/>
                        </a:rPr>
                        <a:t>A</a:t>
                      </a:r>
                      <a:r>
                        <a:rPr sz="2200" spc="10" dirty="0">
                          <a:latin typeface="Cambria"/>
                          <a:cs typeface="Cambria"/>
                        </a:rPr>
                        <a:t> </a:t>
                      </a:r>
                      <a:r>
                        <a:rPr sz="2200" dirty="0">
                          <a:latin typeface="Cambria"/>
                          <a:cs typeface="Cambria"/>
                        </a:rPr>
                        <a:t>a</a:t>
                      </a:r>
                      <a:r>
                        <a:rPr sz="2200" spc="-10" dirty="0">
                          <a:latin typeface="Cambria"/>
                          <a:cs typeface="Cambria"/>
                        </a:rPr>
                        <a:t> </a:t>
                      </a:r>
                      <a:r>
                        <a:rPr sz="2200" dirty="0">
                          <a:latin typeface="Cambria"/>
                          <a:cs typeface="Cambria"/>
                        </a:rPr>
                        <a:t>• A</a:t>
                      </a:r>
                      <a:r>
                        <a:rPr sz="2200" spc="-5" dirty="0">
                          <a:latin typeface="Cambria"/>
                          <a:cs typeface="Cambria"/>
                        </a:rPr>
                        <a:t> </a:t>
                      </a:r>
                      <a:r>
                        <a:rPr sz="2200" spc="-50" dirty="0">
                          <a:latin typeface="Cambria"/>
                          <a:cs typeface="Cambria"/>
                        </a:rPr>
                        <a:t>b </a:t>
                      </a:r>
                      <a:r>
                        <a:rPr sz="2200" dirty="0">
                          <a:latin typeface="Cambria"/>
                          <a:cs typeface="Cambria"/>
                        </a:rPr>
                        <a:t>A</a:t>
                      </a:r>
                      <a:r>
                        <a:rPr sz="2200" spc="5" dirty="0">
                          <a:latin typeface="Cambria"/>
                          <a:cs typeface="Cambria"/>
                        </a:rPr>
                        <a:t> </a:t>
                      </a:r>
                      <a:r>
                        <a:rPr sz="2200" dirty="0">
                          <a:latin typeface="Wingdings"/>
                          <a:cs typeface="Wingdings"/>
                        </a:rPr>
                        <a:t></a:t>
                      </a:r>
                      <a:r>
                        <a:rPr sz="2200" spc="-80" dirty="0">
                          <a:latin typeface="Times New Roman"/>
                          <a:cs typeface="Times New Roman"/>
                        </a:rPr>
                        <a:t> </a:t>
                      </a:r>
                      <a:r>
                        <a:rPr sz="2200" spc="-50" dirty="0">
                          <a:latin typeface="Cambria"/>
                          <a:cs typeface="Cambria"/>
                        </a:rPr>
                        <a:t>•</a:t>
                      </a:r>
                      <a:endParaRPr sz="2200">
                        <a:latin typeface="Cambria"/>
                        <a:cs typeface="Cambria"/>
                      </a:endParaRPr>
                    </a:p>
                  </a:txBody>
                  <a:tcPr marL="0" marR="0" marT="33655" marB="0"/>
                </a:tc>
                <a:extLst>
                  <a:ext uri="{0D108BD9-81ED-4DB2-BD59-A6C34878D82A}">
                    <a16:rowId xmlns:a16="http://schemas.microsoft.com/office/drawing/2014/main" val="10001"/>
                  </a:ext>
                </a:extLst>
              </a:tr>
              <a:tr h="1272540">
                <a:tc>
                  <a:txBody>
                    <a:bodyPr/>
                    <a:lstStyle/>
                    <a:p>
                      <a:pPr marL="93345">
                        <a:lnSpc>
                          <a:spcPct val="100000"/>
                        </a:lnSpc>
                        <a:spcBef>
                          <a:spcPts val="280"/>
                        </a:spcBef>
                      </a:pPr>
                      <a:r>
                        <a:rPr sz="2200" dirty="0">
                          <a:latin typeface="Cambria"/>
                          <a:cs typeface="Cambria"/>
                        </a:rPr>
                        <a:t>I5</a:t>
                      </a:r>
                      <a:r>
                        <a:rPr sz="2200" spc="-20" dirty="0">
                          <a:latin typeface="Cambria"/>
                          <a:cs typeface="Cambria"/>
                        </a:rPr>
                        <a:t> </a:t>
                      </a:r>
                      <a:r>
                        <a:rPr sz="2200" dirty="0">
                          <a:latin typeface="Cambria"/>
                          <a:cs typeface="Cambria"/>
                        </a:rPr>
                        <a:t>=</a:t>
                      </a:r>
                      <a:r>
                        <a:rPr sz="2200" spc="-25" dirty="0">
                          <a:latin typeface="Cambria"/>
                          <a:cs typeface="Cambria"/>
                        </a:rPr>
                        <a:t> </a:t>
                      </a:r>
                      <a:r>
                        <a:rPr sz="2200" dirty="0">
                          <a:latin typeface="Cambria"/>
                          <a:cs typeface="Cambria"/>
                        </a:rPr>
                        <a:t>goto (I3,</a:t>
                      </a:r>
                      <a:r>
                        <a:rPr sz="2200" spc="-5" dirty="0">
                          <a:latin typeface="Cambria"/>
                          <a:cs typeface="Cambria"/>
                        </a:rPr>
                        <a:t> </a:t>
                      </a:r>
                      <a:r>
                        <a:rPr sz="2200" spc="-25" dirty="0">
                          <a:latin typeface="Cambria"/>
                          <a:cs typeface="Cambria"/>
                        </a:rPr>
                        <a:t>b)</a:t>
                      </a:r>
                      <a:endParaRPr sz="2200">
                        <a:latin typeface="Cambria"/>
                        <a:cs typeface="Cambria"/>
                      </a:endParaRPr>
                    </a:p>
                    <a:p>
                      <a:pPr marL="588645" marR="24130">
                        <a:lnSpc>
                          <a:spcPct val="122700"/>
                        </a:lnSpc>
                      </a:pPr>
                      <a:r>
                        <a:rPr sz="2200" dirty="0">
                          <a:latin typeface="Cambria"/>
                          <a:cs typeface="Cambria"/>
                        </a:rPr>
                        <a:t>S</a:t>
                      </a:r>
                      <a:r>
                        <a:rPr sz="2200" spc="-15" dirty="0">
                          <a:latin typeface="Cambria"/>
                          <a:cs typeface="Cambria"/>
                        </a:rPr>
                        <a:t> </a:t>
                      </a:r>
                      <a:r>
                        <a:rPr sz="2200" dirty="0">
                          <a:latin typeface="Wingdings"/>
                          <a:cs typeface="Wingdings"/>
                        </a:rPr>
                        <a:t></a:t>
                      </a:r>
                      <a:r>
                        <a:rPr sz="2200" spc="-65" dirty="0">
                          <a:latin typeface="Times New Roman"/>
                          <a:cs typeface="Times New Roman"/>
                        </a:rPr>
                        <a:t> </a:t>
                      </a:r>
                      <a:r>
                        <a:rPr sz="2200" dirty="0">
                          <a:latin typeface="Cambria"/>
                          <a:cs typeface="Cambria"/>
                        </a:rPr>
                        <a:t>B b</a:t>
                      </a:r>
                      <a:r>
                        <a:rPr sz="2200" spc="-15"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B </a:t>
                      </a:r>
                      <a:r>
                        <a:rPr sz="2200" spc="-50" dirty="0">
                          <a:latin typeface="Cambria"/>
                          <a:cs typeface="Cambria"/>
                        </a:rPr>
                        <a:t>a </a:t>
                      </a:r>
                      <a:r>
                        <a:rPr sz="2200" dirty="0">
                          <a:latin typeface="Cambria"/>
                          <a:cs typeface="Cambria"/>
                        </a:rPr>
                        <a:t>B</a:t>
                      </a:r>
                      <a:r>
                        <a:rPr sz="2200" spc="-5" dirty="0">
                          <a:latin typeface="Cambria"/>
                          <a:cs typeface="Cambria"/>
                        </a:rPr>
                        <a:t> </a:t>
                      </a:r>
                      <a:r>
                        <a:rPr sz="2200" dirty="0">
                          <a:latin typeface="Wingdings"/>
                          <a:cs typeface="Wingdings"/>
                        </a:rPr>
                        <a:t></a:t>
                      </a:r>
                      <a:r>
                        <a:rPr sz="2200" spc="-65" dirty="0">
                          <a:latin typeface="Times New Roman"/>
                          <a:cs typeface="Times New Roman"/>
                        </a:rPr>
                        <a:t> </a:t>
                      </a:r>
                      <a:r>
                        <a:rPr sz="2200" spc="-50" dirty="0">
                          <a:latin typeface="Cambria"/>
                          <a:cs typeface="Cambria"/>
                        </a:rPr>
                        <a:t>•</a:t>
                      </a:r>
                      <a:endParaRPr sz="2200">
                        <a:latin typeface="Cambria"/>
                        <a:cs typeface="Cambria"/>
                      </a:endParaRPr>
                    </a:p>
                  </a:txBody>
                  <a:tcPr marL="0" marR="0" marT="35560" marB="0"/>
                </a:tc>
                <a:extLst>
                  <a:ext uri="{0D108BD9-81ED-4DB2-BD59-A6C34878D82A}">
                    <a16:rowId xmlns:a16="http://schemas.microsoft.com/office/drawing/2014/main" val="10002"/>
                  </a:ext>
                </a:extLst>
              </a:tr>
            </a:tbl>
          </a:graphicData>
        </a:graphic>
      </p:graphicFrame>
      <p:grpSp>
        <p:nvGrpSpPr>
          <p:cNvPr id="12" name="object 12"/>
          <p:cNvGrpSpPr/>
          <p:nvPr/>
        </p:nvGrpSpPr>
        <p:grpSpPr>
          <a:xfrm>
            <a:off x="6136385" y="5537453"/>
            <a:ext cx="2688590" cy="937260"/>
            <a:chOff x="6136385" y="5537453"/>
            <a:chExt cx="2688590" cy="937260"/>
          </a:xfrm>
        </p:grpSpPr>
        <p:sp>
          <p:nvSpPr>
            <p:cNvPr id="13" name="object 13"/>
            <p:cNvSpPr/>
            <p:nvPr/>
          </p:nvSpPr>
          <p:spPr>
            <a:xfrm>
              <a:off x="6136385" y="5543803"/>
              <a:ext cx="2688590" cy="0"/>
            </a:xfrm>
            <a:custGeom>
              <a:avLst/>
              <a:gdLst/>
              <a:ahLst/>
              <a:cxnLst/>
              <a:rect l="l" t="t" r="r" b="b"/>
              <a:pathLst>
                <a:path w="2688590">
                  <a:moveTo>
                    <a:pt x="0" y="0"/>
                  </a:moveTo>
                  <a:lnTo>
                    <a:pt x="2688082" y="0"/>
                  </a:lnTo>
                </a:path>
              </a:pathLst>
            </a:custGeom>
            <a:ln w="12700">
              <a:solidFill>
                <a:srgbClr val="FFFFFF"/>
              </a:solidFill>
            </a:ln>
          </p:spPr>
          <p:txBody>
            <a:bodyPr wrap="square" lIns="0" tIns="0" rIns="0" bIns="0" rtlCol="0"/>
            <a:lstStyle/>
            <a:p>
              <a:endParaRPr/>
            </a:p>
          </p:txBody>
        </p:sp>
        <p:sp>
          <p:nvSpPr>
            <p:cNvPr id="14" name="object 14"/>
            <p:cNvSpPr/>
            <p:nvPr/>
          </p:nvSpPr>
          <p:spPr>
            <a:xfrm>
              <a:off x="6136385" y="6455232"/>
              <a:ext cx="2688590" cy="0"/>
            </a:xfrm>
            <a:custGeom>
              <a:avLst/>
              <a:gdLst/>
              <a:ahLst/>
              <a:cxnLst/>
              <a:rect l="l" t="t" r="r" b="b"/>
              <a:pathLst>
                <a:path w="2688590">
                  <a:moveTo>
                    <a:pt x="0" y="0"/>
                  </a:moveTo>
                  <a:lnTo>
                    <a:pt x="2688082" y="0"/>
                  </a:lnTo>
                </a:path>
              </a:pathLst>
            </a:custGeom>
            <a:ln w="38100">
              <a:solidFill>
                <a:srgbClr val="FFFFFF"/>
              </a:solidFill>
            </a:ln>
          </p:spPr>
          <p:txBody>
            <a:bodyPr wrap="square" lIns="0" tIns="0" rIns="0" bIns="0" rtlCol="0"/>
            <a:lstStyle/>
            <a:p>
              <a:endParaRPr/>
            </a:p>
          </p:txBody>
        </p:sp>
      </p:grpSp>
      <p:sp>
        <p:nvSpPr>
          <p:cNvPr id="15" name="object 15"/>
          <p:cNvSpPr txBox="1"/>
          <p:nvPr/>
        </p:nvSpPr>
        <p:spPr>
          <a:xfrm>
            <a:off x="6222238" y="5493816"/>
            <a:ext cx="2004695" cy="848360"/>
          </a:xfrm>
          <a:prstGeom prst="rect">
            <a:avLst/>
          </a:prstGeom>
        </p:spPr>
        <p:txBody>
          <a:bodyPr vert="horz" wrap="square" lIns="0" tIns="12700" rIns="0" bIns="0" rtlCol="0">
            <a:spAutoFit/>
          </a:bodyPr>
          <a:lstStyle/>
          <a:p>
            <a:pPr marL="445134" marR="5080" indent="-433070">
              <a:lnSpc>
                <a:spcPct val="122700"/>
              </a:lnSpc>
              <a:spcBef>
                <a:spcPts val="100"/>
              </a:spcBef>
            </a:pPr>
            <a:r>
              <a:rPr sz="2200" dirty="0">
                <a:latin typeface="Cambria"/>
                <a:cs typeface="Cambria"/>
              </a:rPr>
              <a:t>I6=</a:t>
            </a:r>
            <a:r>
              <a:rPr sz="2200" spc="-25" dirty="0">
                <a:latin typeface="Cambria"/>
                <a:cs typeface="Cambria"/>
              </a:rPr>
              <a:t> </a:t>
            </a:r>
            <a:r>
              <a:rPr sz="2200" dirty="0">
                <a:latin typeface="Cambria"/>
                <a:cs typeface="Cambria"/>
              </a:rPr>
              <a:t>goto</a:t>
            </a:r>
            <a:r>
              <a:rPr sz="2200" spc="-10" dirty="0">
                <a:latin typeface="Cambria"/>
                <a:cs typeface="Cambria"/>
              </a:rPr>
              <a:t> </a:t>
            </a:r>
            <a:r>
              <a:rPr sz="2200" dirty="0">
                <a:latin typeface="Cambria"/>
                <a:cs typeface="Cambria"/>
              </a:rPr>
              <a:t>(I4,</a:t>
            </a:r>
            <a:r>
              <a:rPr sz="2200" spc="-20" dirty="0">
                <a:latin typeface="Cambria"/>
                <a:cs typeface="Cambria"/>
              </a:rPr>
              <a:t> </a:t>
            </a:r>
            <a:r>
              <a:rPr sz="2200" spc="-25" dirty="0">
                <a:latin typeface="Cambria"/>
                <a:cs typeface="Cambria"/>
              </a:rPr>
              <a:t>A)</a:t>
            </a:r>
            <a:r>
              <a:rPr sz="2200" spc="550" dirty="0">
                <a:latin typeface="Cambria"/>
                <a:cs typeface="Cambria"/>
              </a:rPr>
              <a:t> </a:t>
            </a:r>
            <a:r>
              <a:rPr sz="2200" dirty="0">
                <a:latin typeface="Cambria"/>
                <a:cs typeface="Cambria"/>
              </a:rPr>
              <a:t>S </a:t>
            </a:r>
            <a:r>
              <a:rPr sz="2200" dirty="0">
                <a:latin typeface="Wingdings"/>
                <a:cs typeface="Wingdings"/>
              </a:rPr>
              <a:t></a:t>
            </a:r>
            <a:r>
              <a:rPr sz="2200" spc="-85" dirty="0">
                <a:latin typeface="Times New Roman"/>
                <a:cs typeface="Times New Roman"/>
              </a:rPr>
              <a:t> </a:t>
            </a:r>
            <a:r>
              <a:rPr sz="2200" dirty="0">
                <a:latin typeface="Cambria"/>
                <a:cs typeface="Cambria"/>
              </a:rPr>
              <a:t>A</a:t>
            </a:r>
            <a:r>
              <a:rPr sz="2200" spc="15" dirty="0">
                <a:latin typeface="Cambria"/>
                <a:cs typeface="Cambria"/>
              </a:rPr>
              <a:t> </a:t>
            </a:r>
            <a:r>
              <a:rPr sz="2200" dirty="0">
                <a:latin typeface="Cambria"/>
                <a:cs typeface="Cambria"/>
              </a:rPr>
              <a:t>a</a:t>
            </a:r>
            <a:r>
              <a:rPr sz="2200" spc="-10" dirty="0">
                <a:latin typeface="Cambria"/>
                <a:cs typeface="Cambria"/>
              </a:rPr>
              <a:t> </a:t>
            </a:r>
            <a:r>
              <a:rPr sz="2200" dirty="0">
                <a:latin typeface="Cambria"/>
                <a:cs typeface="Cambria"/>
              </a:rPr>
              <a:t>A •</a:t>
            </a:r>
            <a:r>
              <a:rPr sz="2200" spc="-5" dirty="0">
                <a:latin typeface="Cambria"/>
                <a:cs typeface="Cambria"/>
              </a:rPr>
              <a:t> </a:t>
            </a:r>
            <a:r>
              <a:rPr sz="2200" spc="-50" dirty="0">
                <a:latin typeface="Cambria"/>
                <a:cs typeface="Cambria"/>
              </a:rPr>
              <a:t>b</a:t>
            </a:r>
            <a:endParaRPr sz="2200">
              <a:latin typeface="Cambria"/>
              <a:cs typeface="Cambria"/>
            </a:endParaRPr>
          </a:p>
        </p:txBody>
      </p:sp>
      <p:sp>
        <p:nvSpPr>
          <p:cNvPr id="16" name="object 16"/>
          <p:cNvSpPr txBox="1"/>
          <p:nvPr/>
        </p:nvSpPr>
        <p:spPr>
          <a:xfrm>
            <a:off x="8996933" y="3398647"/>
            <a:ext cx="2200275" cy="360680"/>
          </a:xfrm>
          <a:prstGeom prst="rect">
            <a:avLst/>
          </a:prstGeom>
        </p:spPr>
        <p:txBody>
          <a:bodyPr vert="horz" wrap="square" lIns="0" tIns="12065" rIns="0" bIns="0" rtlCol="0">
            <a:spAutoFit/>
          </a:bodyPr>
          <a:lstStyle/>
          <a:p>
            <a:pPr marL="12700">
              <a:lnSpc>
                <a:spcPct val="100000"/>
              </a:lnSpc>
              <a:spcBef>
                <a:spcPts val="95"/>
              </a:spcBef>
            </a:pPr>
            <a:r>
              <a:rPr sz="2200" dirty="0">
                <a:latin typeface="Cambria"/>
                <a:cs typeface="Cambria"/>
              </a:rPr>
              <a:t>FOLLOW</a:t>
            </a:r>
            <a:r>
              <a:rPr sz="2200" spc="-45" dirty="0">
                <a:latin typeface="Cambria"/>
                <a:cs typeface="Cambria"/>
              </a:rPr>
              <a:t> </a:t>
            </a:r>
            <a:r>
              <a:rPr sz="2200" dirty="0">
                <a:latin typeface="Cambria"/>
                <a:cs typeface="Cambria"/>
              </a:rPr>
              <a:t>(S’)</a:t>
            </a:r>
            <a:r>
              <a:rPr sz="2200" spc="-20" dirty="0">
                <a:latin typeface="Cambria"/>
                <a:cs typeface="Cambria"/>
              </a:rPr>
              <a:t> </a:t>
            </a:r>
            <a:r>
              <a:rPr sz="2200" dirty="0">
                <a:latin typeface="Cambria"/>
                <a:cs typeface="Cambria"/>
              </a:rPr>
              <a:t>=</a:t>
            </a:r>
            <a:r>
              <a:rPr sz="2200" spc="-30" dirty="0">
                <a:latin typeface="Cambria"/>
                <a:cs typeface="Cambria"/>
              </a:rPr>
              <a:t> </a:t>
            </a:r>
            <a:r>
              <a:rPr sz="2200" spc="-25" dirty="0">
                <a:latin typeface="Cambria"/>
                <a:cs typeface="Cambria"/>
              </a:rPr>
              <a:t>{$}</a:t>
            </a:r>
            <a:endParaRPr sz="2200">
              <a:latin typeface="Cambria"/>
              <a:cs typeface="Cambria"/>
            </a:endParaRPr>
          </a:p>
        </p:txBody>
      </p:sp>
      <p:graphicFrame>
        <p:nvGraphicFramePr>
          <p:cNvPr id="17" name="object 17"/>
          <p:cNvGraphicFramePr>
            <a:graphicFrameLocks noGrp="1"/>
          </p:cNvGraphicFramePr>
          <p:nvPr/>
        </p:nvGraphicFramePr>
        <p:xfrm>
          <a:off x="8977883" y="3861101"/>
          <a:ext cx="2508250" cy="1179830"/>
        </p:xfrm>
        <a:graphic>
          <a:graphicData uri="http://schemas.openxmlformats.org/drawingml/2006/table">
            <a:tbl>
              <a:tblPr firstRow="1" bandRow="1">
                <a:tableStyleId>{2D5ABB26-0587-4C30-8999-92F81FD0307C}</a:tableStyleId>
              </a:tblPr>
              <a:tblGrid>
                <a:gridCol w="2431415">
                  <a:extLst>
                    <a:ext uri="{9D8B030D-6E8A-4147-A177-3AD203B41FA5}">
                      <a16:colId xmlns:a16="http://schemas.microsoft.com/office/drawing/2014/main" val="20000"/>
                    </a:ext>
                  </a:extLst>
                </a:gridCol>
              </a:tblGrid>
              <a:tr h="376555">
                <a:tc>
                  <a:txBody>
                    <a:bodyPr/>
                    <a:lstStyle/>
                    <a:p>
                      <a:pPr marL="45085">
                        <a:lnSpc>
                          <a:spcPts val="2525"/>
                        </a:lnSpc>
                      </a:pPr>
                      <a:r>
                        <a:rPr sz="2200" dirty="0">
                          <a:latin typeface="Cambria"/>
                          <a:cs typeface="Cambria"/>
                        </a:rPr>
                        <a:t>FOLLOW</a:t>
                      </a:r>
                      <a:r>
                        <a:rPr sz="2200" spc="-45" dirty="0">
                          <a:latin typeface="Cambria"/>
                          <a:cs typeface="Cambria"/>
                        </a:rPr>
                        <a:t> </a:t>
                      </a:r>
                      <a:r>
                        <a:rPr sz="2200" dirty="0">
                          <a:latin typeface="Cambria"/>
                          <a:cs typeface="Cambria"/>
                        </a:rPr>
                        <a:t>(S)</a:t>
                      </a:r>
                      <a:r>
                        <a:rPr sz="2200" spc="-25" dirty="0">
                          <a:latin typeface="Cambria"/>
                          <a:cs typeface="Cambria"/>
                        </a:rPr>
                        <a:t> </a:t>
                      </a:r>
                      <a:r>
                        <a:rPr sz="2200" dirty="0">
                          <a:latin typeface="Cambria"/>
                          <a:cs typeface="Cambria"/>
                        </a:rPr>
                        <a:t>=</a:t>
                      </a:r>
                      <a:r>
                        <a:rPr sz="2200" spc="-20" dirty="0">
                          <a:latin typeface="Cambria"/>
                          <a:cs typeface="Cambria"/>
                        </a:rPr>
                        <a:t> </a:t>
                      </a:r>
                      <a:r>
                        <a:rPr sz="2200" spc="-25" dirty="0">
                          <a:latin typeface="Cambria"/>
                          <a:cs typeface="Cambria"/>
                        </a:rPr>
                        <a:t>{$}</a:t>
                      </a:r>
                      <a:endParaRPr sz="2200">
                        <a:latin typeface="Cambria"/>
                        <a:cs typeface="Cambria"/>
                      </a:endParaRPr>
                    </a:p>
                  </a:txBody>
                  <a:tcPr marL="0" marR="0" marT="0" marB="0"/>
                </a:tc>
                <a:extLst>
                  <a:ext uri="{0D108BD9-81ED-4DB2-BD59-A6C34878D82A}">
                    <a16:rowId xmlns:a16="http://schemas.microsoft.com/office/drawing/2014/main" val="10000"/>
                  </a:ext>
                </a:extLst>
              </a:tr>
              <a:tr h="426720">
                <a:tc>
                  <a:txBody>
                    <a:bodyPr/>
                    <a:lstStyle/>
                    <a:p>
                      <a:pPr marL="45085">
                        <a:lnSpc>
                          <a:spcPct val="100000"/>
                        </a:lnSpc>
                        <a:spcBef>
                          <a:spcPts val="280"/>
                        </a:spcBef>
                      </a:pPr>
                      <a:r>
                        <a:rPr sz="2200" dirty="0">
                          <a:latin typeface="Cambria"/>
                          <a:cs typeface="Cambria"/>
                        </a:rPr>
                        <a:t>FOLLOW</a:t>
                      </a:r>
                      <a:r>
                        <a:rPr sz="2200" spc="-50" dirty="0">
                          <a:latin typeface="Cambria"/>
                          <a:cs typeface="Cambria"/>
                        </a:rPr>
                        <a:t> </a:t>
                      </a:r>
                      <a:r>
                        <a:rPr sz="2200" dirty="0">
                          <a:latin typeface="Cambria"/>
                          <a:cs typeface="Cambria"/>
                        </a:rPr>
                        <a:t>(A)</a:t>
                      </a:r>
                      <a:r>
                        <a:rPr sz="2200" spc="-25" dirty="0">
                          <a:latin typeface="Cambria"/>
                          <a:cs typeface="Cambria"/>
                        </a:rPr>
                        <a:t> </a:t>
                      </a:r>
                      <a:r>
                        <a:rPr sz="2200" dirty="0">
                          <a:latin typeface="Cambria"/>
                          <a:cs typeface="Cambria"/>
                        </a:rPr>
                        <a:t>=</a:t>
                      </a:r>
                      <a:r>
                        <a:rPr sz="2200" spc="-30" dirty="0">
                          <a:latin typeface="Cambria"/>
                          <a:cs typeface="Cambria"/>
                        </a:rPr>
                        <a:t> </a:t>
                      </a:r>
                      <a:r>
                        <a:rPr sz="2200" spc="-20" dirty="0">
                          <a:latin typeface="Cambria"/>
                          <a:cs typeface="Cambria"/>
                        </a:rPr>
                        <a:t>{a,b}</a:t>
                      </a:r>
                      <a:endParaRPr sz="2200">
                        <a:latin typeface="Cambria"/>
                        <a:cs typeface="Cambria"/>
                      </a:endParaRPr>
                    </a:p>
                  </a:txBody>
                  <a:tcPr marL="0" marR="0" marT="35560" marB="0"/>
                </a:tc>
                <a:extLst>
                  <a:ext uri="{0D108BD9-81ED-4DB2-BD59-A6C34878D82A}">
                    <a16:rowId xmlns:a16="http://schemas.microsoft.com/office/drawing/2014/main" val="10001"/>
                  </a:ext>
                </a:extLst>
              </a:tr>
              <a:tr h="376555">
                <a:tc>
                  <a:txBody>
                    <a:bodyPr/>
                    <a:lstStyle/>
                    <a:p>
                      <a:pPr marL="31750">
                        <a:lnSpc>
                          <a:spcPts val="2590"/>
                        </a:lnSpc>
                        <a:spcBef>
                          <a:spcPts val="280"/>
                        </a:spcBef>
                      </a:pPr>
                      <a:r>
                        <a:rPr sz="2200" dirty="0">
                          <a:latin typeface="Cambria"/>
                          <a:cs typeface="Cambria"/>
                        </a:rPr>
                        <a:t>FOLLOW</a:t>
                      </a:r>
                      <a:r>
                        <a:rPr sz="2200" spc="-55" dirty="0">
                          <a:latin typeface="Cambria"/>
                          <a:cs typeface="Cambria"/>
                        </a:rPr>
                        <a:t> </a:t>
                      </a:r>
                      <a:r>
                        <a:rPr sz="2200" dirty="0">
                          <a:latin typeface="Cambria"/>
                          <a:cs typeface="Cambria"/>
                        </a:rPr>
                        <a:t>(B)</a:t>
                      </a:r>
                      <a:r>
                        <a:rPr sz="2200" spc="-25" dirty="0">
                          <a:latin typeface="Cambria"/>
                          <a:cs typeface="Cambria"/>
                        </a:rPr>
                        <a:t> </a:t>
                      </a:r>
                      <a:r>
                        <a:rPr sz="2200" dirty="0">
                          <a:latin typeface="Cambria"/>
                          <a:cs typeface="Cambria"/>
                        </a:rPr>
                        <a:t>=</a:t>
                      </a:r>
                      <a:r>
                        <a:rPr sz="2200" spc="-30" dirty="0">
                          <a:latin typeface="Cambria"/>
                          <a:cs typeface="Cambria"/>
                        </a:rPr>
                        <a:t> </a:t>
                      </a:r>
                      <a:r>
                        <a:rPr sz="2200" spc="-20" dirty="0">
                          <a:latin typeface="Cambria"/>
                          <a:cs typeface="Cambria"/>
                        </a:rPr>
                        <a:t>{a,b}</a:t>
                      </a:r>
                      <a:endParaRPr sz="2200">
                        <a:latin typeface="Cambria"/>
                        <a:cs typeface="Cambria"/>
                      </a:endParaRPr>
                    </a:p>
                  </a:txBody>
                  <a:tcPr marL="0" marR="0" marT="35560" marB="0"/>
                </a:tc>
                <a:extLst>
                  <a:ext uri="{0D108BD9-81ED-4DB2-BD59-A6C34878D82A}">
                    <a16:rowId xmlns:a16="http://schemas.microsoft.com/office/drawing/2014/main" val="10002"/>
                  </a:ext>
                </a:extLst>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050"/>
              </a:lnSpc>
            </a:pPr>
            <a:r>
              <a:rPr sz="3600" b="1" spc="-10" dirty="0">
                <a:solidFill>
                  <a:srgbClr val="FFFFFF"/>
                </a:solidFill>
                <a:latin typeface="Cambria"/>
                <a:cs typeface="Cambria"/>
              </a:rPr>
              <a:t>SLR(1)</a:t>
            </a:r>
            <a:endParaRPr sz="3600">
              <a:latin typeface="Cambria"/>
              <a:cs typeface="Cambria"/>
            </a:endParaRPr>
          </a:p>
          <a:p>
            <a:pPr marL="344170">
              <a:lnSpc>
                <a:spcPts val="4050"/>
              </a:lnSpc>
            </a:pPr>
            <a:r>
              <a:rPr sz="3600" b="1" spc="-10" dirty="0">
                <a:solidFill>
                  <a:srgbClr val="FFFFFF"/>
                </a:solidFill>
                <a:latin typeface="Cambria"/>
                <a:cs typeface="Cambria"/>
              </a:rPr>
              <a:t>Parser</a:t>
            </a:r>
            <a:endParaRPr sz="3600">
              <a:latin typeface="Cambria"/>
              <a:cs typeface="Cambria"/>
            </a:endParaRPr>
          </a:p>
        </p:txBody>
      </p:sp>
      <p:graphicFrame>
        <p:nvGraphicFramePr>
          <p:cNvPr id="3" name="object 3"/>
          <p:cNvGraphicFramePr>
            <a:graphicFrameLocks noGrp="1"/>
          </p:cNvGraphicFramePr>
          <p:nvPr/>
        </p:nvGraphicFramePr>
        <p:xfrm>
          <a:off x="3526916" y="746633"/>
          <a:ext cx="5925820" cy="4444364"/>
        </p:xfrm>
        <a:graphic>
          <a:graphicData uri="http://schemas.openxmlformats.org/drawingml/2006/table">
            <a:tbl>
              <a:tblPr firstRow="1" bandRow="1">
                <a:tableStyleId>{2D5ABB26-0587-4C30-8999-92F81FD0307C}</a:tableStyleId>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58520">
                  <a:extLst>
                    <a:ext uri="{9D8B030D-6E8A-4147-A177-3AD203B41FA5}">
                      <a16:colId xmlns:a16="http://schemas.microsoft.com/office/drawing/2014/main" val="20003"/>
                    </a:ext>
                  </a:extLst>
                </a:gridCol>
                <a:gridCol w="812800">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12800">
                  <a:extLst>
                    <a:ext uri="{9D8B030D-6E8A-4147-A177-3AD203B41FA5}">
                      <a16:colId xmlns:a16="http://schemas.microsoft.com/office/drawing/2014/main" val="20006"/>
                    </a:ext>
                  </a:extLst>
                </a:gridCol>
              </a:tblGrid>
              <a:tr h="370205">
                <a:tc gridSpan="4">
                  <a:txBody>
                    <a:bodyPr/>
                    <a:lstStyle/>
                    <a:p>
                      <a:pPr marR="5080" algn="ctr">
                        <a:lnSpc>
                          <a:spcPct val="100000"/>
                        </a:lnSpc>
                        <a:spcBef>
                          <a:spcPts val="240"/>
                        </a:spcBef>
                      </a:pPr>
                      <a:r>
                        <a:rPr sz="1800" b="1" spc="-10" dirty="0">
                          <a:solidFill>
                            <a:srgbClr val="FFFFFF"/>
                          </a:solidFill>
                          <a:latin typeface="Corbel"/>
                          <a:cs typeface="Corbel"/>
                        </a:rPr>
                        <a:t>ACTION</a:t>
                      </a:r>
                      <a:endParaRPr sz="1800">
                        <a:latin typeface="Corbel"/>
                        <a:cs typeface="Corbel"/>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40B9D2"/>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marR="2540" algn="ctr">
                        <a:lnSpc>
                          <a:spcPct val="100000"/>
                        </a:lnSpc>
                        <a:spcBef>
                          <a:spcPts val="240"/>
                        </a:spcBef>
                      </a:pPr>
                      <a:r>
                        <a:rPr sz="1800" b="1" spc="-20" dirty="0">
                          <a:solidFill>
                            <a:srgbClr val="FFFFFF"/>
                          </a:solidFill>
                          <a:latin typeface="Corbel"/>
                          <a:cs typeface="Corbel"/>
                        </a:rPr>
                        <a:t>GOTO</a:t>
                      </a:r>
                      <a:endParaRPr sz="1800">
                        <a:latin typeface="Corbel"/>
                        <a:cs typeface="Corbel"/>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40B9D2"/>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70205">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solidFill>
                            <a:srgbClr val="FFFFFF"/>
                          </a:solidFill>
                          <a:latin typeface="Corbel"/>
                          <a:cs typeface="Corbel"/>
                        </a:rPr>
                        <a:t>a</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solidFill>
                            <a:srgbClr val="FFFFFF"/>
                          </a:solidFill>
                          <a:latin typeface="Corbel"/>
                          <a:cs typeface="Corbel"/>
                        </a:rPr>
                        <a:t>b</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solidFill>
                            <a:srgbClr val="FFFFFF"/>
                          </a:solidFill>
                          <a:latin typeface="Corbel"/>
                          <a:cs typeface="Corbel"/>
                        </a:rPr>
                        <a:t>$</a:t>
                      </a:r>
                      <a:endParaRPr sz="1800">
                        <a:latin typeface="Corbel"/>
                        <a:cs typeface="Corbel"/>
                      </a:endParaRPr>
                    </a:p>
                  </a:txBody>
                  <a:tcPr marL="0" marR="0" marT="30480" marB="0">
                    <a:lnL w="12700">
                      <a:solidFill>
                        <a:srgbClr val="FFFFFF"/>
                      </a:solidFill>
                      <a:prstDash val="solid"/>
                    </a:lnL>
                    <a:lnR w="12700">
                      <a:solidFill>
                        <a:srgbClr val="000000"/>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solidFill>
                            <a:srgbClr val="FFFFFF"/>
                          </a:solidFill>
                          <a:latin typeface="Corbel"/>
                          <a:cs typeface="Corbel"/>
                        </a:rPr>
                        <a:t>S</a:t>
                      </a:r>
                      <a:endParaRPr sz="1800">
                        <a:latin typeface="Corbel"/>
                        <a:cs typeface="Corbel"/>
                      </a:endParaRPr>
                    </a:p>
                  </a:txBody>
                  <a:tcPr marL="0" marR="0" marT="30480" marB="0">
                    <a:lnL w="12700">
                      <a:solidFill>
                        <a:srgbClr val="000000"/>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solidFill>
                            <a:srgbClr val="FFFFFF"/>
                          </a:solidFill>
                          <a:latin typeface="Corbel"/>
                          <a:cs typeface="Corbel"/>
                        </a:rPr>
                        <a:t>A</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000000"/>
                      </a:solidFill>
                      <a:prstDash val="solid"/>
                    </a:lnT>
                    <a:lnB w="38100">
                      <a:solidFill>
                        <a:srgbClr val="FFFFFF"/>
                      </a:solidFill>
                      <a:prstDash val="solid"/>
                    </a:lnB>
                    <a:solidFill>
                      <a:srgbClr val="40B9D2"/>
                    </a:solidFill>
                  </a:tcPr>
                </a:tc>
                <a:tc>
                  <a:txBody>
                    <a:bodyPr/>
                    <a:lstStyle/>
                    <a:p>
                      <a:pPr marL="92075">
                        <a:lnSpc>
                          <a:spcPct val="100000"/>
                        </a:lnSpc>
                        <a:spcBef>
                          <a:spcPts val="240"/>
                        </a:spcBef>
                      </a:pPr>
                      <a:r>
                        <a:rPr sz="1800" b="1" spc="-50" dirty="0">
                          <a:solidFill>
                            <a:srgbClr val="FFFFFF"/>
                          </a:solidFill>
                          <a:latin typeface="Corbel"/>
                          <a:cs typeface="Corbel"/>
                        </a:rPr>
                        <a:t>B</a:t>
                      </a:r>
                      <a:endParaRPr sz="1800">
                        <a:latin typeface="Corbel"/>
                        <a:cs typeface="Corbel"/>
                      </a:endParaRPr>
                    </a:p>
                  </a:txBody>
                  <a:tcPr marL="0" marR="0" marT="30480" marB="0">
                    <a:lnL w="12700">
                      <a:solidFill>
                        <a:srgbClr val="FFFFFF"/>
                      </a:solidFill>
                      <a:prstDash val="solid"/>
                    </a:lnL>
                    <a:lnR w="12700">
                      <a:solidFill>
                        <a:srgbClr val="000000"/>
                      </a:solidFill>
                      <a:prstDash val="solid"/>
                    </a:lnR>
                    <a:lnT w="12700">
                      <a:solidFill>
                        <a:srgbClr val="000000"/>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1"/>
                  </a:ext>
                </a:extLst>
              </a:tr>
              <a:tr h="370205">
                <a:tc>
                  <a:txBody>
                    <a:bodyPr/>
                    <a:lstStyle/>
                    <a:p>
                      <a:pPr marL="92075">
                        <a:lnSpc>
                          <a:spcPct val="100000"/>
                        </a:lnSpc>
                        <a:spcBef>
                          <a:spcPts val="240"/>
                        </a:spcBef>
                      </a:pPr>
                      <a:r>
                        <a:rPr sz="1800" spc="-50" dirty="0">
                          <a:latin typeface="Corbel"/>
                          <a:cs typeface="Corbel"/>
                        </a:rPr>
                        <a:t>0</a:t>
                      </a:r>
                      <a:endParaRPr sz="1800">
                        <a:latin typeface="Corbel"/>
                        <a:cs typeface="Corbel"/>
                      </a:endParaRPr>
                    </a:p>
                  </a:txBody>
                  <a:tcPr marL="0" marR="0" marT="30480" marB="0">
                    <a:lnL w="12700">
                      <a:solidFill>
                        <a:srgbClr val="000000"/>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0"/>
                        </a:spcBef>
                      </a:pPr>
                      <a:r>
                        <a:rPr sz="1800" spc="-10" dirty="0">
                          <a:solidFill>
                            <a:srgbClr val="FF0000"/>
                          </a:solidFill>
                          <a:latin typeface="Corbel"/>
                          <a:cs typeface="Corbel"/>
                        </a:rPr>
                        <a:t>R3/R4</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0"/>
                        </a:spcBef>
                      </a:pPr>
                      <a:r>
                        <a:rPr sz="1800" spc="-10" dirty="0">
                          <a:solidFill>
                            <a:srgbClr val="FF0000"/>
                          </a:solidFill>
                          <a:latin typeface="Corbel"/>
                          <a:cs typeface="Corbel"/>
                        </a:rPr>
                        <a:t>R3/R4</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0"/>
                        </a:spcBef>
                      </a:pPr>
                      <a:r>
                        <a:rPr sz="1800" spc="-50" dirty="0">
                          <a:latin typeface="Corbel"/>
                          <a:cs typeface="Corbel"/>
                        </a:rPr>
                        <a:t>1</a:t>
                      </a:r>
                      <a:endParaRPr sz="1800">
                        <a:latin typeface="Corbel"/>
                        <a:cs typeface="Corbel"/>
                      </a:endParaRPr>
                    </a:p>
                  </a:txBody>
                  <a:tcPr marL="0" marR="0" marT="30480" marB="0">
                    <a:lnL w="12700">
                      <a:solidFill>
                        <a:srgbClr val="000000"/>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0"/>
                        </a:spcBef>
                      </a:pPr>
                      <a:r>
                        <a:rPr sz="1800" spc="-50" dirty="0">
                          <a:latin typeface="Corbel"/>
                          <a:cs typeface="Corbel"/>
                        </a:rPr>
                        <a:t>2</a:t>
                      </a:r>
                      <a:endParaRPr sz="1800">
                        <a:latin typeface="Corbel"/>
                        <a:cs typeface="Corbel"/>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0"/>
                        </a:spcBef>
                      </a:pPr>
                      <a:r>
                        <a:rPr sz="1800" spc="-50" dirty="0">
                          <a:latin typeface="Corbel"/>
                          <a:cs typeface="Corbel"/>
                        </a:rPr>
                        <a:t>3</a:t>
                      </a:r>
                      <a:endParaRPr sz="1800">
                        <a:latin typeface="Corbel"/>
                        <a:cs typeface="Corbel"/>
                      </a:endParaRPr>
                    </a:p>
                  </a:txBody>
                  <a:tcPr marL="0" marR="0" marT="30480" marB="0">
                    <a:lnL w="12700">
                      <a:solidFill>
                        <a:srgbClr val="FFFFFF"/>
                      </a:solidFill>
                      <a:prstDash val="solid"/>
                    </a:lnL>
                    <a:lnR w="12700">
                      <a:solidFill>
                        <a:srgbClr val="000000"/>
                      </a:solidFill>
                      <a:prstDash val="solid"/>
                    </a:lnR>
                    <a:lnT w="381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2"/>
                  </a:ext>
                </a:extLst>
              </a:tr>
              <a:tr h="370205">
                <a:tc>
                  <a:txBody>
                    <a:bodyPr/>
                    <a:lstStyle/>
                    <a:p>
                      <a:pPr marL="92075">
                        <a:lnSpc>
                          <a:spcPct val="100000"/>
                        </a:lnSpc>
                        <a:spcBef>
                          <a:spcPts val="240"/>
                        </a:spcBef>
                      </a:pPr>
                      <a:r>
                        <a:rPr sz="1800" spc="-50" dirty="0">
                          <a:latin typeface="Corbel"/>
                          <a:cs typeface="Corbel"/>
                        </a:rPr>
                        <a:t>1</a:t>
                      </a:r>
                      <a:endParaRPr sz="1800">
                        <a:latin typeface="Corbel"/>
                        <a:cs typeface="Corbel"/>
                      </a:endParaRPr>
                    </a:p>
                  </a:txBody>
                  <a:tcPr marL="0" marR="0" marT="3048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0"/>
                        </a:spcBef>
                      </a:pPr>
                      <a:r>
                        <a:rPr sz="1800" spc="-10" dirty="0">
                          <a:latin typeface="Corbel"/>
                          <a:cs typeface="Corbel"/>
                        </a:rPr>
                        <a:t>Accept</a:t>
                      </a:r>
                      <a:endParaRPr sz="1800">
                        <a:latin typeface="Corbel"/>
                        <a:cs typeface="Corbel"/>
                      </a:endParaRPr>
                    </a:p>
                  </a:txBody>
                  <a:tcPr marL="0" marR="0" marT="3048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3"/>
                  </a:ext>
                </a:extLst>
              </a:tr>
              <a:tr h="370840">
                <a:tc>
                  <a:txBody>
                    <a:bodyPr/>
                    <a:lstStyle/>
                    <a:p>
                      <a:pPr marL="92075">
                        <a:lnSpc>
                          <a:spcPct val="100000"/>
                        </a:lnSpc>
                        <a:spcBef>
                          <a:spcPts val="245"/>
                        </a:spcBef>
                      </a:pPr>
                      <a:r>
                        <a:rPr sz="1800" spc="-50" dirty="0">
                          <a:latin typeface="Corbel"/>
                          <a:cs typeface="Corbel"/>
                        </a:rPr>
                        <a:t>2</a:t>
                      </a:r>
                      <a:endParaRPr sz="1800">
                        <a:latin typeface="Corbel"/>
                        <a:cs typeface="Corbel"/>
                      </a:endParaRPr>
                    </a:p>
                  </a:txBody>
                  <a:tcPr marL="0" marR="0" marT="31115"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S4</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4"/>
                  </a:ext>
                </a:extLst>
              </a:tr>
              <a:tr h="370205">
                <a:tc>
                  <a:txBody>
                    <a:bodyPr/>
                    <a:lstStyle/>
                    <a:p>
                      <a:pPr marL="92075">
                        <a:lnSpc>
                          <a:spcPct val="100000"/>
                        </a:lnSpc>
                        <a:spcBef>
                          <a:spcPts val="244"/>
                        </a:spcBef>
                      </a:pPr>
                      <a:r>
                        <a:rPr sz="1800" spc="-50" dirty="0">
                          <a:latin typeface="Corbel"/>
                          <a:cs typeface="Corbel"/>
                        </a:rPr>
                        <a:t>3</a:t>
                      </a:r>
                      <a:endParaRPr sz="1800">
                        <a:latin typeface="Corbel"/>
                        <a:cs typeface="Corbel"/>
                      </a:endParaRPr>
                    </a:p>
                  </a:txBody>
                  <a:tcPr marL="0" marR="0" marT="31114"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4"/>
                        </a:spcBef>
                      </a:pPr>
                      <a:r>
                        <a:rPr sz="1800" spc="-25" dirty="0">
                          <a:latin typeface="Corbel"/>
                          <a:cs typeface="Corbel"/>
                        </a:rPr>
                        <a:t>S5</a:t>
                      </a:r>
                      <a:endParaRPr sz="1800">
                        <a:latin typeface="Corbel"/>
                        <a:cs typeface="Corbel"/>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5"/>
                  </a:ext>
                </a:extLst>
              </a:tr>
              <a:tr h="370205">
                <a:tc>
                  <a:txBody>
                    <a:bodyPr/>
                    <a:lstStyle/>
                    <a:p>
                      <a:pPr marL="92075">
                        <a:lnSpc>
                          <a:spcPct val="100000"/>
                        </a:lnSpc>
                        <a:spcBef>
                          <a:spcPts val="245"/>
                        </a:spcBef>
                      </a:pPr>
                      <a:r>
                        <a:rPr sz="1800" spc="-50" dirty="0">
                          <a:latin typeface="Corbel"/>
                          <a:cs typeface="Corbel"/>
                        </a:rPr>
                        <a:t>4</a:t>
                      </a:r>
                      <a:endParaRPr sz="1800">
                        <a:latin typeface="Corbel"/>
                        <a:cs typeface="Corbel"/>
                      </a:endParaRPr>
                    </a:p>
                  </a:txBody>
                  <a:tcPr marL="0" marR="0" marT="31115"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R3</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R3</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50" dirty="0">
                          <a:latin typeface="Corbel"/>
                          <a:cs typeface="Corbel"/>
                        </a:rPr>
                        <a:t>6</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6"/>
                  </a:ext>
                </a:extLst>
              </a:tr>
              <a:tr h="370205">
                <a:tc>
                  <a:txBody>
                    <a:bodyPr/>
                    <a:lstStyle/>
                    <a:p>
                      <a:pPr marL="92075">
                        <a:lnSpc>
                          <a:spcPct val="100000"/>
                        </a:lnSpc>
                        <a:spcBef>
                          <a:spcPts val="245"/>
                        </a:spcBef>
                      </a:pPr>
                      <a:r>
                        <a:rPr sz="1800" spc="-50" dirty="0">
                          <a:latin typeface="Corbel"/>
                          <a:cs typeface="Corbel"/>
                        </a:rPr>
                        <a:t>5</a:t>
                      </a:r>
                      <a:endParaRPr sz="1800">
                        <a:latin typeface="Corbel"/>
                        <a:cs typeface="Corbel"/>
                      </a:endParaRPr>
                    </a:p>
                  </a:txBody>
                  <a:tcPr marL="0" marR="0" marT="31115"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5"/>
                        </a:spcBef>
                      </a:pPr>
                      <a:r>
                        <a:rPr sz="1800" spc="-25" dirty="0">
                          <a:latin typeface="Corbel"/>
                          <a:cs typeface="Corbel"/>
                        </a:rPr>
                        <a:t>R4</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5"/>
                        </a:spcBef>
                      </a:pPr>
                      <a:r>
                        <a:rPr sz="1800" spc="-25" dirty="0">
                          <a:latin typeface="Corbel"/>
                          <a:cs typeface="Corbel"/>
                        </a:rPr>
                        <a:t>R4</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45"/>
                        </a:spcBef>
                      </a:pPr>
                      <a:r>
                        <a:rPr sz="1800" spc="-50" dirty="0">
                          <a:latin typeface="Corbel"/>
                          <a:cs typeface="Corbel"/>
                        </a:rPr>
                        <a:t>7</a:t>
                      </a:r>
                      <a:endParaRPr sz="1800">
                        <a:latin typeface="Corbel"/>
                        <a:cs typeface="Corbel"/>
                      </a:endParaRPr>
                    </a:p>
                  </a:txBody>
                  <a:tcPr marL="0" marR="0" marT="31115"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7"/>
                  </a:ext>
                </a:extLst>
              </a:tr>
              <a:tr h="370840">
                <a:tc>
                  <a:txBody>
                    <a:bodyPr/>
                    <a:lstStyle/>
                    <a:p>
                      <a:pPr marL="92075">
                        <a:lnSpc>
                          <a:spcPct val="100000"/>
                        </a:lnSpc>
                        <a:spcBef>
                          <a:spcPts val="245"/>
                        </a:spcBef>
                      </a:pPr>
                      <a:r>
                        <a:rPr sz="1800" spc="-50" dirty="0">
                          <a:latin typeface="Corbel"/>
                          <a:cs typeface="Corbel"/>
                        </a:rPr>
                        <a:t>6</a:t>
                      </a:r>
                      <a:endParaRPr sz="1800">
                        <a:latin typeface="Corbel"/>
                        <a:cs typeface="Corbel"/>
                      </a:endParaRPr>
                    </a:p>
                  </a:txBody>
                  <a:tcPr marL="0" marR="0" marT="31115"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S8</a:t>
                      </a:r>
                      <a:endParaRPr sz="1800">
                        <a:latin typeface="Corbel"/>
                        <a:cs typeface="Corbel"/>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8"/>
                  </a:ext>
                </a:extLst>
              </a:tr>
              <a:tr h="370205">
                <a:tc>
                  <a:txBody>
                    <a:bodyPr/>
                    <a:lstStyle/>
                    <a:p>
                      <a:pPr marL="92075">
                        <a:lnSpc>
                          <a:spcPct val="100000"/>
                        </a:lnSpc>
                        <a:spcBef>
                          <a:spcPts val="250"/>
                        </a:spcBef>
                      </a:pPr>
                      <a:r>
                        <a:rPr sz="1800" spc="-50" dirty="0">
                          <a:latin typeface="Corbel"/>
                          <a:cs typeface="Corbel"/>
                        </a:rPr>
                        <a:t>7</a:t>
                      </a:r>
                      <a:endParaRPr sz="1800">
                        <a:latin typeface="Corbel"/>
                        <a:cs typeface="Corbel"/>
                      </a:endParaRPr>
                    </a:p>
                  </a:txBody>
                  <a:tcPr marL="0" marR="0" marT="3175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50"/>
                        </a:spcBef>
                      </a:pPr>
                      <a:r>
                        <a:rPr sz="1800" spc="-25" dirty="0">
                          <a:latin typeface="Corbel"/>
                          <a:cs typeface="Corbel"/>
                        </a:rPr>
                        <a:t>S9</a:t>
                      </a:r>
                      <a:endParaRPr sz="1800">
                        <a:latin typeface="Corbel"/>
                        <a:cs typeface="Corbel"/>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9"/>
                  </a:ext>
                </a:extLst>
              </a:tr>
              <a:tr h="370840">
                <a:tc>
                  <a:txBody>
                    <a:bodyPr/>
                    <a:lstStyle/>
                    <a:p>
                      <a:pPr marL="92075">
                        <a:lnSpc>
                          <a:spcPct val="100000"/>
                        </a:lnSpc>
                        <a:spcBef>
                          <a:spcPts val="245"/>
                        </a:spcBef>
                      </a:pPr>
                      <a:r>
                        <a:rPr sz="1800" spc="-50" dirty="0">
                          <a:latin typeface="Corbel"/>
                          <a:cs typeface="Corbel"/>
                        </a:rPr>
                        <a:t>8</a:t>
                      </a:r>
                      <a:endParaRPr sz="1800">
                        <a:latin typeface="Corbel"/>
                        <a:cs typeface="Corbel"/>
                      </a:endParaRPr>
                    </a:p>
                  </a:txBody>
                  <a:tcPr marL="0" marR="0" marT="31115"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5"/>
                        </a:spcBef>
                      </a:pPr>
                      <a:r>
                        <a:rPr sz="1800" spc="-25" dirty="0">
                          <a:latin typeface="Corbel"/>
                          <a:cs typeface="Corbel"/>
                        </a:rPr>
                        <a:t>R1</a:t>
                      </a:r>
                      <a:endParaRPr sz="1800">
                        <a:latin typeface="Corbel"/>
                        <a:cs typeface="Corbel"/>
                      </a:endParaRPr>
                    </a:p>
                  </a:txBody>
                  <a:tcPr marL="0" marR="0" marT="31115"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10"/>
                  </a:ext>
                </a:extLst>
              </a:tr>
              <a:tr h="370205">
                <a:tc>
                  <a:txBody>
                    <a:bodyPr/>
                    <a:lstStyle/>
                    <a:p>
                      <a:pPr marL="92075">
                        <a:lnSpc>
                          <a:spcPct val="100000"/>
                        </a:lnSpc>
                        <a:spcBef>
                          <a:spcPts val="250"/>
                        </a:spcBef>
                      </a:pPr>
                      <a:r>
                        <a:rPr sz="1800" spc="-50" dirty="0">
                          <a:latin typeface="Corbel"/>
                          <a:cs typeface="Corbel"/>
                        </a:rPr>
                        <a:t>9</a:t>
                      </a:r>
                      <a:endParaRPr sz="1800">
                        <a:latin typeface="Corbel"/>
                        <a:cs typeface="Corbel"/>
                      </a:endParaRPr>
                    </a:p>
                  </a:txBody>
                  <a:tcPr marL="0" marR="0" marT="31750" marB="0">
                    <a:lnL w="12700">
                      <a:solidFill>
                        <a:srgbClr val="000000"/>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marL="92075">
                        <a:lnSpc>
                          <a:spcPct val="100000"/>
                        </a:lnSpc>
                        <a:spcBef>
                          <a:spcPts val="250"/>
                        </a:spcBef>
                      </a:pPr>
                      <a:r>
                        <a:rPr sz="1800" spc="-25" dirty="0">
                          <a:latin typeface="Corbel"/>
                          <a:cs typeface="Corbel"/>
                        </a:rPr>
                        <a:t>R2</a:t>
                      </a:r>
                      <a:endParaRPr sz="1800">
                        <a:latin typeface="Corbel"/>
                        <a:cs typeface="Corbel"/>
                      </a:endParaRPr>
                    </a:p>
                  </a:txBody>
                  <a:tcPr marL="0" marR="0" marT="31750" marB="0">
                    <a:lnL w="12700">
                      <a:solidFill>
                        <a:srgbClr val="FFFFFF"/>
                      </a:solidFill>
                      <a:prstDash val="solid"/>
                    </a:lnL>
                    <a:lnR w="12700">
                      <a:solidFill>
                        <a:srgbClr val="000000"/>
                      </a:solidFill>
                      <a:prstDash val="solid"/>
                    </a:lnR>
                    <a:lnT w="12700">
                      <a:solidFill>
                        <a:srgbClr val="FFFFFF"/>
                      </a:solidFill>
                      <a:prstDash val="solid"/>
                    </a:lnT>
                    <a:lnB w="12700">
                      <a:solidFill>
                        <a:srgbClr val="000000"/>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E8F3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000000"/>
                      </a:solidFill>
                      <a:prstDash val="solid"/>
                    </a:lnB>
                    <a:solidFill>
                      <a:srgbClr val="E8F3F7"/>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10" dirty="0">
                <a:solidFill>
                  <a:srgbClr val="FFFFFF"/>
                </a:solidFill>
                <a:latin typeface="Cambria"/>
                <a:cs typeface="Cambria"/>
              </a:rPr>
              <a:t>CLR(1)</a:t>
            </a:r>
            <a:endParaRPr sz="3600">
              <a:latin typeface="Cambria"/>
              <a:cs typeface="Cambria"/>
            </a:endParaRPr>
          </a:p>
        </p:txBody>
      </p:sp>
      <p:sp>
        <p:nvSpPr>
          <p:cNvPr id="3" name="object 3"/>
          <p:cNvSpPr txBox="1"/>
          <p:nvPr/>
        </p:nvSpPr>
        <p:spPr>
          <a:xfrm>
            <a:off x="3577209" y="491998"/>
            <a:ext cx="2997200" cy="360680"/>
          </a:xfrm>
          <a:prstGeom prst="rect">
            <a:avLst/>
          </a:prstGeom>
        </p:spPr>
        <p:txBody>
          <a:bodyPr vert="horz" wrap="square" lIns="0" tIns="12065" rIns="0" bIns="0" rtlCol="0">
            <a:spAutoFit/>
          </a:bodyPr>
          <a:lstStyle/>
          <a:p>
            <a:pPr marL="12700">
              <a:lnSpc>
                <a:spcPct val="100000"/>
              </a:lnSpc>
              <a:spcBef>
                <a:spcPts val="95"/>
              </a:spcBef>
            </a:pPr>
            <a:r>
              <a:rPr sz="1850" spc="-965" dirty="0">
                <a:solidFill>
                  <a:srgbClr val="003399"/>
                </a:solidFill>
                <a:latin typeface="Arial MT"/>
                <a:cs typeface="Arial MT"/>
              </a:rPr>
              <a:t>🞄</a:t>
            </a:r>
            <a:r>
              <a:rPr sz="1850" spc="245" dirty="0">
                <a:solidFill>
                  <a:srgbClr val="003399"/>
                </a:solidFill>
                <a:latin typeface="Arial MT"/>
                <a:cs typeface="Arial MT"/>
              </a:rPr>
              <a:t> </a:t>
            </a:r>
            <a:r>
              <a:rPr sz="2200" dirty="0">
                <a:latin typeface="Cambria"/>
                <a:cs typeface="Cambria"/>
              </a:rPr>
              <a:t>Canonical</a:t>
            </a:r>
            <a:r>
              <a:rPr sz="2200" spc="-65" dirty="0">
                <a:latin typeface="Cambria"/>
                <a:cs typeface="Cambria"/>
              </a:rPr>
              <a:t> </a:t>
            </a:r>
            <a:r>
              <a:rPr sz="2200" dirty="0">
                <a:latin typeface="Cambria"/>
                <a:cs typeface="Cambria"/>
              </a:rPr>
              <a:t>LR(1)</a:t>
            </a:r>
            <a:r>
              <a:rPr sz="2200" spc="-40" dirty="0">
                <a:latin typeface="Cambria"/>
                <a:cs typeface="Cambria"/>
              </a:rPr>
              <a:t> </a:t>
            </a:r>
            <a:r>
              <a:rPr sz="2200" spc="-45" dirty="0">
                <a:latin typeface="Cambria"/>
                <a:cs typeface="Cambria"/>
              </a:rPr>
              <a:t>parser.</a:t>
            </a:r>
            <a:endParaRPr sz="2200">
              <a:latin typeface="Cambria"/>
              <a:cs typeface="Cambria"/>
            </a:endParaRPr>
          </a:p>
        </p:txBody>
      </p:sp>
      <p:sp>
        <p:nvSpPr>
          <p:cNvPr id="4" name="object 4"/>
          <p:cNvSpPr txBox="1">
            <a:spLocks noGrp="1"/>
          </p:cNvSpPr>
          <p:nvPr>
            <p:ph type="title"/>
          </p:nvPr>
        </p:nvSpPr>
        <p:spPr>
          <a:xfrm>
            <a:off x="3577209" y="903173"/>
            <a:ext cx="6534784" cy="360680"/>
          </a:xfrm>
          <a:prstGeom prst="rect">
            <a:avLst/>
          </a:prstGeom>
        </p:spPr>
        <p:txBody>
          <a:bodyPr vert="horz" wrap="square" lIns="0" tIns="12065" rIns="0" bIns="0" rtlCol="0">
            <a:spAutoFit/>
          </a:bodyPr>
          <a:lstStyle/>
          <a:p>
            <a:pPr marL="12700">
              <a:lnSpc>
                <a:spcPct val="100000"/>
              </a:lnSpc>
              <a:spcBef>
                <a:spcPts val="95"/>
              </a:spcBef>
            </a:pPr>
            <a:r>
              <a:rPr sz="1850" spc="-965" dirty="0">
                <a:solidFill>
                  <a:srgbClr val="003399"/>
                </a:solidFill>
                <a:latin typeface="Arial MT"/>
                <a:cs typeface="Arial MT"/>
              </a:rPr>
              <a:t>🞄</a:t>
            </a:r>
            <a:r>
              <a:rPr sz="1850" spc="245" dirty="0">
                <a:solidFill>
                  <a:srgbClr val="003399"/>
                </a:solidFill>
                <a:latin typeface="Arial MT"/>
                <a:cs typeface="Arial MT"/>
              </a:rPr>
              <a:t> </a:t>
            </a:r>
            <a:r>
              <a:rPr sz="2200" dirty="0"/>
              <a:t>CLR(1)</a:t>
            </a:r>
            <a:r>
              <a:rPr sz="2200" spc="-125" dirty="0"/>
              <a:t> </a:t>
            </a:r>
            <a:r>
              <a:rPr sz="2200" dirty="0"/>
              <a:t>Parsing</a:t>
            </a:r>
            <a:r>
              <a:rPr sz="2200" spc="-85" dirty="0"/>
              <a:t> </a:t>
            </a:r>
            <a:r>
              <a:rPr sz="2200" spc="-10" dirty="0"/>
              <a:t>configurations</a:t>
            </a:r>
            <a:r>
              <a:rPr sz="2200" spc="-35" dirty="0"/>
              <a:t> </a:t>
            </a:r>
            <a:r>
              <a:rPr sz="2200" spc="-10" dirty="0"/>
              <a:t>have</a:t>
            </a:r>
            <a:r>
              <a:rPr sz="2200" spc="-40" dirty="0"/>
              <a:t> </a:t>
            </a:r>
            <a:r>
              <a:rPr sz="2200" dirty="0"/>
              <a:t>the</a:t>
            </a:r>
            <a:r>
              <a:rPr sz="2200" spc="-55" dirty="0"/>
              <a:t> </a:t>
            </a:r>
            <a:r>
              <a:rPr sz="2200" dirty="0"/>
              <a:t>general</a:t>
            </a:r>
            <a:r>
              <a:rPr sz="2200" spc="-35" dirty="0"/>
              <a:t> </a:t>
            </a:r>
            <a:r>
              <a:rPr sz="2200" spc="-10" dirty="0"/>
              <a:t>form:</a:t>
            </a:r>
            <a:endParaRPr sz="2200">
              <a:latin typeface="Arial MT"/>
              <a:cs typeface="Arial MT"/>
            </a:endParaRPr>
          </a:p>
        </p:txBody>
      </p:sp>
      <p:sp>
        <p:nvSpPr>
          <p:cNvPr id="5" name="object 5"/>
          <p:cNvSpPr txBox="1"/>
          <p:nvPr/>
        </p:nvSpPr>
        <p:spPr>
          <a:xfrm>
            <a:off x="3577209" y="1315338"/>
            <a:ext cx="7550150" cy="1107440"/>
          </a:xfrm>
          <a:prstGeom prst="rect">
            <a:avLst/>
          </a:prstGeom>
        </p:spPr>
        <p:txBody>
          <a:bodyPr vert="horz" wrap="square" lIns="0" tIns="12065" rIns="0" bIns="0" rtlCol="0">
            <a:spAutoFit/>
          </a:bodyPr>
          <a:lstStyle/>
          <a:p>
            <a:pPr marL="194945" marR="5080" indent="-182880">
              <a:lnSpc>
                <a:spcPct val="100000"/>
              </a:lnSpc>
              <a:spcBef>
                <a:spcPts val="95"/>
              </a:spcBef>
            </a:pPr>
            <a:r>
              <a:rPr sz="1850" spc="-965" dirty="0">
                <a:solidFill>
                  <a:srgbClr val="003399"/>
                </a:solidFill>
                <a:latin typeface="Arial MT"/>
                <a:cs typeface="Arial MT"/>
              </a:rPr>
              <a:t>🞄</a:t>
            </a:r>
            <a:r>
              <a:rPr sz="1850" spc="245" dirty="0">
                <a:solidFill>
                  <a:srgbClr val="003399"/>
                </a:solidFill>
                <a:latin typeface="Arial MT"/>
                <a:cs typeface="Arial MT"/>
              </a:rPr>
              <a:t> </a:t>
            </a:r>
            <a:r>
              <a:rPr sz="2200" dirty="0">
                <a:latin typeface="Cambria"/>
                <a:cs typeface="Cambria"/>
              </a:rPr>
              <a:t>The</a:t>
            </a:r>
            <a:r>
              <a:rPr sz="2200" spc="265" dirty="0">
                <a:latin typeface="Cambria"/>
                <a:cs typeface="Cambria"/>
              </a:rPr>
              <a:t> </a:t>
            </a:r>
            <a:r>
              <a:rPr sz="2200" dirty="0">
                <a:latin typeface="Cambria"/>
                <a:cs typeface="Cambria"/>
              </a:rPr>
              <a:t>Look</a:t>
            </a:r>
            <a:r>
              <a:rPr sz="2200" spc="330" dirty="0">
                <a:latin typeface="Cambria"/>
                <a:cs typeface="Cambria"/>
              </a:rPr>
              <a:t> </a:t>
            </a:r>
            <a:r>
              <a:rPr sz="2200" dirty="0">
                <a:latin typeface="Cambria"/>
                <a:cs typeface="Cambria"/>
              </a:rPr>
              <a:t>Ahead</a:t>
            </a:r>
            <a:r>
              <a:rPr sz="2200" spc="340" dirty="0">
                <a:latin typeface="Cambria"/>
                <a:cs typeface="Cambria"/>
              </a:rPr>
              <a:t> </a:t>
            </a:r>
            <a:r>
              <a:rPr sz="2200" dirty="0">
                <a:latin typeface="Cambria"/>
                <a:cs typeface="Cambria"/>
              </a:rPr>
              <a:t>Component</a:t>
            </a:r>
            <a:r>
              <a:rPr sz="2200" spc="345" dirty="0">
                <a:latin typeface="Cambria"/>
                <a:cs typeface="Cambria"/>
              </a:rPr>
              <a:t> </a:t>
            </a:r>
            <a:r>
              <a:rPr sz="2200" dirty="0">
                <a:latin typeface="Cambria"/>
                <a:cs typeface="Cambria"/>
              </a:rPr>
              <a:t>‘a’</a:t>
            </a:r>
            <a:r>
              <a:rPr sz="2200" spc="335" dirty="0">
                <a:latin typeface="Cambria"/>
                <a:cs typeface="Cambria"/>
              </a:rPr>
              <a:t> </a:t>
            </a:r>
            <a:r>
              <a:rPr sz="2200" dirty="0">
                <a:latin typeface="Cambria"/>
                <a:cs typeface="Cambria"/>
              </a:rPr>
              <a:t>represents</a:t>
            </a:r>
            <a:r>
              <a:rPr sz="2200" spc="340" dirty="0">
                <a:latin typeface="Cambria"/>
                <a:cs typeface="Cambria"/>
              </a:rPr>
              <a:t> </a:t>
            </a:r>
            <a:r>
              <a:rPr sz="2200" dirty="0">
                <a:latin typeface="Cambria"/>
                <a:cs typeface="Cambria"/>
              </a:rPr>
              <a:t>a</a:t>
            </a:r>
            <a:r>
              <a:rPr sz="2200" spc="325" dirty="0">
                <a:latin typeface="Cambria"/>
                <a:cs typeface="Cambria"/>
              </a:rPr>
              <a:t> </a:t>
            </a:r>
            <a:r>
              <a:rPr sz="2200" dirty="0">
                <a:latin typeface="Cambria"/>
                <a:cs typeface="Cambria"/>
              </a:rPr>
              <a:t>possible</a:t>
            </a:r>
            <a:r>
              <a:rPr sz="2200" spc="330" dirty="0">
                <a:latin typeface="Cambria"/>
                <a:cs typeface="Cambria"/>
              </a:rPr>
              <a:t> </a:t>
            </a:r>
            <a:r>
              <a:rPr sz="2200" spc="-10" dirty="0">
                <a:latin typeface="Cambria"/>
                <a:cs typeface="Cambria"/>
              </a:rPr>
              <a:t>look- </a:t>
            </a:r>
            <a:r>
              <a:rPr sz="2200" dirty="0">
                <a:latin typeface="Cambria"/>
                <a:cs typeface="Cambria"/>
              </a:rPr>
              <a:t>ahead</a:t>
            </a:r>
            <a:r>
              <a:rPr sz="2200" spc="-30" dirty="0">
                <a:latin typeface="Cambria"/>
                <a:cs typeface="Cambria"/>
              </a:rPr>
              <a:t> </a:t>
            </a:r>
            <a:r>
              <a:rPr sz="2200" dirty="0">
                <a:latin typeface="Cambria"/>
                <a:cs typeface="Cambria"/>
              </a:rPr>
              <a:t>after</a:t>
            </a:r>
            <a:r>
              <a:rPr sz="2200" spc="-25" dirty="0">
                <a:latin typeface="Cambria"/>
                <a:cs typeface="Cambria"/>
              </a:rPr>
              <a:t> </a:t>
            </a:r>
            <a:r>
              <a:rPr sz="2200" dirty="0">
                <a:latin typeface="Cambria"/>
                <a:cs typeface="Cambria"/>
              </a:rPr>
              <a:t>the</a:t>
            </a:r>
            <a:r>
              <a:rPr sz="2200" spc="-30" dirty="0">
                <a:latin typeface="Cambria"/>
                <a:cs typeface="Cambria"/>
              </a:rPr>
              <a:t> </a:t>
            </a:r>
            <a:r>
              <a:rPr sz="2200" dirty="0">
                <a:latin typeface="Cambria"/>
                <a:cs typeface="Cambria"/>
              </a:rPr>
              <a:t>entire</a:t>
            </a:r>
            <a:r>
              <a:rPr sz="2200" spc="-25" dirty="0">
                <a:latin typeface="Cambria"/>
                <a:cs typeface="Cambria"/>
              </a:rPr>
              <a:t> </a:t>
            </a:r>
            <a:r>
              <a:rPr sz="2200" spc="-20" dirty="0">
                <a:latin typeface="Cambria"/>
                <a:cs typeface="Cambria"/>
              </a:rPr>
              <a:t>right-</a:t>
            </a:r>
            <a:r>
              <a:rPr sz="2200" dirty="0">
                <a:latin typeface="Cambria"/>
                <a:cs typeface="Cambria"/>
              </a:rPr>
              <a:t>hand</a:t>
            </a:r>
            <a:r>
              <a:rPr sz="2200" spc="-35" dirty="0">
                <a:latin typeface="Cambria"/>
                <a:cs typeface="Cambria"/>
              </a:rPr>
              <a:t> </a:t>
            </a:r>
            <a:r>
              <a:rPr sz="2200" dirty="0">
                <a:latin typeface="Cambria"/>
                <a:cs typeface="Cambria"/>
              </a:rPr>
              <a:t>side</a:t>
            </a:r>
            <a:r>
              <a:rPr sz="2200" spc="-40" dirty="0">
                <a:latin typeface="Cambria"/>
                <a:cs typeface="Cambria"/>
              </a:rPr>
              <a:t> </a:t>
            </a:r>
            <a:r>
              <a:rPr sz="2200" dirty="0">
                <a:latin typeface="Cambria"/>
                <a:cs typeface="Cambria"/>
              </a:rPr>
              <a:t>has</a:t>
            </a:r>
            <a:r>
              <a:rPr sz="2200" spc="-30" dirty="0">
                <a:latin typeface="Cambria"/>
                <a:cs typeface="Cambria"/>
              </a:rPr>
              <a:t> </a:t>
            </a:r>
            <a:r>
              <a:rPr sz="2200" dirty="0">
                <a:latin typeface="Cambria"/>
                <a:cs typeface="Cambria"/>
              </a:rPr>
              <a:t>been</a:t>
            </a:r>
            <a:r>
              <a:rPr sz="2200" spc="-35" dirty="0">
                <a:latin typeface="Cambria"/>
                <a:cs typeface="Cambria"/>
              </a:rPr>
              <a:t> </a:t>
            </a:r>
            <a:r>
              <a:rPr sz="2200" spc="-10" dirty="0">
                <a:latin typeface="Cambria"/>
                <a:cs typeface="Cambria"/>
              </a:rPr>
              <a:t>matched.</a:t>
            </a:r>
            <a:endParaRPr sz="2200">
              <a:latin typeface="Cambria"/>
              <a:cs typeface="Cambria"/>
            </a:endParaRPr>
          </a:p>
          <a:p>
            <a:pPr marL="12700">
              <a:lnSpc>
                <a:spcPct val="100000"/>
              </a:lnSpc>
              <a:spcBef>
                <a:spcPts val="600"/>
              </a:spcBef>
            </a:pPr>
            <a:r>
              <a:rPr sz="1850" spc="-965" dirty="0">
                <a:solidFill>
                  <a:srgbClr val="003399"/>
                </a:solidFill>
                <a:latin typeface="Arial MT"/>
                <a:cs typeface="Arial MT"/>
              </a:rPr>
              <a:t>🞄</a:t>
            </a:r>
            <a:r>
              <a:rPr sz="1850" spc="245" dirty="0">
                <a:solidFill>
                  <a:srgbClr val="003399"/>
                </a:solidFill>
                <a:latin typeface="Arial MT"/>
                <a:cs typeface="Arial MT"/>
              </a:rPr>
              <a:t> </a:t>
            </a:r>
            <a:r>
              <a:rPr sz="2200" dirty="0">
                <a:latin typeface="Cambria"/>
                <a:cs typeface="Cambria"/>
              </a:rPr>
              <a:t>CLR</a:t>
            </a:r>
            <a:r>
              <a:rPr sz="2200" spc="-100" dirty="0">
                <a:latin typeface="Cambria"/>
                <a:cs typeface="Cambria"/>
              </a:rPr>
              <a:t> </a:t>
            </a:r>
            <a:r>
              <a:rPr sz="2200" dirty="0">
                <a:latin typeface="Cambria"/>
                <a:cs typeface="Cambria"/>
              </a:rPr>
              <a:t>parser</a:t>
            </a:r>
            <a:r>
              <a:rPr sz="2200" spc="-20" dirty="0">
                <a:latin typeface="Cambria"/>
                <a:cs typeface="Cambria"/>
              </a:rPr>
              <a:t> </a:t>
            </a:r>
            <a:r>
              <a:rPr sz="2200" dirty="0">
                <a:latin typeface="Cambria"/>
                <a:cs typeface="Cambria"/>
              </a:rPr>
              <a:t>is</a:t>
            </a:r>
            <a:r>
              <a:rPr sz="2200" spc="-25" dirty="0">
                <a:latin typeface="Cambria"/>
                <a:cs typeface="Cambria"/>
              </a:rPr>
              <a:t> </a:t>
            </a:r>
            <a:r>
              <a:rPr sz="2200" dirty="0">
                <a:latin typeface="Cambria"/>
                <a:cs typeface="Cambria"/>
              </a:rPr>
              <a:t>the</a:t>
            </a:r>
            <a:r>
              <a:rPr sz="2200" spc="-25" dirty="0">
                <a:latin typeface="Cambria"/>
                <a:cs typeface="Cambria"/>
              </a:rPr>
              <a:t> </a:t>
            </a:r>
            <a:r>
              <a:rPr sz="2200" b="1" dirty="0">
                <a:latin typeface="Cambria"/>
                <a:cs typeface="Cambria"/>
              </a:rPr>
              <a:t>most</a:t>
            </a:r>
            <a:r>
              <a:rPr sz="2200" b="1" spc="-35" dirty="0">
                <a:latin typeface="Cambria"/>
                <a:cs typeface="Cambria"/>
              </a:rPr>
              <a:t> </a:t>
            </a:r>
            <a:r>
              <a:rPr sz="2200" b="1" spc="-10" dirty="0">
                <a:latin typeface="Cambria"/>
                <a:cs typeface="Cambria"/>
              </a:rPr>
              <a:t>powerful</a:t>
            </a:r>
            <a:r>
              <a:rPr sz="2200" b="1" spc="-20" dirty="0">
                <a:latin typeface="Cambria"/>
                <a:cs typeface="Cambria"/>
              </a:rPr>
              <a:t> </a:t>
            </a:r>
            <a:r>
              <a:rPr sz="2200" b="1" spc="-10" dirty="0">
                <a:latin typeface="Cambria"/>
                <a:cs typeface="Cambria"/>
              </a:rPr>
              <a:t>parser</a:t>
            </a:r>
            <a:r>
              <a:rPr sz="2200" spc="-10" dirty="0">
                <a:latin typeface="Cambria"/>
                <a:cs typeface="Cambria"/>
              </a:rPr>
              <a:t>.</a:t>
            </a:r>
            <a:endParaRPr sz="2200">
              <a:latin typeface="Cambria"/>
              <a:cs typeface="Cambria"/>
            </a:endParaRPr>
          </a:p>
        </p:txBody>
      </p:sp>
      <p:sp>
        <p:nvSpPr>
          <p:cNvPr id="6" name="object 6"/>
          <p:cNvSpPr txBox="1"/>
          <p:nvPr/>
        </p:nvSpPr>
        <p:spPr>
          <a:xfrm>
            <a:off x="3577209" y="2885312"/>
            <a:ext cx="4395470" cy="360680"/>
          </a:xfrm>
          <a:prstGeom prst="rect">
            <a:avLst/>
          </a:prstGeom>
        </p:spPr>
        <p:txBody>
          <a:bodyPr vert="horz" wrap="square" lIns="0" tIns="12065" rIns="0" bIns="0" rtlCol="0">
            <a:spAutoFit/>
          </a:bodyPr>
          <a:lstStyle/>
          <a:p>
            <a:pPr marL="12700">
              <a:lnSpc>
                <a:spcPct val="100000"/>
              </a:lnSpc>
              <a:spcBef>
                <a:spcPts val="95"/>
              </a:spcBef>
            </a:pPr>
            <a:r>
              <a:rPr sz="2200" dirty="0">
                <a:latin typeface="Cambria"/>
                <a:cs typeface="Cambria"/>
              </a:rPr>
              <a:t>LR(1)</a:t>
            </a:r>
            <a:r>
              <a:rPr sz="2200" spc="-35" dirty="0">
                <a:latin typeface="Cambria"/>
                <a:cs typeface="Cambria"/>
              </a:rPr>
              <a:t> </a:t>
            </a:r>
            <a:r>
              <a:rPr sz="2200" dirty="0">
                <a:latin typeface="Cambria"/>
                <a:cs typeface="Cambria"/>
              </a:rPr>
              <a:t>item</a:t>
            </a:r>
            <a:r>
              <a:rPr sz="2200" spc="-15" dirty="0">
                <a:latin typeface="Cambria"/>
                <a:cs typeface="Cambria"/>
              </a:rPr>
              <a:t> </a:t>
            </a:r>
            <a:r>
              <a:rPr sz="2200" dirty="0">
                <a:latin typeface="Cambria"/>
                <a:cs typeface="Cambria"/>
              </a:rPr>
              <a:t>=</a:t>
            </a:r>
            <a:r>
              <a:rPr sz="2200" spc="-30" dirty="0">
                <a:latin typeface="Cambria"/>
                <a:cs typeface="Cambria"/>
              </a:rPr>
              <a:t> </a:t>
            </a:r>
            <a:r>
              <a:rPr sz="2200" dirty="0">
                <a:latin typeface="Cambria"/>
                <a:cs typeface="Cambria"/>
              </a:rPr>
              <a:t>LR(0)</a:t>
            </a:r>
            <a:r>
              <a:rPr sz="2200" spc="-40" dirty="0">
                <a:latin typeface="Cambria"/>
                <a:cs typeface="Cambria"/>
              </a:rPr>
              <a:t> </a:t>
            </a:r>
            <a:r>
              <a:rPr sz="2200" dirty="0">
                <a:latin typeface="Cambria"/>
                <a:cs typeface="Cambria"/>
              </a:rPr>
              <a:t>item +</a:t>
            </a:r>
            <a:r>
              <a:rPr sz="2200" spc="-40" dirty="0">
                <a:latin typeface="Cambria"/>
                <a:cs typeface="Cambria"/>
              </a:rPr>
              <a:t> </a:t>
            </a:r>
            <a:r>
              <a:rPr sz="2200" spc="-10" dirty="0">
                <a:latin typeface="Cambria"/>
                <a:cs typeface="Cambria"/>
              </a:rPr>
              <a:t>lookahead</a:t>
            </a:r>
            <a:endParaRPr sz="2200">
              <a:latin typeface="Cambria"/>
              <a:cs typeface="Cambria"/>
            </a:endParaRPr>
          </a:p>
        </p:txBody>
      </p:sp>
      <p:sp>
        <p:nvSpPr>
          <p:cNvPr id="7" name="object 7"/>
          <p:cNvSpPr txBox="1"/>
          <p:nvPr/>
        </p:nvSpPr>
        <p:spPr>
          <a:xfrm>
            <a:off x="3577209" y="3631844"/>
            <a:ext cx="4034154" cy="1671955"/>
          </a:xfrm>
          <a:prstGeom prst="rect">
            <a:avLst/>
          </a:prstGeom>
        </p:spPr>
        <p:txBody>
          <a:bodyPr vert="horz" wrap="square" lIns="0" tIns="12700" rIns="0" bIns="0" rtlCol="0">
            <a:spAutoFit/>
          </a:bodyPr>
          <a:lstStyle/>
          <a:p>
            <a:pPr marL="12700" marR="868044">
              <a:lnSpc>
                <a:spcPct val="122700"/>
              </a:lnSpc>
              <a:spcBef>
                <a:spcPts val="100"/>
              </a:spcBef>
            </a:pPr>
            <a:r>
              <a:rPr sz="2200" dirty="0">
                <a:latin typeface="Cambria"/>
                <a:cs typeface="Cambria"/>
              </a:rPr>
              <a:t>LR(0)</a:t>
            </a:r>
            <a:r>
              <a:rPr sz="2200" spc="-25" dirty="0">
                <a:latin typeface="Cambria"/>
                <a:cs typeface="Cambria"/>
              </a:rPr>
              <a:t> </a:t>
            </a:r>
            <a:r>
              <a:rPr sz="2200" dirty="0">
                <a:latin typeface="Cambria"/>
                <a:cs typeface="Cambria"/>
              </a:rPr>
              <a:t>Item</a:t>
            </a:r>
            <a:r>
              <a:rPr sz="2200" spc="-5" dirty="0">
                <a:latin typeface="Cambria"/>
                <a:cs typeface="Cambria"/>
              </a:rPr>
              <a:t> </a:t>
            </a:r>
            <a:r>
              <a:rPr sz="2200" dirty="0">
                <a:latin typeface="Cambria"/>
                <a:cs typeface="Cambria"/>
              </a:rPr>
              <a:t>….</a:t>
            </a:r>
            <a:r>
              <a:rPr sz="2200" spc="-20" dirty="0">
                <a:latin typeface="Cambria"/>
                <a:cs typeface="Cambria"/>
              </a:rPr>
              <a:t> </a:t>
            </a:r>
            <a:r>
              <a:rPr sz="2200" dirty="0">
                <a:latin typeface="Cambria"/>
                <a:cs typeface="Cambria"/>
              </a:rPr>
              <a:t>A</a:t>
            </a:r>
            <a:r>
              <a:rPr sz="2200" spc="-10" dirty="0">
                <a:latin typeface="Cambria"/>
                <a:cs typeface="Cambria"/>
              </a:rPr>
              <a:t> </a:t>
            </a:r>
            <a:r>
              <a:rPr sz="2200" dirty="0">
                <a:latin typeface="Wingdings"/>
                <a:cs typeface="Wingdings"/>
              </a:rPr>
              <a:t></a:t>
            </a:r>
            <a:r>
              <a:rPr sz="2200" spc="-85" dirty="0">
                <a:latin typeface="Times New Roman"/>
                <a:cs typeface="Times New Roman"/>
              </a:rPr>
              <a:t> </a:t>
            </a:r>
            <a:r>
              <a:rPr sz="2200" dirty="0">
                <a:latin typeface="Cambria"/>
                <a:cs typeface="Cambria"/>
              </a:rPr>
              <a:t>α</a:t>
            </a:r>
            <a:r>
              <a:rPr sz="2200" spc="-10" dirty="0">
                <a:latin typeface="Cambria"/>
                <a:cs typeface="Cambria"/>
              </a:rPr>
              <a:t> </a:t>
            </a:r>
            <a:r>
              <a:rPr sz="2200" dirty="0">
                <a:latin typeface="Cambria"/>
                <a:cs typeface="Cambria"/>
              </a:rPr>
              <a:t>•</a:t>
            </a:r>
            <a:r>
              <a:rPr sz="2200" spc="-10" dirty="0">
                <a:latin typeface="Cambria"/>
                <a:cs typeface="Cambria"/>
              </a:rPr>
              <a:t> </a:t>
            </a:r>
            <a:r>
              <a:rPr sz="2200" spc="-50" dirty="0">
                <a:latin typeface="Cambria"/>
                <a:cs typeface="Cambria"/>
              </a:rPr>
              <a:t>β </a:t>
            </a:r>
            <a:r>
              <a:rPr sz="2200" dirty="0">
                <a:latin typeface="Cambria"/>
                <a:cs typeface="Cambria"/>
              </a:rPr>
              <a:t>LR(1)</a:t>
            </a:r>
            <a:r>
              <a:rPr sz="2200" spc="-20" dirty="0">
                <a:latin typeface="Cambria"/>
                <a:cs typeface="Cambria"/>
              </a:rPr>
              <a:t> </a:t>
            </a:r>
            <a:r>
              <a:rPr sz="2200" dirty="0">
                <a:latin typeface="Cambria"/>
                <a:cs typeface="Cambria"/>
              </a:rPr>
              <a:t>Item</a:t>
            </a:r>
            <a:r>
              <a:rPr sz="2200" spc="-5"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A</a:t>
            </a:r>
            <a:r>
              <a:rPr sz="2200" spc="-1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α</a:t>
            </a:r>
            <a:r>
              <a:rPr sz="2200" spc="-10" dirty="0">
                <a:latin typeface="Cambria"/>
                <a:cs typeface="Cambria"/>
              </a:rPr>
              <a:t> </a:t>
            </a:r>
            <a:r>
              <a:rPr sz="2200" dirty="0">
                <a:latin typeface="Cambria"/>
                <a:cs typeface="Cambria"/>
              </a:rPr>
              <a:t>•</a:t>
            </a:r>
            <a:r>
              <a:rPr sz="2200" spc="-10" dirty="0">
                <a:latin typeface="Cambria"/>
                <a:cs typeface="Cambria"/>
              </a:rPr>
              <a:t> </a:t>
            </a:r>
            <a:r>
              <a:rPr sz="2200" dirty="0">
                <a:latin typeface="Cambria"/>
                <a:cs typeface="Cambria"/>
              </a:rPr>
              <a:t>β</a:t>
            </a:r>
            <a:r>
              <a:rPr sz="2200" spc="-15" dirty="0">
                <a:latin typeface="Cambria"/>
                <a:cs typeface="Cambria"/>
              </a:rPr>
              <a:t> </a:t>
            </a:r>
            <a:r>
              <a:rPr sz="2200" dirty="0">
                <a:latin typeface="Cambria"/>
                <a:cs typeface="Cambria"/>
              </a:rPr>
              <a:t>,</a:t>
            </a:r>
            <a:r>
              <a:rPr sz="2200" spc="-15" dirty="0">
                <a:latin typeface="Cambria"/>
                <a:cs typeface="Cambria"/>
              </a:rPr>
              <a:t> </a:t>
            </a:r>
            <a:r>
              <a:rPr sz="2200" spc="-50" dirty="0">
                <a:latin typeface="Cambria"/>
                <a:cs typeface="Cambria"/>
              </a:rPr>
              <a:t>a</a:t>
            </a:r>
            <a:endParaRPr sz="2200">
              <a:latin typeface="Cambria"/>
              <a:cs typeface="Cambria"/>
            </a:endParaRPr>
          </a:p>
          <a:p>
            <a:pPr marL="12700">
              <a:lnSpc>
                <a:spcPct val="100000"/>
              </a:lnSpc>
              <a:spcBef>
                <a:spcPts val="600"/>
              </a:spcBef>
            </a:pPr>
            <a:r>
              <a:rPr sz="2200" dirty="0">
                <a:latin typeface="Cambria"/>
                <a:cs typeface="Cambria"/>
              </a:rPr>
              <a:t>In</a:t>
            </a:r>
            <a:r>
              <a:rPr sz="2200" spc="-45" dirty="0">
                <a:latin typeface="Cambria"/>
                <a:cs typeface="Cambria"/>
              </a:rPr>
              <a:t> </a:t>
            </a:r>
            <a:r>
              <a:rPr sz="2200" dirty="0">
                <a:latin typeface="Cambria"/>
                <a:cs typeface="Cambria"/>
              </a:rPr>
              <a:t>LR(1)</a:t>
            </a:r>
            <a:r>
              <a:rPr sz="2200" spc="-50" dirty="0">
                <a:latin typeface="Cambria"/>
                <a:cs typeface="Cambria"/>
              </a:rPr>
              <a:t> </a:t>
            </a:r>
            <a:r>
              <a:rPr sz="2200" dirty="0">
                <a:latin typeface="Cambria"/>
                <a:cs typeface="Cambria"/>
              </a:rPr>
              <a:t>“a”</a:t>
            </a:r>
            <a:r>
              <a:rPr sz="2200" spc="-50" dirty="0">
                <a:latin typeface="Cambria"/>
                <a:cs typeface="Cambria"/>
              </a:rPr>
              <a:t> </a:t>
            </a:r>
            <a:r>
              <a:rPr sz="2200" dirty="0">
                <a:latin typeface="Cambria"/>
                <a:cs typeface="Cambria"/>
              </a:rPr>
              <a:t>is</a:t>
            </a:r>
            <a:r>
              <a:rPr sz="2200" spc="-35" dirty="0">
                <a:latin typeface="Cambria"/>
                <a:cs typeface="Cambria"/>
              </a:rPr>
              <a:t> </a:t>
            </a:r>
            <a:r>
              <a:rPr sz="2200" dirty="0">
                <a:latin typeface="Cambria"/>
                <a:cs typeface="Cambria"/>
              </a:rPr>
              <a:t>lookahead</a:t>
            </a:r>
            <a:r>
              <a:rPr sz="2200" spc="-30" dirty="0">
                <a:latin typeface="Cambria"/>
                <a:cs typeface="Cambria"/>
              </a:rPr>
              <a:t> </a:t>
            </a:r>
            <a:r>
              <a:rPr sz="2200" spc="-10" dirty="0">
                <a:latin typeface="Cambria"/>
                <a:cs typeface="Cambria"/>
              </a:rPr>
              <a:t>symbol</a:t>
            </a:r>
            <a:endParaRPr sz="2200">
              <a:latin typeface="Cambria"/>
              <a:cs typeface="Cambria"/>
            </a:endParaRPr>
          </a:p>
          <a:p>
            <a:pPr marL="12700">
              <a:lnSpc>
                <a:spcPct val="100000"/>
              </a:lnSpc>
              <a:spcBef>
                <a:spcPts val="600"/>
              </a:spcBef>
              <a:tabLst>
                <a:tab pos="2627630" algn="l"/>
              </a:tabLst>
            </a:pPr>
            <a:r>
              <a:rPr sz="2200" dirty="0">
                <a:latin typeface="Cambria"/>
                <a:cs typeface="Cambria"/>
              </a:rPr>
              <a:t>A</a:t>
            </a:r>
            <a:r>
              <a:rPr sz="2200" spc="-10"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α</a:t>
            </a:r>
            <a:r>
              <a:rPr sz="2200" spc="-5"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Bβ ,</a:t>
            </a:r>
            <a:r>
              <a:rPr sz="2200" spc="-10" dirty="0">
                <a:latin typeface="Cambria"/>
                <a:cs typeface="Cambria"/>
              </a:rPr>
              <a:t> </a:t>
            </a:r>
            <a:r>
              <a:rPr sz="2200" spc="-50" dirty="0">
                <a:latin typeface="Cambria"/>
                <a:cs typeface="Cambria"/>
              </a:rPr>
              <a:t>a</a:t>
            </a:r>
            <a:r>
              <a:rPr sz="2200" dirty="0">
                <a:latin typeface="Cambria"/>
                <a:cs typeface="Cambria"/>
              </a:rPr>
              <a:t>	FIRST(β</a:t>
            </a:r>
            <a:r>
              <a:rPr sz="2200" spc="-50" dirty="0">
                <a:latin typeface="Cambria"/>
                <a:cs typeface="Cambria"/>
              </a:rPr>
              <a:t> </a:t>
            </a:r>
            <a:r>
              <a:rPr sz="2200" dirty="0">
                <a:latin typeface="Cambria"/>
                <a:cs typeface="Cambria"/>
              </a:rPr>
              <a:t>,</a:t>
            </a:r>
            <a:r>
              <a:rPr sz="2200" spc="-45" dirty="0">
                <a:latin typeface="Cambria"/>
                <a:cs typeface="Cambria"/>
              </a:rPr>
              <a:t> </a:t>
            </a:r>
            <a:r>
              <a:rPr sz="2200" spc="-25" dirty="0">
                <a:latin typeface="Cambria"/>
                <a:cs typeface="Cambria"/>
              </a:rPr>
              <a:t>a)</a:t>
            </a:r>
            <a:endParaRPr sz="2200">
              <a:latin typeface="Cambria"/>
              <a:cs typeface="Cambria"/>
            </a:endParaRPr>
          </a:p>
        </p:txBody>
      </p:sp>
      <p:grpSp>
        <p:nvGrpSpPr>
          <p:cNvPr id="8" name="object 8"/>
          <p:cNvGrpSpPr/>
          <p:nvPr/>
        </p:nvGrpSpPr>
        <p:grpSpPr>
          <a:xfrm>
            <a:off x="5426964" y="5038344"/>
            <a:ext cx="624840" cy="215265"/>
            <a:chOff x="5426964" y="5038344"/>
            <a:chExt cx="624840" cy="215265"/>
          </a:xfrm>
        </p:grpSpPr>
        <p:sp>
          <p:nvSpPr>
            <p:cNvPr id="9" name="object 9"/>
            <p:cNvSpPr/>
            <p:nvPr/>
          </p:nvSpPr>
          <p:spPr>
            <a:xfrm>
              <a:off x="5432298" y="5043678"/>
              <a:ext cx="614680" cy="204470"/>
            </a:xfrm>
            <a:custGeom>
              <a:avLst/>
              <a:gdLst/>
              <a:ahLst/>
              <a:cxnLst/>
              <a:rect l="l" t="t" r="r" b="b"/>
              <a:pathLst>
                <a:path w="614679" h="204470">
                  <a:moveTo>
                    <a:pt x="512063" y="0"/>
                  </a:moveTo>
                  <a:lnTo>
                    <a:pt x="512063" y="51054"/>
                  </a:lnTo>
                  <a:lnTo>
                    <a:pt x="0" y="51054"/>
                  </a:lnTo>
                  <a:lnTo>
                    <a:pt x="0" y="153162"/>
                  </a:lnTo>
                  <a:lnTo>
                    <a:pt x="512063" y="153162"/>
                  </a:lnTo>
                  <a:lnTo>
                    <a:pt x="512063" y="204216"/>
                  </a:lnTo>
                  <a:lnTo>
                    <a:pt x="614172" y="102108"/>
                  </a:lnTo>
                  <a:lnTo>
                    <a:pt x="512063" y="0"/>
                  </a:lnTo>
                  <a:close/>
                </a:path>
              </a:pathLst>
            </a:custGeom>
            <a:solidFill>
              <a:srgbClr val="40B9D2"/>
            </a:solidFill>
          </p:spPr>
          <p:txBody>
            <a:bodyPr wrap="square" lIns="0" tIns="0" rIns="0" bIns="0" rtlCol="0"/>
            <a:lstStyle/>
            <a:p>
              <a:endParaRPr/>
            </a:p>
          </p:txBody>
        </p:sp>
        <p:sp>
          <p:nvSpPr>
            <p:cNvPr id="10" name="object 10"/>
            <p:cNvSpPr/>
            <p:nvPr/>
          </p:nvSpPr>
          <p:spPr>
            <a:xfrm>
              <a:off x="5432298" y="5043678"/>
              <a:ext cx="614680" cy="204470"/>
            </a:xfrm>
            <a:custGeom>
              <a:avLst/>
              <a:gdLst/>
              <a:ahLst/>
              <a:cxnLst/>
              <a:rect l="l" t="t" r="r" b="b"/>
              <a:pathLst>
                <a:path w="614679" h="204470">
                  <a:moveTo>
                    <a:pt x="0" y="51054"/>
                  </a:moveTo>
                  <a:lnTo>
                    <a:pt x="512063" y="51054"/>
                  </a:lnTo>
                  <a:lnTo>
                    <a:pt x="512063" y="0"/>
                  </a:lnTo>
                  <a:lnTo>
                    <a:pt x="614172" y="102108"/>
                  </a:lnTo>
                  <a:lnTo>
                    <a:pt x="512063" y="204216"/>
                  </a:lnTo>
                  <a:lnTo>
                    <a:pt x="512063" y="153162"/>
                  </a:lnTo>
                  <a:lnTo>
                    <a:pt x="0" y="153162"/>
                  </a:lnTo>
                  <a:lnTo>
                    <a:pt x="0" y="51054"/>
                  </a:lnTo>
                  <a:close/>
                </a:path>
              </a:pathLst>
            </a:custGeom>
            <a:ln w="10667">
              <a:solidFill>
                <a:srgbClr val="2C879A"/>
              </a:solidFill>
            </a:ln>
          </p:spPr>
          <p:txBody>
            <a:bodyPr wrap="square" lIns="0" tIns="0" rIns="0" bIns="0" rtlCol="0"/>
            <a:lstStyle/>
            <a:p>
              <a:endParaRPr/>
            </a:p>
          </p:txBody>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105"/>
              </a:lnSpc>
            </a:pPr>
            <a:r>
              <a:rPr sz="3600" b="1" spc="-10" dirty="0">
                <a:solidFill>
                  <a:srgbClr val="FFFFFF"/>
                </a:solidFill>
                <a:latin typeface="Cambria"/>
                <a:cs typeface="Cambria"/>
              </a:rPr>
              <a:t>CLR(1)</a:t>
            </a:r>
            <a:endParaRPr sz="3600">
              <a:latin typeface="Cambria"/>
              <a:cs typeface="Cambria"/>
            </a:endParaRPr>
          </a:p>
          <a:p>
            <a:pPr marL="344170">
              <a:lnSpc>
                <a:spcPts val="4105"/>
              </a:lnSpc>
            </a:pPr>
            <a:r>
              <a:rPr sz="3600" b="1" spc="-10" dirty="0">
                <a:solidFill>
                  <a:srgbClr val="FFFFFF"/>
                </a:solidFill>
                <a:latin typeface="Cambria"/>
                <a:cs typeface="Cambria"/>
              </a:rPr>
              <a:t>Parser</a:t>
            </a:r>
            <a:endParaRPr sz="3600">
              <a:latin typeface="Cambria"/>
              <a:cs typeface="Cambria"/>
            </a:endParaRPr>
          </a:p>
        </p:txBody>
      </p:sp>
      <p:sp>
        <p:nvSpPr>
          <p:cNvPr id="3" name="object 3"/>
          <p:cNvSpPr txBox="1"/>
          <p:nvPr/>
        </p:nvSpPr>
        <p:spPr>
          <a:xfrm>
            <a:off x="3470402" y="168718"/>
            <a:ext cx="2152015" cy="6289040"/>
          </a:xfrm>
          <a:prstGeom prst="rect">
            <a:avLst/>
          </a:prstGeom>
        </p:spPr>
        <p:txBody>
          <a:bodyPr vert="horz" wrap="square" lIns="0" tIns="87630" rIns="0" bIns="0" rtlCol="0">
            <a:spAutoFit/>
          </a:bodyPr>
          <a:lstStyle/>
          <a:p>
            <a:pPr marL="38100">
              <a:lnSpc>
                <a:spcPct val="100000"/>
              </a:lnSpc>
              <a:spcBef>
                <a:spcPts val="690"/>
              </a:spcBef>
            </a:pPr>
            <a:r>
              <a:rPr sz="2400" b="1" spc="-10" dirty="0">
                <a:solidFill>
                  <a:srgbClr val="FF0000"/>
                </a:solidFill>
                <a:latin typeface="Cambria"/>
                <a:cs typeface="Cambria"/>
              </a:rPr>
              <a:t>Example:-</a:t>
            </a:r>
            <a:endParaRPr sz="2400">
              <a:latin typeface="Cambria"/>
              <a:cs typeface="Cambria"/>
            </a:endParaRPr>
          </a:p>
          <a:p>
            <a:pPr marL="38100">
              <a:lnSpc>
                <a:spcPct val="100000"/>
              </a:lnSpc>
              <a:spcBef>
                <a:spcPts val="590"/>
              </a:spcBef>
            </a:pPr>
            <a:r>
              <a:rPr sz="2400" b="1" dirty="0">
                <a:solidFill>
                  <a:srgbClr val="FF0000"/>
                </a:solidFill>
                <a:latin typeface="Cambria"/>
                <a:cs typeface="Cambria"/>
              </a:rPr>
              <a:t>S</a:t>
            </a:r>
            <a:r>
              <a:rPr sz="2400" dirty="0">
                <a:solidFill>
                  <a:srgbClr val="FF0000"/>
                </a:solidFill>
                <a:latin typeface="Wingdings"/>
                <a:cs typeface="Wingdings"/>
              </a:rPr>
              <a:t></a:t>
            </a:r>
            <a:r>
              <a:rPr sz="2400" spc="-90" dirty="0">
                <a:solidFill>
                  <a:srgbClr val="FF0000"/>
                </a:solidFill>
                <a:latin typeface="Times New Roman"/>
                <a:cs typeface="Times New Roman"/>
              </a:rPr>
              <a:t> </a:t>
            </a:r>
            <a:r>
              <a:rPr sz="2400" b="1" spc="-25" dirty="0">
                <a:solidFill>
                  <a:srgbClr val="FF0000"/>
                </a:solidFill>
                <a:latin typeface="Cambria"/>
                <a:cs typeface="Cambria"/>
              </a:rPr>
              <a:t>CC</a:t>
            </a:r>
            <a:endParaRPr sz="2400">
              <a:latin typeface="Cambria"/>
              <a:cs typeface="Cambria"/>
            </a:endParaRPr>
          </a:p>
          <a:p>
            <a:pPr marL="38100">
              <a:lnSpc>
                <a:spcPct val="100000"/>
              </a:lnSpc>
              <a:spcBef>
                <a:spcPts val="600"/>
              </a:spcBef>
            </a:pPr>
            <a:r>
              <a:rPr sz="2400" b="1" dirty="0">
                <a:solidFill>
                  <a:srgbClr val="FF0000"/>
                </a:solidFill>
                <a:latin typeface="Cambria"/>
                <a:cs typeface="Cambria"/>
              </a:rPr>
              <a:t>C</a:t>
            </a:r>
            <a:r>
              <a:rPr sz="2400" dirty="0">
                <a:solidFill>
                  <a:srgbClr val="FF0000"/>
                </a:solidFill>
                <a:latin typeface="Wingdings"/>
                <a:cs typeface="Wingdings"/>
              </a:rPr>
              <a:t></a:t>
            </a:r>
            <a:r>
              <a:rPr sz="2400" spc="-100" dirty="0">
                <a:solidFill>
                  <a:srgbClr val="FF0000"/>
                </a:solidFill>
                <a:latin typeface="Times New Roman"/>
                <a:cs typeface="Times New Roman"/>
              </a:rPr>
              <a:t> </a:t>
            </a:r>
            <a:r>
              <a:rPr sz="2400" b="1" dirty="0">
                <a:solidFill>
                  <a:srgbClr val="FF0000"/>
                </a:solidFill>
                <a:latin typeface="Cambria"/>
                <a:cs typeface="Cambria"/>
              </a:rPr>
              <a:t>aC</a:t>
            </a:r>
            <a:r>
              <a:rPr sz="2400" b="1" spc="-15" dirty="0">
                <a:solidFill>
                  <a:srgbClr val="FF0000"/>
                </a:solidFill>
                <a:latin typeface="Cambria"/>
                <a:cs typeface="Cambria"/>
              </a:rPr>
              <a:t> </a:t>
            </a:r>
            <a:r>
              <a:rPr sz="2400" b="1" dirty="0">
                <a:solidFill>
                  <a:srgbClr val="FF0000"/>
                </a:solidFill>
                <a:latin typeface="Cambria"/>
                <a:cs typeface="Cambria"/>
              </a:rPr>
              <a:t>|</a:t>
            </a:r>
            <a:r>
              <a:rPr sz="2400" b="1" spc="-15" dirty="0">
                <a:solidFill>
                  <a:srgbClr val="FF0000"/>
                </a:solidFill>
                <a:latin typeface="Cambria"/>
                <a:cs typeface="Cambria"/>
              </a:rPr>
              <a:t> </a:t>
            </a:r>
            <a:r>
              <a:rPr sz="2400" b="1" spc="-50" dirty="0">
                <a:solidFill>
                  <a:srgbClr val="FF0000"/>
                </a:solidFill>
                <a:latin typeface="Cambria"/>
                <a:cs typeface="Cambria"/>
              </a:rPr>
              <a:t>d</a:t>
            </a:r>
            <a:endParaRPr sz="2400">
              <a:latin typeface="Cambria"/>
              <a:cs typeface="Cambria"/>
            </a:endParaRPr>
          </a:p>
          <a:p>
            <a:pPr marL="38100">
              <a:lnSpc>
                <a:spcPct val="100000"/>
              </a:lnSpc>
              <a:spcBef>
                <a:spcPts val="610"/>
              </a:spcBef>
            </a:pPr>
            <a:r>
              <a:rPr sz="2200" b="1" dirty="0">
                <a:latin typeface="Cambria"/>
                <a:cs typeface="Cambria"/>
              </a:rPr>
              <a:t>1</a:t>
            </a:r>
            <a:r>
              <a:rPr sz="2175" b="1" baseline="24904" dirty="0">
                <a:latin typeface="Cambria"/>
                <a:cs typeface="Cambria"/>
              </a:rPr>
              <a:t>st</a:t>
            </a:r>
            <a:r>
              <a:rPr sz="2175" b="1" spc="262" baseline="24904" dirty="0">
                <a:latin typeface="Cambria"/>
                <a:cs typeface="Cambria"/>
              </a:rPr>
              <a:t> </a:t>
            </a:r>
            <a:r>
              <a:rPr sz="2200" b="1" spc="-10" dirty="0">
                <a:latin typeface="Cambria"/>
                <a:cs typeface="Cambria"/>
              </a:rPr>
              <a:t>Step:-</a:t>
            </a:r>
            <a:endParaRPr sz="2200">
              <a:latin typeface="Cambria"/>
              <a:cs typeface="Cambria"/>
            </a:endParaRPr>
          </a:p>
          <a:p>
            <a:pPr marL="38100" marR="1259840">
              <a:lnSpc>
                <a:spcPct val="122700"/>
              </a:lnSpc>
              <a:spcBef>
                <a:spcPts val="5"/>
              </a:spcBef>
            </a:pPr>
            <a:r>
              <a:rPr sz="2200" dirty="0">
                <a:latin typeface="Cambria"/>
                <a:cs typeface="Cambria"/>
              </a:rPr>
              <a:t>S’ </a:t>
            </a:r>
            <a:r>
              <a:rPr sz="2200" dirty="0">
                <a:latin typeface="Wingdings"/>
                <a:cs typeface="Wingdings"/>
              </a:rPr>
              <a:t></a:t>
            </a:r>
            <a:r>
              <a:rPr sz="2200" spc="-65" dirty="0">
                <a:latin typeface="Times New Roman"/>
                <a:cs typeface="Times New Roman"/>
              </a:rPr>
              <a:t> </a:t>
            </a:r>
            <a:r>
              <a:rPr sz="2200" spc="-50" dirty="0">
                <a:latin typeface="Cambria"/>
                <a:cs typeface="Cambria"/>
              </a:rPr>
              <a:t>S </a:t>
            </a:r>
            <a:r>
              <a:rPr sz="2200" dirty="0">
                <a:latin typeface="Cambria"/>
                <a:cs typeface="Cambria"/>
              </a:rPr>
              <a:t>S</a:t>
            </a:r>
            <a:r>
              <a:rPr sz="2200" spc="-15" dirty="0">
                <a:latin typeface="Cambria"/>
                <a:cs typeface="Cambria"/>
              </a:rPr>
              <a:t> </a:t>
            </a:r>
            <a:r>
              <a:rPr sz="2200" dirty="0">
                <a:latin typeface="Wingdings"/>
                <a:cs typeface="Wingdings"/>
              </a:rPr>
              <a:t></a:t>
            </a:r>
            <a:r>
              <a:rPr sz="2200" spc="-65" dirty="0">
                <a:latin typeface="Times New Roman"/>
                <a:cs typeface="Times New Roman"/>
              </a:rPr>
              <a:t> </a:t>
            </a:r>
            <a:r>
              <a:rPr sz="2200" spc="-35" dirty="0">
                <a:latin typeface="Cambria"/>
                <a:cs typeface="Cambria"/>
              </a:rPr>
              <a:t>CC</a:t>
            </a:r>
            <a:endParaRPr sz="2200">
              <a:latin typeface="Cambria"/>
              <a:cs typeface="Cambria"/>
            </a:endParaRPr>
          </a:p>
          <a:p>
            <a:pPr marL="38100" marR="1320800">
              <a:lnSpc>
                <a:spcPts val="3240"/>
              </a:lnSpc>
              <a:spcBef>
                <a:spcPts val="204"/>
              </a:spcBef>
            </a:pPr>
            <a:r>
              <a:rPr sz="2200" dirty="0">
                <a:latin typeface="Cambria"/>
                <a:cs typeface="Cambria"/>
              </a:rPr>
              <a:t>C</a:t>
            </a:r>
            <a:r>
              <a:rPr sz="2200" dirty="0">
                <a:latin typeface="Wingdings"/>
                <a:cs typeface="Wingdings"/>
              </a:rPr>
              <a:t></a:t>
            </a:r>
            <a:r>
              <a:rPr sz="2200" spc="-80" dirty="0">
                <a:latin typeface="Times New Roman"/>
                <a:cs typeface="Times New Roman"/>
              </a:rPr>
              <a:t> </a:t>
            </a:r>
            <a:r>
              <a:rPr sz="2200" spc="-25" dirty="0">
                <a:latin typeface="Cambria"/>
                <a:cs typeface="Cambria"/>
              </a:rPr>
              <a:t>aC </a:t>
            </a:r>
            <a:r>
              <a:rPr sz="2200" dirty="0">
                <a:latin typeface="Cambria"/>
                <a:cs typeface="Cambria"/>
              </a:rPr>
              <a:t>C</a:t>
            </a:r>
            <a:r>
              <a:rPr sz="2200" dirty="0">
                <a:latin typeface="Wingdings"/>
                <a:cs typeface="Wingdings"/>
              </a:rPr>
              <a:t></a:t>
            </a:r>
            <a:r>
              <a:rPr sz="2200" spc="-80" dirty="0">
                <a:latin typeface="Times New Roman"/>
                <a:cs typeface="Times New Roman"/>
              </a:rPr>
              <a:t> </a:t>
            </a:r>
            <a:r>
              <a:rPr sz="2200" spc="-50" dirty="0">
                <a:latin typeface="Cambria"/>
                <a:cs typeface="Cambria"/>
              </a:rPr>
              <a:t>d</a:t>
            </a:r>
            <a:endParaRPr sz="2200">
              <a:latin typeface="Cambria"/>
              <a:cs typeface="Cambria"/>
            </a:endParaRPr>
          </a:p>
          <a:p>
            <a:pPr marL="38100">
              <a:lnSpc>
                <a:spcPct val="100000"/>
              </a:lnSpc>
              <a:spcBef>
                <a:spcPts val="395"/>
              </a:spcBef>
            </a:pPr>
            <a:r>
              <a:rPr sz="2200" b="1" dirty="0">
                <a:latin typeface="Cambria"/>
                <a:cs typeface="Cambria"/>
              </a:rPr>
              <a:t>2</a:t>
            </a:r>
            <a:r>
              <a:rPr sz="2175" b="1" baseline="24904" dirty="0">
                <a:latin typeface="Cambria"/>
                <a:cs typeface="Cambria"/>
              </a:rPr>
              <a:t>nd</a:t>
            </a:r>
            <a:r>
              <a:rPr sz="2175" b="1" spc="284" baseline="24904" dirty="0">
                <a:latin typeface="Cambria"/>
                <a:cs typeface="Cambria"/>
              </a:rPr>
              <a:t> </a:t>
            </a:r>
            <a:r>
              <a:rPr sz="2200" b="1" spc="-10" dirty="0">
                <a:latin typeface="Cambria"/>
                <a:cs typeface="Cambria"/>
              </a:rPr>
              <a:t>Step:-</a:t>
            </a:r>
            <a:endParaRPr sz="2200">
              <a:latin typeface="Cambria"/>
              <a:cs typeface="Cambria"/>
            </a:endParaRPr>
          </a:p>
          <a:p>
            <a:pPr marL="533400" marR="377825" indent="-495300">
              <a:lnSpc>
                <a:spcPts val="3240"/>
              </a:lnSpc>
              <a:spcBef>
                <a:spcPts val="209"/>
              </a:spcBef>
            </a:pPr>
            <a:r>
              <a:rPr sz="2200" dirty="0">
                <a:latin typeface="Cambria"/>
                <a:cs typeface="Cambria"/>
              </a:rPr>
              <a:t>I0</a:t>
            </a:r>
            <a:r>
              <a:rPr sz="2200" spc="-5"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S’</a:t>
            </a:r>
            <a:r>
              <a:rPr sz="2200" spc="-5"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 S,</a:t>
            </a:r>
            <a:r>
              <a:rPr sz="2200" spc="-5" dirty="0">
                <a:latin typeface="Cambria"/>
                <a:cs typeface="Cambria"/>
              </a:rPr>
              <a:t> </a:t>
            </a:r>
            <a:r>
              <a:rPr sz="2200" spc="-50" dirty="0">
                <a:latin typeface="Cambria"/>
                <a:cs typeface="Cambria"/>
              </a:rPr>
              <a:t>$ </a:t>
            </a:r>
            <a:r>
              <a:rPr sz="2200" dirty="0">
                <a:latin typeface="Cambria"/>
                <a:cs typeface="Cambria"/>
              </a:rPr>
              <a:t>S</a:t>
            </a:r>
            <a:r>
              <a:rPr sz="2200" spc="-30" dirty="0">
                <a:latin typeface="Cambria"/>
                <a:cs typeface="Cambria"/>
              </a:rPr>
              <a:t> </a:t>
            </a:r>
            <a:r>
              <a:rPr sz="2200" dirty="0">
                <a:latin typeface="Wingdings"/>
                <a:cs typeface="Wingdings"/>
              </a:rPr>
              <a:t></a:t>
            </a:r>
            <a:r>
              <a:rPr sz="2200" spc="-85" dirty="0">
                <a:latin typeface="Times New Roman"/>
                <a:cs typeface="Times New Roman"/>
              </a:rPr>
              <a:t> </a:t>
            </a:r>
            <a:r>
              <a:rPr sz="2200" dirty="0">
                <a:latin typeface="Cambria"/>
                <a:cs typeface="Cambria"/>
              </a:rPr>
              <a:t>•CC,</a:t>
            </a:r>
            <a:r>
              <a:rPr sz="2200" spc="-10" dirty="0">
                <a:latin typeface="Cambria"/>
                <a:cs typeface="Cambria"/>
              </a:rPr>
              <a:t> </a:t>
            </a:r>
            <a:r>
              <a:rPr sz="2200" spc="-50" dirty="0">
                <a:latin typeface="Cambria"/>
                <a:cs typeface="Cambria"/>
              </a:rPr>
              <a:t>$</a:t>
            </a:r>
            <a:endParaRPr sz="2200">
              <a:latin typeface="Cambria"/>
              <a:cs typeface="Cambria"/>
            </a:endParaRPr>
          </a:p>
          <a:p>
            <a:pPr marL="533400" marR="30480">
              <a:lnSpc>
                <a:spcPts val="3240"/>
              </a:lnSpc>
            </a:pPr>
            <a:r>
              <a:rPr sz="2200" dirty="0">
                <a:latin typeface="Cambria"/>
                <a:cs typeface="Cambria"/>
              </a:rPr>
              <a:t>C</a:t>
            </a:r>
            <a:r>
              <a:rPr sz="2200" spc="-1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•aC</a:t>
            </a:r>
            <a:r>
              <a:rPr sz="2200" spc="-10" dirty="0">
                <a:latin typeface="Cambria"/>
                <a:cs typeface="Cambria"/>
              </a:rPr>
              <a:t> </a:t>
            </a:r>
            <a:r>
              <a:rPr sz="2200" dirty="0">
                <a:latin typeface="Cambria"/>
                <a:cs typeface="Cambria"/>
              </a:rPr>
              <a:t>,</a:t>
            </a:r>
            <a:r>
              <a:rPr sz="2200" spc="-15" dirty="0">
                <a:latin typeface="Cambria"/>
                <a:cs typeface="Cambria"/>
              </a:rPr>
              <a:t> </a:t>
            </a:r>
            <a:r>
              <a:rPr sz="2200" spc="-25" dirty="0">
                <a:latin typeface="Cambria"/>
                <a:cs typeface="Cambria"/>
              </a:rPr>
              <a:t>a/d </a:t>
            </a:r>
            <a:r>
              <a:rPr sz="2200" dirty="0">
                <a:latin typeface="Cambria"/>
                <a:cs typeface="Cambria"/>
              </a:rPr>
              <a:t>C</a:t>
            </a:r>
            <a:r>
              <a:rPr sz="2200" spc="-20" dirty="0">
                <a:latin typeface="Cambria"/>
                <a:cs typeface="Cambria"/>
              </a:rPr>
              <a:t> </a:t>
            </a:r>
            <a:r>
              <a:rPr sz="2200" dirty="0">
                <a:latin typeface="Wingdings"/>
                <a:cs typeface="Wingdings"/>
              </a:rPr>
              <a:t></a:t>
            </a:r>
            <a:r>
              <a:rPr sz="2200" dirty="0">
                <a:latin typeface="Cambria"/>
                <a:cs typeface="Cambria"/>
              </a:rPr>
              <a:t>•d,</a:t>
            </a:r>
            <a:r>
              <a:rPr sz="2200" spc="-20" dirty="0">
                <a:latin typeface="Cambria"/>
                <a:cs typeface="Cambria"/>
              </a:rPr>
              <a:t> </a:t>
            </a:r>
            <a:r>
              <a:rPr sz="2200" spc="-25" dirty="0">
                <a:latin typeface="Cambria"/>
                <a:cs typeface="Cambria"/>
              </a:rPr>
              <a:t>a/d</a:t>
            </a:r>
            <a:endParaRPr sz="2200">
              <a:latin typeface="Cambria"/>
              <a:cs typeface="Cambria"/>
            </a:endParaRPr>
          </a:p>
          <a:p>
            <a:pPr marL="595630" marR="216535" indent="-558165">
              <a:lnSpc>
                <a:spcPts val="3240"/>
              </a:lnSpc>
            </a:pPr>
            <a:r>
              <a:rPr sz="2200" dirty="0">
                <a:latin typeface="Cambria"/>
                <a:cs typeface="Cambria"/>
              </a:rPr>
              <a:t>I1</a:t>
            </a:r>
            <a:r>
              <a:rPr sz="2200" spc="-15" dirty="0">
                <a:latin typeface="Cambria"/>
                <a:cs typeface="Cambria"/>
              </a:rPr>
              <a:t> </a:t>
            </a:r>
            <a:r>
              <a:rPr sz="2200" dirty="0">
                <a:latin typeface="Cambria"/>
                <a:cs typeface="Cambria"/>
              </a:rPr>
              <a:t>=</a:t>
            </a:r>
            <a:r>
              <a:rPr sz="2200" spc="-10" dirty="0">
                <a:latin typeface="Cambria"/>
                <a:cs typeface="Cambria"/>
              </a:rPr>
              <a:t> </a:t>
            </a:r>
            <a:r>
              <a:rPr sz="2200" dirty="0">
                <a:latin typeface="Cambria"/>
                <a:cs typeface="Cambria"/>
              </a:rPr>
              <a:t>goto (I0</a:t>
            </a:r>
            <a:r>
              <a:rPr sz="2200" spc="-20" dirty="0">
                <a:latin typeface="Cambria"/>
                <a:cs typeface="Cambria"/>
              </a:rPr>
              <a:t> </a:t>
            </a:r>
            <a:r>
              <a:rPr sz="2200" dirty="0">
                <a:latin typeface="Cambria"/>
                <a:cs typeface="Cambria"/>
              </a:rPr>
              <a:t>, </a:t>
            </a:r>
            <a:r>
              <a:rPr sz="2200" spc="-25" dirty="0">
                <a:latin typeface="Cambria"/>
                <a:cs typeface="Cambria"/>
              </a:rPr>
              <a:t>S) </a:t>
            </a:r>
            <a:r>
              <a:rPr sz="2200" dirty="0">
                <a:latin typeface="Cambria"/>
                <a:cs typeface="Cambria"/>
              </a:rPr>
              <a:t>S’</a:t>
            </a:r>
            <a:r>
              <a:rPr sz="2200" spc="-20" dirty="0">
                <a:latin typeface="Cambria"/>
                <a:cs typeface="Cambria"/>
              </a:rPr>
              <a:t> </a:t>
            </a:r>
            <a:r>
              <a:rPr sz="2200" dirty="0">
                <a:latin typeface="Wingdings"/>
                <a:cs typeface="Wingdings"/>
              </a:rPr>
              <a:t></a:t>
            </a:r>
            <a:r>
              <a:rPr sz="2200" spc="-65" dirty="0">
                <a:latin typeface="Times New Roman"/>
                <a:cs typeface="Times New Roman"/>
              </a:rPr>
              <a:t> </a:t>
            </a:r>
            <a:r>
              <a:rPr sz="2200" spc="-20" dirty="0">
                <a:latin typeface="Cambria"/>
                <a:cs typeface="Cambria"/>
              </a:rPr>
              <a:t>S•,$</a:t>
            </a:r>
            <a:endParaRPr sz="2200">
              <a:latin typeface="Cambria"/>
              <a:cs typeface="Cambria"/>
            </a:endParaRPr>
          </a:p>
        </p:txBody>
      </p:sp>
      <p:sp>
        <p:nvSpPr>
          <p:cNvPr id="4" name="object 4"/>
          <p:cNvSpPr txBox="1"/>
          <p:nvPr/>
        </p:nvSpPr>
        <p:spPr>
          <a:xfrm>
            <a:off x="5701665" y="1949475"/>
            <a:ext cx="2199005" cy="3011805"/>
          </a:xfrm>
          <a:prstGeom prst="rect">
            <a:avLst/>
          </a:prstGeom>
        </p:spPr>
        <p:txBody>
          <a:bodyPr vert="horz" wrap="square" lIns="0" tIns="12700" rIns="0" bIns="0" rtlCol="0">
            <a:spAutoFit/>
          </a:bodyPr>
          <a:lstStyle/>
          <a:p>
            <a:pPr marL="542925" marR="5080" algn="just">
              <a:lnSpc>
                <a:spcPct val="122800"/>
              </a:lnSpc>
              <a:spcBef>
                <a:spcPts val="100"/>
              </a:spcBef>
            </a:pPr>
            <a:r>
              <a:rPr sz="2200" dirty="0">
                <a:latin typeface="Cambria"/>
                <a:cs typeface="Cambria"/>
              </a:rPr>
              <a:t>C</a:t>
            </a:r>
            <a:r>
              <a:rPr sz="2200" spc="-15"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a</a:t>
            </a:r>
            <a:r>
              <a:rPr sz="2200" spc="-10"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C, </a:t>
            </a:r>
            <a:r>
              <a:rPr sz="2200" spc="-25" dirty="0">
                <a:latin typeface="Cambria"/>
                <a:cs typeface="Cambria"/>
              </a:rPr>
              <a:t>a/d </a:t>
            </a:r>
            <a:r>
              <a:rPr sz="2200" dirty="0">
                <a:latin typeface="Cambria"/>
                <a:cs typeface="Cambria"/>
              </a:rPr>
              <a:t>C</a:t>
            </a:r>
            <a:r>
              <a:rPr sz="2200" spc="-2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•a C,</a:t>
            </a:r>
            <a:r>
              <a:rPr sz="2200" spc="-10" dirty="0">
                <a:latin typeface="Cambria"/>
                <a:cs typeface="Cambria"/>
              </a:rPr>
              <a:t> </a:t>
            </a:r>
            <a:r>
              <a:rPr sz="2200" spc="-25" dirty="0">
                <a:latin typeface="Cambria"/>
                <a:cs typeface="Cambria"/>
              </a:rPr>
              <a:t>a/d </a:t>
            </a:r>
            <a:r>
              <a:rPr sz="2200" dirty="0">
                <a:latin typeface="Cambria"/>
                <a:cs typeface="Cambria"/>
              </a:rPr>
              <a:t>C</a:t>
            </a:r>
            <a:r>
              <a:rPr sz="2200" spc="-2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•d, </a:t>
            </a:r>
            <a:r>
              <a:rPr sz="2200" spc="-25" dirty="0">
                <a:latin typeface="Cambria"/>
                <a:cs typeface="Cambria"/>
              </a:rPr>
              <a:t>a/d</a:t>
            </a:r>
            <a:endParaRPr sz="2200">
              <a:latin typeface="Cambria"/>
              <a:cs typeface="Cambria"/>
            </a:endParaRPr>
          </a:p>
          <a:p>
            <a:pPr marR="302260" algn="r">
              <a:lnSpc>
                <a:spcPct val="100000"/>
              </a:lnSpc>
              <a:spcBef>
                <a:spcPts val="760"/>
              </a:spcBef>
            </a:pPr>
            <a:r>
              <a:rPr sz="2200" dirty="0">
                <a:latin typeface="Cambria"/>
                <a:cs typeface="Cambria"/>
              </a:rPr>
              <a:t>I4</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d)</a:t>
            </a:r>
            <a:endParaRPr sz="2200">
              <a:latin typeface="Cambria"/>
              <a:cs typeface="Cambria"/>
            </a:endParaRPr>
          </a:p>
          <a:p>
            <a:pPr marR="269240" algn="r">
              <a:lnSpc>
                <a:spcPct val="100000"/>
              </a:lnSpc>
              <a:spcBef>
                <a:spcPts val="600"/>
              </a:spcBef>
            </a:pPr>
            <a:r>
              <a:rPr sz="2200" dirty="0">
                <a:latin typeface="Cambria"/>
                <a:cs typeface="Cambria"/>
              </a:rPr>
              <a:t>C</a:t>
            </a:r>
            <a:r>
              <a:rPr sz="2200" spc="-1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d•,</a:t>
            </a:r>
            <a:r>
              <a:rPr sz="2200" spc="-10" dirty="0">
                <a:latin typeface="Cambria"/>
                <a:cs typeface="Cambria"/>
              </a:rPr>
              <a:t> </a:t>
            </a:r>
            <a:r>
              <a:rPr sz="2200" spc="-25" dirty="0">
                <a:latin typeface="Cambria"/>
                <a:cs typeface="Cambria"/>
              </a:rPr>
              <a:t>a/d</a:t>
            </a:r>
            <a:endParaRPr sz="2200">
              <a:latin typeface="Cambria"/>
              <a:cs typeface="Cambria"/>
            </a:endParaRPr>
          </a:p>
          <a:p>
            <a:pPr marL="508000" marR="334010" indent="-495300" algn="r">
              <a:lnSpc>
                <a:spcPct val="122700"/>
              </a:lnSpc>
              <a:spcBef>
                <a:spcPts val="665"/>
              </a:spcBef>
            </a:pPr>
            <a:r>
              <a:rPr sz="2200" dirty="0">
                <a:latin typeface="Cambria"/>
                <a:cs typeface="Cambria"/>
              </a:rPr>
              <a:t>I5</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(I2,</a:t>
            </a:r>
            <a:r>
              <a:rPr sz="2200" spc="-15" dirty="0">
                <a:latin typeface="Cambria"/>
                <a:cs typeface="Cambria"/>
              </a:rPr>
              <a:t> </a:t>
            </a:r>
            <a:r>
              <a:rPr sz="2200" spc="-25" dirty="0">
                <a:latin typeface="Cambria"/>
                <a:cs typeface="Cambria"/>
              </a:rPr>
              <a:t>C) </a:t>
            </a:r>
            <a:r>
              <a:rPr sz="2200" dirty="0">
                <a:latin typeface="Cambria"/>
                <a:cs typeface="Cambria"/>
              </a:rPr>
              <a:t>S</a:t>
            </a:r>
            <a:r>
              <a:rPr sz="2200" spc="-2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CC</a:t>
            </a:r>
            <a:r>
              <a:rPr sz="2200" spc="-5" dirty="0">
                <a:latin typeface="Cambria"/>
                <a:cs typeface="Cambria"/>
              </a:rPr>
              <a:t> </a:t>
            </a:r>
            <a:r>
              <a:rPr sz="2200" dirty="0">
                <a:latin typeface="Cambria"/>
                <a:cs typeface="Cambria"/>
              </a:rPr>
              <a:t>•,</a:t>
            </a:r>
            <a:r>
              <a:rPr sz="2200" spc="-10" dirty="0">
                <a:latin typeface="Cambria"/>
                <a:cs typeface="Cambria"/>
              </a:rPr>
              <a:t> </a:t>
            </a:r>
            <a:r>
              <a:rPr sz="2200" spc="-50" dirty="0">
                <a:latin typeface="Cambria"/>
                <a:cs typeface="Cambria"/>
              </a:rPr>
              <a:t>$</a:t>
            </a:r>
            <a:endParaRPr sz="2200">
              <a:latin typeface="Cambria"/>
              <a:cs typeface="Cambria"/>
            </a:endParaRPr>
          </a:p>
        </p:txBody>
      </p:sp>
      <p:sp>
        <p:nvSpPr>
          <p:cNvPr id="5" name="object 5"/>
          <p:cNvSpPr txBox="1"/>
          <p:nvPr/>
        </p:nvSpPr>
        <p:spPr>
          <a:xfrm>
            <a:off x="8449818" y="-44044"/>
            <a:ext cx="2040255" cy="3478529"/>
          </a:xfrm>
          <a:prstGeom prst="rect">
            <a:avLst/>
          </a:prstGeom>
        </p:spPr>
        <p:txBody>
          <a:bodyPr vert="horz" wrap="square" lIns="0" tIns="12700" rIns="0" bIns="0" rtlCol="0">
            <a:spAutoFit/>
          </a:bodyPr>
          <a:lstStyle/>
          <a:p>
            <a:pPr marL="417195" marR="266700" indent="-309880">
              <a:lnSpc>
                <a:spcPct val="122700"/>
              </a:lnSpc>
              <a:spcBef>
                <a:spcPts val="100"/>
              </a:spcBef>
            </a:pPr>
            <a:r>
              <a:rPr sz="2200" dirty="0">
                <a:latin typeface="Cambria"/>
                <a:cs typeface="Cambria"/>
              </a:rPr>
              <a:t>I7=goto(I2,</a:t>
            </a:r>
            <a:r>
              <a:rPr sz="2200" spc="-55" dirty="0">
                <a:latin typeface="Cambria"/>
                <a:cs typeface="Cambria"/>
              </a:rPr>
              <a:t> </a:t>
            </a:r>
            <a:r>
              <a:rPr sz="2200" spc="-25" dirty="0">
                <a:latin typeface="Cambria"/>
                <a:cs typeface="Cambria"/>
              </a:rPr>
              <a:t>d) </a:t>
            </a:r>
            <a:r>
              <a:rPr sz="2200" dirty="0">
                <a:latin typeface="Cambria"/>
                <a:cs typeface="Cambria"/>
              </a:rPr>
              <a:t>C</a:t>
            </a:r>
            <a:r>
              <a:rPr sz="2200" spc="-15" dirty="0">
                <a:latin typeface="Cambria"/>
                <a:cs typeface="Cambria"/>
              </a:rPr>
              <a:t> </a:t>
            </a:r>
            <a:r>
              <a:rPr sz="2200" dirty="0">
                <a:latin typeface="Wingdings"/>
                <a:cs typeface="Wingdings"/>
              </a:rPr>
              <a:t></a:t>
            </a:r>
            <a:r>
              <a:rPr sz="2200" dirty="0">
                <a:latin typeface="Cambria"/>
                <a:cs typeface="Cambria"/>
              </a:rPr>
              <a:t>d•,</a:t>
            </a:r>
            <a:r>
              <a:rPr sz="2200" spc="-20" dirty="0">
                <a:latin typeface="Cambria"/>
                <a:cs typeface="Cambria"/>
              </a:rPr>
              <a:t> </a:t>
            </a:r>
            <a:r>
              <a:rPr sz="2200" spc="-50" dirty="0">
                <a:latin typeface="Cambria"/>
                <a:cs typeface="Cambria"/>
              </a:rPr>
              <a:t>$</a:t>
            </a:r>
            <a:endParaRPr sz="2200">
              <a:latin typeface="Cambria"/>
              <a:cs typeface="Cambria"/>
            </a:endParaRPr>
          </a:p>
          <a:p>
            <a:pPr marL="508000" marR="5080" indent="-495300">
              <a:lnSpc>
                <a:spcPct val="128600"/>
              </a:lnSpc>
              <a:spcBef>
                <a:spcPts val="710"/>
              </a:spcBef>
            </a:pPr>
            <a:r>
              <a:rPr sz="2200" dirty="0">
                <a:latin typeface="Cambria"/>
                <a:cs typeface="Cambria"/>
              </a:rPr>
              <a:t>I8</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(I3,</a:t>
            </a:r>
            <a:r>
              <a:rPr sz="2200" spc="-15" dirty="0">
                <a:latin typeface="Cambria"/>
                <a:cs typeface="Cambria"/>
              </a:rPr>
              <a:t> </a:t>
            </a:r>
            <a:r>
              <a:rPr sz="2200" spc="-25" dirty="0">
                <a:latin typeface="Cambria"/>
                <a:cs typeface="Cambria"/>
              </a:rPr>
              <a:t>C) </a:t>
            </a:r>
            <a:r>
              <a:rPr sz="2200" dirty="0">
                <a:latin typeface="Cambria"/>
                <a:cs typeface="Cambria"/>
              </a:rPr>
              <a:t>C</a:t>
            </a:r>
            <a:r>
              <a:rPr sz="2200" spc="-15" dirty="0">
                <a:latin typeface="Cambria"/>
                <a:cs typeface="Cambria"/>
              </a:rPr>
              <a:t> </a:t>
            </a:r>
            <a:r>
              <a:rPr sz="2200" dirty="0">
                <a:latin typeface="Wingdings"/>
                <a:cs typeface="Wingdings"/>
              </a:rPr>
              <a:t></a:t>
            </a:r>
            <a:r>
              <a:rPr sz="2200" spc="-85" dirty="0">
                <a:latin typeface="Times New Roman"/>
                <a:cs typeface="Times New Roman"/>
              </a:rPr>
              <a:t> </a:t>
            </a:r>
            <a:r>
              <a:rPr sz="2200" dirty="0">
                <a:latin typeface="Cambria"/>
                <a:cs typeface="Cambria"/>
              </a:rPr>
              <a:t>aC•,</a:t>
            </a:r>
            <a:r>
              <a:rPr sz="2200" spc="-10" dirty="0">
                <a:latin typeface="Cambria"/>
                <a:cs typeface="Cambria"/>
              </a:rPr>
              <a:t> </a:t>
            </a:r>
            <a:r>
              <a:rPr sz="2200" spc="-25" dirty="0">
                <a:latin typeface="Cambria"/>
                <a:cs typeface="Cambria"/>
              </a:rPr>
              <a:t>a/d </a:t>
            </a:r>
            <a:r>
              <a:rPr sz="2200" dirty="0">
                <a:latin typeface="Cambria"/>
                <a:cs typeface="Cambria"/>
              </a:rPr>
              <a:t>goto</a:t>
            </a:r>
            <a:r>
              <a:rPr sz="2200" spc="-15" dirty="0">
                <a:latin typeface="Cambria"/>
                <a:cs typeface="Cambria"/>
              </a:rPr>
              <a:t> </a:t>
            </a:r>
            <a:r>
              <a:rPr sz="2200" dirty="0">
                <a:latin typeface="Cambria"/>
                <a:cs typeface="Cambria"/>
              </a:rPr>
              <a:t>(I3,</a:t>
            </a:r>
            <a:r>
              <a:rPr sz="2200" spc="-25" dirty="0">
                <a:latin typeface="Cambria"/>
                <a:cs typeface="Cambria"/>
              </a:rPr>
              <a:t> a)</a:t>
            </a:r>
            <a:endParaRPr sz="2200">
              <a:latin typeface="Cambria"/>
              <a:cs typeface="Cambria"/>
            </a:endParaRPr>
          </a:p>
          <a:p>
            <a:pPr marL="509905">
              <a:lnSpc>
                <a:spcPct val="100000"/>
              </a:lnSpc>
              <a:spcBef>
                <a:spcPts val="600"/>
              </a:spcBef>
            </a:pPr>
            <a:r>
              <a:rPr sz="2200" dirty="0">
                <a:latin typeface="Cambria"/>
                <a:cs typeface="Cambria"/>
              </a:rPr>
              <a:t>=</a:t>
            </a:r>
            <a:r>
              <a:rPr sz="2200" spc="-45" dirty="0">
                <a:latin typeface="Cambria"/>
                <a:cs typeface="Cambria"/>
              </a:rPr>
              <a:t> </a:t>
            </a:r>
            <a:r>
              <a:rPr sz="2200" dirty="0">
                <a:latin typeface="Cambria"/>
                <a:cs typeface="Cambria"/>
              </a:rPr>
              <a:t>same</a:t>
            </a:r>
            <a:r>
              <a:rPr sz="2200" spc="-20" dirty="0">
                <a:latin typeface="Cambria"/>
                <a:cs typeface="Cambria"/>
              </a:rPr>
              <a:t> </a:t>
            </a:r>
            <a:r>
              <a:rPr sz="2200" dirty="0">
                <a:latin typeface="Cambria"/>
                <a:cs typeface="Cambria"/>
              </a:rPr>
              <a:t>as</a:t>
            </a:r>
            <a:r>
              <a:rPr sz="2200" spc="-10" dirty="0">
                <a:latin typeface="Cambria"/>
                <a:cs typeface="Cambria"/>
              </a:rPr>
              <a:t> </a:t>
            </a:r>
            <a:r>
              <a:rPr sz="2200" spc="-25" dirty="0">
                <a:latin typeface="Cambria"/>
                <a:cs typeface="Cambria"/>
              </a:rPr>
              <a:t>I3</a:t>
            </a:r>
            <a:endParaRPr sz="2200">
              <a:latin typeface="Cambria"/>
              <a:cs typeface="Cambria"/>
            </a:endParaRPr>
          </a:p>
          <a:p>
            <a:pPr marL="557530">
              <a:lnSpc>
                <a:spcPct val="100000"/>
              </a:lnSpc>
              <a:spcBef>
                <a:spcPts val="695"/>
              </a:spcBef>
            </a:pPr>
            <a:r>
              <a:rPr sz="2200" dirty="0">
                <a:latin typeface="Cambria"/>
                <a:cs typeface="Cambria"/>
              </a:rPr>
              <a:t>goto</a:t>
            </a:r>
            <a:r>
              <a:rPr sz="2200" spc="-15" dirty="0">
                <a:latin typeface="Cambria"/>
                <a:cs typeface="Cambria"/>
              </a:rPr>
              <a:t> </a:t>
            </a:r>
            <a:r>
              <a:rPr sz="2200" dirty="0">
                <a:latin typeface="Cambria"/>
                <a:cs typeface="Cambria"/>
              </a:rPr>
              <a:t>(I3,</a:t>
            </a:r>
            <a:r>
              <a:rPr sz="2200" spc="-25" dirty="0">
                <a:latin typeface="Cambria"/>
                <a:cs typeface="Cambria"/>
              </a:rPr>
              <a:t> d)</a:t>
            </a:r>
            <a:endParaRPr sz="2200">
              <a:latin typeface="Cambria"/>
              <a:cs typeface="Cambria"/>
            </a:endParaRPr>
          </a:p>
          <a:p>
            <a:pPr marL="557530">
              <a:lnSpc>
                <a:spcPct val="100000"/>
              </a:lnSpc>
              <a:spcBef>
                <a:spcPts val="600"/>
              </a:spcBef>
            </a:pPr>
            <a:r>
              <a:rPr sz="2200" dirty="0">
                <a:latin typeface="Cambria"/>
                <a:cs typeface="Cambria"/>
              </a:rPr>
              <a:t>=</a:t>
            </a:r>
            <a:r>
              <a:rPr sz="2200" spc="-35" dirty="0">
                <a:latin typeface="Cambria"/>
                <a:cs typeface="Cambria"/>
              </a:rPr>
              <a:t> </a:t>
            </a:r>
            <a:r>
              <a:rPr sz="2200" dirty="0">
                <a:latin typeface="Cambria"/>
                <a:cs typeface="Cambria"/>
              </a:rPr>
              <a:t>same</a:t>
            </a:r>
            <a:r>
              <a:rPr sz="2200" spc="-15" dirty="0">
                <a:latin typeface="Cambria"/>
                <a:cs typeface="Cambria"/>
              </a:rPr>
              <a:t> </a:t>
            </a:r>
            <a:r>
              <a:rPr sz="2200" dirty="0">
                <a:latin typeface="Cambria"/>
                <a:cs typeface="Cambria"/>
              </a:rPr>
              <a:t>as</a:t>
            </a:r>
            <a:r>
              <a:rPr sz="2200" spc="-5" dirty="0">
                <a:latin typeface="Cambria"/>
                <a:cs typeface="Cambria"/>
              </a:rPr>
              <a:t> </a:t>
            </a:r>
            <a:r>
              <a:rPr sz="2200" spc="-25" dirty="0">
                <a:latin typeface="Cambria"/>
                <a:cs typeface="Cambria"/>
              </a:rPr>
              <a:t>I4</a:t>
            </a:r>
            <a:endParaRPr sz="2200">
              <a:latin typeface="Cambria"/>
              <a:cs typeface="Cambria"/>
            </a:endParaRPr>
          </a:p>
        </p:txBody>
      </p:sp>
      <p:grpSp>
        <p:nvGrpSpPr>
          <p:cNvPr id="6" name="object 6"/>
          <p:cNvGrpSpPr/>
          <p:nvPr/>
        </p:nvGrpSpPr>
        <p:grpSpPr>
          <a:xfrm>
            <a:off x="5589841" y="296989"/>
            <a:ext cx="2694940" cy="6417310"/>
            <a:chOff x="5589841" y="296989"/>
            <a:chExt cx="2694940" cy="6417310"/>
          </a:xfrm>
        </p:grpSpPr>
        <p:sp>
          <p:nvSpPr>
            <p:cNvPr id="7" name="object 7"/>
            <p:cNvSpPr/>
            <p:nvPr/>
          </p:nvSpPr>
          <p:spPr>
            <a:xfrm>
              <a:off x="5594603" y="301752"/>
              <a:ext cx="2685415" cy="6407785"/>
            </a:xfrm>
            <a:custGeom>
              <a:avLst/>
              <a:gdLst/>
              <a:ahLst/>
              <a:cxnLst/>
              <a:rect l="l" t="t" r="r" b="b"/>
              <a:pathLst>
                <a:path w="2685415" h="6407784">
                  <a:moveTo>
                    <a:pt x="0" y="161544"/>
                  </a:moveTo>
                  <a:lnTo>
                    <a:pt x="27178" y="6407226"/>
                  </a:lnTo>
                </a:path>
                <a:path w="2685415" h="6407784">
                  <a:moveTo>
                    <a:pt x="2657855" y="0"/>
                  </a:moveTo>
                  <a:lnTo>
                    <a:pt x="2685034" y="6245682"/>
                  </a:lnTo>
                </a:path>
              </a:pathLst>
            </a:custGeom>
            <a:ln w="9144">
              <a:solidFill>
                <a:srgbClr val="40B9D2"/>
              </a:solidFill>
            </a:ln>
          </p:spPr>
          <p:txBody>
            <a:bodyPr wrap="square" lIns="0" tIns="0" rIns="0" bIns="0" rtlCol="0"/>
            <a:lstStyle/>
            <a:p>
              <a:endParaRPr/>
            </a:p>
          </p:txBody>
        </p:sp>
        <p:sp>
          <p:nvSpPr>
            <p:cNvPr id="8" name="object 8"/>
            <p:cNvSpPr/>
            <p:nvPr/>
          </p:nvSpPr>
          <p:spPr>
            <a:xfrm>
              <a:off x="5654293" y="1679193"/>
              <a:ext cx="2557145" cy="0"/>
            </a:xfrm>
            <a:custGeom>
              <a:avLst/>
              <a:gdLst/>
              <a:ahLst/>
              <a:cxnLst/>
              <a:rect l="l" t="t" r="r" b="b"/>
              <a:pathLst>
                <a:path w="2557145">
                  <a:moveTo>
                    <a:pt x="0" y="0"/>
                  </a:moveTo>
                  <a:lnTo>
                    <a:pt x="2556763" y="0"/>
                  </a:lnTo>
                </a:path>
              </a:pathLst>
            </a:custGeom>
            <a:ln w="38100">
              <a:solidFill>
                <a:srgbClr val="FFFFFF"/>
              </a:solidFill>
            </a:ln>
          </p:spPr>
          <p:txBody>
            <a:bodyPr wrap="square" lIns="0" tIns="0" rIns="0" bIns="0" rtlCol="0"/>
            <a:lstStyle/>
            <a:p>
              <a:endParaRPr/>
            </a:p>
          </p:txBody>
        </p:sp>
      </p:grpSp>
      <p:sp>
        <p:nvSpPr>
          <p:cNvPr id="9" name="object 9"/>
          <p:cNvSpPr txBox="1"/>
          <p:nvPr/>
        </p:nvSpPr>
        <p:spPr>
          <a:xfrm>
            <a:off x="5674614" y="-33120"/>
            <a:ext cx="1943735" cy="2008505"/>
          </a:xfrm>
          <a:prstGeom prst="rect">
            <a:avLst/>
          </a:prstGeom>
        </p:spPr>
        <p:txBody>
          <a:bodyPr vert="horz" wrap="square" lIns="0" tIns="88900" rIns="0" bIns="0" rtlCol="0">
            <a:spAutoFit/>
          </a:bodyPr>
          <a:lstStyle/>
          <a:p>
            <a:pPr marL="78105" algn="just">
              <a:lnSpc>
                <a:spcPct val="100000"/>
              </a:lnSpc>
              <a:spcBef>
                <a:spcPts val="700"/>
              </a:spcBef>
            </a:pPr>
            <a:r>
              <a:rPr sz="2200" dirty="0">
                <a:latin typeface="Cambria"/>
                <a:cs typeface="Cambria"/>
              </a:rPr>
              <a:t>I2</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C)</a:t>
            </a:r>
            <a:endParaRPr sz="2200">
              <a:latin typeface="Cambria"/>
              <a:cs typeface="Cambria"/>
            </a:endParaRPr>
          </a:p>
          <a:p>
            <a:pPr marL="635635" marR="5080" algn="just">
              <a:lnSpc>
                <a:spcPts val="3240"/>
              </a:lnSpc>
              <a:spcBef>
                <a:spcPts val="204"/>
              </a:spcBef>
            </a:pPr>
            <a:r>
              <a:rPr sz="2200" dirty="0">
                <a:latin typeface="Cambria"/>
                <a:cs typeface="Cambria"/>
              </a:rPr>
              <a:t>S</a:t>
            </a:r>
            <a:r>
              <a:rPr sz="2200" spc="-15"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C</a:t>
            </a:r>
            <a:r>
              <a:rPr sz="2200" spc="-20" dirty="0">
                <a:latin typeface="Cambria"/>
                <a:cs typeface="Cambria"/>
              </a:rPr>
              <a:t> </a:t>
            </a:r>
            <a:r>
              <a:rPr sz="2200" dirty="0">
                <a:latin typeface="Cambria"/>
                <a:cs typeface="Cambria"/>
              </a:rPr>
              <a:t>•C, </a:t>
            </a:r>
            <a:r>
              <a:rPr sz="2200" spc="-50" dirty="0">
                <a:latin typeface="Cambria"/>
                <a:cs typeface="Cambria"/>
              </a:rPr>
              <a:t>$ </a:t>
            </a:r>
            <a:r>
              <a:rPr sz="2200" dirty="0">
                <a:latin typeface="Cambria"/>
                <a:cs typeface="Cambria"/>
              </a:rPr>
              <a:t>C</a:t>
            </a:r>
            <a:r>
              <a:rPr sz="2200" spc="-25" dirty="0">
                <a:latin typeface="Cambria"/>
                <a:cs typeface="Cambria"/>
              </a:rPr>
              <a:t> </a:t>
            </a:r>
            <a:r>
              <a:rPr sz="2200" dirty="0">
                <a:latin typeface="Wingdings"/>
                <a:cs typeface="Wingdings"/>
              </a:rPr>
              <a:t></a:t>
            </a:r>
            <a:r>
              <a:rPr sz="2200" spc="-85" dirty="0">
                <a:latin typeface="Times New Roman"/>
                <a:cs typeface="Times New Roman"/>
              </a:rPr>
              <a:t> </a:t>
            </a:r>
            <a:r>
              <a:rPr sz="2200" dirty="0">
                <a:latin typeface="Cambria"/>
                <a:cs typeface="Cambria"/>
              </a:rPr>
              <a:t>•aC,</a:t>
            </a:r>
            <a:r>
              <a:rPr sz="2200" spc="-15" dirty="0">
                <a:latin typeface="Cambria"/>
                <a:cs typeface="Cambria"/>
              </a:rPr>
              <a:t> </a:t>
            </a:r>
            <a:r>
              <a:rPr sz="2200" spc="-50" dirty="0">
                <a:latin typeface="Cambria"/>
                <a:cs typeface="Cambria"/>
              </a:rPr>
              <a:t>$ </a:t>
            </a:r>
            <a:r>
              <a:rPr sz="2200" dirty="0">
                <a:latin typeface="Cambria"/>
                <a:cs typeface="Cambria"/>
              </a:rPr>
              <a:t>C</a:t>
            </a:r>
            <a:r>
              <a:rPr sz="2200" spc="-2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•d, </a:t>
            </a:r>
            <a:r>
              <a:rPr sz="2200" spc="-50" dirty="0">
                <a:latin typeface="Cambria"/>
                <a:cs typeface="Cambria"/>
              </a:rPr>
              <a:t>$</a:t>
            </a:r>
            <a:endParaRPr sz="2200">
              <a:latin typeface="Cambria"/>
              <a:cs typeface="Cambria"/>
            </a:endParaRPr>
          </a:p>
          <a:p>
            <a:pPr marL="12700" algn="just">
              <a:lnSpc>
                <a:spcPts val="2445"/>
              </a:lnSpc>
            </a:pPr>
            <a:r>
              <a:rPr sz="2200" dirty="0">
                <a:latin typeface="Cambria"/>
                <a:cs typeface="Cambria"/>
              </a:rPr>
              <a:t>I3</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a)</a:t>
            </a:r>
            <a:endParaRPr sz="2200">
              <a:latin typeface="Cambria"/>
              <a:cs typeface="Cambria"/>
            </a:endParaRPr>
          </a:p>
        </p:txBody>
      </p:sp>
      <p:graphicFrame>
        <p:nvGraphicFramePr>
          <p:cNvPr id="10" name="object 10"/>
          <p:cNvGraphicFramePr>
            <a:graphicFrameLocks noGrp="1"/>
          </p:cNvGraphicFramePr>
          <p:nvPr/>
        </p:nvGraphicFramePr>
        <p:xfrm>
          <a:off x="8499729" y="3548126"/>
          <a:ext cx="2764155" cy="2360295"/>
        </p:xfrm>
        <a:graphic>
          <a:graphicData uri="http://schemas.openxmlformats.org/drawingml/2006/table">
            <a:tbl>
              <a:tblPr firstRow="1" bandRow="1">
                <a:tableStyleId>{2D5ABB26-0587-4C30-8999-92F81FD0307C}</a:tableStyleId>
              </a:tblPr>
              <a:tblGrid>
                <a:gridCol w="2687955">
                  <a:extLst>
                    <a:ext uri="{9D8B030D-6E8A-4147-A177-3AD203B41FA5}">
                      <a16:colId xmlns:a16="http://schemas.microsoft.com/office/drawing/2014/main" val="20000"/>
                    </a:ext>
                  </a:extLst>
                </a:gridCol>
              </a:tblGrid>
              <a:tr h="801370">
                <a:tc>
                  <a:txBody>
                    <a:bodyPr/>
                    <a:lstStyle/>
                    <a:p>
                      <a:pPr marL="98425">
                        <a:lnSpc>
                          <a:spcPts val="2275"/>
                        </a:lnSpc>
                      </a:pPr>
                      <a:r>
                        <a:rPr sz="2200" dirty="0">
                          <a:latin typeface="Cambria"/>
                          <a:cs typeface="Cambria"/>
                        </a:rPr>
                        <a:t>I9</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(I6,</a:t>
                      </a:r>
                      <a:r>
                        <a:rPr sz="2200" spc="-15" dirty="0">
                          <a:latin typeface="Cambria"/>
                          <a:cs typeface="Cambria"/>
                        </a:rPr>
                        <a:t> </a:t>
                      </a:r>
                      <a:r>
                        <a:rPr sz="2200" spc="-25" dirty="0">
                          <a:latin typeface="Cambria"/>
                          <a:cs typeface="Cambria"/>
                        </a:rPr>
                        <a:t>C)</a:t>
                      </a:r>
                      <a:endParaRPr sz="2200">
                        <a:latin typeface="Cambria"/>
                        <a:cs typeface="Cambria"/>
                      </a:endParaRPr>
                    </a:p>
                    <a:p>
                      <a:pPr marL="593725">
                        <a:lnSpc>
                          <a:spcPct val="100000"/>
                        </a:lnSpc>
                        <a:spcBef>
                          <a:spcPts val="600"/>
                        </a:spcBef>
                      </a:pPr>
                      <a:r>
                        <a:rPr sz="2200" dirty="0">
                          <a:latin typeface="Cambria"/>
                          <a:cs typeface="Cambria"/>
                        </a:rPr>
                        <a:t>C</a:t>
                      </a:r>
                      <a:r>
                        <a:rPr sz="2200" spc="-2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aC•,</a:t>
                      </a:r>
                      <a:r>
                        <a:rPr sz="2200" spc="-15" dirty="0">
                          <a:latin typeface="Cambria"/>
                          <a:cs typeface="Cambria"/>
                        </a:rPr>
                        <a:t> </a:t>
                      </a:r>
                      <a:r>
                        <a:rPr sz="2200" spc="-50" dirty="0">
                          <a:latin typeface="Cambria"/>
                          <a:cs typeface="Cambria"/>
                        </a:rPr>
                        <a:t>$</a:t>
                      </a:r>
                      <a:endParaRPr sz="2200">
                        <a:latin typeface="Cambria"/>
                        <a:cs typeface="Cambria"/>
                      </a:endParaRPr>
                    </a:p>
                  </a:txBody>
                  <a:tcPr marL="0" marR="0" marT="0" marB="0">
                    <a:lnB w="38100">
                      <a:solidFill>
                        <a:srgbClr val="FFFFFF"/>
                      </a:solidFill>
                      <a:prstDash val="solid"/>
                    </a:lnB>
                  </a:tcPr>
                </a:tc>
                <a:extLst>
                  <a:ext uri="{0D108BD9-81ED-4DB2-BD59-A6C34878D82A}">
                    <a16:rowId xmlns:a16="http://schemas.microsoft.com/office/drawing/2014/main" val="10000"/>
                  </a:ext>
                </a:extLst>
              </a:tr>
              <a:tr h="779145">
                <a:tc>
                  <a:txBody>
                    <a:bodyPr/>
                    <a:lstStyle/>
                    <a:p>
                      <a:pPr marL="423545">
                        <a:lnSpc>
                          <a:spcPts val="2330"/>
                        </a:lnSpc>
                      </a:pPr>
                      <a:r>
                        <a:rPr sz="2200" dirty="0">
                          <a:latin typeface="Cambria"/>
                          <a:cs typeface="Cambria"/>
                        </a:rPr>
                        <a:t>goto</a:t>
                      </a:r>
                      <a:r>
                        <a:rPr sz="2200" spc="-15" dirty="0">
                          <a:latin typeface="Cambria"/>
                          <a:cs typeface="Cambria"/>
                        </a:rPr>
                        <a:t> </a:t>
                      </a:r>
                      <a:r>
                        <a:rPr sz="2200" dirty="0">
                          <a:latin typeface="Cambria"/>
                          <a:cs typeface="Cambria"/>
                        </a:rPr>
                        <a:t>(I6,</a:t>
                      </a:r>
                      <a:r>
                        <a:rPr sz="2200" spc="-25" dirty="0">
                          <a:latin typeface="Cambria"/>
                          <a:cs typeface="Cambria"/>
                        </a:rPr>
                        <a:t> a)</a:t>
                      </a:r>
                      <a:endParaRPr sz="2200">
                        <a:latin typeface="Cambria"/>
                        <a:cs typeface="Cambria"/>
                      </a:endParaRPr>
                    </a:p>
                    <a:p>
                      <a:pPr marL="423545">
                        <a:lnSpc>
                          <a:spcPct val="100000"/>
                        </a:lnSpc>
                        <a:spcBef>
                          <a:spcPts val="600"/>
                        </a:spcBef>
                      </a:pPr>
                      <a:r>
                        <a:rPr sz="2200" dirty="0">
                          <a:latin typeface="Cambria"/>
                          <a:cs typeface="Cambria"/>
                        </a:rPr>
                        <a:t>=</a:t>
                      </a:r>
                      <a:r>
                        <a:rPr sz="2200" spc="440" dirty="0">
                          <a:latin typeface="Cambria"/>
                          <a:cs typeface="Cambria"/>
                        </a:rPr>
                        <a:t> </a:t>
                      </a:r>
                      <a:r>
                        <a:rPr sz="2200" dirty="0">
                          <a:latin typeface="Cambria"/>
                          <a:cs typeface="Cambria"/>
                        </a:rPr>
                        <a:t>Same</a:t>
                      </a:r>
                      <a:r>
                        <a:rPr sz="2200" spc="-10" dirty="0">
                          <a:latin typeface="Cambria"/>
                          <a:cs typeface="Cambria"/>
                        </a:rPr>
                        <a:t> </a:t>
                      </a:r>
                      <a:r>
                        <a:rPr sz="2200" dirty="0">
                          <a:latin typeface="Cambria"/>
                          <a:cs typeface="Cambria"/>
                        </a:rPr>
                        <a:t>as</a:t>
                      </a:r>
                      <a:r>
                        <a:rPr sz="2200" spc="-10" dirty="0">
                          <a:latin typeface="Cambria"/>
                          <a:cs typeface="Cambria"/>
                        </a:rPr>
                        <a:t> </a:t>
                      </a:r>
                      <a:r>
                        <a:rPr sz="2200" spc="-25" dirty="0">
                          <a:latin typeface="Cambria"/>
                          <a:cs typeface="Cambria"/>
                        </a:rPr>
                        <a:t>I6</a:t>
                      </a:r>
                      <a:endParaRPr sz="2200">
                        <a:latin typeface="Cambria"/>
                        <a:cs typeface="Cambria"/>
                      </a:endParaRPr>
                    </a:p>
                  </a:txBody>
                  <a:tcPr marL="0" marR="0" marT="0" marB="0">
                    <a:lnT w="38100">
                      <a:solidFill>
                        <a:srgbClr val="FFFFFF"/>
                      </a:solidFill>
                      <a:prstDash val="solid"/>
                    </a:lnT>
                  </a:tcPr>
                </a:tc>
                <a:extLst>
                  <a:ext uri="{0D108BD9-81ED-4DB2-BD59-A6C34878D82A}">
                    <a16:rowId xmlns:a16="http://schemas.microsoft.com/office/drawing/2014/main" val="10001"/>
                  </a:ext>
                </a:extLst>
              </a:tr>
              <a:tr h="779780">
                <a:tc>
                  <a:txBody>
                    <a:bodyPr/>
                    <a:lstStyle/>
                    <a:p>
                      <a:pPr marL="393700">
                        <a:lnSpc>
                          <a:spcPct val="100000"/>
                        </a:lnSpc>
                        <a:spcBef>
                          <a:spcPts val="210"/>
                        </a:spcBef>
                      </a:pPr>
                      <a:r>
                        <a:rPr sz="2200" dirty="0">
                          <a:latin typeface="Cambria"/>
                          <a:cs typeface="Cambria"/>
                        </a:rPr>
                        <a:t>goto</a:t>
                      </a:r>
                      <a:r>
                        <a:rPr sz="2200" spc="-15" dirty="0">
                          <a:latin typeface="Cambria"/>
                          <a:cs typeface="Cambria"/>
                        </a:rPr>
                        <a:t> </a:t>
                      </a:r>
                      <a:r>
                        <a:rPr sz="2200" dirty="0">
                          <a:latin typeface="Cambria"/>
                          <a:cs typeface="Cambria"/>
                        </a:rPr>
                        <a:t>(I6,</a:t>
                      </a:r>
                      <a:r>
                        <a:rPr sz="2200" spc="-25" dirty="0">
                          <a:latin typeface="Cambria"/>
                          <a:cs typeface="Cambria"/>
                        </a:rPr>
                        <a:t> d)</a:t>
                      </a:r>
                      <a:endParaRPr sz="2200">
                        <a:latin typeface="Cambria"/>
                        <a:cs typeface="Cambria"/>
                      </a:endParaRPr>
                    </a:p>
                    <a:p>
                      <a:pPr marL="516890">
                        <a:lnSpc>
                          <a:spcPts val="2590"/>
                        </a:lnSpc>
                        <a:spcBef>
                          <a:spcPts val="600"/>
                        </a:spcBef>
                      </a:pPr>
                      <a:r>
                        <a:rPr sz="2200" dirty="0">
                          <a:latin typeface="Cambria"/>
                          <a:cs typeface="Cambria"/>
                        </a:rPr>
                        <a:t>=</a:t>
                      </a:r>
                      <a:r>
                        <a:rPr sz="2200" spc="-25" dirty="0">
                          <a:latin typeface="Cambria"/>
                          <a:cs typeface="Cambria"/>
                        </a:rPr>
                        <a:t> </a:t>
                      </a:r>
                      <a:r>
                        <a:rPr sz="2200" dirty="0">
                          <a:latin typeface="Cambria"/>
                          <a:cs typeface="Cambria"/>
                        </a:rPr>
                        <a:t>Same</a:t>
                      </a:r>
                      <a:r>
                        <a:rPr sz="2200" spc="-20" dirty="0">
                          <a:latin typeface="Cambria"/>
                          <a:cs typeface="Cambria"/>
                        </a:rPr>
                        <a:t> </a:t>
                      </a:r>
                      <a:r>
                        <a:rPr sz="2200" dirty="0">
                          <a:latin typeface="Cambria"/>
                          <a:cs typeface="Cambria"/>
                        </a:rPr>
                        <a:t>as</a:t>
                      </a:r>
                      <a:r>
                        <a:rPr sz="2200" spc="-15" dirty="0">
                          <a:latin typeface="Cambria"/>
                          <a:cs typeface="Cambria"/>
                        </a:rPr>
                        <a:t> </a:t>
                      </a:r>
                      <a:r>
                        <a:rPr sz="2200" spc="-25" dirty="0">
                          <a:latin typeface="Cambria"/>
                          <a:cs typeface="Cambria"/>
                        </a:rPr>
                        <a:t>I7</a:t>
                      </a:r>
                      <a:endParaRPr sz="2200">
                        <a:latin typeface="Cambria"/>
                        <a:cs typeface="Cambria"/>
                      </a:endParaRPr>
                    </a:p>
                  </a:txBody>
                  <a:tcPr marL="0" marR="0" marT="26670" marB="0"/>
                </a:tc>
                <a:extLst>
                  <a:ext uri="{0D108BD9-81ED-4DB2-BD59-A6C34878D82A}">
                    <a16:rowId xmlns:a16="http://schemas.microsoft.com/office/drawing/2014/main" val="10002"/>
                  </a:ext>
                </a:extLst>
              </a:tr>
            </a:tbl>
          </a:graphicData>
        </a:graphic>
      </p:graphicFrame>
      <p:sp>
        <p:nvSpPr>
          <p:cNvPr id="11" name="object 11"/>
          <p:cNvSpPr/>
          <p:nvPr/>
        </p:nvSpPr>
        <p:spPr>
          <a:xfrm>
            <a:off x="5696839" y="4985130"/>
            <a:ext cx="2687955" cy="0"/>
          </a:xfrm>
          <a:custGeom>
            <a:avLst/>
            <a:gdLst/>
            <a:ahLst/>
            <a:cxnLst/>
            <a:rect l="l" t="t" r="r" b="b"/>
            <a:pathLst>
              <a:path w="2687954">
                <a:moveTo>
                  <a:pt x="0" y="0"/>
                </a:moveTo>
                <a:lnTo>
                  <a:pt x="2687955" y="0"/>
                </a:lnTo>
              </a:path>
            </a:pathLst>
          </a:custGeom>
          <a:ln w="12700">
            <a:solidFill>
              <a:srgbClr val="FFFFFF"/>
            </a:solidFill>
          </a:ln>
        </p:spPr>
        <p:txBody>
          <a:bodyPr wrap="square" lIns="0" tIns="0" rIns="0" bIns="0" rtlCol="0"/>
          <a:lstStyle/>
          <a:p>
            <a:endParaRPr/>
          </a:p>
        </p:txBody>
      </p:sp>
      <p:sp>
        <p:nvSpPr>
          <p:cNvPr id="12" name="object 12"/>
          <p:cNvSpPr txBox="1"/>
          <p:nvPr/>
        </p:nvSpPr>
        <p:spPr>
          <a:xfrm>
            <a:off x="5782817" y="4934282"/>
            <a:ext cx="1849755" cy="1672589"/>
          </a:xfrm>
          <a:prstGeom prst="rect">
            <a:avLst/>
          </a:prstGeom>
        </p:spPr>
        <p:txBody>
          <a:bodyPr vert="horz" wrap="square" lIns="0" tIns="12700" rIns="0" bIns="0" rtlCol="0">
            <a:spAutoFit/>
          </a:bodyPr>
          <a:lstStyle/>
          <a:p>
            <a:pPr marL="508000" marR="5080" indent="-495300">
              <a:lnSpc>
                <a:spcPct val="122800"/>
              </a:lnSpc>
              <a:spcBef>
                <a:spcPts val="100"/>
              </a:spcBef>
            </a:pPr>
            <a:r>
              <a:rPr sz="2200" dirty="0">
                <a:latin typeface="Cambria"/>
                <a:cs typeface="Cambria"/>
              </a:rPr>
              <a:t>I6</a:t>
            </a:r>
            <a:r>
              <a:rPr sz="2200" spc="-25" dirty="0">
                <a:latin typeface="Cambria"/>
                <a:cs typeface="Cambria"/>
              </a:rPr>
              <a:t> </a:t>
            </a:r>
            <a:r>
              <a:rPr sz="2200" dirty="0">
                <a:latin typeface="Cambria"/>
                <a:cs typeface="Cambria"/>
              </a:rPr>
              <a:t>=</a:t>
            </a:r>
            <a:r>
              <a:rPr sz="2200" spc="-20" dirty="0">
                <a:latin typeface="Cambria"/>
                <a:cs typeface="Cambria"/>
              </a:rPr>
              <a:t> </a:t>
            </a:r>
            <a:r>
              <a:rPr sz="2200" dirty="0">
                <a:latin typeface="Cambria"/>
                <a:cs typeface="Cambria"/>
              </a:rPr>
              <a:t>goto</a:t>
            </a:r>
            <a:r>
              <a:rPr sz="2200" spc="-10" dirty="0">
                <a:latin typeface="Cambria"/>
                <a:cs typeface="Cambria"/>
              </a:rPr>
              <a:t> </a:t>
            </a:r>
            <a:r>
              <a:rPr sz="2200" dirty="0">
                <a:latin typeface="Cambria"/>
                <a:cs typeface="Cambria"/>
              </a:rPr>
              <a:t>(I2,a</a:t>
            </a:r>
            <a:r>
              <a:rPr sz="2200" spc="-20" dirty="0">
                <a:latin typeface="Cambria"/>
                <a:cs typeface="Cambria"/>
              </a:rPr>
              <a:t> </a:t>
            </a:r>
            <a:r>
              <a:rPr sz="2200" spc="-50" dirty="0">
                <a:latin typeface="Cambria"/>
                <a:cs typeface="Cambria"/>
              </a:rPr>
              <a:t>) </a:t>
            </a:r>
            <a:r>
              <a:rPr sz="2200" dirty="0">
                <a:latin typeface="Cambria"/>
                <a:cs typeface="Cambria"/>
              </a:rPr>
              <a:t>C</a:t>
            </a:r>
            <a:r>
              <a:rPr sz="2200" spc="-15" dirty="0">
                <a:latin typeface="Cambria"/>
                <a:cs typeface="Cambria"/>
              </a:rPr>
              <a:t> </a:t>
            </a:r>
            <a:r>
              <a:rPr sz="2200" dirty="0">
                <a:latin typeface="Wingdings"/>
                <a:cs typeface="Wingdings"/>
              </a:rPr>
              <a:t></a:t>
            </a:r>
            <a:r>
              <a:rPr sz="2200" spc="-85" dirty="0">
                <a:latin typeface="Times New Roman"/>
                <a:cs typeface="Times New Roman"/>
              </a:rPr>
              <a:t> </a:t>
            </a:r>
            <a:r>
              <a:rPr sz="2200" dirty="0">
                <a:latin typeface="Cambria"/>
                <a:cs typeface="Cambria"/>
              </a:rPr>
              <a:t>a•C,</a:t>
            </a:r>
            <a:r>
              <a:rPr sz="2200" spc="-10" dirty="0">
                <a:latin typeface="Cambria"/>
                <a:cs typeface="Cambria"/>
              </a:rPr>
              <a:t> </a:t>
            </a:r>
            <a:r>
              <a:rPr sz="2200" spc="-50" dirty="0">
                <a:latin typeface="Cambria"/>
                <a:cs typeface="Cambria"/>
              </a:rPr>
              <a:t>$ </a:t>
            </a:r>
            <a:r>
              <a:rPr sz="2200" dirty="0">
                <a:latin typeface="Cambria"/>
                <a:cs typeface="Cambria"/>
              </a:rPr>
              <a:t>C</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20" dirty="0">
                <a:latin typeface="Cambria"/>
                <a:cs typeface="Cambria"/>
              </a:rPr>
              <a:t>•aC,$ </a:t>
            </a:r>
            <a:r>
              <a:rPr sz="2200" dirty="0">
                <a:latin typeface="Cambria"/>
                <a:cs typeface="Cambria"/>
              </a:rPr>
              <a:t>C</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20" dirty="0">
                <a:latin typeface="Cambria"/>
                <a:cs typeface="Cambria"/>
              </a:rPr>
              <a:t>•d,$</a:t>
            </a:r>
            <a:endParaRPr sz="2200">
              <a:latin typeface="Cambria"/>
              <a:cs typeface="Cambria"/>
            </a:endParaRPr>
          </a:p>
        </p:txBody>
      </p:sp>
      <p:sp>
        <p:nvSpPr>
          <p:cNvPr id="13" name="object 13"/>
          <p:cNvSpPr/>
          <p:nvPr/>
        </p:nvSpPr>
        <p:spPr>
          <a:xfrm>
            <a:off x="8536813" y="3548126"/>
            <a:ext cx="2562860" cy="0"/>
          </a:xfrm>
          <a:custGeom>
            <a:avLst/>
            <a:gdLst/>
            <a:ahLst/>
            <a:cxnLst/>
            <a:rect l="l" t="t" r="r" b="b"/>
            <a:pathLst>
              <a:path w="2562859">
                <a:moveTo>
                  <a:pt x="0" y="0"/>
                </a:moveTo>
                <a:lnTo>
                  <a:pt x="2562352" y="0"/>
                </a:lnTo>
              </a:path>
            </a:pathLst>
          </a:custGeom>
          <a:ln w="38100">
            <a:solidFill>
              <a:srgbClr val="FFFFFF"/>
            </a:solidFill>
          </a:ln>
        </p:spPr>
        <p:txBody>
          <a:bodyPr wrap="square" lIns="0" tIns="0" rIns="0" bIns="0" rtlCol="0"/>
          <a:lstStyle/>
          <a:p>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105"/>
              </a:lnSpc>
            </a:pPr>
            <a:r>
              <a:rPr sz="3600" b="1" spc="-10" dirty="0">
                <a:solidFill>
                  <a:srgbClr val="FFFFFF"/>
                </a:solidFill>
                <a:latin typeface="Cambria"/>
                <a:cs typeface="Cambria"/>
              </a:rPr>
              <a:t>CLR(1)</a:t>
            </a:r>
            <a:endParaRPr sz="3600">
              <a:latin typeface="Cambria"/>
              <a:cs typeface="Cambria"/>
            </a:endParaRPr>
          </a:p>
          <a:p>
            <a:pPr marL="344170">
              <a:lnSpc>
                <a:spcPts val="4105"/>
              </a:lnSpc>
            </a:pPr>
            <a:r>
              <a:rPr sz="3600" b="1" spc="-10" dirty="0">
                <a:solidFill>
                  <a:srgbClr val="FFFFFF"/>
                </a:solidFill>
                <a:latin typeface="Cambria"/>
                <a:cs typeface="Cambria"/>
              </a:rPr>
              <a:t>Parser</a:t>
            </a:r>
            <a:endParaRPr sz="3600">
              <a:latin typeface="Cambria"/>
              <a:cs typeface="Cambria"/>
            </a:endParaRPr>
          </a:p>
        </p:txBody>
      </p:sp>
      <p:graphicFrame>
        <p:nvGraphicFramePr>
          <p:cNvPr id="3" name="object 3"/>
          <p:cNvGraphicFramePr>
            <a:graphicFrameLocks noGrp="1"/>
          </p:cNvGraphicFramePr>
          <p:nvPr/>
        </p:nvGraphicFramePr>
        <p:xfrm>
          <a:off x="3731259" y="1216660"/>
          <a:ext cx="6496050" cy="4174489"/>
        </p:xfrm>
        <a:graphic>
          <a:graphicData uri="http://schemas.openxmlformats.org/drawingml/2006/table">
            <a:tbl>
              <a:tblPr firstRow="1" bandRow="1">
                <a:tableStyleId>{2D5ABB26-0587-4C30-8999-92F81FD0307C}</a:tableStyleId>
              </a:tblPr>
              <a:tblGrid>
                <a:gridCol w="1078865">
                  <a:extLst>
                    <a:ext uri="{9D8B030D-6E8A-4147-A177-3AD203B41FA5}">
                      <a16:colId xmlns:a16="http://schemas.microsoft.com/office/drawing/2014/main" val="20000"/>
                    </a:ext>
                  </a:extLst>
                </a:gridCol>
                <a:gridCol w="1065530">
                  <a:extLst>
                    <a:ext uri="{9D8B030D-6E8A-4147-A177-3AD203B41FA5}">
                      <a16:colId xmlns:a16="http://schemas.microsoft.com/office/drawing/2014/main" val="20001"/>
                    </a:ext>
                  </a:extLst>
                </a:gridCol>
                <a:gridCol w="1065530">
                  <a:extLst>
                    <a:ext uri="{9D8B030D-6E8A-4147-A177-3AD203B41FA5}">
                      <a16:colId xmlns:a16="http://schemas.microsoft.com/office/drawing/2014/main" val="20002"/>
                    </a:ext>
                  </a:extLst>
                </a:gridCol>
                <a:gridCol w="1065530">
                  <a:extLst>
                    <a:ext uri="{9D8B030D-6E8A-4147-A177-3AD203B41FA5}">
                      <a16:colId xmlns:a16="http://schemas.microsoft.com/office/drawing/2014/main" val="20003"/>
                    </a:ext>
                  </a:extLst>
                </a:gridCol>
                <a:gridCol w="1065530">
                  <a:extLst>
                    <a:ext uri="{9D8B030D-6E8A-4147-A177-3AD203B41FA5}">
                      <a16:colId xmlns:a16="http://schemas.microsoft.com/office/drawing/2014/main" val="20004"/>
                    </a:ext>
                  </a:extLst>
                </a:gridCol>
                <a:gridCol w="1065529">
                  <a:extLst>
                    <a:ext uri="{9D8B030D-6E8A-4147-A177-3AD203B41FA5}">
                      <a16:colId xmlns:a16="http://schemas.microsoft.com/office/drawing/2014/main" val="20005"/>
                    </a:ext>
                  </a:extLst>
                </a:gridCol>
              </a:tblGrid>
              <a:tr h="377190">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78740">
                        <a:lnSpc>
                          <a:spcPct val="100000"/>
                        </a:lnSpc>
                        <a:spcBef>
                          <a:spcPts val="315"/>
                        </a:spcBef>
                      </a:pPr>
                      <a:r>
                        <a:rPr sz="1800" b="1" spc="-50" dirty="0">
                          <a:latin typeface="Cambria"/>
                          <a:cs typeface="Cambria"/>
                        </a:rPr>
                        <a:t>a</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79375">
                        <a:lnSpc>
                          <a:spcPct val="100000"/>
                        </a:lnSpc>
                        <a:spcBef>
                          <a:spcPts val="315"/>
                        </a:spcBef>
                      </a:pPr>
                      <a:r>
                        <a:rPr sz="1800" b="1" spc="-50" dirty="0">
                          <a:latin typeface="Cambria"/>
                          <a:cs typeface="Cambria"/>
                        </a:rPr>
                        <a:t>d</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79375">
                        <a:lnSpc>
                          <a:spcPct val="100000"/>
                        </a:lnSpc>
                        <a:spcBef>
                          <a:spcPts val="315"/>
                        </a:spcBef>
                      </a:pPr>
                      <a:r>
                        <a:rPr sz="1800" b="1" spc="-50" dirty="0">
                          <a:latin typeface="Cambria"/>
                          <a:cs typeface="Cambria"/>
                        </a:rPr>
                        <a:t>$</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79375">
                        <a:lnSpc>
                          <a:spcPct val="100000"/>
                        </a:lnSpc>
                        <a:spcBef>
                          <a:spcPts val="315"/>
                        </a:spcBef>
                      </a:pPr>
                      <a:r>
                        <a:rPr sz="1800" b="1" spc="-50" dirty="0">
                          <a:latin typeface="Cambria"/>
                          <a:cs typeface="Cambria"/>
                        </a:rPr>
                        <a:t>S</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79375">
                        <a:lnSpc>
                          <a:spcPct val="100000"/>
                        </a:lnSpc>
                        <a:spcBef>
                          <a:spcPts val="315"/>
                        </a:spcBef>
                      </a:pPr>
                      <a:r>
                        <a:rPr sz="1800" b="1" spc="-50" dirty="0">
                          <a:latin typeface="Cambria"/>
                          <a:cs typeface="Cambria"/>
                        </a:rPr>
                        <a:t>C</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0"/>
                  </a:ext>
                </a:extLst>
              </a:tr>
              <a:tr h="391795">
                <a:tc>
                  <a:txBody>
                    <a:bodyPr/>
                    <a:lstStyle/>
                    <a:p>
                      <a:pPr marL="90805">
                        <a:lnSpc>
                          <a:spcPct val="100000"/>
                        </a:lnSpc>
                        <a:spcBef>
                          <a:spcPts val="465"/>
                        </a:spcBef>
                      </a:pPr>
                      <a:r>
                        <a:rPr sz="1800" b="1" spc="-50" dirty="0">
                          <a:latin typeface="Cambria"/>
                          <a:cs typeface="Cambria"/>
                        </a:rPr>
                        <a:t>0</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77470">
                        <a:lnSpc>
                          <a:spcPct val="100000"/>
                        </a:lnSpc>
                        <a:spcBef>
                          <a:spcPts val="465"/>
                        </a:spcBef>
                      </a:pPr>
                      <a:r>
                        <a:rPr sz="1800" b="1" spc="-25" dirty="0">
                          <a:latin typeface="Cambria"/>
                          <a:cs typeface="Cambria"/>
                        </a:rPr>
                        <a:t>S3</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77470">
                        <a:lnSpc>
                          <a:spcPct val="100000"/>
                        </a:lnSpc>
                        <a:spcBef>
                          <a:spcPts val="465"/>
                        </a:spcBef>
                      </a:pPr>
                      <a:r>
                        <a:rPr sz="1800" b="1" spc="-25" dirty="0">
                          <a:latin typeface="Cambria"/>
                          <a:cs typeface="Cambria"/>
                        </a:rPr>
                        <a:t>S4</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77470">
                        <a:lnSpc>
                          <a:spcPct val="100000"/>
                        </a:lnSpc>
                        <a:spcBef>
                          <a:spcPts val="465"/>
                        </a:spcBef>
                      </a:pPr>
                      <a:r>
                        <a:rPr sz="1800" b="1" spc="-50" dirty="0">
                          <a:latin typeface="Cambria"/>
                          <a:cs typeface="Cambria"/>
                        </a:rPr>
                        <a:t>1</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77470">
                        <a:lnSpc>
                          <a:spcPct val="100000"/>
                        </a:lnSpc>
                        <a:spcBef>
                          <a:spcPts val="465"/>
                        </a:spcBef>
                      </a:pPr>
                      <a:r>
                        <a:rPr sz="1800" b="1" spc="-50" dirty="0">
                          <a:latin typeface="Cambria"/>
                          <a:cs typeface="Cambria"/>
                        </a:rPr>
                        <a:t>2</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1"/>
                  </a:ext>
                </a:extLst>
              </a:tr>
              <a:tr h="391795">
                <a:tc>
                  <a:txBody>
                    <a:bodyPr/>
                    <a:lstStyle/>
                    <a:p>
                      <a:pPr marL="89535">
                        <a:lnSpc>
                          <a:spcPct val="100000"/>
                        </a:lnSpc>
                        <a:spcBef>
                          <a:spcPts val="430"/>
                        </a:spcBef>
                      </a:pPr>
                      <a:r>
                        <a:rPr sz="1800" b="1" spc="-50" dirty="0">
                          <a:latin typeface="Cambria"/>
                          <a:cs typeface="Cambria"/>
                        </a:rPr>
                        <a:t>1</a:t>
                      </a:r>
                      <a:endParaRPr sz="1800">
                        <a:latin typeface="Cambria"/>
                        <a:cs typeface="Cambria"/>
                      </a:endParaRPr>
                    </a:p>
                  </a:txBody>
                  <a:tcPr marL="0" marR="0" marT="5461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76200">
                        <a:lnSpc>
                          <a:spcPct val="100000"/>
                        </a:lnSpc>
                        <a:spcBef>
                          <a:spcPts val="430"/>
                        </a:spcBef>
                      </a:pPr>
                      <a:r>
                        <a:rPr sz="1800" b="1" spc="-10" dirty="0">
                          <a:latin typeface="Cambria"/>
                          <a:cs typeface="Cambria"/>
                        </a:rPr>
                        <a:t>Accept</a:t>
                      </a:r>
                      <a:endParaRPr sz="1800">
                        <a:latin typeface="Cambria"/>
                        <a:cs typeface="Cambria"/>
                      </a:endParaRPr>
                    </a:p>
                  </a:txBody>
                  <a:tcPr marL="0" marR="0" marT="5461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2"/>
                  </a:ext>
                </a:extLst>
              </a:tr>
              <a:tr h="389890">
                <a:tc>
                  <a:txBody>
                    <a:bodyPr/>
                    <a:lstStyle/>
                    <a:p>
                      <a:pPr marL="87630">
                        <a:lnSpc>
                          <a:spcPct val="100000"/>
                        </a:lnSpc>
                        <a:spcBef>
                          <a:spcPts val="470"/>
                        </a:spcBef>
                      </a:pPr>
                      <a:r>
                        <a:rPr sz="1800" b="1" spc="-50" dirty="0">
                          <a:latin typeface="Cambria"/>
                          <a:cs typeface="Cambria"/>
                        </a:rPr>
                        <a:t>2</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74295">
                        <a:lnSpc>
                          <a:spcPct val="100000"/>
                        </a:lnSpc>
                        <a:spcBef>
                          <a:spcPts val="470"/>
                        </a:spcBef>
                      </a:pPr>
                      <a:r>
                        <a:rPr sz="1800" b="1" spc="-25" dirty="0">
                          <a:latin typeface="Cambria"/>
                          <a:cs typeface="Cambria"/>
                        </a:rPr>
                        <a:t>S6</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74295">
                        <a:lnSpc>
                          <a:spcPct val="100000"/>
                        </a:lnSpc>
                        <a:spcBef>
                          <a:spcPts val="470"/>
                        </a:spcBef>
                      </a:pPr>
                      <a:r>
                        <a:rPr sz="1800" b="1" spc="-25" dirty="0">
                          <a:latin typeface="Cambria"/>
                          <a:cs typeface="Cambria"/>
                        </a:rPr>
                        <a:t>S7</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74930">
                        <a:lnSpc>
                          <a:spcPct val="100000"/>
                        </a:lnSpc>
                        <a:spcBef>
                          <a:spcPts val="470"/>
                        </a:spcBef>
                      </a:pPr>
                      <a:r>
                        <a:rPr sz="1800" b="1" spc="-50" dirty="0">
                          <a:latin typeface="Cambria"/>
                          <a:cs typeface="Cambria"/>
                        </a:rPr>
                        <a:t>5</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3"/>
                  </a:ext>
                </a:extLst>
              </a:tr>
              <a:tr h="378460">
                <a:tc>
                  <a:txBody>
                    <a:bodyPr/>
                    <a:lstStyle/>
                    <a:p>
                      <a:pPr marL="95250">
                        <a:lnSpc>
                          <a:spcPct val="100000"/>
                        </a:lnSpc>
                        <a:spcBef>
                          <a:spcPts val="380"/>
                        </a:spcBef>
                      </a:pPr>
                      <a:r>
                        <a:rPr sz="1800" b="1" spc="-50" dirty="0">
                          <a:latin typeface="Cambria"/>
                          <a:cs typeface="Cambria"/>
                        </a:rPr>
                        <a:t>3</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81915">
                        <a:lnSpc>
                          <a:spcPct val="100000"/>
                        </a:lnSpc>
                        <a:spcBef>
                          <a:spcPts val="380"/>
                        </a:spcBef>
                      </a:pPr>
                      <a:r>
                        <a:rPr sz="1800" b="1" spc="-25" dirty="0">
                          <a:latin typeface="Cambria"/>
                          <a:cs typeface="Cambria"/>
                        </a:rPr>
                        <a:t>S3</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81915">
                        <a:lnSpc>
                          <a:spcPct val="100000"/>
                        </a:lnSpc>
                        <a:spcBef>
                          <a:spcPts val="380"/>
                        </a:spcBef>
                      </a:pPr>
                      <a:r>
                        <a:rPr sz="1800" b="1" spc="-25" dirty="0">
                          <a:latin typeface="Cambria"/>
                          <a:cs typeface="Cambria"/>
                        </a:rPr>
                        <a:t>S4</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82550">
                        <a:lnSpc>
                          <a:spcPct val="100000"/>
                        </a:lnSpc>
                        <a:spcBef>
                          <a:spcPts val="380"/>
                        </a:spcBef>
                      </a:pPr>
                      <a:r>
                        <a:rPr sz="1800" b="1" spc="-50" dirty="0">
                          <a:latin typeface="Cambria"/>
                          <a:cs typeface="Cambria"/>
                        </a:rPr>
                        <a:t>8</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4"/>
                  </a:ext>
                </a:extLst>
              </a:tr>
              <a:tr h="379095">
                <a:tc>
                  <a:txBody>
                    <a:bodyPr/>
                    <a:lstStyle/>
                    <a:p>
                      <a:pPr marL="102870">
                        <a:lnSpc>
                          <a:spcPct val="100000"/>
                        </a:lnSpc>
                        <a:spcBef>
                          <a:spcPts val="385"/>
                        </a:spcBef>
                      </a:pPr>
                      <a:r>
                        <a:rPr sz="1800" b="1" spc="-50" dirty="0">
                          <a:latin typeface="Cambria"/>
                          <a:cs typeface="Cambria"/>
                        </a:rPr>
                        <a:t>4</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89535">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89535">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5"/>
                  </a:ext>
                </a:extLst>
              </a:tr>
              <a:tr h="380365">
                <a:tc>
                  <a:txBody>
                    <a:bodyPr/>
                    <a:lstStyle/>
                    <a:p>
                      <a:pPr marL="119380">
                        <a:lnSpc>
                          <a:spcPct val="100000"/>
                        </a:lnSpc>
                        <a:spcBef>
                          <a:spcPts val="380"/>
                        </a:spcBef>
                      </a:pPr>
                      <a:r>
                        <a:rPr sz="1800" b="1" spc="-50" dirty="0">
                          <a:latin typeface="Cambria"/>
                          <a:cs typeface="Cambria"/>
                        </a:rPr>
                        <a:t>5</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marL="106680">
                        <a:lnSpc>
                          <a:spcPct val="100000"/>
                        </a:lnSpc>
                        <a:spcBef>
                          <a:spcPts val="380"/>
                        </a:spcBef>
                      </a:pPr>
                      <a:r>
                        <a:rPr sz="1800" b="1" spc="-25" dirty="0">
                          <a:latin typeface="Cambria"/>
                          <a:cs typeface="Cambria"/>
                        </a:rPr>
                        <a:t>r1</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6"/>
                  </a:ext>
                </a:extLst>
              </a:tr>
              <a:tr h="385445">
                <a:tc>
                  <a:txBody>
                    <a:bodyPr/>
                    <a:lstStyle/>
                    <a:p>
                      <a:pPr marL="118110">
                        <a:lnSpc>
                          <a:spcPct val="100000"/>
                        </a:lnSpc>
                        <a:spcBef>
                          <a:spcPts val="434"/>
                        </a:spcBef>
                      </a:pPr>
                      <a:r>
                        <a:rPr sz="1800" b="1" spc="-50" dirty="0">
                          <a:latin typeface="Cambria"/>
                          <a:cs typeface="Cambria"/>
                        </a:rPr>
                        <a:t>6</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104775">
                        <a:lnSpc>
                          <a:spcPct val="100000"/>
                        </a:lnSpc>
                        <a:spcBef>
                          <a:spcPts val="434"/>
                        </a:spcBef>
                      </a:pPr>
                      <a:r>
                        <a:rPr sz="1800" b="1" spc="-25" dirty="0">
                          <a:latin typeface="Cambria"/>
                          <a:cs typeface="Cambria"/>
                        </a:rPr>
                        <a:t>S6</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104775">
                        <a:lnSpc>
                          <a:spcPct val="100000"/>
                        </a:lnSpc>
                        <a:spcBef>
                          <a:spcPts val="434"/>
                        </a:spcBef>
                      </a:pPr>
                      <a:r>
                        <a:rPr sz="1800" b="1" spc="-25" dirty="0">
                          <a:latin typeface="Cambria"/>
                          <a:cs typeface="Cambria"/>
                        </a:rPr>
                        <a:t>S7</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105410">
                        <a:lnSpc>
                          <a:spcPct val="100000"/>
                        </a:lnSpc>
                        <a:spcBef>
                          <a:spcPts val="434"/>
                        </a:spcBef>
                      </a:pPr>
                      <a:r>
                        <a:rPr sz="1800" b="1" spc="-50" dirty="0">
                          <a:latin typeface="Cambria"/>
                          <a:cs typeface="Cambria"/>
                        </a:rPr>
                        <a:t>9</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7"/>
                  </a:ext>
                </a:extLst>
              </a:tr>
              <a:tr h="349885">
                <a:tc>
                  <a:txBody>
                    <a:bodyPr/>
                    <a:lstStyle/>
                    <a:p>
                      <a:pPr marL="116205">
                        <a:lnSpc>
                          <a:spcPct val="100000"/>
                        </a:lnSpc>
                        <a:spcBef>
                          <a:spcPts val="310"/>
                        </a:spcBef>
                      </a:pPr>
                      <a:r>
                        <a:rPr sz="1800" b="1" spc="-50" dirty="0">
                          <a:latin typeface="Cambria"/>
                          <a:cs typeface="Cambria"/>
                        </a:rPr>
                        <a:t>7</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marL="103505">
                        <a:lnSpc>
                          <a:spcPct val="100000"/>
                        </a:lnSpc>
                        <a:spcBef>
                          <a:spcPts val="310"/>
                        </a:spcBef>
                      </a:pPr>
                      <a:r>
                        <a:rPr sz="1800" b="1" spc="-25" dirty="0">
                          <a:latin typeface="Cambria"/>
                          <a:cs typeface="Cambria"/>
                        </a:rPr>
                        <a:t>r3</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extLst>
                  <a:ext uri="{0D108BD9-81ED-4DB2-BD59-A6C34878D82A}">
                    <a16:rowId xmlns:a16="http://schemas.microsoft.com/office/drawing/2014/main" val="10008"/>
                  </a:ext>
                </a:extLst>
              </a:tr>
              <a:tr h="370840">
                <a:tc>
                  <a:txBody>
                    <a:bodyPr/>
                    <a:lstStyle/>
                    <a:p>
                      <a:pPr marL="114935">
                        <a:lnSpc>
                          <a:spcPct val="100000"/>
                        </a:lnSpc>
                        <a:spcBef>
                          <a:spcPts val="320"/>
                        </a:spcBef>
                      </a:pPr>
                      <a:r>
                        <a:rPr sz="1800" b="1" spc="-50" dirty="0">
                          <a:latin typeface="Cambria"/>
                          <a:cs typeface="Cambria"/>
                        </a:rPr>
                        <a:t>8</a:t>
                      </a:r>
                      <a:endParaRPr sz="1800">
                        <a:latin typeface="Cambria"/>
                        <a:cs typeface="Cambria"/>
                      </a:endParaRPr>
                    </a:p>
                  </a:txBody>
                  <a:tcPr marL="0" marR="0" marT="40640" marB="0">
                    <a:lnL w="19050">
                      <a:solidFill>
                        <a:srgbClr val="FFFFFF"/>
                      </a:solidFill>
                      <a:prstDash val="solid"/>
                    </a:lnL>
                    <a:lnR w="1905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101600">
                        <a:lnSpc>
                          <a:spcPct val="100000"/>
                        </a:lnSpc>
                        <a:spcBef>
                          <a:spcPts val="320"/>
                        </a:spcBef>
                      </a:pPr>
                      <a:r>
                        <a:rPr sz="1800" b="1" spc="-25" dirty="0">
                          <a:latin typeface="Cambria"/>
                          <a:cs typeface="Cambria"/>
                        </a:rPr>
                        <a:t>r2</a:t>
                      </a:r>
                      <a:endParaRPr sz="1800">
                        <a:latin typeface="Cambria"/>
                        <a:cs typeface="Cambria"/>
                      </a:endParaRPr>
                    </a:p>
                  </a:txBody>
                  <a:tcPr marL="0" marR="0" marT="40640" marB="0">
                    <a:lnL w="19050">
                      <a:solidFill>
                        <a:srgbClr val="FFFFFF"/>
                      </a:solidFill>
                      <a:prstDash val="solid"/>
                    </a:lnL>
                    <a:lnR w="1905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101600">
                        <a:lnSpc>
                          <a:spcPct val="100000"/>
                        </a:lnSpc>
                        <a:spcBef>
                          <a:spcPts val="320"/>
                        </a:spcBef>
                      </a:pPr>
                      <a:r>
                        <a:rPr sz="1800" b="1" spc="-25" dirty="0">
                          <a:latin typeface="Cambria"/>
                          <a:cs typeface="Cambria"/>
                        </a:rPr>
                        <a:t>r2</a:t>
                      </a:r>
                      <a:endParaRPr sz="1800">
                        <a:latin typeface="Cambria"/>
                        <a:cs typeface="Cambria"/>
                      </a:endParaRPr>
                    </a:p>
                  </a:txBody>
                  <a:tcPr marL="0" marR="0" marT="40640" marB="0">
                    <a:lnL w="19050">
                      <a:solidFill>
                        <a:srgbClr val="FFFFFF"/>
                      </a:solidFill>
                      <a:prstDash val="solid"/>
                    </a:lnL>
                    <a:lnR w="1905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9050">
                      <a:solidFill>
                        <a:srgbClr val="FFFFFF"/>
                      </a:solidFill>
                      <a:prstDash val="solid"/>
                    </a:lnL>
                    <a:lnR w="1905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9050">
                      <a:solidFill>
                        <a:srgbClr val="FFFFFF"/>
                      </a:solidFill>
                      <a:prstDash val="solid"/>
                    </a:lnL>
                    <a:lnR w="1905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9050">
                      <a:solidFill>
                        <a:srgbClr val="FFFFFF"/>
                      </a:solidFill>
                      <a:prstDash val="solid"/>
                    </a:lnL>
                    <a:lnR w="1905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9"/>
                  </a:ext>
                </a:extLst>
              </a:tr>
              <a:tr h="379730">
                <a:tc>
                  <a:txBody>
                    <a:bodyPr/>
                    <a:lstStyle/>
                    <a:p>
                      <a:pPr marL="114935">
                        <a:lnSpc>
                          <a:spcPct val="100000"/>
                        </a:lnSpc>
                        <a:spcBef>
                          <a:spcPts val="395"/>
                        </a:spcBef>
                      </a:pPr>
                      <a:r>
                        <a:rPr sz="1800" b="1" spc="-50" dirty="0">
                          <a:latin typeface="Cambria"/>
                          <a:cs typeface="Cambria"/>
                        </a:rPr>
                        <a:t>9</a:t>
                      </a:r>
                      <a:endParaRPr sz="1800">
                        <a:latin typeface="Cambria"/>
                        <a:cs typeface="Cambria"/>
                      </a:endParaRPr>
                    </a:p>
                  </a:txBody>
                  <a:tcPr marL="0" marR="0" marT="5016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1600">
                        <a:lnSpc>
                          <a:spcPct val="100000"/>
                        </a:lnSpc>
                        <a:spcBef>
                          <a:spcPts val="395"/>
                        </a:spcBef>
                      </a:pPr>
                      <a:r>
                        <a:rPr sz="1800" b="1" spc="-25" dirty="0">
                          <a:latin typeface="Cambria"/>
                          <a:cs typeface="Cambria"/>
                        </a:rPr>
                        <a:t>r2</a:t>
                      </a:r>
                      <a:endParaRPr sz="1800">
                        <a:latin typeface="Cambria"/>
                        <a:cs typeface="Cambria"/>
                      </a:endParaRPr>
                    </a:p>
                  </a:txBody>
                  <a:tcPr marL="0" marR="0" marT="5016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10"/>
                  </a:ext>
                </a:extLst>
              </a:tr>
            </a:tbl>
          </a:graphicData>
        </a:graphic>
      </p:graphicFrame>
      <p:graphicFrame>
        <p:nvGraphicFramePr>
          <p:cNvPr id="4" name="object 4"/>
          <p:cNvGraphicFramePr>
            <a:graphicFrameLocks noGrp="1"/>
          </p:cNvGraphicFramePr>
          <p:nvPr/>
        </p:nvGraphicFramePr>
        <p:xfrm>
          <a:off x="3723640" y="700658"/>
          <a:ext cx="6463030" cy="370205"/>
        </p:xfrm>
        <a:graphic>
          <a:graphicData uri="http://schemas.openxmlformats.org/drawingml/2006/table">
            <a:tbl>
              <a:tblPr firstRow="1" bandRow="1">
                <a:tableStyleId>{2D5ABB26-0587-4C30-8999-92F81FD0307C}</a:tableStyleId>
              </a:tblPr>
              <a:tblGrid>
                <a:gridCol w="4273550">
                  <a:extLst>
                    <a:ext uri="{9D8B030D-6E8A-4147-A177-3AD203B41FA5}">
                      <a16:colId xmlns:a16="http://schemas.microsoft.com/office/drawing/2014/main" val="20000"/>
                    </a:ext>
                  </a:extLst>
                </a:gridCol>
                <a:gridCol w="2100579">
                  <a:extLst>
                    <a:ext uri="{9D8B030D-6E8A-4147-A177-3AD203B41FA5}">
                      <a16:colId xmlns:a16="http://schemas.microsoft.com/office/drawing/2014/main" val="20001"/>
                    </a:ext>
                  </a:extLst>
                </a:gridCol>
              </a:tblGrid>
              <a:tr h="370205">
                <a:tc>
                  <a:txBody>
                    <a:bodyPr/>
                    <a:lstStyle/>
                    <a:p>
                      <a:pPr marL="91440">
                        <a:lnSpc>
                          <a:spcPct val="100000"/>
                        </a:lnSpc>
                        <a:spcBef>
                          <a:spcPts val="310"/>
                        </a:spcBef>
                      </a:pPr>
                      <a:r>
                        <a:rPr sz="1800" b="1" spc="-10" dirty="0">
                          <a:latin typeface="Cambria"/>
                          <a:cs typeface="Cambria"/>
                        </a:rPr>
                        <a:t>Action</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2075">
                        <a:lnSpc>
                          <a:spcPct val="100000"/>
                        </a:lnSpc>
                        <a:spcBef>
                          <a:spcPts val="310"/>
                        </a:spcBef>
                      </a:pPr>
                      <a:r>
                        <a:rPr sz="1800" b="1" spc="-20" dirty="0">
                          <a:latin typeface="Cambria"/>
                          <a:cs typeface="Cambria"/>
                        </a:rPr>
                        <a:t>Goto</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0"/>
                  </a:ext>
                </a:extLst>
              </a:tr>
            </a:tbl>
          </a:graphicData>
        </a:graphic>
      </p:graphicFrame>
      <p:sp>
        <p:nvSpPr>
          <p:cNvPr id="5" name="object 5"/>
          <p:cNvSpPr txBox="1"/>
          <p:nvPr/>
        </p:nvSpPr>
        <p:spPr>
          <a:xfrm>
            <a:off x="4411726" y="5751982"/>
            <a:ext cx="4198620"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Reduce</a:t>
            </a:r>
            <a:r>
              <a:rPr sz="2000" b="1" spc="-45" dirty="0">
                <a:latin typeface="Cambria"/>
                <a:cs typeface="Cambria"/>
              </a:rPr>
              <a:t> </a:t>
            </a:r>
            <a:r>
              <a:rPr sz="2000" b="1" dirty="0">
                <a:latin typeface="Cambria"/>
                <a:cs typeface="Cambria"/>
              </a:rPr>
              <a:t>entry</a:t>
            </a:r>
            <a:r>
              <a:rPr sz="2000" b="1" spc="-45" dirty="0">
                <a:latin typeface="Cambria"/>
                <a:cs typeface="Cambria"/>
              </a:rPr>
              <a:t> </a:t>
            </a:r>
            <a:r>
              <a:rPr sz="2000" b="1" dirty="0">
                <a:latin typeface="Cambria"/>
                <a:cs typeface="Cambria"/>
              </a:rPr>
              <a:t>only</a:t>
            </a:r>
            <a:r>
              <a:rPr sz="2000" b="1" spc="-40" dirty="0">
                <a:latin typeface="Cambria"/>
                <a:cs typeface="Cambria"/>
              </a:rPr>
              <a:t> </a:t>
            </a:r>
            <a:r>
              <a:rPr sz="2000" b="1" dirty="0">
                <a:latin typeface="Cambria"/>
                <a:cs typeface="Cambria"/>
              </a:rPr>
              <a:t>in</a:t>
            </a:r>
            <a:r>
              <a:rPr sz="2000" b="1" spc="-55" dirty="0">
                <a:latin typeface="Cambria"/>
                <a:cs typeface="Cambria"/>
              </a:rPr>
              <a:t> </a:t>
            </a:r>
            <a:r>
              <a:rPr sz="2000" b="1" dirty="0">
                <a:latin typeface="Cambria"/>
                <a:cs typeface="Cambria"/>
              </a:rPr>
              <a:t>the</a:t>
            </a:r>
            <a:r>
              <a:rPr sz="2000" b="1" spc="-50" dirty="0">
                <a:latin typeface="Cambria"/>
                <a:cs typeface="Cambria"/>
              </a:rPr>
              <a:t> </a:t>
            </a:r>
            <a:r>
              <a:rPr sz="2000" b="1" spc="-10" dirty="0">
                <a:latin typeface="Cambria"/>
                <a:cs typeface="Cambria"/>
              </a:rPr>
              <a:t>lookahead.</a:t>
            </a:r>
            <a:endParaRPr sz="2000">
              <a:latin typeface="Cambria"/>
              <a:cs typeface="Cambri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105"/>
              </a:lnSpc>
            </a:pPr>
            <a:r>
              <a:rPr sz="3600" b="1" spc="-10" dirty="0">
                <a:solidFill>
                  <a:srgbClr val="FFFFFF"/>
                </a:solidFill>
                <a:latin typeface="Cambria"/>
                <a:cs typeface="Cambria"/>
              </a:rPr>
              <a:t>CLR(1)</a:t>
            </a:r>
            <a:endParaRPr sz="3600">
              <a:latin typeface="Cambria"/>
              <a:cs typeface="Cambria"/>
            </a:endParaRPr>
          </a:p>
          <a:p>
            <a:pPr marL="344170">
              <a:lnSpc>
                <a:spcPts val="4105"/>
              </a:lnSpc>
            </a:pPr>
            <a:r>
              <a:rPr sz="3600" b="1" spc="-10" dirty="0">
                <a:solidFill>
                  <a:srgbClr val="FFFFFF"/>
                </a:solidFill>
                <a:latin typeface="Cambria"/>
                <a:cs typeface="Cambria"/>
              </a:rPr>
              <a:t>Parser</a:t>
            </a:r>
            <a:endParaRPr sz="3600">
              <a:latin typeface="Cambria"/>
              <a:cs typeface="Cambria"/>
            </a:endParaRPr>
          </a:p>
        </p:txBody>
      </p:sp>
      <p:graphicFrame>
        <p:nvGraphicFramePr>
          <p:cNvPr id="3" name="object 3"/>
          <p:cNvGraphicFramePr>
            <a:graphicFrameLocks noGrp="1"/>
          </p:cNvGraphicFramePr>
          <p:nvPr/>
        </p:nvGraphicFramePr>
        <p:xfrm>
          <a:off x="3781297" y="707310"/>
          <a:ext cx="7367905" cy="4012565"/>
        </p:xfrm>
        <a:graphic>
          <a:graphicData uri="http://schemas.openxmlformats.org/drawingml/2006/table">
            <a:tbl>
              <a:tblPr firstRow="1" bandRow="1">
                <a:tableStyleId>{2D5ABB26-0587-4C30-8999-92F81FD0307C}</a:tableStyleId>
              </a:tblPr>
              <a:tblGrid>
                <a:gridCol w="2410460">
                  <a:extLst>
                    <a:ext uri="{9D8B030D-6E8A-4147-A177-3AD203B41FA5}">
                      <a16:colId xmlns:a16="http://schemas.microsoft.com/office/drawing/2014/main" val="20000"/>
                    </a:ext>
                  </a:extLst>
                </a:gridCol>
                <a:gridCol w="3041650">
                  <a:extLst>
                    <a:ext uri="{9D8B030D-6E8A-4147-A177-3AD203B41FA5}">
                      <a16:colId xmlns:a16="http://schemas.microsoft.com/office/drawing/2014/main" val="20001"/>
                    </a:ext>
                  </a:extLst>
                </a:gridCol>
                <a:gridCol w="1838960">
                  <a:extLst>
                    <a:ext uri="{9D8B030D-6E8A-4147-A177-3AD203B41FA5}">
                      <a16:colId xmlns:a16="http://schemas.microsoft.com/office/drawing/2014/main" val="20002"/>
                    </a:ext>
                  </a:extLst>
                </a:gridCol>
              </a:tblGrid>
              <a:tr h="330835">
                <a:tc>
                  <a:txBody>
                    <a:bodyPr/>
                    <a:lstStyle/>
                    <a:p>
                      <a:pPr marL="31750">
                        <a:lnSpc>
                          <a:spcPts val="2505"/>
                        </a:lnSpc>
                      </a:pPr>
                      <a:r>
                        <a:rPr sz="2200" b="1" spc="-10" dirty="0">
                          <a:latin typeface="Cambria"/>
                          <a:cs typeface="Cambria"/>
                        </a:rPr>
                        <a:t>Stack</a:t>
                      </a:r>
                      <a:endParaRPr sz="2200">
                        <a:latin typeface="Cambria"/>
                        <a:cs typeface="Cambria"/>
                      </a:endParaRPr>
                    </a:p>
                  </a:txBody>
                  <a:tcPr marL="0" marR="0" marT="0" marB="0"/>
                </a:tc>
                <a:tc>
                  <a:txBody>
                    <a:bodyPr/>
                    <a:lstStyle/>
                    <a:p>
                      <a:pPr marL="1278890">
                        <a:lnSpc>
                          <a:spcPts val="2505"/>
                        </a:lnSpc>
                      </a:pPr>
                      <a:r>
                        <a:rPr sz="2200" b="1" spc="-10" dirty="0">
                          <a:latin typeface="Cambria"/>
                          <a:cs typeface="Cambria"/>
                        </a:rPr>
                        <a:t>Input</a:t>
                      </a:r>
                      <a:endParaRPr sz="2200">
                        <a:latin typeface="Cambria"/>
                        <a:cs typeface="Cambria"/>
                      </a:endParaRPr>
                    </a:p>
                  </a:txBody>
                  <a:tcPr marL="0" marR="0" marT="0" marB="0"/>
                </a:tc>
                <a:tc>
                  <a:txBody>
                    <a:bodyPr/>
                    <a:lstStyle/>
                    <a:p>
                      <a:pPr marL="980440">
                        <a:lnSpc>
                          <a:spcPts val="2505"/>
                        </a:lnSpc>
                      </a:pPr>
                      <a:r>
                        <a:rPr sz="2200" b="1" spc="-10" dirty="0">
                          <a:latin typeface="Cambria"/>
                          <a:cs typeface="Cambria"/>
                        </a:rPr>
                        <a:t>Action</a:t>
                      </a:r>
                      <a:endParaRPr sz="2200">
                        <a:latin typeface="Cambria"/>
                        <a:cs typeface="Cambria"/>
                      </a:endParaRPr>
                    </a:p>
                  </a:txBody>
                  <a:tcPr marL="0" marR="0" marT="0" marB="0"/>
                </a:tc>
                <a:extLst>
                  <a:ext uri="{0D108BD9-81ED-4DB2-BD59-A6C34878D82A}">
                    <a16:rowId xmlns:a16="http://schemas.microsoft.com/office/drawing/2014/main" val="10000"/>
                  </a:ext>
                </a:extLst>
              </a:tr>
              <a:tr h="334645">
                <a:tc>
                  <a:txBody>
                    <a:bodyPr/>
                    <a:lstStyle/>
                    <a:p>
                      <a:pPr marL="31750">
                        <a:lnSpc>
                          <a:spcPts val="2540"/>
                        </a:lnSpc>
                      </a:pPr>
                      <a:r>
                        <a:rPr sz="2200" b="1" spc="-50" dirty="0">
                          <a:latin typeface="Cambria"/>
                          <a:cs typeface="Cambria"/>
                        </a:rPr>
                        <a:t>0</a:t>
                      </a:r>
                      <a:endParaRPr sz="2200">
                        <a:latin typeface="Cambria"/>
                        <a:cs typeface="Cambria"/>
                      </a:endParaRPr>
                    </a:p>
                  </a:txBody>
                  <a:tcPr marL="0" marR="0" marT="0" marB="0"/>
                </a:tc>
                <a:tc>
                  <a:txBody>
                    <a:bodyPr/>
                    <a:lstStyle/>
                    <a:p>
                      <a:pPr marL="1278890">
                        <a:lnSpc>
                          <a:spcPts val="2540"/>
                        </a:lnSpc>
                      </a:pPr>
                      <a:r>
                        <a:rPr sz="2200" b="1" spc="-10" dirty="0">
                          <a:latin typeface="Cambria"/>
                          <a:cs typeface="Cambria"/>
                        </a:rPr>
                        <a:t>aadd$</a:t>
                      </a:r>
                      <a:endParaRPr sz="2200">
                        <a:latin typeface="Cambria"/>
                        <a:cs typeface="Cambria"/>
                      </a:endParaRPr>
                    </a:p>
                  </a:txBody>
                  <a:tcPr marL="0" marR="0" marT="0" marB="0"/>
                </a:tc>
                <a:tc>
                  <a:txBody>
                    <a:bodyPr/>
                    <a:lstStyle/>
                    <a:p>
                      <a:pPr>
                        <a:lnSpc>
                          <a:spcPct val="100000"/>
                        </a:lnSpc>
                      </a:pPr>
                      <a:endParaRPr sz="2100">
                        <a:latin typeface="Times New Roman"/>
                        <a:cs typeface="Times New Roman"/>
                      </a:endParaRPr>
                    </a:p>
                  </a:txBody>
                  <a:tcPr marL="0" marR="0" marT="0" marB="0"/>
                </a:tc>
                <a:extLst>
                  <a:ext uri="{0D108BD9-81ED-4DB2-BD59-A6C34878D82A}">
                    <a16:rowId xmlns:a16="http://schemas.microsoft.com/office/drawing/2014/main" val="10001"/>
                  </a:ext>
                </a:extLst>
              </a:tr>
              <a:tr h="335280">
                <a:tc>
                  <a:txBody>
                    <a:bodyPr/>
                    <a:lstStyle/>
                    <a:p>
                      <a:pPr marL="31750">
                        <a:lnSpc>
                          <a:spcPts val="2540"/>
                        </a:lnSpc>
                      </a:pPr>
                      <a:r>
                        <a:rPr sz="2200" b="1" spc="-25" dirty="0">
                          <a:latin typeface="Cambria"/>
                          <a:cs typeface="Cambria"/>
                        </a:rPr>
                        <a:t>0a3</a:t>
                      </a:r>
                      <a:endParaRPr sz="2200">
                        <a:latin typeface="Cambria"/>
                        <a:cs typeface="Cambria"/>
                      </a:endParaRPr>
                    </a:p>
                  </a:txBody>
                  <a:tcPr marL="0" marR="0" marT="0" marB="0"/>
                </a:tc>
                <a:tc>
                  <a:txBody>
                    <a:bodyPr/>
                    <a:lstStyle/>
                    <a:p>
                      <a:pPr marL="1278890">
                        <a:lnSpc>
                          <a:spcPts val="2540"/>
                        </a:lnSpc>
                      </a:pPr>
                      <a:r>
                        <a:rPr sz="2200" b="1" spc="-20" dirty="0">
                          <a:latin typeface="Cambria"/>
                          <a:cs typeface="Cambria"/>
                        </a:rPr>
                        <a:t>add$</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S3</a:t>
                      </a:r>
                      <a:endParaRPr sz="2200">
                        <a:latin typeface="Cambria"/>
                        <a:cs typeface="Cambria"/>
                      </a:endParaRPr>
                    </a:p>
                  </a:txBody>
                  <a:tcPr marL="0" marR="0" marT="0" marB="0"/>
                </a:tc>
                <a:extLst>
                  <a:ext uri="{0D108BD9-81ED-4DB2-BD59-A6C34878D82A}">
                    <a16:rowId xmlns:a16="http://schemas.microsoft.com/office/drawing/2014/main" val="10002"/>
                  </a:ext>
                </a:extLst>
              </a:tr>
              <a:tr h="335280">
                <a:tc>
                  <a:txBody>
                    <a:bodyPr/>
                    <a:lstStyle/>
                    <a:p>
                      <a:pPr marL="31750">
                        <a:lnSpc>
                          <a:spcPts val="2540"/>
                        </a:lnSpc>
                      </a:pPr>
                      <a:r>
                        <a:rPr sz="2200" b="1" spc="-10" dirty="0">
                          <a:latin typeface="Cambria"/>
                          <a:cs typeface="Cambria"/>
                        </a:rPr>
                        <a:t>0a3a3</a:t>
                      </a:r>
                      <a:endParaRPr sz="2200">
                        <a:latin typeface="Cambria"/>
                        <a:cs typeface="Cambria"/>
                      </a:endParaRPr>
                    </a:p>
                  </a:txBody>
                  <a:tcPr marL="0" marR="0" marT="0" marB="0"/>
                </a:tc>
                <a:tc>
                  <a:txBody>
                    <a:bodyPr/>
                    <a:lstStyle/>
                    <a:p>
                      <a:pPr marL="1254125">
                        <a:lnSpc>
                          <a:spcPts val="2540"/>
                        </a:lnSpc>
                      </a:pPr>
                      <a:r>
                        <a:rPr sz="2200" b="1" spc="-25" dirty="0">
                          <a:latin typeface="Cambria"/>
                          <a:cs typeface="Cambria"/>
                        </a:rPr>
                        <a:t>dd$</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S3</a:t>
                      </a:r>
                      <a:endParaRPr sz="2200">
                        <a:latin typeface="Cambria"/>
                        <a:cs typeface="Cambria"/>
                      </a:endParaRPr>
                    </a:p>
                  </a:txBody>
                  <a:tcPr marL="0" marR="0" marT="0" marB="0"/>
                </a:tc>
                <a:extLst>
                  <a:ext uri="{0D108BD9-81ED-4DB2-BD59-A6C34878D82A}">
                    <a16:rowId xmlns:a16="http://schemas.microsoft.com/office/drawing/2014/main" val="10003"/>
                  </a:ext>
                </a:extLst>
              </a:tr>
              <a:tr h="335280">
                <a:tc>
                  <a:txBody>
                    <a:bodyPr/>
                    <a:lstStyle/>
                    <a:p>
                      <a:pPr marL="31750">
                        <a:lnSpc>
                          <a:spcPts val="2540"/>
                        </a:lnSpc>
                      </a:pPr>
                      <a:r>
                        <a:rPr sz="2200" b="1" spc="-10" dirty="0">
                          <a:latin typeface="Cambria"/>
                          <a:cs typeface="Cambria"/>
                        </a:rPr>
                        <a:t>0a3a3d4</a:t>
                      </a:r>
                      <a:endParaRPr sz="2200">
                        <a:latin typeface="Cambria"/>
                        <a:cs typeface="Cambria"/>
                      </a:endParaRPr>
                    </a:p>
                  </a:txBody>
                  <a:tcPr marL="0" marR="0" marT="0" marB="0"/>
                </a:tc>
                <a:tc>
                  <a:txBody>
                    <a:bodyPr/>
                    <a:lstStyle/>
                    <a:p>
                      <a:pPr marL="1278890">
                        <a:lnSpc>
                          <a:spcPts val="2540"/>
                        </a:lnSpc>
                      </a:pPr>
                      <a:r>
                        <a:rPr sz="2200" b="1" spc="-25" dirty="0">
                          <a:latin typeface="Cambria"/>
                          <a:cs typeface="Cambria"/>
                        </a:rPr>
                        <a:t>d$</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S4</a:t>
                      </a:r>
                      <a:endParaRPr sz="2200">
                        <a:latin typeface="Cambria"/>
                        <a:cs typeface="Cambria"/>
                      </a:endParaRPr>
                    </a:p>
                  </a:txBody>
                  <a:tcPr marL="0" marR="0" marT="0" marB="0"/>
                </a:tc>
                <a:extLst>
                  <a:ext uri="{0D108BD9-81ED-4DB2-BD59-A6C34878D82A}">
                    <a16:rowId xmlns:a16="http://schemas.microsoft.com/office/drawing/2014/main" val="10004"/>
                  </a:ext>
                </a:extLst>
              </a:tr>
              <a:tr h="334645">
                <a:tc>
                  <a:txBody>
                    <a:bodyPr/>
                    <a:lstStyle/>
                    <a:p>
                      <a:pPr marL="31750">
                        <a:lnSpc>
                          <a:spcPts val="2540"/>
                        </a:lnSpc>
                      </a:pPr>
                      <a:r>
                        <a:rPr sz="2200" b="1" spc="-10" dirty="0">
                          <a:latin typeface="Cambria"/>
                          <a:cs typeface="Cambria"/>
                        </a:rPr>
                        <a:t>0a3a3C8</a:t>
                      </a:r>
                      <a:endParaRPr sz="2200">
                        <a:latin typeface="Cambria"/>
                        <a:cs typeface="Cambria"/>
                      </a:endParaRPr>
                    </a:p>
                  </a:txBody>
                  <a:tcPr marL="0" marR="0" marT="0" marB="0"/>
                </a:tc>
                <a:tc>
                  <a:txBody>
                    <a:bodyPr/>
                    <a:lstStyle/>
                    <a:p>
                      <a:pPr marL="1278890">
                        <a:lnSpc>
                          <a:spcPts val="2540"/>
                        </a:lnSpc>
                      </a:pPr>
                      <a:r>
                        <a:rPr sz="2200" b="1" spc="-25" dirty="0">
                          <a:latin typeface="Cambria"/>
                          <a:cs typeface="Cambria"/>
                        </a:rPr>
                        <a:t>d$</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R3</a:t>
                      </a:r>
                      <a:endParaRPr sz="2200">
                        <a:latin typeface="Cambria"/>
                        <a:cs typeface="Cambria"/>
                      </a:endParaRPr>
                    </a:p>
                  </a:txBody>
                  <a:tcPr marL="0" marR="0" marT="0" marB="0"/>
                </a:tc>
                <a:extLst>
                  <a:ext uri="{0D108BD9-81ED-4DB2-BD59-A6C34878D82A}">
                    <a16:rowId xmlns:a16="http://schemas.microsoft.com/office/drawing/2014/main" val="10005"/>
                  </a:ext>
                </a:extLst>
              </a:tr>
              <a:tr h="335280">
                <a:tc>
                  <a:txBody>
                    <a:bodyPr/>
                    <a:lstStyle/>
                    <a:p>
                      <a:pPr marL="31750">
                        <a:lnSpc>
                          <a:spcPts val="2545"/>
                        </a:lnSpc>
                      </a:pPr>
                      <a:r>
                        <a:rPr sz="2200" b="1" spc="-10" dirty="0">
                          <a:latin typeface="Cambria"/>
                          <a:cs typeface="Cambria"/>
                        </a:rPr>
                        <a:t>0a3C8</a:t>
                      </a:r>
                      <a:endParaRPr sz="2200">
                        <a:latin typeface="Cambria"/>
                        <a:cs typeface="Cambria"/>
                      </a:endParaRPr>
                    </a:p>
                  </a:txBody>
                  <a:tcPr marL="0" marR="0" marT="0" marB="0"/>
                </a:tc>
                <a:tc>
                  <a:txBody>
                    <a:bodyPr/>
                    <a:lstStyle/>
                    <a:p>
                      <a:pPr marL="1278890">
                        <a:lnSpc>
                          <a:spcPts val="2545"/>
                        </a:lnSpc>
                      </a:pPr>
                      <a:r>
                        <a:rPr sz="2200" b="1" spc="-25" dirty="0">
                          <a:latin typeface="Cambria"/>
                          <a:cs typeface="Cambria"/>
                        </a:rPr>
                        <a:t>d$</a:t>
                      </a:r>
                      <a:endParaRPr sz="2200">
                        <a:latin typeface="Cambria"/>
                        <a:cs typeface="Cambria"/>
                      </a:endParaRPr>
                    </a:p>
                  </a:txBody>
                  <a:tcPr marL="0" marR="0" marT="0" marB="0"/>
                </a:tc>
                <a:tc>
                  <a:txBody>
                    <a:bodyPr/>
                    <a:lstStyle/>
                    <a:p>
                      <a:pPr marL="980440">
                        <a:lnSpc>
                          <a:spcPts val="2545"/>
                        </a:lnSpc>
                      </a:pPr>
                      <a:r>
                        <a:rPr sz="2200" b="1" spc="-25" dirty="0">
                          <a:latin typeface="Cambria"/>
                          <a:cs typeface="Cambria"/>
                        </a:rPr>
                        <a:t>R2</a:t>
                      </a:r>
                      <a:endParaRPr sz="2200">
                        <a:latin typeface="Cambria"/>
                        <a:cs typeface="Cambria"/>
                      </a:endParaRPr>
                    </a:p>
                  </a:txBody>
                  <a:tcPr marL="0" marR="0" marT="0" marB="0"/>
                </a:tc>
                <a:extLst>
                  <a:ext uri="{0D108BD9-81ED-4DB2-BD59-A6C34878D82A}">
                    <a16:rowId xmlns:a16="http://schemas.microsoft.com/office/drawing/2014/main" val="10006"/>
                  </a:ext>
                </a:extLst>
              </a:tr>
              <a:tr h="335280">
                <a:tc>
                  <a:txBody>
                    <a:bodyPr/>
                    <a:lstStyle/>
                    <a:p>
                      <a:pPr marL="31750">
                        <a:lnSpc>
                          <a:spcPts val="2540"/>
                        </a:lnSpc>
                      </a:pPr>
                      <a:r>
                        <a:rPr sz="2200" b="1" spc="-25" dirty="0">
                          <a:latin typeface="Cambria"/>
                          <a:cs typeface="Cambria"/>
                        </a:rPr>
                        <a:t>0C2</a:t>
                      </a:r>
                      <a:endParaRPr sz="2200">
                        <a:latin typeface="Cambria"/>
                        <a:cs typeface="Cambria"/>
                      </a:endParaRPr>
                    </a:p>
                  </a:txBody>
                  <a:tcPr marL="0" marR="0" marT="0" marB="0"/>
                </a:tc>
                <a:tc>
                  <a:txBody>
                    <a:bodyPr/>
                    <a:lstStyle/>
                    <a:p>
                      <a:pPr marL="1278890">
                        <a:lnSpc>
                          <a:spcPts val="2540"/>
                        </a:lnSpc>
                      </a:pPr>
                      <a:r>
                        <a:rPr sz="2200" b="1" spc="-25" dirty="0">
                          <a:latin typeface="Cambria"/>
                          <a:cs typeface="Cambria"/>
                        </a:rPr>
                        <a:t>d$</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R2</a:t>
                      </a:r>
                      <a:endParaRPr sz="2200">
                        <a:latin typeface="Cambria"/>
                        <a:cs typeface="Cambria"/>
                      </a:endParaRPr>
                    </a:p>
                  </a:txBody>
                  <a:tcPr marL="0" marR="0" marT="0" marB="0"/>
                </a:tc>
                <a:extLst>
                  <a:ext uri="{0D108BD9-81ED-4DB2-BD59-A6C34878D82A}">
                    <a16:rowId xmlns:a16="http://schemas.microsoft.com/office/drawing/2014/main" val="10007"/>
                  </a:ext>
                </a:extLst>
              </a:tr>
              <a:tr h="334645">
                <a:tc>
                  <a:txBody>
                    <a:bodyPr/>
                    <a:lstStyle/>
                    <a:p>
                      <a:pPr marL="31750">
                        <a:lnSpc>
                          <a:spcPts val="2540"/>
                        </a:lnSpc>
                      </a:pPr>
                      <a:r>
                        <a:rPr sz="2200" b="1" spc="-10" dirty="0">
                          <a:latin typeface="Cambria"/>
                          <a:cs typeface="Cambria"/>
                        </a:rPr>
                        <a:t>0C2d7</a:t>
                      </a:r>
                      <a:endParaRPr sz="2200">
                        <a:latin typeface="Cambria"/>
                        <a:cs typeface="Cambria"/>
                      </a:endParaRPr>
                    </a:p>
                  </a:txBody>
                  <a:tcPr marL="0" marR="0" marT="0" marB="0"/>
                </a:tc>
                <a:tc>
                  <a:txBody>
                    <a:bodyPr/>
                    <a:lstStyle/>
                    <a:p>
                      <a:pPr marL="1278890">
                        <a:lnSpc>
                          <a:spcPts val="2540"/>
                        </a:lnSpc>
                      </a:pPr>
                      <a:r>
                        <a:rPr sz="2200" b="1" spc="-50" dirty="0">
                          <a:latin typeface="Cambria"/>
                          <a:cs typeface="Cambria"/>
                        </a:rPr>
                        <a:t>$</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S7</a:t>
                      </a:r>
                      <a:endParaRPr sz="2200">
                        <a:latin typeface="Cambria"/>
                        <a:cs typeface="Cambria"/>
                      </a:endParaRPr>
                    </a:p>
                  </a:txBody>
                  <a:tcPr marL="0" marR="0" marT="0" marB="0"/>
                </a:tc>
                <a:extLst>
                  <a:ext uri="{0D108BD9-81ED-4DB2-BD59-A6C34878D82A}">
                    <a16:rowId xmlns:a16="http://schemas.microsoft.com/office/drawing/2014/main" val="10008"/>
                  </a:ext>
                </a:extLst>
              </a:tr>
              <a:tr h="335280">
                <a:tc>
                  <a:txBody>
                    <a:bodyPr/>
                    <a:lstStyle/>
                    <a:p>
                      <a:pPr marL="31750">
                        <a:lnSpc>
                          <a:spcPts val="2540"/>
                        </a:lnSpc>
                      </a:pPr>
                      <a:r>
                        <a:rPr sz="2200" b="1" spc="-10" dirty="0">
                          <a:latin typeface="Cambria"/>
                          <a:cs typeface="Cambria"/>
                        </a:rPr>
                        <a:t>0C2C5</a:t>
                      </a:r>
                      <a:endParaRPr sz="2200">
                        <a:latin typeface="Cambria"/>
                        <a:cs typeface="Cambria"/>
                      </a:endParaRPr>
                    </a:p>
                  </a:txBody>
                  <a:tcPr marL="0" marR="0" marT="0" marB="0"/>
                </a:tc>
                <a:tc>
                  <a:txBody>
                    <a:bodyPr/>
                    <a:lstStyle/>
                    <a:p>
                      <a:pPr marL="1278890">
                        <a:lnSpc>
                          <a:spcPts val="2540"/>
                        </a:lnSpc>
                      </a:pPr>
                      <a:r>
                        <a:rPr sz="2200" b="1" spc="-50" dirty="0">
                          <a:latin typeface="Cambria"/>
                          <a:cs typeface="Cambria"/>
                        </a:rPr>
                        <a:t>$</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R3</a:t>
                      </a:r>
                      <a:endParaRPr sz="2200">
                        <a:latin typeface="Cambria"/>
                        <a:cs typeface="Cambria"/>
                      </a:endParaRPr>
                    </a:p>
                  </a:txBody>
                  <a:tcPr marL="0" marR="0" marT="0" marB="0"/>
                </a:tc>
                <a:extLst>
                  <a:ext uri="{0D108BD9-81ED-4DB2-BD59-A6C34878D82A}">
                    <a16:rowId xmlns:a16="http://schemas.microsoft.com/office/drawing/2014/main" val="10009"/>
                  </a:ext>
                </a:extLst>
              </a:tr>
              <a:tr h="335280">
                <a:tc>
                  <a:txBody>
                    <a:bodyPr/>
                    <a:lstStyle/>
                    <a:p>
                      <a:pPr marL="31750">
                        <a:lnSpc>
                          <a:spcPts val="2540"/>
                        </a:lnSpc>
                      </a:pPr>
                      <a:r>
                        <a:rPr sz="2200" b="1" spc="-25" dirty="0">
                          <a:latin typeface="Cambria"/>
                          <a:cs typeface="Cambria"/>
                        </a:rPr>
                        <a:t>0S1</a:t>
                      </a:r>
                      <a:endParaRPr sz="2200">
                        <a:latin typeface="Cambria"/>
                        <a:cs typeface="Cambria"/>
                      </a:endParaRPr>
                    </a:p>
                  </a:txBody>
                  <a:tcPr marL="0" marR="0" marT="0" marB="0"/>
                </a:tc>
                <a:tc>
                  <a:txBody>
                    <a:bodyPr/>
                    <a:lstStyle/>
                    <a:p>
                      <a:pPr marL="1278890">
                        <a:lnSpc>
                          <a:spcPts val="2540"/>
                        </a:lnSpc>
                      </a:pPr>
                      <a:r>
                        <a:rPr sz="2200" b="1" spc="-50" dirty="0">
                          <a:latin typeface="Cambria"/>
                          <a:cs typeface="Cambria"/>
                        </a:rPr>
                        <a:t>$</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R1</a:t>
                      </a:r>
                      <a:endParaRPr sz="2200">
                        <a:latin typeface="Cambria"/>
                        <a:cs typeface="Cambria"/>
                      </a:endParaRPr>
                    </a:p>
                  </a:txBody>
                  <a:tcPr marL="0" marR="0" marT="0" marB="0"/>
                </a:tc>
                <a:extLst>
                  <a:ext uri="{0D108BD9-81ED-4DB2-BD59-A6C34878D82A}">
                    <a16:rowId xmlns:a16="http://schemas.microsoft.com/office/drawing/2014/main" val="10010"/>
                  </a:ext>
                </a:extLst>
              </a:tr>
              <a:tr h="330835">
                <a:tc>
                  <a:txBody>
                    <a:bodyPr/>
                    <a:lstStyle/>
                    <a:p>
                      <a:pPr marL="31750">
                        <a:lnSpc>
                          <a:spcPts val="2505"/>
                        </a:lnSpc>
                      </a:pPr>
                      <a:r>
                        <a:rPr sz="2200" b="1" spc="-10" dirty="0">
                          <a:latin typeface="Cambria"/>
                          <a:cs typeface="Cambria"/>
                        </a:rPr>
                        <a:t>Accept</a:t>
                      </a:r>
                      <a:endParaRPr sz="2200">
                        <a:latin typeface="Cambria"/>
                        <a:cs typeface="Cambria"/>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11"/>
                  </a:ext>
                </a:extLst>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10" dirty="0">
                <a:solidFill>
                  <a:srgbClr val="FFFFFF"/>
                </a:solidFill>
                <a:latin typeface="Cambria"/>
                <a:cs typeface="Cambria"/>
              </a:rPr>
              <a:t>CLR(1)</a:t>
            </a:r>
            <a:endParaRPr sz="3600">
              <a:latin typeface="Cambria"/>
              <a:cs typeface="Cambria"/>
            </a:endParaRPr>
          </a:p>
        </p:txBody>
      </p:sp>
      <p:sp>
        <p:nvSpPr>
          <p:cNvPr id="3" name="object 3"/>
          <p:cNvSpPr txBox="1">
            <a:spLocks noGrp="1"/>
          </p:cNvSpPr>
          <p:nvPr>
            <p:ph type="title"/>
          </p:nvPr>
        </p:nvSpPr>
        <p:spPr>
          <a:xfrm>
            <a:off x="3577209" y="797204"/>
            <a:ext cx="1546225" cy="1671955"/>
          </a:xfrm>
          <a:prstGeom prst="rect">
            <a:avLst/>
          </a:prstGeom>
        </p:spPr>
        <p:txBody>
          <a:bodyPr vert="horz" wrap="square" lIns="0" tIns="12700" rIns="0" bIns="0" rtlCol="0">
            <a:spAutoFit/>
          </a:bodyPr>
          <a:lstStyle/>
          <a:p>
            <a:pPr marL="12700" marR="5080">
              <a:lnSpc>
                <a:spcPct val="122800"/>
              </a:lnSpc>
              <a:spcBef>
                <a:spcPts val="100"/>
              </a:spcBef>
            </a:pPr>
            <a:r>
              <a:rPr sz="1850" spc="-965" dirty="0">
                <a:solidFill>
                  <a:srgbClr val="003399"/>
                </a:solidFill>
                <a:latin typeface="Arial MT"/>
                <a:cs typeface="Arial MT"/>
              </a:rPr>
              <a:t>🞄</a:t>
            </a:r>
            <a:r>
              <a:rPr sz="1850" spc="245" dirty="0">
                <a:solidFill>
                  <a:srgbClr val="003399"/>
                </a:solidFill>
                <a:latin typeface="Arial MT"/>
                <a:cs typeface="Arial MT"/>
              </a:rPr>
              <a:t> </a:t>
            </a:r>
            <a:r>
              <a:rPr sz="2200" spc="-10" dirty="0"/>
              <a:t>Example:- </a:t>
            </a:r>
            <a:r>
              <a:rPr sz="2200" dirty="0"/>
              <a:t>S</a:t>
            </a:r>
            <a:r>
              <a:rPr sz="2200" spc="-10" dirty="0"/>
              <a:t> </a:t>
            </a:r>
            <a:r>
              <a:rPr sz="2200" dirty="0">
                <a:latin typeface="Wingdings"/>
                <a:cs typeface="Wingdings"/>
              </a:rPr>
              <a:t></a:t>
            </a:r>
            <a:r>
              <a:rPr sz="2200" spc="-65" dirty="0">
                <a:latin typeface="Times New Roman"/>
                <a:cs typeface="Times New Roman"/>
              </a:rPr>
              <a:t> </a:t>
            </a:r>
            <a:r>
              <a:rPr sz="2200" dirty="0"/>
              <a:t>L</a:t>
            </a:r>
            <a:r>
              <a:rPr sz="2200" spc="5" dirty="0"/>
              <a:t> </a:t>
            </a:r>
            <a:r>
              <a:rPr sz="2200" dirty="0"/>
              <a:t>=</a:t>
            </a:r>
            <a:r>
              <a:rPr sz="2200" spc="-10" dirty="0"/>
              <a:t> </a:t>
            </a:r>
            <a:r>
              <a:rPr sz="2200" dirty="0"/>
              <a:t>R</a:t>
            </a:r>
            <a:r>
              <a:rPr sz="2200" spc="-10" dirty="0"/>
              <a:t> </a:t>
            </a:r>
            <a:r>
              <a:rPr sz="2200" dirty="0"/>
              <a:t>|</a:t>
            </a:r>
            <a:r>
              <a:rPr sz="2200" spc="5" dirty="0"/>
              <a:t> </a:t>
            </a:r>
            <a:r>
              <a:rPr sz="2200" spc="-50" dirty="0"/>
              <a:t>R</a:t>
            </a:r>
            <a:endParaRPr sz="2200">
              <a:latin typeface="Times New Roman"/>
              <a:cs typeface="Times New Roman"/>
            </a:endParaRPr>
          </a:p>
          <a:p>
            <a:pPr marL="12700" marR="179705">
              <a:lnSpc>
                <a:spcPct val="122700"/>
              </a:lnSpc>
            </a:pPr>
            <a:r>
              <a:rPr sz="2200" dirty="0"/>
              <a:t>L </a:t>
            </a:r>
            <a:r>
              <a:rPr sz="2200" dirty="0">
                <a:latin typeface="Wingdings"/>
                <a:cs typeface="Wingdings"/>
              </a:rPr>
              <a:t></a:t>
            </a:r>
            <a:r>
              <a:rPr sz="2200" spc="-75" dirty="0">
                <a:latin typeface="Times New Roman"/>
                <a:cs typeface="Times New Roman"/>
              </a:rPr>
              <a:t> </a:t>
            </a:r>
            <a:r>
              <a:rPr sz="2200" dirty="0"/>
              <a:t>*</a:t>
            </a:r>
            <a:r>
              <a:rPr sz="2200" spc="5" dirty="0"/>
              <a:t> </a:t>
            </a:r>
            <a:r>
              <a:rPr sz="2200" dirty="0"/>
              <a:t>R</a:t>
            </a:r>
            <a:r>
              <a:rPr sz="2200" spc="-5" dirty="0"/>
              <a:t> </a:t>
            </a:r>
            <a:r>
              <a:rPr sz="2200" dirty="0"/>
              <a:t>|</a:t>
            </a:r>
            <a:r>
              <a:rPr sz="2200" spc="5" dirty="0"/>
              <a:t> </a:t>
            </a:r>
            <a:r>
              <a:rPr sz="2200" spc="-25" dirty="0"/>
              <a:t>id </a:t>
            </a:r>
            <a:r>
              <a:rPr sz="2200" dirty="0"/>
              <a:t>R</a:t>
            </a:r>
            <a:r>
              <a:rPr sz="2200" spc="-5" dirty="0"/>
              <a:t> </a:t>
            </a:r>
            <a:r>
              <a:rPr sz="2200" dirty="0">
                <a:latin typeface="Wingdings"/>
                <a:cs typeface="Wingdings"/>
              </a:rPr>
              <a:t></a:t>
            </a:r>
            <a:r>
              <a:rPr sz="2200" spc="-65" dirty="0">
                <a:latin typeface="Times New Roman"/>
                <a:cs typeface="Times New Roman"/>
              </a:rPr>
              <a:t> </a:t>
            </a:r>
            <a:r>
              <a:rPr sz="2200" spc="-50" dirty="0"/>
              <a:t>L</a:t>
            </a:r>
            <a:endParaRPr sz="2200">
              <a:latin typeface="Times New Roman"/>
              <a:cs typeface="Times New Roman"/>
            </a:endParaRPr>
          </a:p>
        </p:txBody>
      </p:sp>
      <p:sp>
        <p:nvSpPr>
          <p:cNvPr id="4" name="object 4"/>
          <p:cNvSpPr txBox="1"/>
          <p:nvPr/>
        </p:nvSpPr>
        <p:spPr>
          <a:xfrm>
            <a:off x="3577209" y="2932302"/>
            <a:ext cx="2407920" cy="360680"/>
          </a:xfrm>
          <a:prstGeom prst="rect">
            <a:avLst/>
          </a:prstGeom>
        </p:spPr>
        <p:txBody>
          <a:bodyPr vert="horz" wrap="square" lIns="0" tIns="12065" rIns="0" bIns="0" rtlCol="0">
            <a:spAutoFit/>
          </a:bodyPr>
          <a:lstStyle/>
          <a:p>
            <a:pPr marL="12700">
              <a:lnSpc>
                <a:spcPct val="100000"/>
              </a:lnSpc>
              <a:spcBef>
                <a:spcPts val="95"/>
              </a:spcBef>
            </a:pPr>
            <a:r>
              <a:rPr sz="2200" dirty="0">
                <a:latin typeface="Cambria"/>
                <a:cs typeface="Cambria"/>
              </a:rPr>
              <a:t>Parse</a:t>
            </a:r>
            <a:r>
              <a:rPr sz="2200" spc="-30" dirty="0">
                <a:latin typeface="Cambria"/>
                <a:cs typeface="Cambria"/>
              </a:rPr>
              <a:t> </a:t>
            </a:r>
            <a:r>
              <a:rPr sz="2200" dirty="0">
                <a:latin typeface="Cambria"/>
                <a:cs typeface="Cambria"/>
              </a:rPr>
              <a:t>String</a:t>
            </a:r>
            <a:r>
              <a:rPr sz="2200" spc="-50" dirty="0">
                <a:latin typeface="Cambria"/>
                <a:cs typeface="Cambria"/>
              </a:rPr>
              <a:t> </a:t>
            </a:r>
            <a:r>
              <a:rPr sz="2200" dirty="0">
                <a:latin typeface="Cambria"/>
                <a:cs typeface="Cambria"/>
              </a:rPr>
              <a:t>:</a:t>
            </a:r>
            <a:r>
              <a:rPr sz="2200" spc="-50" dirty="0">
                <a:latin typeface="Cambria"/>
                <a:cs typeface="Cambria"/>
              </a:rPr>
              <a:t> </a:t>
            </a:r>
            <a:r>
              <a:rPr sz="2200" spc="-10" dirty="0">
                <a:latin typeface="Cambria"/>
                <a:cs typeface="Cambria"/>
              </a:rPr>
              <a:t>*id=id</a:t>
            </a:r>
            <a:endParaRPr sz="2200">
              <a:latin typeface="Cambria"/>
              <a:cs typeface="Cambria"/>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60"/>
              </a:spcBef>
            </a:pPr>
            <a:endParaRPr sz="3600">
              <a:latin typeface="Times New Roman"/>
              <a:cs typeface="Times New Roman"/>
            </a:endParaRPr>
          </a:p>
          <a:p>
            <a:pPr marL="344170">
              <a:lnSpc>
                <a:spcPct val="100000"/>
              </a:lnSpc>
              <a:spcBef>
                <a:spcPts val="5"/>
              </a:spcBef>
            </a:pPr>
            <a:r>
              <a:rPr sz="3600" b="1" spc="-10" dirty="0">
                <a:solidFill>
                  <a:srgbClr val="FFFFFF"/>
                </a:solidFill>
                <a:latin typeface="Cambria"/>
                <a:cs typeface="Cambria"/>
              </a:rPr>
              <a:t>LALR(1)</a:t>
            </a:r>
            <a:endParaRPr sz="3600">
              <a:latin typeface="Cambria"/>
              <a:cs typeface="Cambria"/>
            </a:endParaRPr>
          </a:p>
        </p:txBody>
      </p:sp>
      <p:sp>
        <p:nvSpPr>
          <p:cNvPr id="3" name="object 3"/>
          <p:cNvSpPr txBox="1"/>
          <p:nvPr/>
        </p:nvSpPr>
        <p:spPr>
          <a:xfrm>
            <a:off x="3473958" y="689610"/>
            <a:ext cx="8333740" cy="3424554"/>
          </a:xfrm>
          <a:prstGeom prst="rect">
            <a:avLst/>
          </a:prstGeom>
        </p:spPr>
        <p:txBody>
          <a:bodyPr vert="horz" wrap="square" lIns="0" tIns="12065" rIns="0" bIns="0" rtlCol="0">
            <a:spAutoFit/>
          </a:bodyPr>
          <a:lstStyle/>
          <a:p>
            <a:pPr marL="194945" marR="5080" indent="-182880" algn="just">
              <a:lnSpc>
                <a:spcPct val="100000"/>
              </a:lnSpc>
              <a:spcBef>
                <a:spcPts val="95"/>
              </a:spcBef>
            </a:pPr>
            <a:r>
              <a:rPr sz="1850" spc="-965" dirty="0">
                <a:solidFill>
                  <a:srgbClr val="003399"/>
                </a:solidFill>
                <a:latin typeface="Arial MT"/>
                <a:cs typeface="Arial MT"/>
              </a:rPr>
              <a:t>🞄</a:t>
            </a:r>
            <a:r>
              <a:rPr sz="1850" spc="245" dirty="0">
                <a:solidFill>
                  <a:srgbClr val="003399"/>
                </a:solidFill>
                <a:latin typeface="Arial MT"/>
                <a:cs typeface="Arial MT"/>
              </a:rPr>
              <a:t> </a:t>
            </a:r>
            <a:r>
              <a:rPr sz="2200" spc="-5" dirty="0">
                <a:latin typeface="Cambria"/>
                <a:cs typeface="Cambria"/>
              </a:rPr>
              <a:t>I</a:t>
            </a:r>
            <a:r>
              <a:rPr sz="2200" dirty="0">
                <a:latin typeface="Cambria"/>
                <a:cs typeface="Cambria"/>
              </a:rPr>
              <a:t>n</a:t>
            </a:r>
            <a:r>
              <a:rPr sz="2200" spc="75" dirty="0">
                <a:latin typeface="Cambria"/>
                <a:cs typeface="Cambria"/>
              </a:rPr>
              <a:t> </a:t>
            </a:r>
            <a:r>
              <a:rPr sz="2200" spc="-10" dirty="0">
                <a:latin typeface="Cambria"/>
                <a:cs typeface="Cambria"/>
              </a:rPr>
              <a:t>this</a:t>
            </a:r>
            <a:r>
              <a:rPr sz="2200" spc="95" dirty="0">
                <a:latin typeface="Cambria"/>
                <a:cs typeface="Cambria"/>
              </a:rPr>
              <a:t> </a:t>
            </a:r>
            <a:r>
              <a:rPr sz="2200" spc="-10" dirty="0">
                <a:latin typeface="Cambria"/>
                <a:cs typeface="Cambria"/>
              </a:rPr>
              <a:t>type</a:t>
            </a:r>
            <a:r>
              <a:rPr sz="2200" spc="90" dirty="0">
                <a:latin typeface="Cambria"/>
                <a:cs typeface="Cambria"/>
              </a:rPr>
              <a:t> </a:t>
            </a:r>
            <a:r>
              <a:rPr sz="2200" spc="-5" dirty="0">
                <a:latin typeface="Cambria"/>
                <a:cs typeface="Cambria"/>
              </a:rPr>
              <a:t>o</a:t>
            </a:r>
            <a:r>
              <a:rPr sz="2200" dirty="0">
                <a:latin typeface="Cambria"/>
                <a:cs typeface="Cambria"/>
              </a:rPr>
              <a:t>f</a:t>
            </a:r>
            <a:r>
              <a:rPr sz="2200" spc="70" dirty="0">
                <a:latin typeface="Cambria"/>
                <a:cs typeface="Cambria"/>
              </a:rPr>
              <a:t> </a:t>
            </a:r>
            <a:r>
              <a:rPr sz="2200" spc="-20" dirty="0">
                <a:latin typeface="Cambria"/>
                <a:cs typeface="Cambria"/>
              </a:rPr>
              <a:t>grammar</a:t>
            </a:r>
            <a:r>
              <a:rPr sz="2200" spc="90" dirty="0">
                <a:latin typeface="Cambria"/>
                <a:cs typeface="Cambria"/>
              </a:rPr>
              <a:t> </a:t>
            </a:r>
            <a:r>
              <a:rPr sz="2200" spc="-15" dirty="0">
                <a:latin typeface="Cambria"/>
                <a:cs typeface="Cambria"/>
              </a:rPr>
              <a:t>the</a:t>
            </a:r>
            <a:r>
              <a:rPr sz="2200" spc="75" dirty="0">
                <a:latin typeface="Cambria"/>
                <a:cs typeface="Cambria"/>
              </a:rPr>
              <a:t> </a:t>
            </a:r>
            <a:r>
              <a:rPr sz="2200" spc="-10" dirty="0">
                <a:latin typeface="Cambria"/>
                <a:cs typeface="Cambria"/>
              </a:rPr>
              <a:t>lookahead</a:t>
            </a:r>
            <a:r>
              <a:rPr sz="2200" spc="80" dirty="0">
                <a:latin typeface="Cambria"/>
                <a:cs typeface="Cambria"/>
              </a:rPr>
              <a:t> </a:t>
            </a:r>
            <a:r>
              <a:rPr sz="2200" spc="-20" dirty="0">
                <a:latin typeface="Cambria"/>
                <a:cs typeface="Cambria"/>
              </a:rPr>
              <a:t>symbol</a:t>
            </a:r>
            <a:r>
              <a:rPr sz="2200" spc="85" dirty="0">
                <a:latin typeface="Cambria"/>
                <a:cs typeface="Cambria"/>
              </a:rPr>
              <a:t> </a:t>
            </a:r>
            <a:r>
              <a:rPr sz="2200" spc="-10" dirty="0">
                <a:latin typeface="Cambria"/>
                <a:cs typeface="Cambria"/>
              </a:rPr>
              <a:t>is</a:t>
            </a:r>
            <a:r>
              <a:rPr sz="2200" spc="95" dirty="0">
                <a:latin typeface="Cambria"/>
                <a:cs typeface="Cambria"/>
              </a:rPr>
              <a:t> </a:t>
            </a:r>
            <a:r>
              <a:rPr sz="2200" spc="-20" dirty="0">
                <a:latin typeface="Cambria"/>
                <a:cs typeface="Cambria"/>
              </a:rPr>
              <a:t>generated</a:t>
            </a:r>
            <a:r>
              <a:rPr sz="2200" spc="85" dirty="0">
                <a:latin typeface="Cambria"/>
                <a:cs typeface="Cambria"/>
              </a:rPr>
              <a:t> </a:t>
            </a:r>
            <a:r>
              <a:rPr sz="2200" spc="-10" dirty="0">
                <a:latin typeface="Cambria"/>
                <a:cs typeface="Cambria"/>
              </a:rPr>
              <a:t>for</a:t>
            </a:r>
            <a:r>
              <a:rPr sz="2200" spc="80" dirty="0">
                <a:latin typeface="Cambria"/>
                <a:cs typeface="Cambria"/>
              </a:rPr>
              <a:t> </a:t>
            </a:r>
            <a:r>
              <a:rPr sz="2200" spc="-55" dirty="0">
                <a:latin typeface="Cambria"/>
                <a:cs typeface="Cambria"/>
              </a:rPr>
              <a:t>each</a:t>
            </a:r>
            <a:r>
              <a:rPr sz="2200" spc="-5" dirty="0">
                <a:latin typeface="Cambria"/>
                <a:cs typeface="Cambria"/>
              </a:rPr>
              <a:t> </a:t>
            </a:r>
            <a:r>
              <a:rPr sz="2200" spc="-15" dirty="0">
                <a:latin typeface="Cambria"/>
                <a:cs typeface="Cambria"/>
              </a:rPr>
              <a:t>set</a:t>
            </a:r>
            <a:r>
              <a:rPr sz="2200" spc="20" dirty="0">
                <a:latin typeface="Cambria"/>
                <a:cs typeface="Cambria"/>
              </a:rPr>
              <a:t> </a:t>
            </a:r>
            <a:r>
              <a:rPr sz="2200" spc="-5" dirty="0">
                <a:latin typeface="Cambria"/>
                <a:cs typeface="Cambria"/>
              </a:rPr>
              <a:t>o</a:t>
            </a:r>
            <a:r>
              <a:rPr sz="2200" dirty="0">
                <a:latin typeface="Cambria"/>
                <a:cs typeface="Cambria"/>
              </a:rPr>
              <a:t>f</a:t>
            </a:r>
            <a:r>
              <a:rPr sz="2200" spc="10" dirty="0">
                <a:latin typeface="Cambria"/>
                <a:cs typeface="Cambria"/>
              </a:rPr>
              <a:t> </a:t>
            </a:r>
            <a:r>
              <a:rPr sz="2200" spc="-10" dirty="0">
                <a:latin typeface="Cambria"/>
                <a:cs typeface="Cambria"/>
              </a:rPr>
              <a:t>item.</a:t>
            </a:r>
            <a:r>
              <a:rPr sz="2200" spc="20" dirty="0">
                <a:latin typeface="Cambria"/>
                <a:cs typeface="Cambria"/>
              </a:rPr>
              <a:t> </a:t>
            </a:r>
            <a:r>
              <a:rPr sz="2200" dirty="0">
                <a:latin typeface="Cambria"/>
                <a:cs typeface="Cambria"/>
              </a:rPr>
              <a:t>The</a:t>
            </a:r>
            <a:r>
              <a:rPr sz="2200" spc="15" dirty="0">
                <a:latin typeface="Cambria"/>
                <a:cs typeface="Cambria"/>
              </a:rPr>
              <a:t> </a:t>
            </a:r>
            <a:r>
              <a:rPr sz="2200" spc="-15" dirty="0">
                <a:latin typeface="Cambria"/>
                <a:cs typeface="Cambria"/>
              </a:rPr>
              <a:t>table</a:t>
            </a:r>
            <a:r>
              <a:rPr sz="2200" spc="20" dirty="0">
                <a:latin typeface="Cambria"/>
                <a:cs typeface="Cambria"/>
              </a:rPr>
              <a:t> </a:t>
            </a:r>
            <a:r>
              <a:rPr sz="2200" spc="-10" dirty="0">
                <a:latin typeface="Cambria"/>
                <a:cs typeface="Cambria"/>
              </a:rPr>
              <a:t>obtained</a:t>
            </a:r>
            <a:r>
              <a:rPr sz="2200" spc="30" dirty="0">
                <a:latin typeface="Cambria"/>
                <a:cs typeface="Cambria"/>
              </a:rPr>
              <a:t> </a:t>
            </a:r>
            <a:r>
              <a:rPr sz="2200" spc="-30" dirty="0">
                <a:latin typeface="Cambria"/>
                <a:cs typeface="Cambria"/>
              </a:rPr>
              <a:t>by</a:t>
            </a:r>
            <a:r>
              <a:rPr sz="2200" spc="10" dirty="0">
                <a:latin typeface="Cambria"/>
                <a:cs typeface="Cambria"/>
              </a:rPr>
              <a:t> </a:t>
            </a:r>
            <a:r>
              <a:rPr sz="2200" spc="-10" dirty="0">
                <a:latin typeface="Cambria"/>
                <a:cs typeface="Cambria"/>
              </a:rPr>
              <a:t>this</a:t>
            </a:r>
            <a:r>
              <a:rPr sz="2200" spc="30" dirty="0">
                <a:latin typeface="Cambria"/>
                <a:cs typeface="Cambria"/>
              </a:rPr>
              <a:t> </a:t>
            </a:r>
            <a:r>
              <a:rPr sz="2200" spc="-10" dirty="0">
                <a:latin typeface="Cambria"/>
                <a:cs typeface="Cambria"/>
              </a:rPr>
              <a:t>method</a:t>
            </a:r>
            <a:r>
              <a:rPr sz="2200" spc="30" dirty="0">
                <a:latin typeface="Cambria"/>
                <a:cs typeface="Cambria"/>
              </a:rPr>
              <a:t> </a:t>
            </a:r>
            <a:r>
              <a:rPr sz="2200" spc="-25" dirty="0">
                <a:latin typeface="Cambria"/>
                <a:cs typeface="Cambria"/>
              </a:rPr>
              <a:t>are</a:t>
            </a:r>
            <a:r>
              <a:rPr sz="2200" spc="10" dirty="0">
                <a:latin typeface="Cambria"/>
                <a:cs typeface="Cambria"/>
              </a:rPr>
              <a:t> </a:t>
            </a:r>
            <a:r>
              <a:rPr sz="2200" spc="-10" dirty="0">
                <a:latin typeface="Cambria"/>
                <a:cs typeface="Cambria"/>
              </a:rPr>
              <a:t>smaller</a:t>
            </a:r>
            <a:r>
              <a:rPr sz="2200" spc="15" dirty="0">
                <a:latin typeface="Cambria"/>
                <a:cs typeface="Cambria"/>
              </a:rPr>
              <a:t> </a:t>
            </a:r>
            <a:r>
              <a:rPr sz="2200" spc="-15" dirty="0">
                <a:latin typeface="Cambria"/>
                <a:cs typeface="Cambria"/>
              </a:rPr>
              <a:t>compared</a:t>
            </a:r>
            <a:r>
              <a:rPr sz="2200" spc="-5" dirty="0">
                <a:latin typeface="Cambria"/>
                <a:cs typeface="Cambria"/>
              </a:rPr>
              <a:t> </a:t>
            </a:r>
            <a:r>
              <a:rPr sz="2200" spc="-20" dirty="0">
                <a:latin typeface="Cambria"/>
                <a:cs typeface="Cambria"/>
              </a:rPr>
              <a:t>to</a:t>
            </a:r>
            <a:r>
              <a:rPr sz="2200" dirty="0">
                <a:latin typeface="Cambria"/>
                <a:cs typeface="Cambria"/>
              </a:rPr>
              <a:t> </a:t>
            </a:r>
            <a:r>
              <a:rPr sz="2200" spc="-5" dirty="0">
                <a:latin typeface="Cambria"/>
                <a:cs typeface="Cambria"/>
              </a:rPr>
              <a:t>clr(1)</a:t>
            </a:r>
            <a:r>
              <a:rPr sz="2200" spc="5" dirty="0">
                <a:latin typeface="Cambria"/>
                <a:cs typeface="Cambria"/>
              </a:rPr>
              <a:t> </a:t>
            </a:r>
            <a:r>
              <a:rPr sz="2200" spc="-40" dirty="0">
                <a:latin typeface="Cambria"/>
                <a:cs typeface="Cambria"/>
              </a:rPr>
              <a:t>parser.</a:t>
            </a:r>
            <a:endParaRPr sz="2200">
              <a:latin typeface="Cambria"/>
              <a:cs typeface="Cambria"/>
            </a:endParaRPr>
          </a:p>
          <a:p>
            <a:pPr marL="12700" algn="just">
              <a:lnSpc>
                <a:spcPct val="100000"/>
              </a:lnSpc>
              <a:spcBef>
                <a:spcPts val="600"/>
              </a:spcBef>
            </a:pPr>
            <a:r>
              <a:rPr sz="1850" spc="-965" dirty="0">
                <a:solidFill>
                  <a:srgbClr val="003399"/>
                </a:solidFill>
                <a:latin typeface="Arial MT"/>
                <a:cs typeface="Arial MT"/>
              </a:rPr>
              <a:t>🞄</a:t>
            </a:r>
            <a:r>
              <a:rPr sz="1850" spc="235" dirty="0">
                <a:solidFill>
                  <a:srgbClr val="003399"/>
                </a:solidFill>
                <a:latin typeface="Arial MT"/>
                <a:cs typeface="Arial MT"/>
              </a:rPr>
              <a:t> </a:t>
            </a:r>
            <a:r>
              <a:rPr sz="2200" dirty="0">
                <a:latin typeface="Cambria"/>
                <a:cs typeface="Cambria"/>
              </a:rPr>
              <a:t>In</a:t>
            </a:r>
            <a:r>
              <a:rPr sz="2200" spc="-95" dirty="0">
                <a:latin typeface="Cambria"/>
                <a:cs typeface="Cambria"/>
              </a:rPr>
              <a:t> </a:t>
            </a:r>
            <a:r>
              <a:rPr sz="2200" dirty="0">
                <a:latin typeface="Cambria"/>
                <a:cs typeface="Cambria"/>
              </a:rPr>
              <a:t>fact</a:t>
            </a:r>
            <a:r>
              <a:rPr sz="2200" spc="-20" dirty="0">
                <a:latin typeface="Cambria"/>
                <a:cs typeface="Cambria"/>
              </a:rPr>
              <a:t> </a:t>
            </a:r>
            <a:r>
              <a:rPr sz="2200" dirty="0">
                <a:latin typeface="Cambria"/>
                <a:cs typeface="Cambria"/>
              </a:rPr>
              <a:t>the</a:t>
            </a:r>
            <a:r>
              <a:rPr sz="2200" spc="-20" dirty="0">
                <a:latin typeface="Cambria"/>
                <a:cs typeface="Cambria"/>
              </a:rPr>
              <a:t> </a:t>
            </a:r>
            <a:r>
              <a:rPr sz="2200" dirty="0">
                <a:latin typeface="Cambria"/>
                <a:cs typeface="Cambria"/>
              </a:rPr>
              <a:t>state</a:t>
            </a:r>
            <a:r>
              <a:rPr sz="2200" spc="-15" dirty="0">
                <a:latin typeface="Cambria"/>
                <a:cs typeface="Cambria"/>
              </a:rPr>
              <a:t> </a:t>
            </a:r>
            <a:r>
              <a:rPr sz="2200" dirty="0">
                <a:latin typeface="Cambria"/>
                <a:cs typeface="Cambria"/>
              </a:rPr>
              <a:t>of</a:t>
            </a:r>
            <a:r>
              <a:rPr sz="2200" spc="-40" dirty="0">
                <a:latin typeface="Cambria"/>
                <a:cs typeface="Cambria"/>
              </a:rPr>
              <a:t> </a:t>
            </a:r>
            <a:r>
              <a:rPr sz="2200" dirty="0">
                <a:latin typeface="Cambria"/>
                <a:cs typeface="Cambria"/>
              </a:rPr>
              <a:t>LALR(Look</a:t>
            </a:r>
            <a:r>
              <a:rPr sz="2200" spc="-35" dirty="0">
                <a:latin typeface="Cambria"/>
                <a:cs typeface="Cambria"/>
              </a:rPr>
              <a:t> </a:t>
            </a:r>
            <a:r>
              <a:rPr sz="2200" dirty="0">
                <a:latin typeface="Cambria"/>
                <a:cs typeface="Cambria"/>
              </a:rPr>
              <a:t>Ahead</a:t>
            </a:r>
            <a:r>
              <a:rPr sz="2200" spc="-15" dirty="0">
                <a:latin typeface="Cambria"/>
                <a:cs typeface="Cambria"/>
              </a:rPr>
              <a:t> </a:t>
            </a:r>
            <a:r>
              <a:rPr sz="2200" dirty="0">
                <a:latin typeface="Cambria"/>
                <a:cs typeface="Cambria"/>
              </a:rPr>
              <a:t>LR)</a:t>
            </a:r>
            <a:r>
              <a:rPr sz="2200" spc="-40" dirty="0">
                <a:latin typeface="Cambria"/>
                <a:cs typeface="Cambria"/>
              </a:rPr>
              <a:t> </a:t>
            </a:r>
            <a:r>
              <a:rPr sz="2200" dirty="0">
                <a:latin typeface="Cambria"/>
                <a:cs typeface="Cambria"/>
              </a:rPr>
              <a:t>and</a:t>
            </a:r>
            <a:r>
              <a:rPr sz="2200" spc="-20" dirty="0">
                <a:latin typeface="Cambria"/>
                <a:cs typeface="Cambria"/>
              </a:rPr>
              <a:t> </a:t>
            </a:r>
            <a:r>
              <a:rPr sz="2200" dirty="0">
                <a:latin typeface="Cambria"/>
                <a:cs typeface="Cambria"/>
              </a:rPr>
              <a:t>SLR</a:t>
            </a:r>
            <a:r>
              <a:rPr sz="2200" spc="-55" dirty="0">
                <a:latin typeface="Cambria"/>
                <a:cs typeface="Cambria"/>
              </a:rPr>
              <a:t> </a:t>
            </a:r>
            <a:r>
              <a:rPr sz="2200" dirty="0">
                <a:latin typeface="Cambria"/>
                <a:cs typeface="Cambria"/>
              </a:rPr>
              <a:t>are</a:t>
            </a:r>
            <a:r>
              <a:rPr sz="2200" spc="-20" dirty="0">
                <a:latin typeface="Cambria"/>
                <a:cs typeface="Cambria"/>
              </a:rPr>
              <a:t> always</a:t>
            </a:r>
            <a:r>
              <a:rPr sz="2200" spc="-5" dirty="0">
                <a:latin typeface="Cambria"/>
                <a:cs typeface="Cambria"/>
              </a:rPr>
              <a:t> </a:t>
            </a:r>
            <a:r>
              <a:rPr sz="2200" spc="-10" dirty="0">
                <a:latin typeface="Cambria"/>
                <a:cs typeface="Cambria"/>
              </a:rPr>
              <a:t>same.</a:t>
            </a:r>
            <a:endParaRPr sz="2200">
              <a:latin typeface="Cambria"/>
              <a:cs typeface="Cambria"/>
            </a:endParaRPr>
          </a:p>
          <a:p>
            <a:pPr marL="12700" algn="just">
              <a:lnSpc>
                <a:spcPct val="100000"/>
              </a:lnSpc>
              <a:spcBef>
                <a:spcPts val="600"/>
              </a:spcBef>
            </a:pPr>
            <a:r>
              <a:rPr sz="1850" spc="-965" dirty="0">
                <a:solidFill>
                  <a:srgbClr val="003399"/>
                </a:solidFill>
                <a:latin typeface="Arial MT"/>
                <a:cs typeface="Arial MT"/>
              </a:rPr>
              <a:t>🞄</a:t>
            </a:r>
            <a:r>
              <a:rPr sz="1850" spc="245" dirty="0">
                <a:solidFill>
                  <a:srgbClr val="003399"/>
                </a:solidFill>
                <a:latin typeface="Arial MT"/>
                <a:cs typeface="Arial MT"/>
              </a:rPr>
              <a:t> </a:t>
            </a:r>
            <a:r>
              <a:rPr sz="2200" dirty="0">
                <a:latin typeface="Cambria"/>
                <a:cs typeface="Cambria"/>
              </a:rPr>
              <a:t>We</a:t>
            </a:r>
            <a:r>
              <a:rPr sz="2200" spc="385" dirty="0">
                <a:latin typeface="Cambria"/>
                <a:cs typeface="Cambria"/>
              </a:rPr>
              <a:t> </a:t>
            </a:r>
            <a:r>
              <a:rPr sz="2200" dirty="0">
                <a:latin typeface="Cambria"/>
                <a:cs typeface="Cambria"/>
              </a:rPr>
              <a:t>follow</a:t>
            </a:r>
            <a:r>
              <a:rPr sz="2200" spc="430" dirty="0">
                <a:latin typeface="Cambria"/>
                <a:cs typeface="Cambria"/>
              </a:rPr>
              <a:t> </a:t>
            </a:r>
            <a:r>
              <a:rPr sz="2200" dirty="0">
                <a:latin typeface="Cambria"/>
                <a:cs typeface="Cambria"/>
              </a:rPr>
              <a:t>the</a:t>
            </a:r>
            <a:r>
              <a:rPr sz="2200" spc="430" dirty="0">
                <a:latin typeface="Cambria"/>
                <a:cs typeface="Cambria"/>
              </a:rPr>
              <a:t> </a:t>
            </a:r>
            <a:r>
              <a:rPr sz="2200" dirty="0">
                <a:latin typeface="Cambria"/>
                <a:cs typeface="Cambria"/>
              </a:rPr>
              <a:t>same</a:t>
            </a:r>
            <a:r>
              <a:rPr sz="2200" spc="440" dirty="0">
                <a:latin typeface="Cambria"/>
                <a:cs typeface="Cambria"/>
              </a:rPr>
              <a:t> </a:t>
            </a:r>
            <a:r>
              <a:rPr sz="2200" dirty="0">
                <a:latin typeface="Cambria"/>
                <a:cs typeface="Cambria"/>
              </a:rPr>
              <a:t>steps</a:t>
            </a:r>
            <a:r>
              <a:rPr sz="2200" spc="440" dirty="0">
                <a:latin typeface="Cambria"/>
                <a:cs typeface="Cambria"/>
              </a:rPr>
              <a:t> </a:t>
            </a:r>
            <a:r>
              <a:rPr sz="2200" dirty="0">
                <a:latin typeface="Cambria"/>
                <a:cs typeface="Cambria"/>
              </a:rPr>
              <a:t>as</a:t>
            </a:r>
            <a:r>
              <a:rPr sz="2200" spc="445" dirty="0">
                <a:latin typeface="Cambria"/>
                <a:cs typeface="Cambria"/>
              </a:rPr>
              <a:t> </a:t>
            </a:r>
            <a:r>
              <a:rPr sz="2200" dirty="0">
                <a:latin typeface="Cambria"/>
                <a:cs typeface="Cambria"/>
              </a:rPr>
              <a:t>discussed</a:t>
            </a:r>
            <a:r>
              <a:rPr sz="2200" spc="445" dirty="0">
                <a:latin typeface="Cambria"/>
                <a:cs typeface="Cambria"/>
              </a:rPr>
              <a:t> </a:t>
            </a:r>
            <a:r>
              <a:rPr sz="2200" dirty="0">
                <a:latin typeface="Cambria"/>
                <a:cs typeface="Cambria"/>
              </a:rPr>
              <a:t>in</a:t>
            </a:r>
            <a:r>
              <a:rPr sz="2200" spc="440" dirty="0">
                <a:latin typeface="Cambria"/>
                <a:cs typeface="Cambria"/>
              </a:rPr>
              <a:t> </a:t>
            </a:r>
            <a:r>
              <a:rPr sz="2200" dirty="0">
                <a:latin typeface="Cambria"/>
                <a:cs typeface="Cambria"/>
              </a:rPr>
              <a:t>SLR</a:t>
            </a:r>
            <a:r>
              <a:rPr sz="2200" spc="434" dirty="0">
                <a:latin typeface="Cambria"/>
                <a:cs typeface="Cambria"/>
              </a:rPr>
              <a:t> </a:t>
            </a:r>
            <a:r>
              <a:rPr sz="2200" dirty="0">
                <a:latin typeface="Cambria"/>
                <a:cs typeface="Cambria"/>
              </a:rPr>
              <a:t>and</a:t>
            </a:r>
            <a:r>
              <a:rPr sz="2200" spc="430" dirty="0">
                <a:latin typeface="Cambria"/>
                <a:cs typeface="Cambria"/>
              </a:rPr>
              <a:t> </a:t>
            </a:r>
            <a:r>
              <a:rPr sz="2200" dirty="0">
                <a:latin typeface="Cambria"/>
                <a:cs typeface="Cambria"/>
              </a:rPr>
              <a:t>canonical</a:t>
            </a:r>
            <a:r>
              <a:rPr sz="2200" spc="430" dirty="0">
                <a:latin typeface="Cambria"/>
                <a:cs typeface="Cambria"/>
              </a:rPr>
              <a:t> </a:t>
            </a:r>
            <a:r>
              <a:rPr sz="2200" spc="-25" dirty="0">
                <a:latin typeface="Cambria"/>
                <a:cs typeface="Cambria"/>
              </a:rPr>
              <a:t>LR</a:t>
            </a:r>
            <a:endParaRPr sz="2200">
              <a:latin typeface="Cambria"/>
              <a:cs typeface="Cambria"/>
            </a:endParaRPr>
          </a:p>
          <a:p>
            <a:pPr marL="194945" algn="just">
              <a:lnSpc>
                <a:spcPct val="100000"/>
              </a:lnSpc>
              <a:spcBef>
                <a:spcPts val="5"/>
              </a:spcBef>
            </a:pPr>
            <a:r>
              <a:rPr sz="2200" dirty="0">
                <a:latin typeface="Cambria"/>
                <a:cs typeface="Cambria"/>
              </a:rPr>
              <a:t>parsing</a:t>
            </a:r>
            <a:r>
              <a:rPr sz="2200" spc="-70" dirty="0">
                <a:latin typeface="Cambria"/>
                <a:cs typeface="Cambria"/>
              </a:rPr>
              <a:t> </a:t>
            </a:r>
            <a:r>
              <a:rPr sz="2200" dirty="0">
                <a:latin typeface="Cambria"/>
                <a:cs typeface="Cambria"/>
              </a:rPr>
              <a:t>techniques</a:t>
            </a:r>
            <a:r>
              <a:rPr sz="2200" spc="-40" dirty="0">
                <a:latin typeface="Cambria"/>
                <a:cs typeface="Cambria"/>
              </a:rPr>
              <a:t> </a:t>
            </a:r>
            <a:r>
              <a:rPr sz="2200" dirty="0">
                <a:latin typeface="Cambria"/>
                <a:cs typeface="Cambria"/>
              </a:rPr>
              <a:t>and</a:t>
            </a:r>
            <a:r>
              <a:rPr sz="2200" spc="-65" dirty="0">
                <a:latin typeface="Cambria"/>
                <a:cs typeface="Cambria"/>
              </a:rPr>
              <a:t> </a:t>
            </a:r>
            <a:r>
              <a:rPr sz="2200" dirty="0">
                <a:latin typeface="Cambria"/>
                <a:cs typeface="Cambria"/>
              </a:rPr>
              <a:t>those</a:t>
            </a:r>
            <a:r>
              <a:rPr sz="2200" spc="-55" dirty="0">
                <a:latin typeface="Cambria"/>
                <a:cs typeface="Cambria"/>
              </a:rPr>
              <a:t> </a:t>
            </a:r>
            <a:r>
              <a:rPr sz="2200" spc="-20" dirty="0">
                <a:latin typeface="Cambria"/>
                <a:cs typeface="Cambria"/>
              </a:rPr>
              <a:t>are:</a:t>
            </a:r>
            <a:endParaRPr sz="2200">
              <a:latin typeface="Cambria"/>
              <a:cs typeface="Cambria"/>
            </a:endParaRPr>
          </a:p>
          <a:p>
            <a:pPr marL="285115" indent="-272415">
              <a:lnSpc>
                <a:spcPct val="100000"/>
              </a:lnSpc>
              <a:spcBef>
                <a:spcPts val="600"/>
              </a:spcBef>
              <a:buAutoNum type="arabicPeriod"/>
              <a:tabLst>
                <a:tab pos="285115" algn="l"/>
              </a:tabLst>
            </a:pPr>
            <a:r>
              <a:rPr sz="2200" dirty="0">
                <a:latin typeface="Cambria"/>
                <a:cs typeface="Cambria"/>
              </a:rPr>
              <a:t>Construction</a:t>
            </a:r>
            <a:r>
              <a:rPr sz="2200" spc="-45" dirty="0">
                <a:latin typeface="Cambria"/>
                <a:cs typeface="Cambria"/>
              </a:rPr>
              <a:t> </a:t>
            </a:r>
            <a:r>
              <a:rPr sz="2200" dirty="0">
                <a:latin typeface="Cambria"/>
                <a:cs typeface="Cambria"/>
              </a:rPr>
              <a:t>of</a:t>
            </a:r>
            <a:r>
              <a:rPr sz="2200" spc="-60" dirty="0">
                <a:latin typeface="Cambria"/>
                <a:cs typeface="Cambria"/>
              </a:rPr>
              <a:t> </a:t>
            </a:r>
            <a:r>
              <a:rPr sz="2200" dirty="0">
                <a:latin typeface="Cambria"/>
                <a:cs typeface="Cambria"/>
              </a:rPr>
              <a:t>canonical</a:t>
            </a:r>
            <a:r>
              <a:rPr sz="2200" spc="-35" dirty="0">
                <a:latin typeface="Cambria"/>
                <a:cs typeface="Cambria"/>
              </a:rPr>
              <a:t> </a:t>
            </a:r>
            <a:r>
              <a:rPr sz="2200" dirty="0">
                <a:latin typeface="Cambria"/>
                <a:cs typeface="Cambria"/>
              </a:rPr>
              <a:t>set</a:t>
            </a:r>
            <a:r>
              <a:rPr sz="2200" spc="-40" dirty="0">
                <a:latin typeface="Cambria"/>
                <a:cs typeface="Cambria"/>
              </a:rPr>
              <a:t> </a:t>
            </a:r>
            <a:r>
              <a:rPr sz="2200" dirty="0">
                <a:latin typeface="Cambria"/>
                <a:cs typeface="Cambria"/>
              </a:rPr>
              <a:t>of</a:t>
            </a:r>
            <a:r>
              <a:rPr sz="2200" spc="-60" dirty="0">
                <a:latin typeface="Cambria"/>
                <a:cs typeface="Cambria"/>
              </a:rPr>
              <a:t> </a:t>
            </a:r>
            <a:r>
              <a:rPr sz="2200" dirty="0">
                <a:latin typeface="Cambria"/>
                <a:cs typeface="Cambria"/>
              </a:rPr>
              <a:t>items</a:t>
            </a:r>
            <a:r>
              <a:rPr sz="2200" spc="-45" dirty="0">
                <a:latin typeface="Cambria"/>
                <a:cs typeface="Cambria"/>
              </a:rPr>
              <a:t> </a:t>
            </a:r>
            <a:r>
              <a:rPr sz="2200" dirty="0">
                <a:latin typeface="Cambria"/>
                <a:cs typeface="Cambria"/>
              </a:rPr>
              <a:t>along</a:t>
            </a:r>
            <a:r>
              <a:rPr sz="2200" spc="-45" dirty="0">
                <a:latin typeface="Cambria"/>
                <a:cs typeface="Cambria"/>
              </a:rPr>
              <a:t> </a:t>
            </a:r>
            <a:r>
              <a:rPr sz="2200" dirty="0">
                <a:latin typeface="Cambria"/>
                <a:cs typeface="Cambria"/>
              </a:rPr>
              <a:t>with</a:t>
            </a:r>
            <a:r>
              <a:rPr sz="2200" spc="-50" dirty="0">
                <a:latin typeface="Cambria"/>
                <a:cs typeface="Cambria"/>
              </a:rPr>
              <a:t> </a:t>
            </a:r>
            <a:r>
              <a:rPr sz="2200" dirty="0">
                <a:latin typeface="Cambria"/>
                <a:cs typeface="Cambria"/>
              </a:rPr>
              <a:t>look</a:t>
            </a:r>
            <a:r>
              <a:rPr sz="2200" spc="-65" dirty="0">
                <a:latin typeface="Cambria"/>
                <a:cs typeface="Cambria"/>
              </a:rPr>
              <a:t> </a:t>
            </a:r>
            <a:r>
              <a:rPr sz="2200" spc="-10" dirty="0">
                <a:latin typeface="Cambria"/>
                <a:cs typeface="Cambria"/>
              </a:rPr>
              <a:t>ahead.</a:t>
            </a:r>
            <a:endParaRPr sz="2200">
              <a:latin typeface="Cambria"/>
              <a:cs typeface="Cambria"/>
            </a:endParaRPr>
          </a:p>
          <a:p>
            <a:pPr marL="285115" indent="-272415">
              <a:lnSpc>
                <a:spcPct val="100000"/>
              </a:lnSpc>
              <a:spcBef>
                <a:spcPts val="600"/>
              </a:spcBef>
              <a:buAutoNum type="arabicPeriod"/>
              <a:tabLst>
                <a:tab pos="285115" algn="l"/>
              </a:tabLst>
            </a:pPr>
            <a:r>
              <a:rPr sz="2200" dirty="0">
                <a:latin typeface="Cambria"/>
                <a:cs typeface="Cambria"/>
              </a:rPr>
              <a:t>Building</a:t>
            </a:r>
            <a:r>
              <a:rPr sz="2200" spc="-50" dirty="0">
                <a:latin typeface="Cambria"/>
                <a:cs typeface="Cambria"/>
              </a:rPr>
              <a:t> </a:t>
            </a:r>
            <a:r>
              <a:rPr sz="2200" dirty="0">
                <a:latin typeface="Cambria"/>
                <a:cs typeface="Cambria"/>
              </a:rPr>
              <a:t>LALR</a:t>
            </a:r>
            <a:r>
              <a:rPr sz="2200" spc="-45" dirty="0">
                <a:latin typeface="Cambria"/>
                <a:cs typeface="Cambria"/>
              </a:rPr>
              <a:t> </a:t>
            </a:r>
            <a:r>
              <a:rPr sz="2200" dirty="0">
                <a:latin typeface="Cambria"/>
                <a:cs typeface="Cambria"/>
              </a:rPr>
              <a:t>parsing</a:t>
            </a:r>
            <a:r>
              <a:rPr sz="2200" spc="-50" dirty="0">
                <a:latin typeface="Cambria"/>
                <a:cs typeface="Cambria"/>
              </a:rPr>
              <a:t> </a:t>
            </a:r>
            <a:r>
              <a:rPr sz="2200" spc="-10" dirty="0">
                <a:latin typeface="Cambria"/>
                <a:cs typeface="Cambria"/>
              </a:rPr>
              <a:t>table.</a:t>
            </a:r>
            <a:endParaRPr sz="2200">
              <a:latin typeface="Cambria"/>
              <a:cs typeface="Cambria"/>
            </a:endParaRPr>
          </a:p>
          <a:p>
            <a:pPr marL="285115" indent="-272415">
              <a:lnSpc>
                <a:spcPct val="100000"/>
              </a:lnSpc>
              <a:spcBef>
                <a:spcPts val="600"/>
              </a:spcBef>
              <a:buAutoNum type="arabicPeriod"/>
              <a:tabLst>
                <a:tab pos="285115" algn="l"/>
              </a:tabLst>
            </a:pPr>
            <a:r>
              <a:rPr sz="2200" dirty="0">
                <a:latin typeface="Cambria"/>
                <a:cs typeface="Cambria"/>
              </a:rPr>
              <a:t>Parsing</a:t>
            </a:r>
            <a:r>
              <a:rPr sz="2200" spc="-50" dirty="0">
                <a:latin typeface="Cambria"/>
                <a:cs typeface="Cambria"/>
              </a:rPr>
              <a:t> </a:t>
            </a:r>
            <a:r>
              <a:rPr sz="2200" dirty="0">
                <a:latin typeface="Cambria"/>
                <a:cs typeface="Cambria"/>
              </a:rPr>
              <a:t>the</a:t>
            </a:r>
            <a:r>
              <a:rPr sz="2200" spc="-55" dirty="0">
                <a:latin typeface="Cambria"/>
                <a:cs typeface="Cambria"/>
              </a:rPr>
              <a:t> </a:t>
            </a:r>
            <a:r>
              <a:rPr sz="2200" dirty="0">
                <a:latin typeface="Cambria"/>
                <a:cs typeface="Cambria"/>
              </a:rPr>
              <a:t>input</a:t>
            </a:r>
            <a:r>
              <a:rPr sz="2200" spc="-65" dirty="0">
                <a:latin typeface="Cambria"/>
                <a:cs typeface="Cambria"/>
              </a:rPr>
              <a:t> </a:t>
            </a:r>
            <a:r>
              <a:rPr sz="2200" dirty="0">
                <a:latin typeface="Cambria"/>
                <a:cs typeface="Cambria"/>
              </a:rPr>
              <a:t>string</a:t>
            </a:r>
            <a:r>
              <a:rPr sz="2200" spc="-55" dirty="0">
                <a:latin typeface="Cambria"/>
                <a:cs typeface="Cambria"/>
              </a:rPr>
              <a:t> </a:t>
            </a:r>
            <a:r>
              <a:rPr sz="2200" dirty="0">
                <a:latin typeface="Cambria"/>
                <a:cs typeface="Cambria"/>
              </a:rPr>
              <a:t>using</a:t>
            </a:r>
            <a:r>
              <a:rPr sz="2200" spc="-60" dirty="0">
                <a:latin typeface="Cambria"/>
                <a:cs typeface="Cambria"/>
              </a:rPr>
              <a:t> </a:t>
            </a:r>
            <a:r>
              <a:rPr sz="2200" dirty="0">
                <a:latin typeface="Cambria"/>
                <a:cs typeface="Cambria"/>
              </a:rPr>
              <a:t>canonical</a:t>
            </a:r>
            <a:r>
              <a:rPr sz="2200" spc="-45" dirty="0">
                <a:latin typeface="Cambria"/>
                <a:cs typeface="Cambria"/>
              </a:rPr>
              <a:t> </a:t>
            </a:r>
            <a:r>
              <a:rPr sz="2200" dirty="0">
                <a:latin typeface="Cambria"/>
                <a:cs typeface="Cambria"/>
              </a:rPr>
              <a:t>LR</a:t>
            </a:r>
            <a:r>
              <a:rPr sz="2200" spc="-70" dirty="0">
                <a:latin typeface="Cambria"/>
                <a:cs typeface="Cambria"/>
              </a:rPr>
              <a:t> </a:t>
            </a:r>
            <a:r>
              <a:rPr sz="2200" dirty="0">
                <a:latin typeface="Cambria"/>
                <a:cs typeface="Cambria"/>
              </a:rPr>
              <a:t>parsing</a:t>
            </a:r>
            <a:r>
              <a:rPr sz="2200" spc="-60" dirty="0">
                <a:latin typeface="Cambria"/>
                <a:cs typeface="Cambria"/>
              </a:rPr>
              <a:t> </a:t>
            </a:r>
            <a:r>
              <a:rPr sz="2200" spc="-10" dirty="0">
                <a:latin typeface="Cambria"/>
                <a:cs typeface="Cambria"/>
              </a:rPr>
              <a:t>table.</a:t>
            </a:r>
            <a:endParaRPr sz="2200">
              <a:latin typeface="Cambria"/>
              <a:cs typeface="Cambria"/>
            </a:endParaRPr>
          </a:p>
        </p:txBody>
      </p:sp>
      <p:sp>
        <p:nvSpPr>
          <p:cNvPr id="4" name="object 4"/>
          <p:cNvSpPr txBox="1"/>
          <p:nvPr/>
        </p:nvSpPr>
        <p:spPr>
          <a:xfrm>
            <a:off x="3473958" y="4506185"/>
            <a:ext cx="8336280" cy="1681480"/>
          </a:xfrm>
          <a:prstGeom prst="rect">
            <a:avLst/>
          </a:prstGeom>
        </p:spPr>
        <p:txBody>
          <a:bodyPr vert="horz" wrap="square" lIns="0" tIns="82550" rIns="0" bIns="0" rtlCol="0">
            <a:spAutoFit/>
          </a:bodyPr>
          <a:lstStyle/>
          <a:p>
            <a:pPr marL="12700">
              <a:lnSpc>
                <a:spcPct val="100000"/>
              </a:lnSpc>
              <a:spcBef>
                <a:spcPts val="650"/>
              </a:spcBef>
            </a:pPr>
            <a:r>
              <a:rPr sz="2200" b="1" dirty="0">
                <a:latin typeface="Cambria"/>
                <a:cs typeface="Cambria"/>
              </a:rPr>
              <a:t>NOTE</a:t>
            </a:r>
            <a:r>
              <a:rPr sz="2200" b="1" spc="-110" dirty="0">
                <a:latin typeface="Cambria"/>
                <a:cs typeface="Cambria"/>
              </a:rPr>
              <a:t> </a:t>
            </a:r>
            <a:r>
              <a:rPr sz="2200" b="1" spc="-50" dirty="0">
                <a:latin typeface="Cambria"/>
                <a:cs typeface="Cambria"/>
              </a:rPr>
              <a:t>:</a:t>
            </a:r>
            <a:endParaRPr sz="2200">
              <a:latin typeface="Cambria"/>
              <a:cs typeface="Cambria"/>
            </a:endParaRPr>
          </a:p>
          <a:p>
            <a:pPr marL="194945" marR="5080" indent="-182880">
              <a:lnSpc>
                <a:spcPct val="100000"/>
              </a:lnSpc>
              <a:spcBef>
                <a:spcPts val="605"/>
              </a:spcBef>
              <a:tabLst>
                <a:tab pos="1132840" algn="l"/>
                <a:tab pos="4668520" algn="l"/>
                <a:tab pos="7302500" algn="l"/>
              </a:tabLst>
            </a:pPr>
            <a:r>
              <a:rPr sz="2050" spc="-1090" dirty="0">
                <a:solidFill>
                  <a:srgbClr val="003399"/>
                </a:solidFill>
                <a:latin typeface="Arial MT"/>
                <a:cs typeface="Arial MT"/>
              </a:rPr>
              <a:t>🞄</a:t>
            </a:r>
            <a:r>
              <a:rPr sz="2050" spc="130" dirty="0">
                <a:solidFill>
                  <a:srgbClr val="003399"/>
                </a:solidFill>
                <a:latin typeface="Arial MT"/>
                <a:cs typeface="Arial MT"/>
              </a:rPr>
              <a:t> </a:t>
            </a:r>
            <a:r>
              <a:rPr sz="2400" dirty="0">
                <a:latin typeface="Cambria"/>
                <a:cs typeface="Cambria"/>
              </a:rPr>
              <a:t>No.</a:t>
            </a:r>
            <a:r>
              <a:rPr sz="2400" spc="95" dirty="0">
                <a:latin typeface="Cambria"/>
                <a:cs typeface="Cambria"/>
              </a:rPr>
              <a:t> </a:t>
            </a:r>
            <a:r>
              <a:rPr sz="2400" spc="-25" dirty="0">
                <a:latin typeface="Cambria"/>
                <a:cs typeface="Cambria"/>
              </a:rPr>
              <a:t>of</a:t>
            </a:r>
            <a:r>
              <a:rPr sz="2400" dirty="0">
                <a:latin typeface="Cambria"/>
                <a:cs typeface="Cambria"/>
              </a:rPr>
              <a:t>	Item</a:t>
            </a:r>
            <a:r>
              <a:rPr sz="2400" spc="95" dirty="0">
                <a:latin typeface="Cambria"/>
                <a:cs typeface="Cambria"/>
              </a:rPr>
              <a:t> </a:t>
            </a:r>
            <a:r>
              <a:rPr sz="2400" dirty="0">
                <a:latin typeface="Cambria"/>
                <a:cs typeface="Cambria"/>
              </a:rPr>
              <a:t>State</a:t>
            </a:r>
            <a:r>
              <a:rPr sz="2400" spc="90" dirty="0">
                <a:latin typeface="Cambria"/>
                <a:cs typeface="Cambria"/>
              </a:rPr>
              <a:t> </a:t>
            </a:r>
            <a:r>
              <a:rPr sz="2400" dirty="0">
                <a:latin typeface="Cambria"/>
                <a:cs typeface="Cambria"/>
              </a:rPr>
              <a:t>in</a:t>
            </a:r>
            <a:r>
              <a:rPr sz="2400" spc="100" dirty="0">
                <a:latin typeface="Cambria"/>
                <a:cs typeface="Cambria"/>
              </a:rPr>
              <a:t> </a:t>
            </a:r>
            <a:r>
              <a:rPr sz="2400" dirty="0">
                <a:latin typeface="Cambria"/>
                <a:cs typeface="Cambria"/>
              </a:rPr>
              <a:t>SLR</a:t>
            </a:r>
            <a:r>
              <a:rPr sz="2400" spc="95" dirty="0">
                <a:latin typeface="Cambria"/>
                <a:cs typeface="Cambria"/>
              </a:rPr>
              <a:t> </a:t>
            </a:r>
            <a:r>
              <a:rPr sz="2400" dirty="0">
                <a:latin typeface="Cambria"/>
                <a:cs typeface="Cambria"/>
              </a:rPr>
              <a:t>=</a:t>
            </a:r>
            <a:r>
              <a:rPr sz="2400" spc="95" dirty="0">
                <a:latin typeface="Cambria"/>
                <a:cs typeface="Cambria"/>
              </a:rPr>
              <a:t> </a:t>
            </a:r>
            <a:r>
              <a:rPr sz="2400" dirty="0">
                <a:latin typeface="Cambria"/>
                <a:cs typeface="Cambria"/>
              </a:rPr>
              <a:t>No.</a:t>
            </a:r>
            <a:r>
              <a:rPr sz="2400" spc="95" dirty="0">
                <a:latin typeface="Cambria"/>
                <a:cs typeface="Cambria"/>
              </a:rPr>
              <a:t> </a:t>
            </a:r>
            <a:r>
              <a:rPr sz="2400" spc="-25" dirty="0">
                <a:latin typeface="Cambria"/>
                <a:cs typeface="Cambria"/>
              </a:rPr>
              <a:t>of</a:t>
            </a:r>
            <a:r>
              <a:rPr sz="2400" dirty="0">
                <a:latin typeface="Cambria"/>
                <a:cs typeface="Cambria"/>
              </a:rPr>
              <a:t>	Item</a:t>
            </a:r>
            <a:r>
              <a:rPr sz="2400" spc="70" dirty="0">
                <a:latin typeface="Cambria"/>
                <a:cs typeface="Cambria"/>
              </a:rPr>
              <a:t> </a:t>
            </a:r>
            <a:r>
              <a:rPr sz="2400" dirty="0">
                <a:latin typeface="Cambria"/>
                <a:cs typeface="Cambria"/>
              </a:rPr>
              <a:t>State</a:t>
            </a:r>
            <a:r>
              <a:rPr sz="2400" spc="75" dirty="0">
                <a:latin typeface="Cambria"/>
                <a:cs typeface="Cambria"/>
              </a:rPr>
              <a:t> </a:t>
            </a:r>
            <a:r>
              <a:rPr sz="2400" dirty="0">
                <a:latin typeface="Cambria"/>
                <a:cs typeface="Cambria"/>
              </a:rPr>
              <a:t>in</a:t>
            </a:r>
            <a:r>
              <a:rPr sz="2400" spc="75" dirty="0">
                <a:latin typeface="Cambria"/>
                <a:cs typeface="Cambria"/>
              </a:rPr>
              <a:t> </a:t>
            </a:r>
            <a:r>
              <a:rPr sz="2400" spc="-20" dirty="0">
                <a:latin typeface="Cambria"/>
                <a:cs typeface="Cambria"/>
              </a:rPr>
              <a:t>LALR</a:t>
            </a:r>
            <a:r>
              <a:rPr sz="2400" dirty="0">
                <a:latin typeface="Cambria"/>
                <a:cs typeface="Cambria"/>
              </a:rPr>
              <a:t>	&lt;</a:t>
            </a:r>
            <a:r>
              <a:rPr sz="2400" spc="100" dirty="0">
                <a:latin typeface="Cambria"/>
                <a:cs typeface="Cambria"/>
              </a:rPr>
              <a:t> </a:t>
            </a:r>
            <a:r>
              <a:rPr sz="2400" dirty="0">
                <a:latin typeface="Cambria"/>
                <a:cs typeface="Cambria"/>
              </a:rPr>
              <a:t>No.</a:t>
            </a:r>
            <a:r>
              <a:rPr sz="2400" spc="110" dirty="0">
                <a:latin typeface="Cambria"/>
                <a:cs typeface="Cambria"/>
              </a:rPr>
              <a:t> </a:t>
            </a:r>
            <a:r>
              <a:rPr sz="2400" spc="-25" dirty="0">
                <a:latin typeface="Cambria"/>
                <a:cs typeface="Cambria"/>
              </a:rPr>
              <a:t>of </a:t>
            </a:r>
            <a:r>
              <a:rPr sz="2400" dirty="0">
                <a:latin typeface="Cambria"/>
                <a:cs typeface="Cambria"/>
              </a:rPr>
              <a:t>state</a:t>
            </a:r>
            <a:r>
              <a:rPr sz="2400" spc="-40" dirty="0">
                <a:latin typeface="Cambria"/>
                <a:cs typeface="Cambria"/>
              </a:rPr>
              <a:t> </a:t>
            </a:r>
            <a:r>
              <a:rPr sz="2400" dirty="0">
                <a:latin typeface="Cambria"/>
                <a:cs typeface="Cambria"/>
              </a:rPr>
              <a:t>in</a:t>
            </a:r>
            <a:r>
              <a:rPr sz="2400" spc="-55" dirty="0">
                <a:latin typeface="Cambria"/>
                <a:cs typeface="Cambria"/>
              </a:rPr>
              <a:t> </a:t>
            </a:r>
            <a:r>
              <a:rPr sz="2400" spc="-25" dirty="0">
                <a:latin typeface="Cambria"/>
                <a:cs typeface="Cambria"/>
              </a:rPr>
              <a:t>CLR</a:t>
            </a:r>
            <a:endParaRPr sz="2400">
              <a:latin typeface="Cambria"/>
              <a:cs typeface="Cambria"/>
            </a:endParaRPr>
          </a:p>
          <a:p>
            <a:pPr marL="12700">
              <a:lnSpc>
                <a:spcPct val="100000"/>
              </a:lnSpc>
              <a:spcBef>
                <a:spcPts val="600"/>
              </a:spcBef>
            </a:pPr>
            <a:r>
              <a:rPr sz="2050" spc="-1090" dirty="0">
                <a:solidFill>
                  <a:srgbClr val="003399"/>
                </a:solidFill>
                <a:latin typeface="Arial MT"/>
                <a:cs typeface="Arial MT"/>
              </a:rPr>
              <a:t>🞄</a:t>
            </a:r>
            <a:r>
              <a:rPr sz="2050" spc="130" dirty="0">
                <a:solidFill>
                  <a:srgbClr val="003399"/>
                </a:solidFill>
                <a:latin typeface="Arial MT"/>
                <a:cs typeface="Arial MT"/>
              </a:rPr>
              <a:t> </a:t>
            </a:r>
            <a:r>
              <a:rPr sz="2400" dirty="0">
                <a:latin typeface="Cambria"/>
                <a:cs typeface="Cambria"/>
              </a:rPr>
              <a:t>CLR</a:t>
            </a:r>
            <a:r>
              <a:rPr sz="2400" spc="-100" dirty="0">
                <a:latin typeface="Cambria"/>
                <a:cs typeface="Cambria"/>
              </a:rPr>
              <a:t> </a:t>
            </a:r>
            <a:r>
              <a:rPr sz="2400" dirty="0">
                <a:latin typeface="Cambria"/>
                <a:cs typeface="Cambria"/>
              </a:rPr>
              <a:t>is</a:t>
            </a:r>
            <a:r>
              <a:rPr sz="2400" spc="-35" dirty="0">
                <a:latin typeface="Cambria"/>
                <a:cs typeface="Cambria"/>
              </a:rPr>
              <a:t> </a:t>
            </a:r>
            <a:r>
              <a:rPr sz="2400" dirty="0">
                <a:latin typeface="Cambria"/>
                <a:cs typeface="Cambria"/>
              </a:rPr>
              <a:t>most</a:t>
            </a:r>
            <a:r>
              <a:rPr sz="2400" spc="-20" dirty="0">
                <a:latin typeface="Cambria"/>
                <a:cs typeface="Cambria"/>
              </a:rPr>
              <a:t> </a:t>
            </a:r>
            <a:r>
              <a:rPr sz="2400" dirty="0">
                <a:latin typeface="Cambria"/>
                <a:cs typeface="Cambria"/>
              </a:rPr>
              <a:t>powerful</a:t>
            </a:r>
            <a:r>
              <a:rPr sz="2400" spc="-40" dirty="0">
                <a:latin typeface="Cambria"/>
                <a:cs typeface="Cambria"/>
              </a:rPr>
              <a:t> </a:t>
            </a:r>
            <a:r>
              <a:rPr sz="2400" dirty="0">
                <a:latin typeface="Cambria"/>
                <a:cs typeface="Cambria"/>
              </a:rPr>
              <a:t>among</a:t>
            </a:r>
            <a:r>
              <a:rPr sz="2400" spc="-30" dirty="0">
                <a:latin typeface="Cambria"/>
                <a:cs typeface="Cambria"/>
              </a:rPr>
              <a:t> </a:t>
            </a:r>
            <a:r>
              <a:rPr sz="2400" dirty="0">
                <a:latin typeface="Cambria"/>
                <a:cs typeface="Cambria"/>
              </a:rPr>
              <a:t>all</a:t>
            </a:r>
            <a:r>
              <a:rPr sz="2400" spc="-40" dirty="0">
                <a:latin typeface="Cambria"/>
                <a:cs typeface="Cambria"/>
              </a:rPr>
              <a:t> </a:t>
            </a:r>
            <a:r>
              <a:rPr sz="2400" dirty="0">
                <a:latin typeface="Cambria"/>
                <a:cs typeface="Cambria"/>
              </a:rPr>
              <a:t>LR</a:t>
            </a:r>
            <a:r>
              <a:rPr sz="2400" spc="-35" dirty="0">
                <a:latin typeface="Cambria"/>
                <a:cs typeface="Cambria"/>
              </a:rPr>
              <a:t> </a:t>
            </a:r>
            <a:r>
              <a:rPr sz="2400" spc="-10" dirty="0">
                <a:latin typeface="Cambria"/>
                <a:cs typeface="Cambria"/>
              </a:rPr>
              <a:t>Parsers.</a:t>
            </a:r>
            <a:endParaRPr sz="2400">
              <a:latin typeface="Cambria"/>
              <a:cs typeface="Cambria"/>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105"/>
              </a:lnSpc>
            </a:pPr>
            <a:r>
              <a:rPr sz="3600" b="1" spc="-10" dirty="0">
                <a:solidFill>
                  <a:srgbClr val="FFFFFF"/>
                </a:solidFill>
                <a:latin typeface="Cambria"/>
                <a:cs typeface="Cambria"/>
              </a:rPr>
              <a:t>LALR(1)</a:t>
            </a:r>
            <a:endParaRPr sz="3600">
              <a:latin typeface="Cambria"/>
              <a:cs typeface="Cambria"/>
            </a:endParaRPr>
          </a:p>
          <a:p>
            <a:pPr marL="344170">
              <a:lnSpc>
                <a:spcPts val="4105"/>
              </a:lnSpc>
            </a:pPr>
            <a:r>
              <a:rPr sz="3600" b="1" spc="-10" dirty="0">
                <a:solidFill>
                  <a:srgbClr val="FFFFFF"/>
                </a:solidFill>
                <a:latin typeface="Cambria"/>
                <a:cs typeface="Cambria"/>
              </a:rPr>
              <a:t>Parser</a:t>
            </a:r>
            <a:endParaRPr sz="3600">
              <a:latin typeface="Cambria"/>
              <a:cs typeface="Cambria"/>
            </a:endParaRPr>
          </a:p>
        </p:txBody>
      </p:sp>
      <p:sp>
        <p:nvSpPr>
          <p:cNvPr id="3" name="object 3"/>
          <p:cNvSpPr txBox="1"/>
          <p:nvPr/>
        </p:nvSpPr>
        <p:spPr>
          <a:xfrm>
            <a:off x="3470402" y="168718"/>
            <a:ext cx="2152015" cy="6289040"/>
          </a:xfrm>
          <a:prstGeom prst="rect">
            <a:avLst/>
          </a:prstGeom>
        </p:spPr>
        <p:txBody>
          <a:bodyPr vert="horz" wrap="square" lIns="0" tIns="87630" rIns="0" bIns="0" rtlCol="0">
            <a:spAutoFit/>
          </a:bodyPr>
          <a:lstStyle/>
          <a:p>
            <a:pPr marL="38100">
              <a:lnSpc>
                <a:spcPct val="100000"/>
              </a:lnSpc>
              <a:spcBef>
                <a:spcPts val="690"/>
              </a:spcBef>
            </a:pPr>
            <a:r>
              <a:rPr sz="2400" b="1" spc="-10" dirty="0">
                <a:solidFill>
                  <a:srgbClr val="FF0000"/>
                </a:solidFill>
                <a:latin typeface="Cambria"/>
                <a:cs typeface="Cambria"/>
              </a:rPr>
              <a:t>Example:-</a:t>
            </a:r>
            <a:endParaRPr sz="2400">
              <a:latin typeface="Cambria"/>
              <a:cs typeface="Cambria"/>
            </a:endParaRPr>
          </a:p>
          <a:p>
            <a:pPr marL="38100">
              <a:lnSpc>
                <a:spcPct val="100000"/>
              </a:lnSpc>
              <a:spcBef>
                <a:spcPts val="590"/>
              </a:spcBef>
            </a:pPr>
            <a:r>
              <a:rPr sz="2400" b="1" dirty="0">
                <a:solidFill>
                  <a:srgbClr val="FF0000"/>
                </a:solidFill>
                <a:latin typeface="Cambria"/>
                <a:cs typeface="Cambria"/>
              </a:rPr>
              <a:t>S</a:t>
            </a:r>
            <a:r>
              <a:rPr sz="2400" dirty="0">
                <a:solidFill>
                  <a:srgbClr val="FF0000"/>
                </a:solidFill>
                <a:latin typeface="Wingdings"/>
                <a:cs typeface="Wingdings"/>
              </a:rPr>
              <a:t></a:t>
            </a:r>
            <a:r>
              <a:rPr sz="2400" spc="-90" dirty="0">
                <a:solidFill>
                  <a:srgbClr val="FF0000"/>
                </a:solidFill>
                <a:latin typeface="Times New Roman"/>
                <a:cs typeface="Times New Roman"/>
              </a:rPr>
              <a:t> </a:t>
            </a:r>
            <a:r>
              <a:rPr sz="2400" b="1" spc="-25" dirty="0">
                <a:solidFill>
                  <a:srgbClr val="FF0000"/>
                </a:solidFill>
                <a:latin typeface="Cambria"/>
                <a:cs typeface="Cambria"/>
              </a:rPr>
              <a:t>CC</a:t>
            </a:r>
            <a:endParaRPr sz="2400">
              <a:latin typeface="Cambria"/>
              <a:cs typeface="Cambria"/>
            </a:endParaRPr>
          </a:p>
          <a:p>
            <a:pPr marL="38100">
              <a:lnSpc>
                <a:spcPct val="100000"/>
              </a:lnSpc>
              <a:spcBef>
                <a:spcPts val="600"/>
              </a:spcBef>
            </a:pPr>
            <a:r>
              <a:rPr sz="2400" b="1" dirty="0">
                <a:solidFill>
                  <a:srgbClr val="FF0000"/>
                </a:solidFill>
                <a:latin typeface="Cambria"/>
                <a:cs typeface="Cambria"/>
              </a:rPr>
              <a:t>C</a:t>
            </a:r>
            <a:r>
              <a:rPr sz="2400" dirty="0">
                <a:solidFill>
                  <a:srgbClr val="FF0000"/>
                </a:solidFill>
                <a:latin typeface="Wingdings"/>
                <a:cs typeface="Wingdings"/>
              </a:rPr>
              <a:t></a:t>
            </a:r>
            <a:r>
              <a:rPr sz="2400" spc="-100" dirty="0">
                <a:solidFill>
                  <a:srgbClr val="FF0000"/>
                </a:solidFill>
                <a:latin typeface="Times New Roman"/>
                <a:cs typeface="Times New Roman"/>
              </a:rPr>
              <a:t> </a:t>
            </a:r>
            <a:r>
              <a:rPr sz="2400" b="1" dirty="0">
                <a:solidFill>
                  <a:srgbClr val="FF0000"/>
                </a:solidFill>
                <a:latin typeface="Cambria"/>
                <a:cs typeface="Cambria"/>
              </a:rPr>
              <a:t>aC</a:t>
            </a:r>
            <a:r>
              <a:rPr sz="2400" b="1" spc="-15" dirty="0">
                <a:solidFill>
                  <a:srgbClr val="FF0000"/>
                </a:solidFill>
                <a:latin typeface="Cambria"/>
                <a:cs typeface="Cambria"/>
              </a:rPr>
              <a:t> </a:t>
            </a:r>
            <a:r>
              <a:rPr sz="2400" b="1" dirty="0">
                <a:solidFill>
                  <a:srgbClr val="FF0000"/>
                </a:solidFill>
                <a:latin typeface="Cambria"/>
                <a:cs typeface="Cambria"/>
              </a:rPr>
              <a:t>|</a:t>
            </a:r>
            <a:r>
              <a:rPr sz="2400" b="1" spc="-15" dirty="0">
                <a:solidFill>
                  <a:srgbClr val="FF0000"/>
                </a:solidFill>
                <a:latin typeface="Cambria"/>
                <a:cs typeface="Cambria"/>
              </a:rPr>
              <a:t> </a:t>
            </a:r>
            <a:r>
              <a:rPr sz="2400" b="1" spc="-50" dirty="0">
                <a:solidFill>
                  <a:srgbClr val="FF0000"/>
                </a:solidFill>
                <a:latin typeface="Cambria"/>
                <a:cs typeface="Cambria"/>
              </a:rPr>
              <a:t>d</a:t>
            </a:r>
            <a:endParaRPr sz="2400">
              <a:latin typeface="Cambria"/>
              <a:cs typeface="Cambria"/>
            </a:endParaRPr>
          </a:p>
          <a:p>
            <a:pPr marL="38100">
              <a:lnSpc>
                <a:spcPct val="100000"/>
              </a:lnSpc>
              <a:spcBef>
                <a:spcPts val="610"/>
              </a:spcBef>
            </a:pPr>
            <a:r>
              <a:rPr sz="2200" b="1" dirty="0">
                <a:latin typeface="Cambria"/>
                <a:cs typeface="Cambria"/>
              </a:rPr>
              <a:t>1</a:t>
            </a:r>
            <a:r>
              <a:rPr sz="2175" b="1" baseline="24904" dirty="0">
                <a:latin typeface="Cambria"/>
                <a:cs typeface="Cambria"/>
              </a:rPr>
              <a:t>st</a:t>
            </a:r>
            <a:r>
              <a:rPr sz="2175" b="1" spc="262" baseline="24904" dirty="0">
                <a:latin typeface="Cambria"/>
                <a:cs typeface="Cambria"/>
              </a:rPr>
              <a:t> </a:t>
            </a:r>
            <a:r>
              <a:rPr sz="2200" b="1" spc="-10" dirty="0">
                <a:latin typeface="Cambria"/>
                <a:cs typeface="Cambria"/>
              </a:rPr>
              <a:t>Step:-</a:t>
            </a:r>
            <a:endParaRPr sz="2200">
              <a:latin typeface="Cambria"/>
              <a:cs typeface="Cambria"/>
            </a:endParaRPr>
          </a:p>
          <a:p>
            <a:pPr marL="38100" marR="1259840">
              <a:lnSpc>
                <a:spcPct val="122700"/>
              </a:lnSpc>
              <a:spcBef>
                <a:spcPts val="5"/>
              </a:spcBef>
            </a:pPr>
            <a:r>
              <a:rPr sz="2200" dirty="0">
                <a:latin typeface="Cambria"/>
                <a:cs typeface="Cambria"/>
              </a:rPr>
              <a:t>S’ </a:t>
            </a:r>
            <a:r>
              <a:rPr sz="2200" dirty="0">
                <a:latin typeface="Wingdings"/>
                <a:cs typeface="Wingdings"/>
              </a:rPr>
              <a:t></a:t>
            </a:r>
            <a:r>
              <a:rPr sz="2200" spc="-65" dirty="0">
                <a:latin typeface="Times New Roman"/>
                <a:cs typeface="Times New Roman"/>
              </a:rPr>
              <a:t> </a:t>
            </a:r>
            <a:r>
              <a:rPr sz="2200" spc="-50" dirty="0">
                <a:latin typeface="Cambria"/>
                <a:cs typeface="Cambria"/>
              </a:rPr>
              <a:t>S </a:t>
            </a:r>
            <a:r>
              <a:rPr sz="2200" dirty="0">
                <a:latin typeface="Cambria"/>
                <a:cs typeface="Cambria"/>
              </a:rPr>
              <a:t>S</a:t>
            </a:r>
            <a:r>
              <a:rPr sz="2200" spc="-15" dirty="0">
                <a:latin typeface="Cambria"/>
                <a:cs typeface="Cambria"/>
              </a:rPr>
              <a:t> </a:t>
            </a:r>
            <a:r>
              <a:rPr sz="2200" dirty="0">
                <a:latin typeface="Wingdings"/>
                <a:cs typeface="Wingdings"/>
              </a:rPr>
              <a:t></a:t>
            </a:r>
            <a:r>
              <a:rPr sz="2200" spc="-65" dirty="0">
                <a:latin typeface="Times New Roman"/>
                <a:cs typeface="Times New Roman"/>
              </a:rPr>
              <a:t> </a:t>
            </a:r>
            <a:r>
              <a:rPr sz="2200" spc="-35" dirty="0">
                <a:latin typeface="Cambria"/>
                <a:cs typeface="Cambria"/>
              </a:rPr>
              <a:t>CC</a:t>
            </a:r>
            <a:endParaRPr sz="2200">
              <a:latin typeface="Cambria"/>
              <a:cs typeface="Cambria"/>
            </a:endParaRPr>
          </a:p>
          <a:p>
            <a:pPr marL="38100" marR="1320800">
              <a:lnSpc>
                <a:spcPts val="3240"/>
              </a:lnSpc>
              <a:spcBef>
                <a:spcPts val="204"/>
              </a:spcBef>
            </a:pPr>
            <a:r>
              <a:rPr sz="2200" dirty="0">
                <a:latin typeface="Cambria"/>
                <a:cs typeface="Cambria"/>
              </a:rPr>
              <a:t>C</a:t>
            </a:r>
            <a:r>
              <a:rPr sz="2200" dirty="0">
                <a:latin typeface="Wingdings"/>
                <a:cs typeface="Wingdings"/>
              </a:rPr>
              <a:t></a:t>
            </a:r>
            <a:r>
              <a:rPr sz="2200" spc="-80" dirty="0">
                <a:latin typeface="Times New Roman"/>
                <a:cs typeface="Times New Roman"/>
              </a:rPr>
              <a:t> </a:t>
            </a:r>
            <a:r>
              <a:rPr sz="2200" spc="-25" dirty="0">
                <a:latin typeface="Cambria"/>
                <a:cs typeface="Cambria"/>
              </a:rPr>
              <a:t>aC </a:t>
            </a:r>
            <a:r>
              <a:rPr sz="2200" dirty="0">
                <a:latin typeface="Cambria"/>
                <a:cs typeface="Cambria"/>
              </a:rPr>
              <a:t>C</a:t>
            </a:r>
            <a:r>
              <a:rPr sz="2200" dirty="0">
                <a:latin typeface="Wingdings"/>
                <a:cs typeface="Wingdings"/>
              </a:rPr>
              <a:t></a:t>
            </a:r>
            <a:r>
              <a:rPr sz="2200" spc="-80" dirty="0">
                <a:latin typeface="Times New Roman"/>
                <a:cs typeface="Times New Roman"/>
              </a:rPr>
              <a:t> </a:t>
            </a:r>
            <a:r>
              <a:rPr sz="2200" spc="-50" dirty="0">
                <a:latin typeface="Cambria"/>
                <a:cs typeface="Cambria"/>
              </a:rPr>
              <a:t>d</a:t>
            </a:r>
            <a:endParaRPr sz="2200">
              <a:latin typeface="Cambria"/>
              <a:cs typeface="Cambria"/>
            </a:endParaRPr>
          </a:p>
          <a:p>
            <a:pPr marL="38100">
              <a:lnSpc>
                <a:spcPct val="100000"/>
              </a:lnSpc>
              <a:spcBef>
                <a:spcPts val="395"/>
              </a:spcBef>
            </a:pPr>
            <a:r>
              <a:rPr sz="2200" b="1" dirty="0">
                <a:latin typeface="Cambria"/>
                <a:cs typeface="Cambria"/>
              </a:rPr>
              <a:t>2</a:t>
            </a:r>
            <a:r>
              <a:rPr sz="2175" b="1" baseline="24904" dirty="0">
                <a:latin typeface="Cambria"/>
                <a:cs typeface="Cambria"/>
              </a:rPr>
              <a:t>nd</a:t>
            </a:r>
            <a:r>
              <a:rPr sz="2175" b="1" spc="284" baseline="24904" dirty="0">
                <a:latin typeface="Cambria"/>
                <a:cs typeface="Cambria"/>
              </a:rPr>
              <a:t> </a:t>
            </a:r>
            <a:r>
              <a:rPr sz="2200" b="1" spc="-10" dirty="0">
                <a:latin typeface="Cambria"/>
                <a:cs typeface="Cambria"/>
              </a:rPr>
              <a:t>Step:-</a:t>
            </a:r>
            <a:endParaRPr sz="2200">
              <a:latin typeface="Cambria"/>
              <a:cs typeface="Cambria"/>
            </a:endParaRPr>
          </a:p>
          <a:p>
            <a:pPr marL="533400" marR="377825" indent="-495300">
              <a:lnSpc>
                <a:spcPts val="3240"/>
              </a:lnSpc>
              <a:spcBef>
                <a:spcPts val="209"/>
              </a:spcBef>
            </a:pPr>
            <a:r>
              <a:rPr sz="2200" dirty="0">
                <a:latin typeface="Cambria"/>
                <a:cs typeface="Cambria"/>
              </a:rPr>
              <a:t>I0</a:t>
            </a:r>
            <a:r>
              <a:rPr sz="2200" spc="-5"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S’</a:t>
            </a:r>
            <a:r>
              <a:rPr sz="2200" spc="-5"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 S,</a:t>
            </a:r>
            <a:r>
              <a:rPr sz="2200" spc="-5" dirty="0">
                <a:latin typeface="Cambria"/>
                <a:cs typeface="Cambria"/>
              </a:rPr>
              <a:t> </a:t>
            </a:r>
            <a:r>
              <a:rPr sz="2200" spc="-50" dirty="0">
                <a:latin typeface="Cambria"/>
                <a:cs typeface="Cambria"/>
              </a:rPr>
              <a:t>$ </a:t>
            </a:r>
            <a:r>
              <a:rPr sz="2200" dirty="0">
                <a:latin typeface="Cambria"/>
                <a:cs typeface="Cambria"/>
              </a:rPr>
              <a:t>S</a:t>
            </a:r>
            <a:r>
              <a:rPr sz="2200" spc="-30" dirty="0">
                <a:latin typeface="Cambria"/>
                <a:cs typeface="Cambria"/>
              </a:rPr>
              <a:t> </a:t>
            </a:r>
            <a:r>
              <a:rPr sz="2200" dirty="0">
                <a:latin typeface="Wingdings"/>
                <a:cs typeface="Wingdings"/>
              </a:rPr>
              <a:t></a:t>
            </a:r>
            <a:r>
              <a:rPr sz="2200" spc="-85" dirty="0">
                <a:latin typeface="Times New Roman"/>
                <a:cs typeface="Times New Roman"/>
              </a:rPr>
              <a:t> </a:t>
            </a:r>
            <a:r>
              <a:rPr sz="2200" dirty="0">
                <a:latin typeface="Cambria"/>
                <a:cs typeface="Cambria"/>
              </a:rPr>
              <a:t>•CC,</a:t>
            </a:r>
            <a:r>
              <a:rPr sz="2200" spc="-10" dirty="0">
                <a:latin typeface="Cambria"/>
                <a:cs typeface="Cambria"/>
              </a:rPr>
              <a:t> </a:t>
            </a:r>
            <a:r>
              <a:rPr sz="2200" spc="-50" dirty="0">
                <a:latin typeface="Cambria"/>
                <a:cs typeface="Cambria"/>
              </a:rPr>
              <a:t>$</a:t>
            </a:r>
            <a:endParaRPr sz="2200">
              <a:latin typeface="Cambria"/>
              <a:cs typeface="Cambria"/>
            </a:endParaRPr>
          </a:p>
          <a:p>
            <a:pPr marL="533400" marR="30480">
              <a:lnSpc>
                <a:spcPts val="3240"/>
              </a:lnSpc>
            </a:pPr>
            <a:r>
              <a:rPr sz="2200" dirty="0">
                <a:latin typeface="Cambria"/>
                <a:cs typeface="Cambria"/>
              </a:rPr>
              <a:t>C</a:t>
            </a:r>
            <a:r>
              <a:rPr sz="2200" spc="-1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•aC</a:t>
            </a:r>
            <a:r>
              <a:rPr sz="2200" spc="-10" dirty="0">
                <a:latin typeface="Cambria"/>
                <a:cs typeface="Cambria"/>
              </a:rPr>
              <a:t> </a:t>
            </a:r>
            <a:r>
              <a:rPr sz="2200" dirty="0">
                <a:latin typeface="Cambria"/>
                <a:cs typeface="Cambria"/>
              </a:rPr>
              <a:t>,</a:t>
            </a:r>
            <a:r>
              <a:rPr sz="2200" spc="-15" dirty="0">
                <a:latin typeface="Cambria"/>
                <a:cs typeface="Cambria"/>
              </a:rPr>
              <a:t> </a:t>
            </a:r>
            <a:r>
              <a:rPr sz="2200" spc="-25" dirty="0">
                <a:latin typeface="Cambria"/>
                <a:cs typeface="Cambria"/>
              </a:rPr>
              <a:t>a/d </a:t>
            </a:r>
            <a:r>
              <a:rPr sz="2200" dirty="0">
                <a:latin typeface="Cambria"/>
                <a:cs typeface="Cambria"/>
              </a:rPr>
              <a:t>C</a:t>
            </a:r>
            <a:r>
              <a:rPr sz="2200" spc="-20" dirty="0">
                <a:latin typeface="Cambria"/>
                <a:cs typeface="Cambria"/>
              </a:rPr>
              <a:t> </a:t>
            </a:r>
            <a:r>
              <a:rPr sz="2200" dirty="0">
                <a:latin typeface="Wingdings"/>
                <a:cs typeface="Wingdings"/>
              </a:rPr>
              <a:t></a:t>
            </a:r>
            <a:r>
              <a:rPr sz="2200" dirty="0">
                <a:latin typeface="Cambria"/>
                <a:cs typeface="Cambria"/>
              </a:rPr>
              <a:t>•d,</a:t>
            </a:r>
            <a:r>
              <a:rPr sz="2200" spc="-20" dirty="0">
                <a:latin typeface="Cambria"/>
                <a:cs typeface="Cambria"/>
              </a:rPr>
              <a:t> </a:t>
            </a:r>
            <a:r>
              <a:rPr sz="2200" spc="-25" dirty="0">
                <a:latin typeface="Cambria"/>
                <a:cs typeface="Cambria"/>
              </a:rPr>
              <a:t>a/d</a:t>
            </a:r>
            <a:endParaRPr sz="2200">
              <a:latin typeface="Cambria"/>
              <a:cs typeface="Cambria"/>
            </a:endParaRPr>
          </a:p>
          <a:p>
            <a:pPr marL="595630" marR="216535" indent="-558165">
              <a:lnSpc>
                <a:spcPts val="3240"/>
              </a:lnSpc>
            </a:pPr>
            <a:r>
              <a:rPr sz="2200" dirty="0">
                <a:latin typeface="Cambria"/>
                <a:cs typeface="Cambria"/>
              </a:rPr>
              <a:t>I1</a:t>
            </a:r>
            <a:r>
              <a:rPr sz="2200" spc="-15" dirty="0">
                <a:latin typeface="Cambria"/>
                <a:cs typeface="Cambria"/>
              </a:rPr>
              <a:t> </a:t>
            </a:r>
            <a:r>
              <a:rPr sz="2200" dirty="0">
                <a:latin typeface="Cambria"/>
                <a:cs typeface="Cambria"/>
              </a:rPr>
              <a:t>=</a:t>
            </a:r>
            <a:r>
              <a:rPr sz="2200" spc="-10" dirty="0">
                <a:latin typeface="Cambria"/>
                <a:cs typeface="Cambria"/>
              </a:rPr>
              <a:t> </a:t>
            </a:r>
            <a:r>
              <a:rPr sz="2200" dirty="0">
                <a:latin typeface="Cambria"/>
                <a:cs typeface="Cambria"/>
              </a:rPr>
              <a:t>goto (I0</a:t>
            </a:r>
            <a:r>
              <a:rPr sz="2200" spc="-20" dirty="0">
                <a:latin typeface="Cambria"/>
                <a:cs typeface="Cambria"/>
              </a:rPr>
              <a:t> </a:t>
            </a:r>
            <a:r>
              <a:rPr sz="2200" dirty="0">
                <a:latin typeface="Cambria"/>
                <a:cs typeface="Cambria"/>
              </a:rPr>
              <a:t>, </a:t>
            </a:r>
            <a:r>
              <a:rPr sz="2200" spc="-25" dirty="0">
                <a:latin typeface="Cambria"/>
                <a:cs typeface="Cambria"/>
              </a:rPr>
              <a:t>S) </a:t>
            </a:r>
            <a:r>
              <a:rPr sz="2200" dirty="0">
                <a:latin typeface="Cambria"/>
                <a:cs typeface="Cambria"/>
              </a:rPr>
              <a:t>S’</a:t>
            </a:r>
            <a:r>
              <a:rPr sz="2200" spc="-20" dirty="0">
                <a:latin typeface="Cambria"/>
                <a:cs typeface="Cambria"/>
              </a:rPr>
              <a:t> </a:t>
            </a:r>
            <a:r>
              <a:rPr sz="2200" dirty="0">
                <a:latin typeface="Wingdings"/>
                <a:cs typeface="Wingdings"/>
              </a:rPr>
              <a:t></a:t>
            </a:r>
            <a:r>
              <a:rPr sz="2200" spc="-65" dirty="0">
                <a:latin typeface="Times New Roman"/>
                <a:cs typeface="Times New Roman"/>
              </a:rPr>
              <a:t> </a:t>
            </a:r>
            <a:r>
              <a:rPr sz="2200" spc="-20" dirty="0">
                <a:latin typeface="Cambria"/>
                <a:cs typeface="Cambria"/>
              </a:rPr>
              <a:t>S•,$</a:t>
            </a:r>
            <a:endParaRPr sz="2200">
              <a:latin typeface="Cambria"/>
              <a:cs typeface="Cambria"/>
            </a:endParaRPr>
          </a:p>
        </p:txBody>
      </p:sp>
      <p:sp>
        <p:nvSpPr>
          <p:cNvPr id="4" name="object 4"/>
          <p:cNvSpPr txBox="1"/>
          <p:nvPr/>
        </p:nvSpPr>
        <p:spPr>
          <a:xfrm>
            <a:off x="5701665" y="1949475"/>
            <a:ext cx="2199005" cy="3011805"/>
          </a:xfrm>
          <a:prstGeom prst="rect">
            <a:avLst/>
          </a:prstGeom>
        </p:spPr>
        <p:txBody>
          <a:bodyPr vert="horz" wrap="square" lIns="0" tIns="12700" rIns="0" bIns="0" rtlCol="0">
            <a:spAutoFit/>
          </a:bodyPr>
          <a:lstStyle/>
          <a:p>
            <a:pPr marL="542925" marR="5080" algn="just">
              <a:lnSpc>
                <a:spcPct val="122800"/>
              </a:lnSpc>
              <a:spcBef>
                <a:spcPts val="100"/>
              </a:spcBef>
            </a:pPr>
            <a:r>
              <a:rPr sz="2200" dirty="0">
                <a:latin typeface="Cambria"/>
                <a:cs typeface="Cambria"/>
              </a:rPr>
              <a:t>C</a:t>
            </a:r>
            <a:r>
              <a:rPr sz="2200" spc="-15"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a</a:t>
            </a:r>
            <a:r>
              <a:rPr sz="2200" spc="-10" dirty="0">
                <a:latin typeface="Cambria"/>
                <a:cs typeface="Cambria"/>
              </a:rPr>
              <a:t> </a:t>
            </a:r>
            <a:r>
              <a:rPr sz="2200" dirty="0">
                <a:latin typeface="Cambria"/>
                <a:cs typeface="Cambria"/>
              </a:rPr>
              <a:t>•</a:t>
            </a:r>
            <a:r>
              <a:rPr sz="2200" spc="-5" dirty="0">
                <a:latin typeface="Cambria"/>
                <a:cs typeface="Cambria"/>
              </a:rPr>
              <a:t> </a:t>
            </a:r>
            <a:r>
              <a:rPr sz="2200" dirty="0">
                <a:latin typeface="Cambria"/>
                <a:cs typeface="Cambria"/>
              </a:rPr>
              <a:t>C, </a:t>
            </a:r>
            <a:r>
              <a:rPr sz="2200" spc="-25" dirty="0">
                <a:latin typeface="Cambria"/>
                <a:cs typeface="Cambria"/>
              </a:rPr>
              <a:t>a/d </a:t>
            </a:r>
            <a:r>
              <a:rPr sz="2200" dirty="0">
                <a:latin typeface="Cambria"/>
                <a:cs typeface="Cambria"/>
              </a:rPr>
              <a:t>C</a:t>
            </a:r>
            <a:r>
              <a:rPr sz="2200" spc="-2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•a C,</a:t>
            </a:r>
            <a:r>
              <a:rPr sz="2200" spc="-10" dirty="0">
                <a:latin typeface="Cambria"/>
                <a:cs typeface="Cambria"/>
              </a:rPr>
              <a:t> </a:t>
            </a:r>
            <a:r>
              <a:rPr sz="2200" spc="-25" dirty="0">
                <a:latin typeface="Cambria"/>
                <a:cs typeface="Cambria"/>
              </a:rPr>
              <a:t>a/d </a:t>
            </a:r>
            <a:r>
              <a:rPr sz="2200" dirty="0">
                <a:latin typeface="Cambria"/>
                <a:cs typeface="Cambria"/>
              </a:rPr>
              <a:t>C</a:t>
            </a:r>
            <a:r>
              <a:rPr sz="2200" spc="-2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•d, </a:t>
            </a:r>
            <a:r>
              <a:rPr sz="2200" spc="-25" dirty="0">
                <a:latin typeface="Cambria"/>
                <a:cs typeface="Cambria"/>
              </a:rPr>
              <a:t>a/d</a:t>
            </a:r>
            <a:endParaRPr sz="2200">
              <a:latin typeface="Cambria"/>
              <a:cs typeface="Cambria"/>
            </a:endParaRPr>
          </a:p>
          <a:p>
            <a:pPr marR="302260" algn="r">
              <a:lnSpc>
                <a:spcPct val="100000"/>
              </a:lnSpc>
              <a:spcBef>
                <a:spcPts val="760"/>
              </a:spcBef>
            </a:pPr>
            <a:r>
              <a:rPr sz="2200" dirty="0">
                <a:latin typeface="Cambria"/>
                <a:cs typeface="Cambria"/>
              </a:rPr>
              <a:t>I4</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d)</a:t>
            </a:r>
            <a:endParaRPr sz="2200">
              <a:latin typeface="Cambria"/>
              <a:cs typeface="Cambria"/>
            </a:endParaRPr>
          </a:p>
          <a:p>
            <a:pPr marR="269240" algn="r">
              <a:lnSpc>
                <a:spcPct val="100000"/>
              </a:lnSpc>
              <a:spcBef>
                <a:spcPts val="600"/>
              </a:spcBef>
            </a:pPr>
            <a:r>
              <a:rPr sz="2200" dirty="0">
                <a:latin typeface="Cambria"/>
                <a:cs typeface="Cambria"/>
              </a:rPr>
              <a:t>C</a:t>
            </a:r>
            <a:r>
              <a:rPr sz="2200" spc="-1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d•,</a:t>
            </a:r>
            <a:r>
              <a:rPr sz="2200" spc="-10" dirty="0">
                <a:latin typeface="Cambria"/>
                <a:cs typeface="Cambria"/>
              </a:rPr>
              <a:t> </a:t>
            </a:r>
            <a:r>
              <a:rPr sz="2200" spc="-25" dirty="0">
                <a:latin typeface="Cambria"/>
                <a:cs typeface="Cambria"/>
              </a:rPr>
              <a:t>a/d</a:t>
            </a:r>
            <a:endParaRPr sz="2200">
              <a:latin typeface="Cambria"/>
              <a:cs typeface="Cambria"/>
            </a:endParaRPr>
          </a:p>
          <a:p>
            <a:pPr marL="508000" marR="334010" indent="-495300" algn="r">
              <a:lnSpc>
                <a:spcPct val="122700"/>
              </a:lnSpc>
              <a:spcBef>
                <a:spcPts val="665"/>
              </a:spcBef>
            </a:pPr>
            <a:r>
              <a:rPr sz="2200" dirty="0">
                <a:latin typeface="Cambria"/>
                <a:cs typeface="Cambria"/>
              </a:rPr>
              <a:t>I5</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(I2,</a:t>
            </a:r>
            <a:r>
              <a:rPr sz="2200" spc="-15" dirty="0">
                <a:latin typeface="Cambria"/>
                <a:cs typeface="Cambria"/>
              </a:rPr>
              <a:t> </a:t>
            </a:r>
            <a:r>
              <a:rPr sz="2200" spc="-25" dirty="0">
                <a:latin typeface="Cambria"/>
                <a:cs typeface="Cambria"/>
              </a:rPr>
              <a:t>C) </a:t>
            </a:r>
            <a:r>
              <a:rPr sz="2200" dirty="0">
                <a:latin typeface="Cambria"/>
                <a:cs typeface="Cambria"/>
              </a:rPr>
              <a:t>S</a:t>
            </a:r>
            <a:r>
              <a:rPr sz="2200" spc="-2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CC</a:t>
            </a:r>
            <a:r>
              <a:rPr sz="2200" spc="-5" dirty="0">
                <a:latin typeface="Cambria"/>
                <a:cs typeface="Cambria"/>
              </a:rPr>
              <a:t> </a:t>
            </a:r>
            <a:r>
              <a:rPr sz="2200" dirty="0">
                <a:latin typeface="Cambria"/>
                <a:cs typeface="Cambria"/>
              </a:rPr>
              <a:t>•,</a:t>
            </a:r>
            <a:r>
              <a:rPr sz="2200" spc="-10" dirty="0">
                <a:latin typeface="Cambria"/>
                <a:cs typeface="Cambria"/>
              </a:rPr>
              <a:t> </a:t>
            </a:r>
            <a:r>
              <a:rPr sz="2200" spc="-50" dirty="0">
                <a:latin typeface="Cambria"/>
                <a:cs typeface="Cambria"/>
              </a:rPr>
              <a:t>$</a:t>
            </a:r>
            <a:endParaRPr sz="2200">
              <a:latin typeface="Cambria"/>
              <a:cs typeface="Cambria"/>
            </a:endParaRPr>
          </a:p>
        </p:txBody>
      </p:sp>
      <p:sp>
        <p:nvSpPr>
          <p:cNvPr id="5" name="object 5"/>
          <p:cNvSpPr txBox="1"/>
          <p:nvPr/>
        </p:nvSpPr>
        <p:spPr>
          <a:xfrm>
            <a:off x="8449818" y="-44044"/>
            <a:ext cx="2040255" cy="3478529"/>
          </a:xfrm>
          <a:prstGeom prst="rect">
            <a:avLst/>
          </a:prstGeom>
        </p:spPr>
        <p:txBody>
          <a:bodyPr vert="horz" wrap="square" lIns="0" tIns="12700" rIns="0" bIns="0" rtlCol="0">
            <a:spAutoFit/>
          </a:bodyPr>
          <a:lstStyle/>
          <a:p>
            <a:pPr marL="417195" marR="266700" indent="-309880">
              <a:lnSpc>
                <a:spcPct val="122700"/>
              </a:lnSpc>
              <a:spcBef>
                <a:spcPts val="100"/>
              </a:spcBef>
            </a:pPr>
            <a:r>
              <a:rPr sz="2200" dirty="0">
                <a:latin typeface="Cambria"/>
                <a:cs typeface="Cambria"/>
              </a:rPr>
              <a:t>I7=goto(I2,</a:t>
            </a:r>
            <a:r>
              <a:rPr sz="2200" spc="-55" dirty="0">
                <a:latin typeface="Cambria"/>
                <a:cs typeface="Cambria"/>
              </a:rPr>
              <a:t> </a:t>
            </a:r>
            <a:r>
              <a:rPr sz="2200" spc="-25" dirty="0">
                <a:latin typeface="Cambria"/>
                <a:cs typeface="Cambria"/>
              </a:rPr>
              <a:t>d) </a:t>
            </a:r>
            <a:r>
              <a:rPr sz="2200" dirty="0">
                <a:latin typeface="Cambria"/>
                <a:cs typeface="Cambria"/>
              </a:rPr>
              <a:t>C</a:t>
            </a:r>
            <a:r>
              <a:rPr sz="2200" spc="-15" dirty="0">
                <a:latin typeface="Cambria"/>
                <a:cs typeface="Cambria"/>
              </a:rPr>
              <a:t> </a:t>
            </a:r>
            <a:r>
              <a:rPr sz="2200" dirty="0">
                <a:latin typeface="Wingdings"/>
                <a:cs typeface="Wingdings"/>
              </a:rPr>
              <a:t></a:t>
            </a:r>
            <a:r>
              <a:rPr sz="2200" dirty="0">
                <a:latin typeface="Cambria"/>
                <a:cs typeface="Cambria"/>
              </a:rPr>
              <a:t>d•,</a:t>
            </a:r>
            <a:r>
              <a:rPr sz="2200" spc="-20" dirty="0">
                <a:latin typeface="Cambria"/>
                <a:cs typeface="Cambria"/>
              </a:rPr>
              <a:t> </a:t>
            </a:r>
            <a:r>
              <a:rPr sz="2200" spc="-50" dirty="0">
                <a:latin typeface="Cambria"/>
                <a:cs typeface="Cambria"/>
              </a:rPr>
              <a:t>$</a:t>
            </a:r>
            <a:endParaRPr sz="2200">
              <a:latin typeface="Cambria"/>
              <a:cs typeface="Cambria"/>
            </a:endParaRPr>
          </a:p>
          <a:p>
            <a:pPr marL="508000" marR="5080" indent="-495300">
              <a:lnSpc>
                <a:spcPct val="128600"/>
              </a:lnSpc>
              <a:spcBef>
                <a:spcPts val="710"/>
              </a:spcBef>
            </a:pPr>
            <a:r>
              <a:rPr sz="2200" dirty="0">
                <a:latin typeface="Cambria"/>
                <a:cs typeface="Cambria"/>
              </a:rPr>
              <a:t>I8</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(I3,</a:t>
            </a:r>
            <a:r>
              <a:rPr sz="2200" spc="-15" dirty="0">
                <a:latin typeface="Cambria"/>
                <a:cs typeface="Cambria"/>
              </a:rPr>
              <a:t> </a:t>
            </a:r>
            <a:r>
              <a:rPr sz="2200" spc="-25" dirty="0">
                <a:latin typeface="Cambria"/>
                <a:cs typeface="Cambria"/>
              </a:rPr>
              <a:t>C) </a:t>
            </a:r>
            <a:r>
              <a:rPr sz="2200" dirty="0">
                <a:latin typeface="Cambria"/>
                <a:cs typeface="Cambria"/>
              </a:rPr>
              <a:t>C</a:t>
            </a:r>
            <a:r>
              <a:rPr sz="2200" spc="-15" dirty="0">
                <a:latin typeface="Cambria"/>
                <a:cs typeface="Cambria"/>
              </a:rPr>
              <a:t> </a:t>
            </a:r>
            <a:r>
              <a:rPr sz="2200" dirty="0">
                <a:latin typeface="Wingdings"/>
                <a:cs typeface="Wingdings"/>
              </a:rPr>
              <a:t></a:t>
            </a:r>
            <a:r>
              <a:rPr sz="2200" spc="-85" dirty="0">
                <a:latin typeface="Times New Roman"/>
                <a:cs typeface="Times New Roman"/>
              </a:rPr>
              <a:t> </a:t>
            </a:r>
            <a:r>
              <a:rPr sz="2200" dirty="0">
                <a:latin typeface="Cambria"/>
                <a:cs typeface="Cambria"/>
              </a:rPr>
              <a:t>aC•,</a:t>
            </a:r>
            <a:r>
              <a:rPr sz="2200" spc="-10" dirty="0">
                <a:latin typeface="Cambria"/>
                <a:cs typeface="Cambria"/>
              </a:rPr>
              <a:t> </a:t>
            </a:r>
            <a:r>
              <a:rPr sz="2200" spc="-25" dirty="0">
                <a:latin typeface="Cambria"/>
                <a:cs typeface="Cambria"/>
              </a:rPr>
              <a:t>a/d </a:t>
            </a:r>
            <a:r>
              <a:rPr sz="2200" dirty="0">
                <a:latin typeface="Cambria"/>
                <a:cs typeface="Cambria"/>
              </a:rPr>
              <a:t>goto</a:t>
            </a:r>
            <a:r>
              <a:rPr sz="2200" spc="-15" dirty="0">
                <a:latin typeface="Cambria"/>
                <a:cs typeface="Cambria"/>
              </a:rPr>
              <a:t> </a:t>
            </a:r>
            <a:r>
              <a:rPr sz="2200" dirty="0">
                <a:latin typeface="Cambria"/>
                <a:cs typeface="Cambria"/>
              </a:rPr>
              <a:t>(I3,</a:t>
            </a:r>
            <a:r>
              <a:rPr sz="2200" spc="-25" dirty="0">
                <a:latin typeface="Cambria"/>
                <a:cs typeface="Cambria"/>
              </a:rPr>
              <a:t> a)</a:t>
            </a:r>
            <a:endParaRPr sz="2200">
              <a:latin typeface="Cambria"/>
              <a:cs typeface="Cambria"/>
            </a:endParaRPr>
          </a:p>
          <a:p>
            <a:pPr marL="509905">
              <a:lnSpc>
                <a:spcPct val="100000"/>
              </a:lnSpc>
              <a:spcBef>
                <a:spcPts val="600"/>
              </a:spcBef>
            </a:pPr>
            <a:r>
              <a:rPr sz="2200" dirty="0">
                <a:latin typeface="Cambria"/>
                <a:cs typeface="Cambria"/>
              </a:rPr>
              <a:t>=</a:t>
            </a:r>
            <a:r>
              <a:rPr sz="2200" spc="-45" dirty="0">
                <a:latin typeface="Cambria"/>
                <a:cs typeface="Cambria"/>
              </a:rPr>
              <a:t> </a:t>
            </a:r>
            <a:r>
              <a:rPr sz="2200" dirty="0">
                <a:latin typeface="Cambria"/>
                <a:cs typeface="Cambria"/>
              </a:rPr>
              <a:t>same</a:t>
            </a:r>
            <a:r>
              <a:rPr sz="2200" spc="-20" dirty="0">
                <a:latin typeface="Cambria"/>
                <a:cs typeface="Cambria"/>
              </a:rPr>
              <a:t> </a:t>
            </a:r>
            <a:r>
              <a:rPr sz="2200" dirty="0">
                <a:latin typeface="Cambria"/>
                <a:cs typeface="Cambria"/>
              </a:rPr>
              <a:t>as</a:t>
            </a:r>
            <a:r>
              <a:rPr sz="2200" spc="-10" dirty="0">
                <a:latin typeface="Cambria"/>
                <a:cs typeface="Cambria"/>
              </a:rPr>
              <a:t> </a:t>
            </a:r>
            <a:r>
              <a:rPr sz="2200" spc="-25" dirty="0">
                <a:latin typeface="Cambria"/>
                <a:cs typeface="Cambria"/>
              </a:rPr>
              <a:t>I3</a:t>
            </a:r>
            <a:endParaRPr sz="2200">
              <a:latin typeface="Cambria"/>
              <a:cs typeface="Cambria"/>
            </a:endParaRPr>
          </a:p>
          <a:p>
            <a:pPr marL="557530">
              <a:lnSpc>
                <a:spcPct val="100000"/>
              </a:lnSpc>
              <a:spcBef>
                <a:spcPts val="695"/>
              </a:spcBef>
            </a:pPr>
            <a:r>
              <a:rPr sz="2200" dirty="0">
                <a:latin typeface="Cambria"/>
                <a:cs typeface="Cambria"/>
              </a:rPr>
              <a:t>goto</a:t>
            </a:r>
            <a:r>
              <a:rPr sz="2200" spc="-15" dirty="0">
                <a:latin typeface="Cambria"/>
                <a:cs typeface="Cambria"/>
              </a:rPr>
              <a:t> </a:t>
            </a:r>
            <a:r>
              <a:rPr sz="2200" dirty="0">
                <a:latin typeface="Cambria"/>
                <a:cs typeface="Cambria"/>
              </a:rPr>
              <a:t>(I3,</a:t>
            </a:r>
            <a:r>
              <a:rPr sz="2200" spc="-25" dirty="0">
                <a:latin typeface="Cambria"/>
                <a:cs typeface="Cambria"/>
              </a:rPr>
              <a:t> d)</a:t>
            </a:r>
            <a:endParaRPr sz="2200">
              <a:latin typeface="Cambria"/>
              <a:cs typeface="Cambria"/>
            </a:endParaRPr>
          </a:p>
          <a:p>
            <a:pPr marL="557530">
              <a:lnSpc>
                <a:spcPct val="100000"/>
              </a:lnSpc>
              <a:spcBef>
                <a:spcPts val="600"/>
              </a:spcBef>
            </a:pPr>
            <a:r>
              <a:rPr sz="2200" dirty="0">
                <a:latin typeface="Cambria"/>
                <a:cs typeface="Cambria"/>
              </a:rPr>
              <a:t>=</a:t>
            </a:r>
            <a:r>
              <a:rPr sz="2200" spc="-35" dirty="0">
                <a:latin typeface="Cambria"/>
                <a:cs typeface="Cambria"/>
              </a:rPr>
              <a:t> </a:t>
            </a:r>
            <a:r>
              <a:rPr sz="2200" dirty="0">
                <a:latin typeface="Cambria"/>
                <a:cs typeface="Cambria"/>
              </a:rPr>
              <a:t>same</a:t>
            </a:r>
            <a:r>
              <a:rPr sz="2200" spc="-15" dirty="0">
                <a:latin typeface="Cambria"/>
                <a:cs typeface="Cambria"/>
              </a:rPr>
              <a:t> </a:t>
            </a:r>
            <a:r>
              <a:rPr sz="2200" dirty="0">
                <a:latin typeface="Cambria"/>
                <a:cs typeface="Cambria"/>
              </a:rPr>
              <a:t>as</a:t>
            </a:r>
            <a:r>
              <a:rPr sz="2200" spc="-5" dirty="0">
                <a:latin typeface="Cambria"/>
                <a:cs typeface="Cambria"/>
              </a:rPr>
              <a:t> </a:t>
            </a:r>
            <a:r>
              <a:rPr sz="2200" spc="-25" dirty="0">
                <a:latin typeface="Cambria"/>
                <a:cs typeface="Cambria"/>
              </a:rPr>
              <a:t>I4</a:t>
            </a:r>
            <a:endParaRPr sz="2200">
              <a:latin typeface="Cambria"/>
              <a:cs typeface="Cambria"/>
            </a:endParaRPr>
          </a:p>
        </p:txBody>
      </p:sp>
      <p:grpSp>
        <p:nvGrpSpPr>
          <p:cNvPr id="6" name="object 6"/>
          <p:cNvGrpSpPr/>
          <p:nvPr/>
        </p:nvGrpSpPr>
        <p:grpSpPr>
          <a:xfrm>
            <a:off x="5589841" y="296989"/>
            <a:ext cx="2694940" cy="6417310"/>
            <a:chOff x="5589841" y="296989"/>
            <a:chExt cx="2694940" cy="6417310"/>
          </a:xfrm>
        </p:grpSpPr>
        <p:sp>
          <p:nvSpPr>
            <p:cNvPr id="7" name="object 7"/>
            <p:cNvSpPr/>
            <p:nvPr/>
          </p:nvSpPr>
          <p:spPr>
            <a:xfrm>
              <a:off x="5594603" y="301752"/>
              <a:ext cx="2685415" cy="6407785"/>
            </a:xfrm>
            <a:custGeom>
              <a:avLst/>
              <a:gdLst/>
              <a:ahLst/>
              <a:cxnLst/>
              <a:rect l="l" t="t" r="r" b="b"/>
              <a:pathLst>
                <a:path w="2685415" h="6407784">
                  <a:moveTo>
                    <a:pt x="0" y="161544"/>
                  </a:moveTo>
                  <a:lnTo>
                    <a:pt x="27178" y="6407226"/>
                  </a:lnTo>
                </a:path>
                <a:path w="2685415" h="6407784">
                  <a:moveTo>
                    <a:pt x="2657855" y="0"/>
                  </a:moveTo>
                  <a:lnTo>
                    <a:pt x="2685034" y="6245682"/>
                  </a:lnTo>
                </a:path>
              </a:pathLst>
            </a:custGeom>
            <a:ln w="9144">
              <a:solidFill>
                <a:srgbClr val="40B9D2"/>
              </a:solidFill>
            </a:ln>
          </p:spPr>
          <p:txBody>
            <a:bodyPr wrap="square" lIns="0" tIns="0" rIns="0" bIns="0" rtlCol="0"/>
            <a:lstStyle/>
            <a:p>
              <a:endParaRPr/>
            </a:p>
          </p:txBody>
        </p:sp>
        <p:sp>
          <p:nvSpPr>
            <p:cNvPr id="8" name="object 8"/>
            <p:cNvSpPr/>
            <p:nvPr/>
          </p:nvSpPr>
          <p:spPr>
            <a:xfrm>
              <a:off x="5654293" y="1679193"/>
              <a:ext cx="2557145" cy="0"/>
            </a:xfrm>
            <a:custGeom>
              <a:avLst/>
              <a:gdLst/>
              <a:ahLst/>
              <a:cxnLst/>
              <a:rect l="l" t="t" r="r" b="b"/>
              <a:pathLst>
                <a:path w="2557145">
                  <a:moveTo>
                    <a:pt x="0" y="0"/>
                  </a:moveTo>
                  <a:lnTo>
                    <a:pt x="2556763" y="0"/>
                  </a:lnTo>
                </a:path>
              </a:pathLst>
            </a:custGeom>
            <a:ln w="38100">
              <a:solidFill>
                <a:srgbClr val="FFFFFF"/>
              </a:solidFill>
            </a:ln>
          </p:spPr>
          <p:txBody>
            <a:bodyPr wrap="square" lIns="0" tIns="0" rIns="0" bIns="0" rtlCol="0"/>
            <a:lstStyle/>
            <a:p>
              <a:endParaRPr/>
            </a:p>
          </p:txBody>
        </p:sp>
      </p:grpSp>
      <p:sp>
        <p:nvSpPr>
          <p:cNvPr id="9" name="object 9"/>
          <p:cNvSpPr txBox="1"/>
          <p:nvPr/>
        </p:nvSpPr>
        <p:spPr>
          <a:xfrm>
            <a:off x="5674614" y="-33120"/>
            <a:ext cx="1943735" cy="2008505"/>
          </a:xfrm>
          <a:prstGeom prst="rect">
            <a:avLst/>
          </a:prstGeom>
        </p:spPr>
        <p:txBody>
          <a:bodyPr vert="horz" wrap="square" lIns="0" tIns="88900" rIns="0" bIns="0" rtlCol="0">
            <a:spAutoFit/>
          </a:bodyPr>
          <a:lstStyle/>
          <a:p>
            <a:pPr marL="78105" algn="just">
              <a:lnSpc>
                <a:spcPct val="100000"/>
              </a:lnSpc>
              <a:spcBef>
                <a:spcPts val="700"/>
              </a:spcBef>
            </a:pPr>
            <a:r>
              <a:rPr sz="2200" dirty="0">
                <a:latin typeface="Cambria"/>
                <a:cs typeface="Cambria"/>
              </a:rPr>
              <a:t>I2</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C)</a:t>
            </a:r>
            <a:endParaRPr sz="2200">
              <a:latin typeface="Cambria"/>
              <a:cs typeface="Cambria"/>
            </a:endParaRPr>
          </a:p>
          <a:p>
            <a:pPr marL="635635" marR="5080" algn="just">
              <a:lnSpc>
                <a:spcPts val="3240"/>
              </a:lnSpc>
              <a:spcBef>
                <a:spcPts val="204"/>
              </a:spcBef>
            </a:pPr>
            <a:r>
              <a:rPr sz="2200" dirty="0">
                <a:latin typeface="Cambria"/>
                <a:cs typeface="Cambria"/>
              </a:rPr>
              <a:t>S</a:t>
            </a:r>
            <a:r>
              <a:rPr sz="2200" spc="-15" dirty="0">
                <a:latin typeface="Cambria"/>
                <a:cs typeface="Cambria"/>
              </a:rPr>
              <a:t> </a:t>
            </a:r>
            <a:r>
              <a:rPr sz="2200" dirty="0">
                <a:latin typeface="Wingdings"/>
                <a:cs typeface="Wingdings"/>
              </a:rPr>
              <a:t></a:t>
            </a:r>
            <a:r>
              <a:rPr sz="2200" spc="-75" dirty="0">
                <a:latin typeface="Times New Roman"/>
                <a:cs typeface="Times New Roman"/>
              </a:rPr>
              <a:t> </a:t>
            </a:r>
            <a:r>
              <a:rPr sz="2200" dirty="0">
                <a:latin typeface="Cambria"/>
                <a:cs typeface="Cambria"/>
              </a:rPr>
              <a:t>C</a:t>
            </a:r>
            <a:r>
              <a:rPr sz="2200" spc="-20" dirty="0">
                <a:latin typeface="Cambria"/>
                <a:cs typeface="Cambria"/>
              </a:rPr>
              <a:t> </a:t>
            </a:r>
            <a:r>
              <a:rPr sz="2200" dirty="0">
                <a:latin typeface="Cambria"/>
                <a:cs typeface="Cambria"/>
              </a:rPr>
              <a:t>•C, </a:t>
            </a:r>
            <a:r>
              <a:rPr sz="2200" spc="-50" dirty="0">
                <a:latin typeface="Cambria"/>
                <a:cs typeface="Cambria"/>
              </a:rPr>
              <a:t>$ </a:t>
            </a:r>
            <a:r>
              <a:rPr sz="2200" dirty="0">
                <a:latin typeface="Cambria"/>
                <a:cs typeface="Cambria"/>
              </a:rPr>
              <a:t>C</a:t>
            </a:r>
            <a:r>
              <a:rPr sz="2200" spc="-25" dirty="0">
                <a:latin typeface="Cambria"/>
                <a:cs typeface="Cambria"/>
              </a:rPr>
              <a:t> </a:t>
            </a:r>
            <a:r>
              <a:rPr sz="2200" dirty="0">
                <a:latin typeface="Wingdings"/>
                <a:cs typeface="Wingdings"/>
              </a:rPr>
              <a:t></a:t>
            </a:r>
            <a:r>
              <a:rPr sz="2200" spc="-85" dirty="0">
                <a:latin typeface="Times New Roman"/>
                <a:cs typeface="Times New Roman"/>
              </a:rPr>
              <a:t> </a:t>
            </a:r>
            <a:r>
              <a:rPr sz="2200" dirty="0">
                <a:latin typeface="Cambria"/>
                <a:cs typeface="Cambria"/>
              </a:rPr>
              <a:t>•aC,</a:t>
            </a:r>
            <a:r>
              <a:rPr sz="2200" spc="-15" dirty="0">
                <a:latin typeface="Cambria"/>
                <a:cs typeface="Cambria"/>
              </a:rPr>
              <a:t> </a:t>
            </a:r>
            <a:r>
              <a:rPr sz="2200" spc="-50" dirty="0">
                <a:latin typeface="Cambria"/>
                <a:cs typeface="Cambria"/>
              </a:rPr>
              <a:t>$ </a:t>
            </a:r>
            <a:r>
              <a:rPr sz="2200" dirty="0">
                <a:latin typeface="Cambria"/>
                <a:cs typeface="Cambria"/>
              </a:rPr>
              <a:t>C</a:t>
            </a:r>
            <a:r>
              <a:rPr sz="2200" spc="-2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•d, </a:t>
            </a:r>
            <a:r>
              <a:rPr sz="2200" spc="-50" dirty="0">
                <a:latin typeface="Cambria"/>
                <a:cs typeface="Cambria"/>
              </a:rPr>
              <a:t>$</a:t>
            </a:r>
            <a:endParaRPr sz="2200">
              <a:latin typeface="Cambria"/>
              <a:cs typeface="Cambria"/>
            </a:endParaRPr>
          </a:p>
          <a:p>
            <a:pPr marL="12700" algn="just">
              <a:lnSpc>
                <a:spcPts val="2445"/>
              </a:lnSpc>
            </a:pPr>
            <a:r>
              <a:rPr sz="2200" dirty="0">
                <a:latin typeface="Cambria"/>
                <a:cs typeface="Cambria"/>
              </a:rPr>
              <a:t>I3</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(I0,</a:t>
            </a:r>
            <a:r>
              <a:rPr sz="2200" spc="-15" dirty="0">
                <a:latin typeface="Cambria"/>
                <a:cs typeface="Cambria"/>
              </a:rPr>
              <a:t> </a:t>
            </a:r>
            <a:r>
              <a:rPr sz="2200" spc="-25" dirty="0">
                <a:latin typeface="Cambria"/>
                <a:cs typeface="Cambria"/>
              </a:rPr>
              <a:t>a)</a:t>
            </a:r>
            <a:endParaRPr sz="2200">
              <a:latin typeface="Cambria"/>
              <a:cs typeface="Cambria"/>
            </a:endParaRPr>
          </a:p>
        </p:txBody>
      </p:sp>
      <p:graphicFrame>
        <p:nvGraphicFramePr>
          <p:cNvPr id="10" name="object 10"/>
          <p:cNvGraphicFramePr>
            <a:graphicFrameLocks noGrp="1"/>
          </p:cNvGraphicFramePr>
          <p:nvPr/>
        </p:nvGraphicFramePr>
        <p:xfrm>
          <a:off x="8499729" y="3548126"/>
          <a:ext cx="2764155" cy="2360295"/>
        </p:xfrm>
        <a:graphic>
          <a:graphicData uri="http://schemas.openxmlformats.org/drawingml/2006/table">
            <a:tbl>
              <a:tblPr firstRow="1" bandRow="1">
                <a:tableStyleId>{2D5ABB26-0587-4C30-8999-92F81FD0307C}</a:tableStyleId>
              </a:tblPr>
              <a:tblGrid>
                <a:gridCol w="2687955">
                  <a:extLst>
                    <a:ext uri="{9D8B030D-6E8A-4147-A177-3AD203B41FA5}">
                      <a16:colId xmlns:a16="http://schemas.microsoft.com/office/drawing/2014/main" val="20000"/>
                    </a:ext>
                  </a:extLst>
                </a:gridCol>
              </a:tblGrid>
              <a:tr h="801370">
                <a:tc>
                  <a:txBody>
                    <a:bodyPr/>
                    <a:lstStyle/>
                    <a:p>
                      <a:pPr marL="98425">
                        <a:lnSpc>
                          <a:spcPts val="2275"/>
                        </a:lnSpc>
                      </a:pPr>
                      <a:r>
                        <a:rPr sz="2200" dirty="0">
                          <a:latin typeface="Cambria"/>
                          <a:cs typeface="Cambria"/>
                        </a:rPr>
                        <a:t>I9</a:t>
                      </a:r>
                      <a:r>
                        <a:rPr sz="2200" spc="-20" dirty="0">
                          <a:latin typeface="Cambria"/>
                          <a:cs typeface="Cambria"/>
                        </a:rPr>
                        <a:t> </a:t>
                      </a:r>
                      <a:r>
                        <a:rPr sz="2200" dirty="0">
                          <a:latin typeface="Cambria"/>
                          <a:cs typeface="Cambria"/>
                        </a:rPr>
                        <a:t>=</a:t>
                      </a:r>
                      <a:r>
                        <a:rPr sz="2200" spc="-15" dirty="0">
                          <a:latin typeface="Cambria"/>
                          <a:cs typeface="Cambria"/>
                        </a:rPr>
                        <a:t> </a:t>
                      </a:r>
                      <a:r>
                        <a:rPr sz="2200" dirty="0">
                          <a:latin typeface="Cambria"/>
                          <a:cs typeface="Cambria"/>
                        </a:rPr>
                        <a:t>goto (I6,</a:t>
                      </a:r>
                      <a:r>
                        <a:rPr sz="2200" spc="-15" dirty="0">
                          <a:latin typeface="Cambria"/>
                          <a:cs typeface="Cambria"/>
                        </a:rPr>
                        <a:t> </a:t>
                      </a:r>
                      <a:r>
                        <a:rPr sz="2200" spc="-25" dirty="0">
                          <a:latin typeface="Cambria"/>
                          <a:cs typeface="Cambria"/>
                        </a:rPr>
                        <a:t>C)</a:t>
                      </a:r>
                      <a:endParaRPr sz="2200">
                        <a:latin typeface="Cambria"/>
                        <a:cs typeface="Cambria"/>
                      </a:endParaRPr>
                    </a:p>
                    <a:p>
                      <a:pPr marL="593725">
                        <a:lnSpc>
                          <a:spcPct val="100000"/>
                        </a:lnSpc>
                        <a:spcBef>
                          <a:spcPts val="600"/>
                        </a:spcBef>
                      </a:pPr>
                      <a:r>
                        <a:rPr sz="2200" dirty="0">
                          <a:latin typeface="Cambria"/>
                          <a:cs typeface="Cambria"/>
                        </a:rPr>
                        <a:t>C</a:t>
                      </a:r>
                      <a:r>
                        <a:rPr sz="2200" spc="-20" dirty="0">
                          <a:latin typeface="Cambria"/>
                          <a:cs typeface="Cambria"/>
                        </a:rPr>
                        <a:t> </a:t>
                      </a:r>
                      <a:r>
                        <a:rPr sz="2200" dirty="0">
                          <a:latin typeface="Wingdings"/>
                          <a:cs typeface="Wingdings"/>
                        </a:rPr>
                        <a:t></a:t>
                      </a:r>
                      <a:r>
                        <a:rPr sz="2200" spc="-80" dirty="0">
                          <a:latin typeface="Times New Roman"/>
                          <a:cs typeface="Times New Roman"/>
                        </a:rPr>
                        <a:t> </a:t>
                      </a:r>
                      <a:r>
                        <a:rPr sz="2200" dirty="0">
                          <a:latin typeface="Cambria"/>
                          <a:cs typeface="Cambria"/>
                        </a:rPr>
                        <a:t>aC•,</a:t>
                      </a:r>
                      <a:r>
                        <a:rPr sz="2200" spc="-15" dirty="0">
                          <a:latin typeface="Cambria"/>
                          <a:cs typeface="Cambria"/>
                        </a:rPr>
                        <a:t> </a:t>
                      </a:r>
                      <a:r>
                        <a:rPr sz="2200" spc="-50" dirty="0">
                          <a:latin typeface="Cambria"/>
                          <a:cs typeface="Cambria"/>
                        </a:rPr>
                        <a:t>$</a:t>
                      </a:r>
                      <a:endParaRPr sz="2200">
                        <a:latin typeface="Cambria"/>
                        <a:cs typeface="Cambria"/>
                      </a:endParaRPr>
                    </a:p>
                  </a:txBody>
                  <a:tcPr marL="0" marR="0" marT="0" marB="0">
                    <a:lnB w="38100">
                      <a:solidFill>
                        <a:srgbClr val="FFFFFF"/>
                      </a:solidFill>
                      <a:prstDash val="solid"/>
                    </a:lnB>
                  </a:tcPr>
                </a:tc>
                <a:extLst>
                  <a:ext uri="{0D108BD9-81ED-4DB2-BD59-A6C34878D82A}">
                    <a16:rowId xmlns:a16="http://schemas.microsoft.com/office/drawing/2014/main" val="10000"/>
                  </a:ext>
                </a:extLst>
              </a:tr>
              <a:tr h="779145">
                <a:tc>
                  <a:txBody>
                    <a:bodyPr/>
                    <a:lstStyle/>
                    <a:p>
                      <a:pPr marL="423545">
                        <a:lnSpc>
                          <a:spcPts val="2330"/>
                        </a:lnSpc>
                      </a:pPr>
                      <a:r>
                        <a:rPr sz="2200" dirty="0">
                          <a:latin typeface="Cambria"/>
                          <a:cs typeface="Cambria"/>
                        </a:rPr>
                        <a:t>goto</a:t>
                      </a:r>
                      <a:r>
                        <a:rPr sz="2200" spc="-15" dirty="0">
                          <a:latin typeface="Cambria"/>
                          <a:cs typeface="Cambria"/>
                        </a:rPr>
                        <a:t> </a:t>
                      </a:r>
                      <a:r>
                        <a:rPr sz="2200" dirty="0">
                          <a:latin typeface="Cambria"/>
                          <a:cs typeface="Cambria"/>
                        </a:rPr>
                        <a:t>(I6,</a:t>
                      </a:r>
                      <a:r>
                        <a:rPr sz="2200" spc="-25" dirty="0">
                          <a:latin typeface="Cambria"/>
                          <a:cs typeface="Cambria"/>
                        </a:rPr>
                        <a:t> a)</a:t>
                      </a:r>
                      <a:endParaRPr sz="2200">
                        <a:latin typeface="Cambria"/>
                        <a:cs typeface="Cambria"/>
                      </a:endParaRPr>
                    </a:p>
                    <a:p>
                      <a:pPr marL="423545">
                        <a:lnSpc>
                          <a:spcPct val="100000"/>
                        </a:lnSpc>
                        <a:spcBef>
                          <a:spcPts val="600"/>
                        </a:spcBef>
                      </a:pPr>
                      <a:r>
                        <a:rPr sz="2200" dirty="0">
                          <a:latin typeface="Cambria"/>
                          <a:cs typeface="Cambria"/>
                        </a:rPr>
                        <a:t>=</a:t>
                      </a:r>
                      <a:r>
                        <a:rPr sz="2200" spc="440" dirty="0">
                          <a:latin typeface="Cambria"/>
                          <a:cs typeface="Cambria"/>
                        </a:rPr>
                        <a:t> </a:t>
                      </a:r>
                      <a:r>
                        <a:rPr sz="2200" dirty="0">
                          <a:latin typeface="Cambria"/>
                          <a:cs typeface="Cambria"/>
                        </a:rPr>
                        <a:t>Same</a:t>
                      </a:r>
                      <a:r>
                        <a:rPr sz="2200" spc="-10" dirty="0">
                          <a:latin typeface="Cambria"/>
                          <a:cs typeface="Cambria"/>
                        </a:rPr>
                        <a:t> </a:t>
                      </a:r>
                      <a:r>
                        <a:rPr sz="2200" dirty="0">
                          <a:latin typeface="Cambria"/>
                          <a:cs typeface="Cambria"/>
                        </a:rPr>
                        <a:t>as</a:t>
                      </a:r>
                      <a:r>
                        <a:rPr sz="2200" spc="-10" dirty="0">
                          <a:latin typeface="Cambria"/>
                          <a:cs typeface="Cambria"/>
                        </a:rPr>
                        <a:t> </a:t>
                      </a:r>
                      <a:r>
                        <a:rPr sz="2200" spc="-25" dirty="0">
                          <a:latin typeface="Cambria"/>
                          <a:cs typeface="Cambria"/>
                        </a:rPr>
                        <a:t>I6</a:t>
                      </a:r>
                      <a:endParaRPr sz="2200">
                        <a:latin typeface="Cambria"/>
                        <a:cs typeface="Cambria"/>
                      </a:endParaRPr>
                    </a:p>
                  </a:txBody>
                  <a:tcPr marL="0" marR="0" marT="0" marB="0">
                    <a:lnT w="38100">
                      <a:solidFill>
                        <a:srgbClr val="FFFFFF"/>
                      </a:solidFill>
                      <a:prstDash val="solid"/>
                    </a:lnT>
                  </a:tcPr>
                </a:tc>
                <a:extLst>
                  <a:ext uri="{0D108BD9-81ED-4DB2-BD59-A6C34878D82A}">
                    <a16:rowId xmlns:a16="http://schemas.microsoft.com/office/drawing/2014/main" val="10001"/>
                  </a:ext>
                </a:extLst>
              </a:tr>
              <a:tr h="779780">
                <a:tc>
                  <a:txBody>
                    <a:bodyPr/>
                    <a:lstStyle/>
                    <a:p>
                      <a:pPr marL="393700">
                        <a:lnSpc>
                          <a:spcPct val="100000"/>
                        </a:lnSpc>
                        <a:spcBef>
                          <a:spcPts val="210"/>
                        </a:spcBef>
                      </a:pPr>
                      <a:r>
                        <a:rPr sz="2200" dirty="0">
                          <a:latin typeface="Cambria"/>
                          <a:cs typeface="Cambria"/>
                        </a:rPr>
                        <a:t>goto</a:t>
                      </a:r>
                      <a:r>
                        <a:rPr sz="2200" spc="-15" dirty="0">
                          <a:latin typeface="Cambria"/>
                          <a:cs typeface="Cambria"/>
                        </a:rPr>
                        <a:t> </a:t>
                      </a:r>
                      <a:r>
                        <a:rPr sz="2200" dirty="0">
                          <a:latin typeface="Cambria"/>
                          <a:cs typeface="Cambria"/>
                        </a:rPr>
                        <a:t>(I6,</a:t>
                      </a:r>
                      <a:r>
                        <a:rPr sz="2200" spc="-25" dirty="0">
                          <a:latin typeface="Cambria"/>
                          <a:cs typeface="Cambria"/>
                        </a:rPr>
                        <a:t> d)</a:t>
                      </a:r>
                      <a:endParaRPr sz="2200">
                        <a:latin typeface="Cambria"/>
                        <a:cs typeface="Cambria"/>
                      </a:endParaRPr>
                    </a:p>
                    <a:p>
                      <a:pPr marL="516890">
                        <a:lnSpc>
                          <a:spcPts val="2590"/>
                        </a:lnSpc>
                        <a:spcBef>
                          <a:spcPts val="600"/>
                        </a:spcBef>
                      </a:pPr>
                      <a:r>
                        <a:rPr sz="2200" dirty="0">
                          <a:latin typeface="Cambria"/>
                          <a:cs typeface="Cambria"/>
                        </a:rPr>
                        <a:t>=</a:t>
                      </a:r>
                      <a:r>
                        <a:rPr sz="2200" spc="-25" dirty="0">
                          <a:latin typeface="Cambria"/>
                          <a:cs typeface="Cambria"/>
                        </a:rPr>
                        <a:t> </a:t>
                      </a:r>
                      <a:r>
                        <a:rPr sz="2200" dirty="0">
                          <a:latin typeface="Cambria"/>
                          <a:cs typeface="Cambria"/>
                        </a:rPr>
                        <a:t>Same</a:t>
                      </a:r>
                      <a:r>
                        <a:rPr sz="2200" spc="-20" dirty="0">
                          <a:latin typeface="Cambria"/>
                          <a:cs typeface="Cambria"/>
                        </a:rPr>
                        <a:t> </a:t>
                      </a:r>
                      <a:r>
                        <a:rPr sz="2200" dirty="0">
                          <a:latin typeface="Cambria"/>
                          <a:cs typeface="Cambria"/>
                        </a:rPr>
                        <a:t>as</a:t>
                      </a:r>
                      <a:r>
                        <a:rPr sz="2200" spc="-15" dirty="0">
                          <a:latin typeface="Cambria"/>
                          <a:cs typeface="Cambria"/>
                        </a:rPr>
                        <a:t> </a:t>
                      </a:r>
                      <a:r>
                        <a:rPr sz="2200" spc="-25" dirty="0">
                          <a:latin typeface="Cambria"/>
                          <a:cs typeface="Cambria"/>
                        </a:rPr>
                        <a:t>I7</a:t>
                      </a:r>
                      <a:endParaRPr sz="2200">
                        <a:latin typeface="Cambria"/>
                        <a:cs typeface="Cambria"/>
                      </a:endParaRPr>
                    </a:p>
                  </a:txBody>
                  <a:tcPr marL="0" marR="0" marT="26670" marB="0"/>
                </a:tc>
                <a:extLst>
                  <a:ext uri="{0D108BD9-81ED-4DB2-BD59-A6C34878D82A}">
                    <a16:rowId xmlns:a16="http://schemas.microsoft.com/office/drawing/2014/main" val="10002"/>
                  </a:ext>
                </a:extLst>
              </a:tr>
            </a:tbl>
          </a:graphicData>
        </a:graphic>
      </p:graphicFrame>
      <p:sp>
        <p:nvSpPr>
          <p:cNvPr id="11" name="object 11"/>
          <p:cNvSpPr/>
          <p:nvPr/>
        </p:nvSpPr>
        <p:spPr>
          <a:xfrm>
            <a:off x="5696839" y="4985130"/>
            <a:ext cx="2687955" cy="0"/>
          </a:xfrm>
          <a:custGeom>
            <a:avLst/>
            <a:gdLst/>
            <a:ahLst/>
            <a:cxnLst/>
            <a:rect l="l" t="t" r="r" b="b"/>
            <a:pathLst>
              <a:path w="2687954">
                <a:moveTo>
                  <a:pt x="0" y="0"/>
                </a:moveTo>
                <a:lnTo>
                  <a:pt x="2687955" y="0"/>
                </a:lnTo>
              </a:path>
            </a:pathLst>
          </a:custGeom>
          <a:ln w="12700">
            <a:solidFill>
              <a:srgbClr val="FFFFFF"/>
            </a:solidFill>
          </a:ln>
        </p:spPr>
        <p:txBody>
          <a:bodyPr wrap="square" lIns="0" tIns="0" rIns="0" bIns="0" rtlCol="0"/>
          <a:lstStyle/>
          <a:p>
            <a:endParaRPr/>
          </a:p>
        </p:txBody>
      </p:sp>
      <p:sp>
        <p:nvSpPr>
          <p:cNvPr id="12" name="object 12"/>
          <p:cNvSpPr txBox="1"/>
          <p:nvPr/>
        </p:nvSpPr>
        <p:spPr>
          <a:xfrm>
            <a:off x="5782817" y="4934282"/>
            <a:ext cx="1849755" cy="1672589"/>
          </a:xfrm>
          <a:prstGeom prst="rect">
            <a:avLst/>
          </a:prstGeom>
        </p:spPr>
        <p:txBody>
          <a:bodyPr vert="horz" wrap="square" lIns="0" tIns="12700" rIns="0" bIns="0" rtlCol="0">
            <a:spAutoFit/>
          </a:bodyPr>
          <a:lstStyle/>
          <a:p>
            <a:pPr marL="508000" marR="5080" indent="-495300">
              <a:lnSpc>
                <a:spcPct val="122800"/>
              </a:lnSpc>
              <a:spcBef>
                <a:spcPts val="100"/>
              </a:spcBef>
            </a:pPr>
            <a:r>
              <a:rPr sz="2200" dirty="0">
                <a:latin typeface="Cambria"/>
                <a:cs typeface="Cambria"/>
              </a:rPr>
              <a:t>I6</a:t>
            </a:r>
            <a:r>
              <a:rPr sz="2200" spc="-25" dirty="0">
                <a:latin typeface="Cambria"/>
                <a:cs typeface="Cambria"/>
              </a:rPr>
              <a:t> </a:t>
            </a:r>
            <a:r>
              <a:rPr sz="2200" dirty="0">
                <a:latin typeface="Cambria"/>
                <a:cs typeface="Cambria"/>
              </a:rPr>
              <a:t>=</a:t>
            </a:r>
            <a:r>
              <a:rPr sz="2200" spc="-20" dirty="0">
                <a:latin typeface="Cambria"/>
                <a:cs typeface="Cambria"/>
              </a:rPr>
              <a:t> </a:t>
            </a:r>
            <a:r>
              <a:rPr sz="2200" dirty="0">
                <a:latin typeface="Cambria"/>
                <a:cs typeface="Cambria"/>
              </a:rPr>
              <a:t>goto</a:t>
            </a:r>
            <a:r>
              <a:rPr sz="2200" spc="-10" dirty="0">
                <a:latin typeface="Cambria"/>
                <a:cs typeface="Cambria"/>
              </a:rPr>
              <a:t> </a:t>
            </a:r>
            <a:r>
              <a:rPr sz="2200" dirty="0">
                <a:latin typeface="Cambria"/>
                <a:cs typeface="Cambria"/>
              </a:rPr>
              <a:t>(I2,a</a:t>
            </a:r>
            <a:r>
              <a:rPr sz="2200" spc="-20" dirty="0">
                <a:latin typeface="Cambria"/>
                <a:cs typeface="Cambria"/>
              </a:rPr>
              <a:t> </a:t>
            </a:r>
            <a:r>
              <a:rPr sz="2200" spc="-50" dirty="0">
                <a:latin typeface="Cambria"/>
                <a:cs typeface="Cambria"/>
              </a:rPr>
              <a:t>) </a:t>
            </a:r>
            <a:r>
              <a:rPr sz="2200" dirty="0">
                <a:latin typeface="Cambria"/>
                <a:cs typeface="Cambria"/>
              </a:rPr>
              <a:t>C</a:t>
            </a:r>
            <a:r>
              <a:rPr sz="2200" spc="-15" dirty="0">
                <a:latin typeface="Cambria"/>
                <a:cs typeface="Cambria"/>
              </a:rPr>
              <a:t> </a:t>
            </a:r>
            <a:r>
              <a:rPr sz="2200" dirty="0">
                <a:latin typeface="Wingdings"/>
                <a:cs typeface="Wingdings"/>
              </a:rPr>
              <a:t></a:t>
            </a:r>
            <a:r>
              <a:rPr sz="2200" spc="-85" dirty="0">
                <a:latin typeface="Times New Roman"/>
                <a:cs typeface="Times New Roman"/>
              </a:rPr>
              <a:t> </a:t>
            </a:r>
            <a:r>
              <a:rPr sz="2200" dirty="0">
                <a:latin typeface="Cambria"/>
                <a:cs typeface="Cambria"/>
              </a:rPr>
              <a:t>a•C,</a:t>
            </a:r>
            <a:r>
              <a:rPr sz="2200" spc="-10" dirty="0">
                <a:latin typeface="Cambria"/>
                <a:cs typeface="Cambria"/>
              </a:rPr>
              <a:t> </a:t>
            </a:r>
            <a:r>
              <a:rPr sz="2200" spc="-50" dirty="0">
                <a:latin typeface="Cambria"/>
                <a:cs typeface="Cambria"/>
              </a:rPr>
              <a:t>$ </a:t>
            </a:r>
            <a:r>
              <a:rPr sz="2200" dirty="0">
                <a:latin typeface="Cambria"/>
                <a:cs typeface="Cambria"/>
              </a:rPr>
              <a:t>C</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20" dirty="0">
                <a:latin typeface="Cambria"/>
                <a:cs typeface="Cambria"/>
              </a:rPr>
              <a:t>•aC,$ </a:t>
            </a:r>
            <a:r>
              <a:rPr sz="2200" dirty="0">
                <a:latin typeface="Cambria"/>
                <a:cs typeface="Cambria"/>
              </a:rPr>
              <a:t>C</a:t>
            </a:r>
            <a:r>
              <a:rPr sz="2200" spc="-5" dirty="0">
                <a:latin typeface="Cambria"/>
                <a:cs typeface="Cambria"/>
              </a:rPr>
              <a:t> </a:t>
            </a:r>
            <a:r>
              <a:rPr sz="2200" dirty="0">
                <a:latin typeface="Wingdings"/>
                <a:cs typeface="Wingdings"/>
              </a:rPr>
              <a:t></a:t>
            </a:r>
            <a:r>
              <a:rPr sz="2200" spc="-70" dirty="0">
                <a:latin typeface="Times New Roman"/>
                <a:cs typeface="Times New Roman"/>
              </a:rPr>
              <a:t> </a:t>
            </a:r>
            <a:r>
              <a:rPr sz="2200" spc="-20" dirty="0">
                <a:latin typeface="Cambria"/>
                <a:cs typeface="Cambria"/>
              </a:rPr>
              <a:t>•d,$</a:t>
            </a:r>
            <a:endParaRPr sz="2200">
              <a:latin typeface="Cambria"/>
              <a:cs typeface="Cambria"/>
            </a:endParaRPr>
          </a:p>
        </p:txBody>
      </p:sp>
      <p:sp>
        <p:nvSpPr>
          <p:cNvPr id="13" name="object 13"/>
          <p:cNvSpPr/>
          <p:nvPr/>
        </p:nvSpPr>
        <p:spPr>
          <a:xfrm>
            <a:off x="8536813" y="3548126"/>
            <a:ext cx="2562860" cy="0"/>
          </a:xfrm>
          <a:custGeom>
            <a:avLst/>
            <a:gdLst/>
            <a:ahLst/>
            <a:cxnLst/>
            <a:rect l="l" t="t" r="r" b="b"/>
            <a:pathLst>
              <a:path w="2562859">
                <a:moveTo>
                  <a:pt x="0" y="0"/>
                </a:moveTo>
                <a:lnTo>
                  <a:pt x="2562352" y="0"/>
                </a:lnTo>
              </a:path>
            </a:pathLst>
          </a:custGeom>
          <a:ln w="38100">
            <a:solidFill>
              <a:srgbClr val="FFFFFF"/>
            </a:solidFill>
          </a:ln>
        </p:spPr>
        <p:txBody>
          <a:bodyPr wrap="square" lIns="0" tIns="0" rIns="0" bIns="0" rtlCol="0"/>
          <a:lstStyle/>
          <a:p>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105"/>
              </a:lnSpc>
            </a:pPr>
            <a:r>
              <a:rPr sz="3600" b="1" spc="-10" dirty="0">
                <a:solidFill>
                  <a:srgbClr val="FFFFFF"/>
                </a:solidFill>
                <a:latin typeface="Cambria"/>
                <a:cs typeface="Cambria"/>
              </a:rPr>
              <a:t>CLR(1)</a:t>
            </a:r>
            <a:endParaRPr sz="3600">
              <a:latin typeface="Cambria"/>
              <a:cs typeface="Cambria"/>
            </a:endParaRPr>
          </a:p>
          <a:p>
            <a:pPr marL="344170">
              <a:lnSpc>
                <a:spcPts val="4105"/>
              </a:lnSpc>
            </a:pPr>
            <a:r>
              <a:rPr sz="3600" b="1" spc="-10" dirty="0">
                <a:solidFill>
                  <a:srgbClr val="FFFFFF"/>
                </a:solidFill>
                <a:latin typeface="Cambria"/>
                <a:cs typeface="Cambria"/>
              </a:rPr>
              <a:t>Parser</a:t>
            </a:r>
            <a:endParaRPr sz="3600">
              <a:latin typeface="Cambria"/>
              <a:cs typeface="Cambria"/>
            </a:endParaRPr>
          </a:p>
        </p:txBody>
      </p:sp>
      <p:graphicFrame>
        <p:nvGraphicFramePr>
          <p:cNvPr id="3" name="object 3"/>
          <p:cNvGraphicFramePr>
            <a:graphicFrameLocks noGrp="1"/>
          </p:cNvGraphicFramePr>
          <p:nvPr/>
        </p:nvGraphicFramePr>
        <p:xfrm>
          <a:off x="3731259" y="1216660"/>
          <a:ext cx="6496050" cy="4174489"/>
        </p:xfrm>
        <a:graphic>
          <a:graphicData uri="http://schemas.openxmlformats.org/drawingml/2006/table">
            <a:tbl>
              <a:tblPr firstRow="1" bandRow="1">
                <a:tableStyleId>{2D5ABB26-0587-4C30-8999-92F81FD0307C}</a:tableStyleId>
              </a:tblPr>
              <a:tblGrid>
                <a:gridCol w="1078865">
                  <a:extLst>
                    <a:ext uri="{9D8B030D-6E8A-4147-A177-3AD203B41FA5}">
                      <a16:colId xmlns:a16="http://schemas.microsoft.com/office/drawing/2014/main" val="20000"/>
                    </a:ext>
                  </a:extLst>
                </a:gridCol>
                <a:gridCol w="1065530">
                  <a:extLst>
                    <a:ext uri="{9D8B030D-6E8A-4147-A177-3AD203B41FA5}">
                      <a16:colId xmlns:a16="http://schemas.microsoft.com/office/drawing/2014/main" val="20001"/>
                    </a:ext>
                  </a:extLst>
                </a:gridCol>
                <a:gridCol w="1065530">
                  <a:extLst>
                    <a:ext uri="{9D8B030D-6E8A-4147-A177-3AD203B41FA5}">
                      <a16:colId xmlns:a16="http://schemas.microsoft.com/office/drawing/2014/main" val="20002"/>
                    </a:ext>
                  </a:extLst>
                </a:gridCol>
                <a:gridCol w="1065530">
                  <a:extLst>
                    <a:ext uri="{9D8B030D-6E8A-4147-A177-3AD203B41FA5}">
                      <a16:colId xmlns:a16="http://schemas.microsoft.com/office/drawing/2014/main" val="20003"/>
                    </a:ext>
                  </a:extLst>
                </a:gridCol>
                <a:gridCol w="1065530">
                  <a:extLst>
                    <a:ext uri="{9D8B030D-6E8A-4147-A177-3AD203B41FA5}">
                      <a16:colId xmlns:a16="http://schemas.microsoft.com/office/drawing/2014/main" val="20004"/>
                    </a:ext>
                  </a:extLst>
                </a:gridCol>
                <a:gridCol w="1065529">
                  <a:extLst>
                    <a:ext uri="{9D8B030D-6E8A-4147-A177-3AD203B41FA5}">
                      <a16:colId xmlns:a16="http://schemas.microsoft.com/office/drawing/2014/main" val="20005"/>
                    </a:ext>
                  </a:extLst>
                </a:gridCol>
              </a:tblGrid>
              <a:tr h="377190">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78740">
                        <a:lnSpc>
                          <a:spcPct val="100000"/>
                        </a:lnSpc>
                        <a:spcBef>
                          <a:spcPts val="315"/>
                        </a:spcBef>
                      </a:pPr>
                      <a:r>
                        <a:rPr sz="1800" b="1" spc="-50" dirty="0">
                          <a:latin typeface="Cambria"/>
                          <a:cs typeface="Cambria"/>
                        </a:rPr>
                        <a:t>a</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79375">
                        <a:lnSpc>
                          <a:spcPct val="100000"/>
                        </a:lnSpc>
                        <a:spcBef>
                          <a:spcPts val="315"/>
                        </a:spcBef>
                      </a:pPr>
                      <a:r>
                        <a:rPr sz="1800" b="1" spc="-50" dirty="0">
                          <a:latin typeface="Cambria"/>
                          <a:cs typeface="Cambria"/>
                        </a:rPr>
                        <a:t>d</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79375">
                        <a:lnSpc>
                          <a:spcPct val="100000"/>
                        </a:lnSpc>
                        <a:spcBef>
                          <a:spcPts val="315"/>
                        </a:spcBef>
                      </a:pPr>
                      <a:r>
                        <a:rPr sz="1800" b="1" spc="-50" dirty="0">
                          <a:latin typeface="Cambria"/>
                          <a:cs typeface="Cambria"/>
                        </a:rPr>
                        <a:t>$</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79375">
                        <a:lnSpc>
                          <a:spcPct val="100000"/>
                        </a:lnSpc>
                        <a:spcBef>
                          <a:spcPts val="315"/>
                        </a:spcBef>
                      </a:pPr>
                      <a:r>
                        <a:rPr sz="1800" b="1" spc="-50" dirty="0">
                          <a:latin typeface="Cambria"/>
                          <a:cs typeface="Cambria"/>
                        </a:rPr>
                        <a:t>S</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79375">
                        <a:lnSpc>
                          <a:spcPct val="100000"/>
                        </a:lnSpc>
                        <a:spcBef>
                          <a:spcPts val="315"/>
                        </a:spcBef>
                      </a:pPr>
                      <a:r>
                        <a:rPr sz="1800" b="1" spc="-50" dirty="0">
                          <a:latin typeface="Cambria"/>
                          <a:cs typeface="Cambria"/>
                        </a:rPr>
                        <a:t>C</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0"/>
                  </a:ext>
                </a:extLst>
              </a:tr>
              <a:tr h="391795">
                <a:tc>
                  <a:txBody>
                    <a:bodyPr/>
                    <a:lstStyle/>
                    <a:p>
                      <a:pPr marL="90805">
                        <a:lnSpc>
                          <a:spcPct val="100000"/>
                        </a:lnSpc>
                        <a:spcBef>
                          <a:spcPts val="465"/>
                        </a:spcBef>
                      </a:pPr>
                      <a:r>
                        <a:rPr sz="1800" b="1" spc="-50" dirty="0">
                          <a:latin typeface="Cambria"/>
                          <a:cs typeface="Cambria"/>
                        </a:rPr>
                        <a:t>0</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77470">
                        <a:lnSpc>
                          <a:spcPct val="100000"/>
                        </a:lnSpc>
                        <a:spcBef>
                          <a:spcPts val="465"/>
                        </a:spcBef>
                      </a:pPr>
                      <a:r>
                        <a:rPr sz="1800" b="1" spc="-25" dirty="0">
                          <a:latin typeface="Cambria"/>
                          <a:cs typeface="Cambria"/>
                        </a:rPr>
                        <a:t>S3</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77470">
                        <a:lnSpc>
                          <a:spcPct val="100000"/>
                        </a:lnSpc>
                        <a:spcBef>
                          <a:spcPts val="465"/>
                        </a:spcBef>
                      </a:pPr>
                      <a:r>
                        <a:rPr sz="1800" b="1" spc="-25" dirty="0">
                          <a:latin typeface="Cambria"/>
                          <a:cs typeface="Cambria"/>
                        </a:rPr>
                        <a:t>S4</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77470">
                        <a:lnSpc>
                          <a:spcPct val="100000"/>
                        </a:lnSpc>
                        <a:spcBef>
                          <a:spcPts val="465"/>
                        </a:spcBef>
                      </a:pPr>
                      <a:r>
                        <a:rPr sz="1800" b="1" spc="-50" dirty="0">
                          <a:latin typeface="Cambria"/>
                          <a:cs typeface="Cambria"/>
                        </a:rPr>
                        <a:t>1</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77470">
                        <a:lnSpc>
                          <a:spcPct val="100000"/>
                        </a:lnSpc>
                        <a:spcBef>
                          <a:spcPts val="465"/>
                        </a:spcBef>
                      </a:pPr>
                      <a:r>
                        <a:rPr sz="1800" b="1" spc="-50" dirty="0">
                          <a:latin typeface="Cambria"/>
                          <a:cs typeface="Cambria"/>
                        </a:rPr>
                        <a:t>2</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1"/>
                  </a:ext>
                </a:extLst>
              </a:tr>
              <a:tr h="391795">
                <a:tc>
                  <a:txBody>
                    <a:bodyPr/>
                    <a:lstStyle/>
                    <a:p>
                      <a:pPr marL="89535">
                        <a:lnSpc>
                          <a:spcPct val="100000"/>
                        </a:lnSpc>
                        <a:spcBef>
                          <a:spcPts val="430"/>
                        </a:spcBef>
                      </a:pPr>
                      <a:r>
                        <a:rPr sz="1800" b="1" spc="-50" dirty="0">
                          <a:latin typeface="Cambria"/>
                          <a:cs typeface="Cambria"/>
                        </a:rPr>
                        <a:t>1</a:t>
                      </a:r>
                      <a:endParaRPr sz="1800">
                        <a:latin typeface="Cambria"/>
                        <a:cs typeface="Cambria"/>
                      </a:endParaRPr>
                    </a:p>
                  </a:txBody>
                  <a:tcPr marL="0" marR="0" marT="5461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76200">
                        <a:lnSpc>
                          <a:spcPct val="100000"/>
                        </a:lnSpc>
                        <a:spcBef>
                          <a:spcPts val="430"/>
                        </a:spcBef>
                      </a:pPr>
                      <a:r>
                        <a:rPr sz="1800" b="1" spc="-10" dirty="0">
                          <a:latin typeface="Cambria"/>
                          <a:cs typeface="Cambria"/>
                        </a:rPr>
                        <a:t>Accept</a:t>
                      </a:r>
                      <a:endParaRPr sz="1800">
                        <a:latin typeface="Cambria"/>
                        <a:cs typeface="Cambria"/>
                      </a:endParaRPr>
                    </a:p>
                  </a:txBody>
                  <a:tcPr marL="0" marR="0" marT="5461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2"/>
                  </a:ext>
                </a:extLst>
              </a:tr>
              <a:tr h="389890">
                <a:tc>
                  <a:txBody>
                    <a:bodyPr/>
                    <a:lstStyle/>
                    <a:p>
                      <a:pPr marL="87630">
                        <a:lnSpc>
                          <a:spcPct val="100000"/>
                        </a:lnSpc>
                        <a:spcBef>
                          <a:spcPts val="470"/>
                        </a:spcBef>
                      </a:pPr>
                      <a:r>
                        <a:rPr sz="1800" b="1" spc="-50" dirty="0">
                          <a:latin typeface="Cambria"/>
                          <a:cs typeface="Cambria"/>
                        </a:rPr>
                        <a:t>2</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74295">
                        <a:lnSpc>
                          <a:spcPct val="100000"/>
                        </a:lnSpc>
                        <a:spcBef>
                          <a:spcPts val="470"/>
                        </a:spcBef>
                      </a:pPr>
                      <a:r>
                        <a:rPr sz="1800" b="1" spc="-25" dirty="0">
                          <a:latin typeface="Cambria"/>
                          <a:cs typeface="Cambria"/>
                        </a:rPr>
                        <a:t>S6</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74295">
                        <a:lnSpc>
                          <a:spcPct val="100000"/>
                        </a:lnSpc>
                        <a:spcBef>
                          <a:spcPts val="470"/>
                        </a:spcBef>
                      </a:pPr>
                      <a:r>
                        <a:rPr sz="1800" b="1" spc="-25" dirty="0">
                          <a:latin typeface="Cambria"/>
                          <a:cs typeface="Cambria"/>
                        </a:rPr>
                        <a:t>S7</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74930">
                        <a:lnSpc>
                          <a:spcPct val="100000"/>
                        </a:lnSpc>
                        <a:spcBef>
                          <a:spcPts val="470"/>
                        </a:spcBef>
                      </a:pPr>
                      <a:r>
                        <a:rPr sz="1800" b="1" spc="-50" dirty="0">
                          <a:latin typeface="Cambria"/>
                          <a:cs typeface="Cambria"/>
                        </a:rPr>
                        <a:t>5</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3"/>
                  </a:ext>
                </a:extLst>
              </a:tr>
              <a:tr h="378460">
                <a:tc>
                  <a:txBody>
                    <a:bodyPr/>
                    <a:lstStyle/>
                    <a:p>
                      <a:pPr marL="95250">
                        <a:lnSpc>
                          <a:spcPct val="100000"/>
                        </a:lnSpc>
                        <a:spcBef>
                          <a:spcPts val="380"/>
                        </a:spcBef>
                      </a:pPr>
                      <a:r>
                        <a:rPr sz="1800" b="1" spc="-50" dirty="0">
                          <a:latin typeface="Cambria"/>
                          <a:cs typeface="Cambria"/>
                        </a:rPr>
                        <a:t>3</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81915">
                        <a:lnSpc>
                          <a:spcPct val="100000"/>
                        </a:lnSpc>
                        <a:spcBef>
                          <a:spcPts val="380"/>
                        </a:spcBef>
                      </a:pPr>
                      <a:r>
                        <a:rPr sz="1800" b="1" spc="-25" dirty="0">
                          <a:latin typeface="Cambria"/>
                          <a:cs typeface="Cambria"/>
                        </a:rPr>
                        <a:t>S3</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81915">
                        <a:lnSpc>
                          <a:spcPct val="100000"/>
                        </a:lnSpc>
                        <a:spcBef>
                          <a:spcPts val="380"/>
                        </a:spcBef>
                      </a:pPr>
                      <a:r>
                        <a:rPr sz="1800" b="1" spc="-25" dirty="0">
                          <a:latin typeface="Cambria"/>
                          <a:cs typeface="Cambria"/>
                        </a:rPr>
                        <a:t>S4</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82550">
                        <a:lnSpc>
                          <a:spcPct val="100000"/>
                        </a:lnSpc>
                        <a:spcBef>
                          <a:spcPts val="380"/>
                        </a:spcBef>
                      </a:pPr>
                      <a:r>
                        <a:rPr sz="1800" b="1" spc="-50" dirty="0">
                          <a:latin typeface="Cambria"/>
                          <a:cs typeface="Cambria"/>
                        </a:rPr>
                        <a:t>8</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4"/>
                  </a:ext>
                </a:extLst>
              </a:tr>
              <a:tr h="379095">
                <a:tc>
                  <a:txBody>
                    <a:bodyPr/>
                    <a:lstStyle/>
                    <a:p>
                      <a:pPr marL="102870">
                        <a:lnSpc>
                          <a:spcPct val="100000"/>
                        </a:lnSpc>
                        <a:spcBef>
                          <a:spcPts val="385"/>
                        </a:spcBef>
                      </a:pPr>
                      <a:r>
                        <a:rPr sz="1800" b="1" spc="-50" dirty="0">
                          <a:latin typeface="Cambria"/>
                          <a:cs typeface="Cambria"/>
                        </a:rPr>
                        <a:t>4</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89535">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89535">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5"/>
                  </a:ext>
                </a:extLst>
              </a:tr>
              <a:tr h="380365">
                <a:tc>
                  <a:txBody>
                    <a:bodyPr/>
                    <a:lstStyle/>
                    <a:p>
                      <a:pPr marL="119380">
                        <a:lnSpc>
                          <a:spcPct val="100000"/>
                        </a:lnSpc>
                        <a:spcBef>
                          <a:spcPts val="380"/>
                        </a:spcBef>
                      </a:pPr>
                      <a:r>
                        <a:rPr sz="1800" b="1" spc="-50" dirty="0">
                          <a:latin typeface="Cambria"/>
                          <a:cs typeface="Cambria"/>
                        </a:rPr>
                        <a:t>5</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marL="106680">
                        <a:lnSpc>
                          <a:spcPct val="100000"/>
                        </a:lnSpc>
                        <a:spcBef>
                          <a:spcPts val="380"/>
                        </a:spcBef>
                      </a:pPr>
                      <a:r>
                        <a:rPr sz="1800" b="1" spc="-25" dirty="0">
                          <a:latin typeface="Cambria"/>
                          <a:cs typeface="Cambria"/>
                        </a:rPr>
                        <a:t>r1</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6"/>
                  </a:ext>
                </a:extLst>
              </a:tr>
              <a:tr h="385445">
                <a:tc>
                  <a:txBody>
                    <a:bodyPr/>
                    <a:lstStyle/>
                    <a:p>
                      <a:pPr marL="118110">
                        <a:lnSpc>
                          <a:spcPct val="100000"/>
                        </a:lnSpc>
                        <a:spcBef>
                          <a:spcPts val="434"/>
                        </a:spcBef>
                      </a:pPr>
                      <a:r>
                        <a:rPr sz="1800" b="1" spc="-50" dirty="0">
                          <a:latin typeface="Cambria"/>
                          <a:cs typeface="Cambria"/>
                        </a:rPr>
                        <a:t>6</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104775">
                        <a:lnSpc>
                          <a:spcPct val="100000"/>
                        </a:lnSpc>
                        <a:spcBef>
                          <a:spcPts val="434"/>
                        </a:spcBef>
                      </a:pPr>
                      <a:r>
                        <a:rPr sz="1800" b="1" spc="-25" dirty="0">
                          <a:latin typeface="Cambria"/>
                          <a:cs typeface="Cambria"/>
                        </a:rPr>
                        <a:t>S6</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104775">
                        <a:lnSpc>
                          <a:spcPct val="100000"/>
                        </a:lnSpc>
                        <a:spcBef>
                          <a:spcPts val="434"/>
                        </a:spcBef>
                      </a:pPr>
                      <a:r>
                        <a:rPr sz="1800" b="1" spc="-25" dirty="0">
                          <a:latin typeface="Cambria"/>
                          <a:cs typeface="Cambria"/>
                        </a:rPr>
                        <a:t>S7</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105410">
                        <a:lnSpc>
                          <a:spcPct val="100000"/>
                        </a:lnSpc>
                        <a:spcBef>
                          <a:spcPts val="434"/>
                        </a:spcBef>
                      </a:pPr>
                      <a:r>
                        <a:rPr sz="1800" b="1" spc="-50" dirty="0">
                          <a:latin typeface="Cambria"/>
                          <a:cs typeface="Cambria"/>
                        </a:rPr>
                        <a:t>9</a:t>
                      </a:r>
                      <a:endParaRPr sz="1800">
                        <a:latin typeface="Cambria"/>
                        <a:cs typeface="Cambria"/>
                      </a:endParaRPr>
                    </a:p>
                  </a:txBody>
                  <a:tcPr marL="0" marR="0" marT="55244"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7"/>
                  </a:ext>
                </a:extLst>
              </a:tr>
              <a:tr h="349885">
                <a:tc>
                  <a:txBody>
                    <a:bodyPr/>
                    <a:lstStyle/>
                    <a:p>
                      <a:pPr marL="116205">
                        <a:lnSpc>
                          <a:spcPct val="100000"/>
                        </a:lnSpc>
                        <a:spcBef>
                          <a:spcPts val="310"/>
                        </a:spcBef>
                      </a:pPr>
                      <a:r>
                        <a:rPr sz="1800" b="1" spc="-50" dirty="0">
                          <a:latin typeface="Cambria"/>
                          <a:cs typeface="Cambria"/>
                        </a:rPr>
                        <a:t>7</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marL="103505">
                        <a:lnSpc>
                          <a:spcPct val="100000"/>
                        </a:lnSpc>
                        <a:spcBef>
                          <a:spcPts val="310"/>
                        </a:spcBef>
                      </a:pPr>
                      <a:r>
                        <a:rPr sz="1800" b="1" spc="-25" dirty="0">
                          <a:latin typeface="Cambria"/>
                          <a:cs typeface="Cambria"/>
                        </a:rPr>
                        <a:t>r3</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extLst>
                  <a:ext uri="{0D108BD9-81ED-4DB2-BD59-A6C34878D82A}">
                    <a16:rowId xmlns:a16="http://schemas.microsoft.com/office/drawing/2014/main" val="10008"/>
                  </a:ext>
                </a:extLst>
              </a:tr>
              <a:tr h="370840">
                <a:tc>
                  <a:txBody>
                    <a:bodyPr/>
                    <a:lstStyle/>
                    <a:p>
                      <a:pPr marL="114935">
                        <a:lnSpc>
                          <a:spcPct val="100000"/>
                        </a:lnSpc>
                        <a:spcBef>
                          <a:spcPts val="320"/>
                        </a:spcBef>
                      </a:pPr>
                      <a:r>
                        <a:rPr sz="1800" b="1" spc="-50" dirty="0">
                          <a:latin typeface="Cambria"/>
                          <a:cs typeface="Cambria"/>
                        </a:rPr>
                        <a:t>8</a:t>
                      </a:r>
                      <a:endParaRPr sz="1800">
                        <a:latin typeface="Cambria"/>
                        <a:cs typeface="Cambria"/>
                      </a:endParaRPr>
                    </a:p>
                  </a:txBody>
                  <a:tcPr marL="0" marR="0" marT="40640" marB="0">
                    <a:lnL w="19050">
                      <a:solidFill>
                        <a:srgbClr val="FFFFFF"/>
                      </a:solidFill>
                      <a:prstDash val="solid"/>
                    </a:lnL>
                    <a:lnR w="1905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101600">
                        <a:lnSpc>
                          <a:spcPct val="100000"/>
                        </a:lnSpc>
                        <a:spcBef>
                          <a:spcPts val="320"/>
                        </a:spcBef>
                      </a:pPr>
                      <a:r>
                        <a:rPr sz="1800" b="1" spc="-25" dirty="0">
                          <a:latin typeface="Cambria"/>
                          <a:cs typeface="Cambria"/>
                        </a:rPr>
                        <a:t>r2</a:t>
                      </a:r>
                      <a:endParaRPr sz="1800">
                        <a:latin typeface="Cambria"/>
                        <a:cs typeface="Cambria"/>
                      </a:endParaRPr>
                    </a:p>
                  </a:txBody>
                  <a:tcPr marL="0" marR="0" marT="40640" marB="0">
                    <a:lnL w="19050">
                      <a:solidFill>
                        <a:srgbClr val="FFFFFF"/>
                      </a:solidFill>
                      <a:prstDash val="solid"/>
                    </a:lnL>
                    <a:lnR w="1905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101600">
                        <a:lnSpc>
                          <a:spcPct val="100000"/>
                        </a:lnSpc>
                        <a:spcBef>
                          <a:spcPts val="320"/>
                        </a:spcBef>
                      </a:pPr>
                      <a:r>
                        <a:rPr sz="1800" b="1" spc="-25" dirty="0">
                          <a:latin typeface="Cambria"/>
                          <a:cs typeface="Cambria"/>
                        </a:rPr>
                        <a:t>r2</a:t>
                      </a:r>
                      <a:endParaRPr sz="1800">
                        <a:latin typeface="Cambria"/>
                        <a:cs typeface="Cambria"/>
                      </a:endParaRPr>
                    </a:p>
                  </a:txBody>
                  <a:tcPr marL="0" marR="0" marT="40640" marB="0">
                    <a:lnL w="19050">
                      <a:solidFill>
                        <a:srgbClr val="FFFFFF"/>
                      </a:solidFill>
                      <a:prstDash val="solid"/>
                    </a:lnL>
                    <a:lnR w="1905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9050">
                      <a:solidFill>
                        <a:srgbClr val="FFFFFF"/>
                      </a:solidFill>
                      <a:prstDash val="solid"/>
                    </a:lnL>
                    <a:lnR w="1905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9050">
                      <a:solidFill>
                        <a:srgbClr val="FFFFFF"/>
                      </a:solidFill>
                      <a:prstDash val="solid"/>
                    </a:lnL>
                    <a:lnR w="1905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9050">
                      <a:solidFill>
                        <a:srgbClr val="FFFFFF"/>
                      </a:solidFill>
                      <a:prstDash val="solid"/>
                    </a:lnL>
                    <a:lnR w="1905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9"/>
                  </a:ext>
                </a:extLst>
              </a:tr>
              <a:tr h="379730">
                <a:tc>
                  <a:txBody>
                    <a:bodyPr/>
                    <a:lstStyle/>
                    <a:p>
                      <a:pPr marL="114935">
                        <a:lnSpc>
                          <a:spcPct val="100000"/>
                        </a:lnSpc>
                        <a:spcBef>
                          <a:spcPts val="395"/>
                        </a:spcBef>
                      </a:pPr>
                      <a:r>
                        <a:rPr sz="1800" b="1" spc="-50" dirty="0">
                          <a:latin typeface="Cambria"/>
                          <a:cs typeface="Cambria"/>
                        </a:rPr>
                        <a:t>9</a:t>
                      </a:r>
                      <a:endParaRPr sz="1800">
                        <a:latin typeface="Cambria"/>
                        <a:cs typeface="Cambria"/>
                      </a:endParaRPr>
                    </a:p>
                  </a:txBody>
                  <a:tcPr marL="0" marR="0" marT="5016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1600">
                        <a:lnSpc>
                          <a:spcPct val="100000"/>
                        </a:lnSpc>
                        <a:spcBef>
                          <a:spcPts val="395"/>
                        </a:spcBef>
                      </a:pPr>
                      <a:r>
                        <a:rPr sz="1800" b="1" spc="-25" dirty="0">
                          <a:latin typeface="Cambria"/>
                          <a:cs typeface="Cambria"/>
                        </a:rPr>
                        <a:t>r2</a:t>
                      </a:r>
                      <a:endParaRPr sz="1800">
                        <a:latin typeface="Cambria"/>
                        <a:cs typeface="Cambria"/>
                      </a:endParaRPr>
                    </a:p>
                  </a:txBody>
                  <a:tcPr marL="0" marR="0" marT="5016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10"/>
                  </a:ext>
                </a:extLst>
              </a:tr>
            </a:tbl>
          </a:graphicData>
        </a:graphic>
      </p:graphicFrame>
      <p:graphicFrame>
        <p:nvGraphicFramePr>
          <p:cNvPr id="4" name="object 4"/>
          <p:cNvGraphicFramePr>
            <a:graphicFrameLocks noGrp="1"/>
          </p:cNvGraphicFramePr>
          <p:nvPr/>
        </p:nvGraphicFramePr>
        <p:xfrm>
          <a:off x="3723640" y="700658"/>
          <a:ext cx="6463030" cy="370205"/>
        </p:xfrm>
        <a:graphic>
          <a:graphicData uri="http://schemas.openxmlformats.org/drawingml/2006/table">
            <a:tbl>
              <a:tblPr firstRow="1" bandRow="1">
                <a:tableStyleId>{2D5ABB26-0587-4C30-8999-92F81FD0307C}</a:tableStyleId>
              </a:tblPr>
              <a:tblGrid>
                <a:gridCol w="4273550">
                  <a:extLst>
                    <a:ext uri="{9D8B030D-6E8A-4147-A177-3AD203B41FA5}">
                      <a16:colId xmlns:a16="http://schemas.microsoft.com/office/drawing/2014/main" val="20000"/>
                    </a:ext>
                  </a:extLst>
                </a:gridCol>
                <a:gridCol w="2100579">
                  <a:extLst>
                    <a:ext uri="{9D8B030D-6E8A-4147-A177-3AD203B41FA5}">
                      <a16:colId xmlns:a16="http://schemas.microsoft.com/office/drawing/2014/main" val="20001"/>
                    </a:ext>
                  </a:extLst>
                </a:gridCol>
              </a:tblGrid>
              <a:tr h="370205">
                <a:tc>
                  <a:txBody>
                    <a:bodyPr/>
                    <a:lstStyle/>
                    <a:p>
                      <a:pPr marL="91440">
                        <a:lnSpc>
                          <a:spcPct val="100000"/>
                        </a:lnSpc>
                        <a:spcBef>
                          <a:spcPts val="310"/>
                        </a:spcBef>
                      </a:pPr>
                      <a:r>
                        <a:rPr sz="1800" b="1" spc="-10" dirty="0">
                          <a:latin typeface="Cambria"/>
                          <a:cs typeface="Cambria"/>
                        </a:rPr>
                        <a:t>Action</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2075">
                        <a:lnSpc>
                          <a:spcPct val="100000"/>
                        </a:lnSpc>
                        <a:spcBef>
                          <a:spcPts val="310"/>
                        </a:spcBef>
                      </a:pPr>
                      <a:r>
                        <a:rPr sz="1800" b="1" spc="-20" dirty="0">
                          <a:latin typeface="Cambria"/>
                          <a:cs typeface="Cambria"/>
                        </a:rPr>
                        <a:t>Goto</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0"/>
                  </a:ext>
                </a:extLst>
              </a:tr>
            </a:tbl>
          </a:graphicData>
        </a:graphic>
      </p:graphicFrame>
      <p:sp>
        <p:nvSpPr>
          <p:cNvPr id="5" name="object 5"/>
          <p:cNvSpPr txBox="1"/>
          <p:nvPr/>
        </p:nvSpPr>
        <p:spPr>
          <a:xfrm>
            <a:off x="4411726" y="5751982"/>
            <a:ext cx="4198620"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Reduce</a:t>
            </a:r>
            <a:r>
              <a:rPr sz="2000" b="1" spc="-45" dirty="0">
                <a:latin typeface="Cambria"/>
                <a:cs typeface="Cambria"/>
              </a:rPr>
              <a:t> </a:t>
            </a:r>
            <a:r>
              <a:rPr sz="2000" b="1" dirty="0">
                <a:latin typeface="Cambria"/>
                <a:cs typeface="Cambria"/>
              </a:rPr>
              <a:t>entry</a:t>
            </a:r>
            <a:r>
              <a:rPr sz="2000" b="1" spc="-45" dirty="0">
                <a:latin typeface="Cambria"/>
                <a:cs typeface="Cambria"/>
              </a:rPr>
              <a:t> </a:t>
            </a:r>
            <a:r>
              <a:rPr sz="2000" b="1" dirty="0">
                <a:latin typeface="Cambria"/>
                <a:cs typeface="Cambria"/>
              </a:rPr>
              <a:t>only</a:t>
            </a:r>
            <a:r>
              <a:rPr sz="2000" b="1" spc="-40" dirty="0">
                <a:latin typeface="Cambria"/>
                <a:cs typeface="Cambria"/>
              </a:rPr>
              <a:t> </a:t>
            </a:r>
            <a:r>
              <a:rPr sz="2000" b="1" dirty="0">
                <a:latin typeface="Cambria"/>
                <a:cs typeface="Cambria"/>
              </a:rPr>
              <a:t>in</a:t>
            </a:r>
            <a:r>
              <a:rPr sz="2000" b="1" spc="-55" dirty="0">
                <a:latin typeface="Cambria"/>
                <a:cs typeface="Cambria"/>
              </a:rPr>
              <a:t> </a:t>
            </a:r>
            <a:r>
              <a:rPr sz="2000" b="1" dirty="0">
                <a:latin typeface="Cambria"/>
                <a:cs typeface="Cambria"/>
              </a:rPr>
              <a:t>the</a:t>
            </a:r>
            <a:r>
              <a:rPr sz="2000" b="1" spc="-50" dirty="0">
                <a:latin typeface="Cambria"/>
                <a:cs typeface="Cambria"/>
              </a:rPr>
              <a:t> </a:t>
            </a:r>
            <a:r>
              <a:rPr sz="2000" b="1" spc="-10" dirty="0">
                <a:latin typeface="Cambria"/>
                <a:cs typeface="Cambria"/>
              </a:rPr>
              <a:t>lookahead.</a:t>
            </a:r>
            <a:endParaRPr sz="2000">
              <a:latin typeface="Cambria"/>
              <a:cs typeface="Cambria"/>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105"/>
              </a:lnSpc>
            </a:pPr>
            <a:r>
              <a:rPr sz="3600" b="1" spc="-10" dirty="0">
                <a:solidFill>
                  <a:srgbClr val="FFFFFF"/>
                </a:solidFill>
                <a:latin typeface="Cambria"/>
                <a:cs typeface="Cambria"/>
              </a:rPr>
              <a:t>LALR(1)</a:t>
            </a:r>
            <a:endParaRPr sz="3600">
              <a:latin typeface="Cambria"/>
              <a:cs typeface="Cambria"/>
            </a:endParaRPr>
          </a:p>
          <a:p>
            <a:pPr marL="344170">
              <a:lnSpc>
                <a:spcPts val="4105"/>
              </a:lnSpc>
            </a:pPr>
            <a:r>
              <a:rPr sz="3600" b="1" spc="-10" dirty="0">
                <a:solidFill>
                  <a:srgbClr val="FFFFFF"/>
                </a:solidFill>
                <a:latin typeface="Cambria"/>
                <a:cs typeface="Cambria"/>
              </a:rPr>
              <a:t>Parser</a:t>
            </a:r>
            <a:endParaRPr sz="3600">
              <a:latin typeface="Cambria"/>
              <a:cs typeface="Cambria"/>
            </a:endParaRPr>
          </a:p>
        </p:txBody>
      </p:sp>
      <p:graphicFrame>
        <p:nvGraphicFramePr>
          <p:cNvPr id="3" name="object 3"/>
          <p:cNvGraphicFramePr>
            <a:graphicFrameLocks noGrp="1"/>
          </p:cNvGraphicFramePr>
          <p:nvPr/>
        </p:nvGraphicFramePr>
        <p:xfrm>
          <a:off x="3732021" y="1216660"/>
          <a:ext cx="6393178" cy="3089275"/>
        </p:xfrm>
        <a:graphic>
          <a:graphicData uri="http://schemas.openxmlformats.org/drawingml/2006/table">
            <a:tbl>
              <a:tblPr firstRow="1" bandRow="1">
                <a:tableStyleId>{2D5ABB26-0587-4C30-8999-92F81FD0307C}</a:tableStyleId>
              </a:tblPr>
              <a:tblGrid>
                <a:gridCol w="1065530">
                  <a:extLst>
                    <a:ext uri="{9D8B030D-6E8A-4147-A177-3AD203B41FA5}">
                      <a16:colId xmlns:a16="http://schemas.microsoft.com/office/drawing/2014/main" val="20000"/>
                    </a:ext>
                  </a:extLst>
                </a:gridCol>
                <a:gridCol w="1065530">
                  <a:extLst>
                    <a:ext uri="{9D8B030D-6E8A-4147-A177-3AD203B41FA5}">
                      <a16:colId xmlns:a16="http://schemas.microsoft.com/office/drawing/2014/main" val="20001"/>
                    </a:ext>
                  </a:extLst>
                </a:gridCol>
                <a:gridCol w="1065530">
                  <a:extLst>
                    <a:ext uri="{9D8B030D-6E8A-4147-A177-3AD203B41FA5}">
                      <a16:colId xmlns:a16="http://schemas.microsoft.com/office/drawing/2014/main" val="20002"/>
                    </a:ext>
                  </a:extLst>
                </a:gridCol>
                <a:gridCol w="1065530">
                  <a:extLst>
                    <a:ext uri="{9D8B030D-6E8A-4147-A177-3AD203B41FA5}">
                      <a16:colId xmlns:a16="http://schemas.microsoft.com/office/drawing/2014/main" val="20003"/>
                    </a:ext>
                  </a:extLst>
                </a:gridCol>
                <a:gridCol w="1065529">
                  <a:extLst>
                    <a:ext uri="{9D8B030D-6E8A-4147-A177-3AD203B41FA5}">
                      <a16:colId xmlns:a16="http://schemas.microsoft.com/office/drawing/2014/main" val="20004"/>
                    </a:ext>
                  </a:extLst>
                </a:gridCol>
                <a:gridCol w="1065529">
                  <a:extLst>
                    <a:ext uri="{9D8B030D-6E8A-4147-A177-3AD203B41FA5}">
                      <a16:colId xmlns:a16="http://schemas.microsoft.com/office/drawing/2014/main" val="20005"/>
                    </a:ext>
                  </a:extLst>
                </a:gridCol>
              </a:tblGrid>
              <a:tr h="377190">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a</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d</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S</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tc>
                  <a:txBody>
                    <a:bodyPr/>
                    <a:lstStyle/>
                    <a:p>
                      <a:pPr marL="92710">
                        <a:lnSpc>
                          <a:spcPct val="100000"/>
                        </a:lnSpc>
                        <a:spcBef>
                          <a:spcPts val="315"/>
                        </a:spcBef>
                      </a:pPr>
                      <a:r>
                        <a:rPr sz="1800" b="1" spc="-50" dirty="0">
                          <a:latin typeface="Cambria"/>
                          <a:cs typeface="Cambria"/>
                        </a:rPr>
                        <a:t>C</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0"/>
                  </a:ext>
                </a:extLst>
              </a:tr>
              <a:tr h="391795">
                <a:tc>
                  <a:txBody>
                    <a:bodyPr/>
                    <a:lstStyle/>
                    <a:p>
                      <a:pPr marL="90805">
                        <a:lnSpc>
                          <a:spcPct val="100000"/>
                        </a:lnSpc>
                        <a:spcBef>
                          <a:spcPts val="465"/>
                        </a:spcBef>
                      </a:pPr>
                      <a:r>
                        <a:rPr sz="1800" b="1" spc="-50" dirty="0">
                          <a:latin typeface="Cambria"/>
                          <a:cs typeface="Cambria"/>
                        </a:rPr>
                        <a:t>0</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0805">
                        <a:lnSpc>
                          <a:spcPct val="100000"/>
                        </a:lnSpc>
                        <a:spcBef>
                          <a:spcPts val="465"/>
                        </a:spcBef>
                      </a:pPr>
                      <a:r>
                        <a:rPr sz="1800" b="1" spc="-25" dirty="0">
                          <a:latin typeface="Cambria"/>
                          <a:cs typeface="Cambria"/>
                        </a:rPr>
                        <a:t>S36</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0805">
                        <a:lnSpc>
                          <a:spcPct val="100000"/>
                        </a:lnSpc>
                        <a:spcBef>
                          <a:spcPts val="465"/>
                        </a:spcBef>
                      </a:pPr>
                      <a:r>
                        <a:rPr sz="1800" b="1" spc="-25" dirty="0">
                          <a:latin typeface="Cambria"/>
                          <a:cs typeface="Cambria"/>
                        </a:rPr>
                        <a:t>S47</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1440">
                        <a:lnSpc>
                          <a:spcPct val="100000"/>
                        </a:lnSpc>
                        <a:spcBef>
                          <a:spcPts val="465"/>
                        </a:spcBef>
                      </a:pPr>
                      <a:r>
                        <a:rPr sz="1800" b="1" spc="-50" dirty="0">
                          <a:latin typeface="Cambria"/>
                          <a:cs typeface="Cambria"/>
                        </a:rPr>
                        <a:t>1</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1440">
                        <a:lnSpc>
                          <a:spcPct val="100000"/>
                        </a:lnSpc>
                        <a:spcBef>
                          <a:spcPts val="465"/>
                        </a:spcBef>
                      </a:pPr>
                      <a:r>
                        <a:rPr sz="1800" b="1" spc="-50" dirty="0">
                          <a:latin typeface="Cambria"/>
                          <a:cs typeface="Cambria"/>
                        </a:rPr>
                        <a:t>2</a:t>
                      </a:r>
                      <a:endParaRPr sz="1800">
                        <a:latin typeface="Cambria"/>
                        <a:cs typeface="Cambria"/>
                      </a:endParaRPr>
                    </a:p>
                  </a:txBody>
                  <a:tcPr marL="0" marR="0" marT="59055"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1"/>
                  </a:ext>
                </a:extLst>
              </a:tr>
              <a:tr h="391795">
                <a:tc>
                  <a:txBody>
                    <a:bodyPr/>
                    <a:lstStyle/>
                    <a:p>
                      <a:pPr marL="89535">
                        <a:lnSpc>
                          <a:spcPct val="100000"/>
                        </a:lnSpc>
                        <a:spcBef>
                          <a:spcPts val="430"/>
                        </a:spcBef>
                      </a:pPr>
                      <a:r>
                        <a:rPr sz="1800" b="1" spc="-50" dirty="0">
                          <a:latin typeface="Cambria"/>
                          <a:cs typeface="Cambria"/>
                        </a:rPr>
                        <a:t>1</a:t>
                      </a:r>
                      <a:endParaRPr sz="1800">
                        <a:latin typeface="Cambria"/>
                        <a:cs typeface="Cambria"/>
                      </a:endParaRPr>
                    </a:p>
                  </a:txBody>
                  <a:tcPr marL="0" marR="0" marT="5461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marL="90170">
                        <a:lnSpc>
                          <a:spcPct val="100000"/>
                        </a:lnSpc>
                        <a:spcBef>
                          <a:spcPts val="430"/>
                        </a:spcBef>
                      </a:pPr>
                      <a:r>
                        <a:rPr sz="1800" b="1" spc="-10" dirty="0">
                          <a:latin typeface="Cambria"/>
                          <a:cs typeface="Cambria"/>
                        </a:rPr>
                        <a:t>Accept</a:t>
                      </a:r>
                      <a:endParaRPr sz="1800">
                        <a:latin typeface="Cambria"/>
                        <a:cs typeface="Cambria"/>
                      </a:endParaRPr>
                    </a:p>
                  </a:txBody>
                  <a:tcPr marL="0" marR="0" marT="5461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57150">
                      <a:solidFill>
                        <a:srgbClr val="FFFFFF"/>
                      </a:solidFill>
                      <a:prstDash val="solid"/>
                    </a:lnB>
                    <a:solidFill>
                      <a:srgbClr val="40B9D2"/>
                    </a:solidFill>
                  </a:tcPr>
                </a:tc>
                <a:extLst>
                  <a:ext uri="{0D108BD9-81ED-4DB2-BD59-A6C34878D82A}">
                    <a16:rowId xmlns:a16="http://schemas.microsoft.com/office/drawing/2014/main" val="10002"/>
                  </a:ext>
                </a:extLst>
              </a:tr>
              <a:tr h="389890">
                <a:tc>
                  <a:txBody>
                    <a:bodyPr/>
                    <a:lstStyle/>
                    <a:p>
                      <a:pPr marL="87630">
                        <a:lnSpc>
                          <a:spcPct val="100000"/>
                        </a:lnSpc>
                        <a:spcBef>
                          <a:spcPts val="470"/>
                        </a:spcBef>
                      </a:pPr>
                      <a:r>
                        <a:rPr sz="1800" b="1" spc="-50" dirty="0">
                          <a:latin typeface="Cambria"/>
                          <a:cs typeface="Cambria"/>
                        </a:rPr>
                        <a:t>2</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88265">
                        <a:lnSpc>
                          <a:spcPct val="100000"/>
                        </a:lnSpc>
                        <a:spcBef>
                          <a:spcPts val="470"/>
                        </a:spcBef>
                      </a:pPr>
                      <a:r>
                        <a:rPr sz="1800" b="1" spc="-25" dirty="0">
                          <a:latin typeface="Cambria"/>
                          <a:cs typeface="Cambria"/>
                        </a:rPr>
                        <a:t>S36</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88265">
                        <a:lnSpc>
                          <a:spcPct val="100000"/>
                        </a:lnSpc>
                        <a:spcBef>
                          <a:spcPts val="470"/>
                        </a:spcBef>
                      </a:pPr>
                      <a:r>
                        <a:rPr sz="1800" b="1" spc="-25" dirty="0">
                          <a:latin typeface="Cambria"/>
                          <a:cs typeface="Cambria"/>
                        </a:rPr>
                        <a:t>S47</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tc>
                  <a:txBody>
                    <a:bodyPr/>
                    <a:lstStyle/>
                    <a:p>
                      <a:pPr marL="88900">
                        <a:lnSpc>
                          <a:spcPct val="100000"/>
                        </a:lnSpc>
                        <a:spcBef>
                          <a:spcPts val="470"/>
                        </a:spcBef>
                      </a:pPr>
                      <a:r>
                        <a:rPr sz="1800" b="1" spc="-50" dirty="0">
                          <a:latin typeface="Cambria"/>
                          <a:cs typeface="Cambria"/>
                        </a:rPr>
                        <a:t>5</a:t>
                      </a:r>
                      <a:endParaRPr sz="1800">
                        <a:latin typeface="Cambria"/>
                        <a:cs typeface="Cambria"/>
                      </a:endParaRPr>
                    </a:p>
                  </a:txBody>
                  <a:tcPr marL="0" marR="0" marT="59690" marB="0">
                    <a:lnL w="12700">
                      <a:solidFill>
                        <a:srgbClr val="FFFFFF"/>
                      </a:solidFill>
                      <a:prstDash val="solid"/>
                    </a:lnL>
                    <a:lnR w="12700">
                      <a:solidFill>
                        <a:srgbClr val="FFFFFF"/>
                      </a:solidFill>
                      <a:prstDash val="solid"/>
                    </a:lnR>
                    <a:lnT w="5715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3"/>
                  </a:ext>
                </a:extLst>
              </a:tr>
              <a:tr h="378460">
                <a:tc>
                  <a:txBody>
                    <a:bodyPr/>
                    <a:lstStyle/>
                    <a:p>
                      <a:pPr marL="95250">
                        <a:lnSpc>
                          <a:spcPct val="100000"/>
                        </a:lnSpc>
                        <a:spcBef>
                          <a:spcPts val="380"/>
                        </a:spcBef>
                      </a:pPr>
                      <a:r>
                        <a:rPr sz="1800" b="1" spc="-25" dirty="0">
                          <a:latin typeface="Cambria"/>
                          <a:cs typeface="Cambria"/>
                        </a:rPr>
                        <a:t>36</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250">
                        <a:lnSpc>
                          <a:spcPct val="100000"/>
                        </a:lnSpc>
                        <a:spcBef>
                          <a:spcPts val="380"/>
                        </a:spcBef>
                      </a:pPr>
                      <a:r>
                        <a:rPr sz="1800" b="1" spc="-25" dirty="0">
                          <a:latin typeface="Cambria"/>
                          <a:cs typeface="Cambria"/>
                        </a:rPr>
                        <a:t>S36</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80"/>
                        </a:spcBef>
                      </a:pPr>
                      <a:r>
                        <a:rPr sz="1800" b="1" spc="-25" dirty="0">
                          <a:latin typeface="Cambria"/>
                          <a:cs typeface="Cambria"/>
                        </a:rPr>
                        <a:t>S47</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95885">
                        <a:lnSpc>
                          <a:spcPct val="100000"/>
                        </a:lnSpc>
                        <a:spcBef>
                          <a:spcPts val="380"/>
                        </a:spcBef>
                      </a:pPr>
                      <a:r>
                        <a:rPr sz="1800" b="1" spc="-25" dirty="0">
                          <a:latin typeface="Cambria"/>
                          <a:cs typeface="Cambria"/>
                        </a:rPr>
                        <a:t>89</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4"/>
                  </a:ext>
                </a:extLst>
              </a:tr>
              <a:tr h="379095">
                <a:tc>
                  <a:txBody>
                    <a:bodyPr/>
                    <a:lstStyle/>
                    <a:p>
                      <a:pPr marL="102870">
                        <a:lnSpc>
                          <a:spcPct val="100000"/>
                        </a:lnSpc>
                        <a:spcBef>
                          <a:spcPts val="385"/>
                        </a:spcBef>
                      </a:pPr>
                      <a:r>
                        <a:rPr sz="1800" b="1" spc="-25" dirty="0">
                          <a:latin typeface="Cambria"/>
                          <a:cs typeface="Cambria"/>
                        </a:rPr>
                        <a:t>47</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2870">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3505">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marL="103505">
                        <a:lnSpc>
                          <a:spcPct val="100000"/>
                        </a:lnSpc>
                        <a:spcBef>
                          <a:spcPts val="385"/>
                        </a:spcBef>
                      </a:pPr>
                      <a:r>
                        <a:rPr sz="1800" b="1" spc="-25" dirty="0">
                          <a:latin typeface="Cambria"/>
                          <a:cs typeface="Cambria"/>
                        </a:rPr>
                        <a:t>r3</a:t>
                      </a:r>
                      <a:endParaRPr sz="1800">
                        <a:latin typeface="Cambria"/>
                        <a:cs typeface="Cambria"/>
                      </a:endParaRPr>
                    </a:p>
                  </a:txBody>
                  <a:tcPr marL="0" marR="0" marT="48895"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5"/>
                  </a:ext>
                </a:extLst>
              </a:tr>
              <a:tr h="387985">
                <a:tc>
                  <a:txBody>
                    <a:bodyPr/>
                    <a:lstStyle/>
                    <a:p>
                      <a:pPr marL="119380">
                        <a:lnSpc>
                          <a:spcPct val="100000"/>
                        </a:lnSpc>
                        <a:spcBef>
                          <a:spcPts val="380"/>
                        </a:spcBef>
                      </a:pPr>
                      <a:r>
                        <a:rPr sz="1800" b="1" spc="-50" dirty="0">
                          <a:latin typeface="Cambria"/>
                          <a:cs typeface="Cambria"/>
                        </a:rPr>
                        <a:t>5</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marL="120014">
                        <a:lnSpc>
                          <a:spcPct val="100000"/>
                        </a:lnSpc>
                        <a:spcBef>
                          <a:spcPts val="380"/>
                        </a:spcBef>
                      </a:pPr>
                      <a:r>
                        <a:rPr sz="1800" b="1" spc="-25" dirty="0">
                          <a:latin typeface="Cambria"/>
                          <a:cs typeface="Cambria"/>
                        </a:rPr>
                        <a:t>r1</a:t>
                      </a:r>
                      <a:endParaRPr sz="1800">
                        <a:latin typeface="Cambria"/>
                        <a:cs typeface="Cambria"/>
                      </a:endParaRPr>
                    </a:p>
                  </a:txBody>
                  <a:tcPr marL="0" marR="0" marT="482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0B9D2"/>
                    </a:solidFill>
                  </a:tcPr>
                </a:tc>
                <a:extLst>
                  <a:ext uri="{0D108BD9-81ED-4DB2-BD59-A6C34878D82A}">
                    <a16:rowId xmlns:a16="http://schemas.microsoft.com/office/drawing/2014/main" val="10006"/>
                  </a:ext>
                </a:extLst>
              </a:tr>
              <a:tr h="393065">
                <a:tc>
                  <a:txBody>
                    <a:bodyPr/>
                    <a:lstStyle/>
                    <a:p>
                      <a:pPr marL="114935">
                        <a:lnSpc>
                          <a:spcPct val="100000"/>
                        </a:lnSpc>
                        <a:spcBef>
                          <a:spcPts val="495"/>
                        </a:spcBef>
                      </a:pPr>
                      <a:r>
                        <a:rPr sz="1800" b="1" spc="-25" dirty="0">
                          <a:latin typeface="Cambria"/>
                          <a:cs typeface="Cambria"/>
                        </a:rPr>
                        <a:t>89</a:t>
                      </a:r>
                      <a:endParaRPr sz="1800">
                        <a:latin typeface="Cambria"/>
                        <a:cs typeface="Cambri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114935">
                        <a:lnSpc>
                          <a:spcPct val="100000"/>
                        </a:lnSpc>
                        <a:spcBef>
                          <a:spcPts val="495"/>
                        </a:spcBef>
                      </a:pPr>
                      <a:r>
                        <a:rPr sz="1800" b="1" spc="-25" dirty="0">
                          <a:latin typeface="Cambria"/>
                          <a:cs typeface="Cambria"/>
                        </a:rPr>
                        <a:t>r2</a:t>
                      </a:r>
                      <a:endParaRPr sz="1800">
                        <a:latin typeface="Cambria"/>
                        <a:cs typeface="Cambri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115570">
                        <a:lnSpc>
                          <a:spcPct val="100000"/>
                        </a:lnSpc>
                        <a:spcBef>
                          <a:spcPts val="495"/>
                        </a:spcBef>
                      </a:pPr>
                      <a:r>
                        <a:rPr sz="1800" b="1" spc="-25" dirty="0">
                          <a:latin typeface="Cambria"/>
                          <a:cs typeface="Cambria"/>
                        </a:rPr>
                        <a:t>r2</a:t>
                      </a:r>
                      <a:endParaRPr sz="1800">
                        <a:latin typeface="Cambria"/>
                        <a:cs typeface="Cambri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115570">
                        <a:lnSpc>
                          <a:spcPct val="100000"/>
                        </a:lnSpc>
                        <a:spcBef>
                          <a:spcPts val="495"/>
                        </a:spcBef>
                      </a:pPr>
                      <a:r>
                        <a:rPr sz="1800" b="1" spc="-25" dirty="0">
                          <a:latin typeface="Cambria"/>
                          <a:cs typeface="Cambria"/>
                        </a:rPr>
                        <a:t>r2</a:t>
                      </a:r>
                      <a:endParaRPr sz="1800">
                        <a:latin typeface="Cambria"/>
                        <a:cs typeface="Cambri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7"/>
                  </a:ext>
                </a:extLst>
              </a:tr>
            </a:tbl>
          </a:graphicData>
        </a:graphic>
      </p:graphicFrame>
      <p:graphicFrame>
        <p:nvGraphicFramePr>
          <p:cNvPr id="4" name="object 4"/>
          <p:cNvGraphicFramePr>
            <a:graphicFrameLocks noGrp="1"/>
          </p:cNvGraphicFramePr>
          <p:nvPr/>
        </p:nvGraphicFramePr>
        <p:xfrm>
          <a:off x="3723640" y="700658"/>
          <a:ext cx="6374129" cy="370205"/>
        </p:xfrm>
        <a:graphic>
          <a:graphicData uri="http://schemas.openxmlformats.org/drawingml/2006/table">
            <a:tbl>
              <a:tblPr firstRow="1" bandRow="1">
                <a:tableStyleId>{2D5ABB26-0587-4C30-8999-92F81FD0307C}</a:tableStyleId>
              </a:tblPr>
              <a:tblGrid>
                <a:gridCol w="4273550">
                  <a:extLst>
                    <a:ext uri="{9D8B030D-6E8A-4147-A177-3AD203B41FA5}">
                      <a16:colId xmlns:a16="http://schemas.microsoft.com/office/drawing/2014/main" val="20000"/>
                    </a:ext>
                  </a:extLst>
                </a:gridCol>
                <a:gridCol w="2100579">
                  <a:extLst>
                    <a:ext uri="{9D8B030D-6E8A-4147-A177-3AD203B41FA5}">
                      <a16:colId xmlns:a16="http://schemas.microsoft.com/office/drawing/2014/main" val="20001"/>
                    </a:ext>
                  </a:extLst>
                </a:gridCol>
              </a:tblGrid>
              <a:tr h="370205">
                <a:tc>
                  <a:txBody>
                    <a:bodyPr/>
                    <a:lstStyle/>
                    <a:p>
                      <a:pPr marL="91440">
                        <a:lnSpc>
                          <a:spcPct val="100000"/>
                        </a:lnSpc>
                        <a:spcBef>
                          <a:spcPts val="310"/>
                        </a:spcBef>
                      </a:pPr>
                      <a:r>
                        <a:rPr sz="1800" b="1" spc="-10" dirty="0">
                          <a:latin typeface="Cambria"/>
                          <a:cs typeface="Cambria"/>
                        </a:rPr>
                        <a:t>Action</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2075">
                        <a:lnSpc>
                          <a:spcPct val="100000"/>
                        </a:lnSpc>
                        <a:spcBef>
                          <a:spcPts val="310"/>
                        </a:spcBef>
                      </a:pPr>
                      <a:r>
                        <a:rPr sz="1800" b="1" spc="-20" dirty="0">
                          <a:latin typeface="Cambria"/>
                          <a:cs typeface="Cambria"/>
                        </a:rPr>
                        <a:t>Goto</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0"/>
                  </a:ext>
                </a:extLst>
              </a:tr>
            </a:tbl>
          </a:graphicData>
        </a:graphic>
      </p:graphicFrame>
      <p:sp>
        <p:nvSpPr>
          <p:cNvPr id="5" name="object 5"/>
          <p:cNvSpPr txBox="1"/>
          <p:nvPr/>
        </p:nvSpPr>
        <p:spPr>
          <a:xfrm>
            <a:off x="4320285" y="5108828"/>
            <a:ext cx="4198620"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Reduce</a:t>
            </a:r>
            <a:r>
              <a:rPr sz="2000" b="1" spc="-45" dirty="0">
                <a:latin typeface="Cambria"/>
                <a:cs typeface="Cambria"/>
              </a:rPr>
              <a:t> </a:t>
            </a:r>
            <a:r>
              <a:rPr sz="2000" b="1" dirty="0">
                <a:latin typeface="Cambria"/>
                <a:cs typeface="Cambria"/>
              </a:rPr>
              <a:t>entry</a:t>
            </a:r>
            <a:r>
              <a:rPr sz="2000" b="1" spc="-40" dirty="0">
                <a:latin typeface="Cambria"/>
                <a:cs typeface="Cambria"/>
              </a:rPr>
              <a:t> </a:t>
            </a:r>
            <a:r>
              <a:rPr sz="2000" b="1" dirty="0">
                <a:latin typeface="Cambria"/>
                <a:cs typeface="Cambria"/>
              </a:rPr>
              <a:t>only</a:t>
            </a:r>
            <a:r>
              <a:rPr sz="2000" b="1" spc="-40" dirty="0">
                <a:latin typeface="Cambria"/>
                <a:cs typeface="Cambria"/>
              </a:rPr>
              <a:t> </a:t>
            </a:r>
            <a:r>
              <a:rPr sz="2000" b="1" dirty="0">
                <a:latin typeface="Cambria"/>
                <a:cs typeface="Cambria"/>
              </a:rPr>
              <a:t>in</a:t>
            </a:r>
            <a:r>
              <a:rPr sz="2000" b="1" spc="-45" dirty="0">
                <a:latin typeface="Cambria"/>
                <a:cs typeface="Cambria"/>
              </a:rPr>
              <a:t> </a:t>
            </a:r>
            <a:r>
              <a:rPr sz="2000" b="1" dirty="0">
                <a:latin typeface="Cambria"/>
                <a:cs typeface="Cambria"/>
              </a:rPr>
              <a:t>the</a:t>
            </a:r>
            <a:r>
              <a:rPr sz="2000" b="1" spc="-50" dirty="0">
                <a:latin typeface="Cambria"/>
                <a:cs typeface="Cambria"/>
              </a:rPr>
              <a:t> </a:t>
            </a:r>
            <a:r>
              <a:rPr sz="2000" b="1" spc="-10" dirty="0">
                <a:latin typeface="Cambria"/>
                <a:cs typeface="Cambria"/>
              </a:rPr>
              <a:t>lookahead.</a:t>
            </a:r>
            <a:endParaRPr sz="2000">
              <a:latin typeface="Cambria"/>
              <a:cs typeface="Cambria"/>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105"/>
              </a:lnSpc>
            </a:pPr>
            <a:r>
              <a:rPr sz="3600" b="1" spc="-10" dirty="0">
                <a:solidFill>
                  <a:srgbClr val="FFFFFF"/>
                </a:solidFill>
                <a:latin typeface="Cambria"/>
                <a:cs typeface="Cambria"/>
              </a:rPr>
              <a:t>LALR(1)</a:t>
            </a:r>
            <a:endParaRPr sz="3600">
              <a:latin typeface="Cambria"/>
              <a:cs typeface="Cambria"/>
            </a:endParaRPr>
          </a:p>
          <a:p>
            <a:pPr marL="344170">
              <a:lnSpc>
                <a:spcPts val="4105"/>
              </a:lnSpc>
            </a:pPr>
            <a:r>
              <a:rPr sz="3600" b="1" spc="-10" dirty="0">
                <a:solidFill>
                  <a:srgbClr val="FFFFFF"/>
                </a:solidFill>
                <a:latin typeface="Cambria"/>
                <a:cs typeface="Cambria"/>
              </a:rPr>
              <a:t>Parser</a:t>
            </a:r>
            <a:endParaRPr sz="3600">
              <a:latin typeface="Cambria"/>
              <a:cs typeface="Cambria"/>
            </a:endParaRPr>
          </a:p>
        </p:txBody>
      </p:sp>
      <p:graphicFrame>
        <p:nvGraphicFramePr>
          <p:cNvPr id="3" name="object 3"/>
          <p:cNvGraphicFramePr>
            <a:graphicFrameLocks noGrp="1"/>
          </p:cNvGraphicFramePr>
          <p:nvPr/>
        </p:nvGraphicFramePr>
        <p:xfrm>
          <a:off x="3781297" y="707310"/>
          <a:ext cx="7291068" cy="4012565"/>
        </p:xfrm>
        <a:graphic>
          <a:graphicData uri="http://schemas.openxmlformats.org/drawingml/2006/table">
            <a:tbl>
              <a:tblPr firstRow="1" bandRow="1">
                <a:tableStyleId>{2D5ABB26-0587-4C30-8999-92F81FD0307C}</a:tableStyleId>
              </a:tblPr>
              <a:tblGrid>
                <a:gridCol w="2669540">
                  <a:extLst>
                    <a:ext uri="{9D8B030D-6E8A-4147-A177-3AD203B41FA5}">
                      <a16:colId xmlns:a16="http://schemas.microsoft.com/office/drawing/2014/main" val="20000"/>
                    </a:ext>
                  </a:extLst>
                </a:gridCol>
                <a:gridCol w="2782569">
                  <a:extLst>
                    <a:ext uri="{9D8B030D-6E8A-4147-A177-3AD203B41FA5}">
                      <a16:colId xmlns:a16="http://schemas.microsoft.com/office/drawing/2014/main" val="20001"/>
                    </a:ext>
                  </a:extLst>
                </a:gridCol>
                <a:gridCol w="1838959">
                  <a:extLst>
                    <a:ext uri="{9D8B030D-6E8A-4147-A177-3AD203B41FA5}">
                      <a16:colId xmlns:a16="http://schemas.microsoft.com/office/drawing/2014/main" val="20002"/>
                    </a:ext>
                  </a:extLst>
                </a:gridCol>
              </a:tblGrid>
              <a:tr h="330835">
                <a:tc>
                  <a:txBody>
                    <a:bodyPr/>
                    <a:lstStyle/>
                    <a:p>
                      <a:pPr marL="31750">
                        <a:lnSpc>
                          <a:spcPts val="2505"/>
                        </a:lnSpc>
                      </a:pPr>
                      <a:r>
                        <a:rPr sz="2200" b="1" spc="-10" dirty="0">
                          <a:latin typeface="Cambria"/>
                          <a:cs typeface="Cambria"/>
                        </a:rPr>
                        <a:t>Stack</a:t>
                      </a:r>
                      <a:endParaRPr sz="2200">
                        <a:latin typeface="Cambria"/>
                        <a:cs typeface="Cambria"/>
                      </a:endParaRPr>
                    </a:p>
                  </a:txBody>
                  <a:tcPr marL="0" marR="0" marT="0" marB="0"/>
                </a:tc>
                <a:tc>
                  <a:txBody>
                    <a:bodyPr/>
                    <a:lstStyle/>
                    <a:p>
                      <a:pPr marL="1019810">
                        <a:lnSpc>
                          <a:spcPts val="2505"/>
                        </a:lnSpc>
                      </a:pPr>
                      <a:r>
                        <a:rPr sz="2200" b="1" spc="-10" dirty="0">
                          <a:latin typeface="Cambria"/>
                          <a:cs typeface="Cambria"/>
                        </a:rPr>
                        <a:t>Input</a:t>
                      </a:r>
                      <a:endParaRPr sz="2200">
                        <a:latin typeface="Cambria"/>
                        <a:cs typeface="Cambria"/>
                      </a:endParaRPr>
                    </a:p>
                  </a:txBody>
                  <a:tcPr marL="0" marR="0" marT="0" marB="0"/>
                </a:tc>
                <a:tc>
                  <a:txBody>
                    <a:bodyPr/>
                    <a:lstStyle/>
                    <a:p>
                      <a:pPr marL="980440">
                        <a:lnSpc>
                          <a:spcPts val="2505"/>
                        </a:lnSpc>
                      </a:pPr>
                      <a:r>
                        <a:rPr sz="2200" b="1" spc="-10" dirty="0">
                          <a:latin typeface="Cambria"/>
                          <a:cs typeface="Cambria"/>
                        </a:rPr>
                        <a:t>Action</a:t>
                      </a:r>
                      <a:endParaRPr sz="2200">
                        <a:latin typeface="Cambria"/>
                        <a:cs typeface="Cambria"/>
                      </a:endParaRPr>
                    </a:p>
                  </a:txBody>
                  <a:tcPr marL="0" marR="0" marT="0" marB="0"/>
                </a:tc>
                <a:extLst>
                  <a:ext uri="{0D108BD9-81ED-4DB2-BD59-A6C34878D82A}">
                    <a16:rowId xmlns:a16="http://schemas.microsoft.com/office/drawing/2014/main" val="10000"/>
                  </a:ext>
                </a:extLst>
              </a:tr>
              <a:tr h="334645">
                <a:tc>
                  <a:txBody>
                    <a:bodyPr/>
                    <a:lstStyle/>
                    <a:p>
                      <a:pPr marL="31750">
                        <a:lnSpc>
                          <a:spcPts val="2540"/>
                        </a:lnSpc>
                      </a:pPr>
                      <a:r>
                        <a:rPr sz="2200" b="1" spc="-50" dirty="0">
                          <a:latin typeface="Cambria"/>
                          <a:cs typeface="Cambria"/>
                        </a:rPr>
                        <a:t>0</a:t>
                      </a:r>
                      <a:endParaRPr sz="2200">
                        <a:latin typeface="Cambria"/>
                        <a:cs typeface="Cambria"/>
                      </a:endParaRPr>
                    </a:p>
                  </a:txBody>
                  <a:tcPr marL="0" marR="0" marT="0" marB="0"/>
                </a:tc>
                <a:tc>
                  <a:txBody>
                    <a:bodyPr/>
                    <a:lstStyle/>
                    <a:p>
                      <a:pPr marL="1019810">
                        <a:lnSpc>
                          <a:spcPts val="2540"/>
                        </a:lnSpc>
                      </a:pPr>
                      <a:r>
                        <a:rPr sz="2200" b="1" spc="-10" dirty="0">
                          <a:latin typeface="Cambria"/>
                          <a:cs typeface="Cambria"/>
                        </a:rPr>
                        <a:t>aadd$</a:t>
                      </a:r>
                      <a:endParaRPr sz="2200">
                        <a:latin typeface="Cambria"/>
                        <a:cs typeface="Cambria"/>
                      </a:endParaRPr>
                    </a:p>
                  </a:txBody>
                  <a:tcPr marL="0" marR="0" marT="0" marB="0"/>
                </a:tc>
                <a:tc>
                  <a:txBody>
                    <a:bodyPr/>
                    <a:lstStyle/>
                    <a:p>
                      <a:pPr>
                        <a:lnSpc>
                          <a:spcPct val="100000"/>
                        </a:lnSpc>
                      </a:pPr>
                      <a:endParaRPr sz="2100">
                        <a:latin typeface="Times New Roman"/>
                        <a:cs typeface="Times New Roman"/>
                      </a:endParaRPr>
                    </a:p>
                  </a:txBody>
                  <a:tcPr marL="0" marR="0" marT="0" marB="0"/>
                </a:tc>
                <a:extLst>
                  <a:ext uri="{0D108BD9-81ED-4DB2-BD59-A6C34878D82A}">
                    <a16:rowId xmlns:a16="http://schemas.microsoft.com/office/drawing/2014/main" val="10001"/>
                  </a:ext>
                </a:extLst>
              </a:tr>
              <a:tr h="335280">
                <a:tc>
                  <a:txBody>
                    <a:bodyPr/>
                    <a:lstStyle/>
                    <a:p>
                      <a:pPr marL="31750">
                        <a:lnSpc>
                          <a:spcPts val="2540"/>
                        </a:lnSpc>
                      </a:pPr>
                      <a:r>
                        <a:rPr sz="2200" b="1" spc="-20" dirty="0">
                          <a:latin typeface="Cambria"/>
                          <a:cs typeface="Cambria"/>
                        </a:rPr>
                        <a:t>0a36</a:t>
                      </a:r>
                      <a:endParaRPr sz="2200">
                        <a:latin typeface="Cambria"/>
                        <a:cs typeface="Cambria"/>
                      </a:endParaRPr>
                    </a:p>
                  </a:txBody>
                  <a:tcPr marL="0" marR="0" marT="0" marB="0"/>
                </a:tc>
                <a:tc>
                  <a:txBody>
                    <a:bodyPr/>
                    <a:lstStyle/>
                    <a:p>
                      <a:pPr marL="1019810">
                        <a:lnSpc>
                          <a:spcPts val="2540"/>
                        </a:lnSpc>
                      </a:pPr>
                      <a:r>
                        <a:rPr sz="2200" b="1" spc="-20" dirty="0">
                          <a:latin typeface="Cambria"/>
                          <a:cs typeface="Cambria"/>
                        </a:rPr>
                        <a:t>add$</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S36</a:t>
                      </a:r>
                      <a:endParaRPr sz="2200">
                        <a:latin typeface="Cambria"/>
                        <a:cs typeface="Cambria"/>
                      </a:endParaRPr>
                    </a:p>
                  </a:txBody>
                  <a:tcPr marL="0" marR="0" marT="0" marB="0"/>
                </a:tc>
                <a:extLst>
                  <a:ext uri="{0D108BD9-81ED-4DB2-BD59-A6C34878D82A}">
                    <a16:rowId xmlns:a16="http://schemas.microsoft.com/office/drawing/2014/main" val="10002"/>
                  </a:ext>
                </a:extLst>
              </a:tr>
              <a:tr h="335280">
                <a:tc>
                  <a:txBody>
                    <a:bodyPr/>
                    <a:lstStyle/>
                    <a:p>
                      <a:pPr marL="31750">
                        <a:lnSpc>
                          <a:spcPts val="2540"/>
                        </a:lnSpc>
                      </a:pPr>
                      <a:r>
                        <a:rPr sz="2200" b="1" spc="-10" dirty="0">
                          <a:latin typeface="Cambria"/>
                          <a:cs typeface="Cambria"/>
                        </a:rPr>
                        <a:t>0a36a36</a:t>
                      </a:r>
                      <a:endParaRPr sz="2200">
                        <a:latin typeface="Cambria"/>
                        <a:cs typeface="Cambria"/>
                      </a:endParaRPr>
                    </a:p>
                  </a:txBody>
                  <a:tcPr marL="0" marR="0" marT="0" marB="0"/>
                </a:tc>
                <a:tc>
                  <a:txBody>
                    <a:bodyPr/>
                    <a:lstStyle/>
                    <a:p>
                      <a:pPr marL="1019810">
                        <a:lnSpc>
                          <a:spcPts val="2540"/>
                        </a:lnSpc>
                      </a:pPr>
                      <a:r>
                        <a:rPr sz="2200" b="1" spc="-25" dirty="0">
                          <a:latin typeface="Cambria"/>
                          <a:cs typeface="Cambria"/>
                        </a:rPr>
                        <a:t>dd$</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S36</a:t>
                      </a:r>
                      <a:endParaRPr sz="2200">
                        <a:latin typeface="Cambria"/>
                        <a:cs typeface="Cambria"/>
                      </a:endParaRPr>
                    </a:p>
                  </a:txBody>
                  <a:tcPr marL="0" marR="0" marT="0" marB="0"/>
                </a:tc>
                <a:extLst>
                  <a:ext uri="{0D108BD9-81ED-4DB2-BD59-A6C34878D82A}">
                    <a16:rowId xmlns:a16="http://schemas.microsoft.com/office/drawing/2014/main" val="10003"/>
                  </a:ext>
                </a:extLst>
              </a:tr>
              <a:tr h="335280">
                <a:tc>
                  <a:txBody>
                    <a:bodyPr/>
                    <a:lstStyle/>
                    <a:p>
                      <a:pPr marL="31750">
                        <a:lnSpc>
                          <a:spcPts val="2540"/>
                        </a:lnSpc>
                      </a:pPr>
                      <a:r>
                        <a:rPr sz="2200" b="1" spc="-10" dirty="0">
                          <a:latin typeface="Cambria"/>
                          <a:cs typeface="Cambria"/>
                        </a:rPr>
                        <a:t>0a36a36d47</a:t>
                      </a:r>
                      <a:endParaRPr sz="2200">
                        <a:latin typeface="Cambria"/>
                        <a:cs typeface="Cambria"/>
                      </a:endParaRPr>
                    </a:p>
                  </a:txBody>
                  <a:tcPr marL="0" marR="0" marT="0" marB="0"/>
                </a:tc>
                <a:tc>
                  <a:txBody>
                    <a:bodyPr/>
                    <a:lstStyle/>
                    <a:p>
                      <a:pPr marL="1019810">
                        <a:lnSpc>
                          <a:spcPts val="2540"/>
                        </a:lnSpc>
                      </a:pPr>
                      <a:r>
                        <a:rPr sz="2200" b="1" spc="-25" dirty="0">
                          <a:latin typeface="Cambria"/>
                          <a:cs typeface="Cambria"/>
                        </a:rPr>
                        <a:t>d$</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S47</a:t>
                      </a:r>
                      <a:endParaRPr sz="2200">
                        <a:latin typeface="Cambria"/>
                        <a:cs typeface="Cambria"/>
                      </a:endParaRPr>
                    </a:p>
                  </a:txBody>
                  <a:tcPr marL="0" marR="0" marT="0" marB="0"/>
                </a:tc>
                <a:extLst>
                  <a:ext uri="{0D108BD9-81ED-4DB2-BD59-A6C34878D82A}">
                    <a16:rowId xmlns:a16="http://schemas.microsoft.com/office/drawing/2014/main" val="10004"/>
                  </a:ext>
                </a:extLst>
              </a:tr>
              <a:tr h="334645">
                <a:tc>
                  <a:txBody>
                    <a:bodyPr/>
                    <a:lstStyle/>
                    <a:p>
                      <a:pPr marL="31750">
                        <a:lnSpc>
                          <a:spcPts val="2540"/>
                        </a:lnSpc>
                      </a:pPr>
                      <a:r>
                        <a:rPr sz="2200" b="1" spc="-10" dirty="0">
                          <a:latin typeface="Cambria"/>
                          <a:cs typeface="Cambria"/>
                        </a:rPr>
                        <a:t>0a36a36C89</a:t>
                      </a:r>
                      <a:endParaRPr sz="2200">
                        <a:latin typeface="Cambria"/>
                        <a:cs typeface="Cambria"/>
                      </a:endParaRPr>
                    </a:p>
                  </a:txBody>
                  <a:tcPr marL="0" marR="0" marT="0" marB="0"/>
                </a:tc>
                <a:tc>
                  <a:txBody>
                    <a:bodyPr/>
                    <a:lstStyle/>
                    <a:p>
                      <a:pPr marL="1019810">
                        <a:lnSpc>
                          <a:spcPts val="2540"/>
                        </a:lnSpc>
                      </a:pPr>
                      <a:r>
                        <a:rPr sz="2200" b="1" spc="-25" dirty="0">
                          <a:latin typeface="Cambria"/>
                          <a:cs typeface="Cambria"/>
                        </a:rPr>
                        <a:t>d$</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R3</a:t>
                      </a:r>
                      <a:endParaRPr sz="2200">
                        <a:latin typeface="Cambria"/>
                        <a:cs typeface="Cambria"/>
                      </a:endParaRPr>
                    </a:p>
                  </a:txBody>
                  <a:tcPr marL="0" marR="0" marT="0" marB="0"/>
                </a:tc>
                <a:extLst>
                  <a:ext uri="{0D108BD9-81ED-4DB2-BD59-A6C34878D82A}">
                    <a16:rowId xmlns:a16="http://schemas.microsoft.com/office/drawing/2014/main" val="10005"/>
                  </a:ext>
                </a:extLst>
              </a:tr>
              <a:tr h="335280">
                <a:tc>
                  <a:txBody>
                    <a:bodyPr/>
                    <a:lstStyle/>
                    <a:p>
                      <a:pPr marL="31750">
                        <a:lnSpc>
                          <a:spcPts val="2545"/>
                        </a:lnSpc>
                      </a:pPr>
                      <a:r>
                        <a:rPr sz="2200" b="1" spc="-10" dirty="0">
                          <a:latin typeface="Cambria"/>
                          <a:cs typeface="Cambria"/>
                        </a:rPr>
                        <a:t>0a36C89</a:t>
                      </a:r>
                      <a:endParaRPr sz="2200">
                        <a:latin typeface="Cambria"/>
                        <a:cs typeface="Cambria"/>
                      </a:endParaRPr>
                    </a:p>
                  </a:txBody>
                  <a:tcPr marL="0" marR="0" marT="0" marB="0"/>
                </a:tc>
                <a:tc>
                  <a:txBody>
                    <a:bodyPr/>
                    <a:lstStyle/>
                    <a:p>
                      <a:pPr marL="1019810">
                        <a:lnSpc>
                          <a:spcPts val="2545"/>
                        </a:lnSpc>
                      </a:pPr>
                      <a:r>
                        <a:rPr sz="2200" b="1" spc="-25" dirty="0">
                          <a:latin typeface="Cambria"/>
                          <a:cs typeface="Cambria"/>
                        </a:rPr>
                        <a:t>d$</a:t>
                      </a:r>
                      <a:endParaRPr sz="2200">
                        <a:latin typeface="Cambria"/>
                        <a:cs typeface="Cambria"/>
                      </a:endParaRPr>
                    </a:p>
                  </a:txBody>
                  <a:tcPr marL="0" marR="0" marT="0" marB="0"/>
                </a:tc>
                <a:tc>
                  <a:txBody>
                    <a:bodyPr/>
                    <a:lstStyle/>
                    <a:p>
                      <a:pPr marL="980440">
                        <a:lnSpc>
                          <a:spcPts val="2545"/>
                        </a:lnSpc>
                      </a:pPr>
                      <a:r>
                        <a:rPr sz="2200" b="1" spc="-25" dirty="0">
                          <a:latin typeface="Cambria"/>
                          <a:cs typeface="Cambria"/>
                        </a:rPr>
                        <a:t>R2</a:t>
                      </a:r>
                      <a:endParaRPr sz="2200">
                        <a:latin typeface="Cambria"/>
                        <a:cs typeface="Cambria"/>
                      </a:endParaRPr>
                    </a:p>
                  </a:txBody>
                  <a:tcPr marL="0" marR="0" marT="0" marB="0"/>
                </a:tc>
                <a:extLst>
                  <a:ext uri="{0D108BD9-81ED-4DB2-BD59-A6C34878D82A}">
                    <a16:rowId xmlns:a16="http://schemas.microsoft.com/office/drawing/2014/main" val="10006"/>
                  </a:ext>
                </a:extLst>
              </a:tr>
              <a:tr h="335280">
                <a:tc>
                  <a:txBody>
                    <a:bodyPr/>
                    <a:lstStyle/>
                    <a:p>
                      <a:pPr marL="31750">
                        <a:lnSpc>
                          <a:spcPts val="2540"/>
                        </a:lnSpc>
                      </a:pPr>
                      <a:r>
                        <a:rPr sz="2200" b="1" spc="-25" dirty="0">
                          <a:latin typeface="Cambria"/>
                          <a:cs typeface="Cambria"/>
                        </a:rPr>
                        <a:t>0C2</a:t>
                      </a:r>
                      <a:endParaRPr sz="2200">
                        <a:latin typeface="Cambria"/>
                        <a:cs typeface="Cambria"/>
                      </a:endParaRPr>
                    </a:p>
                  </a:txBody>
                  <a:tcPr marL="0" marR="0" marT="0" marB="0"/>
                </a:tc>
                <a:tc>
                  <a:txBody>
                    <a:bodyPr/>
                    <a:lstStyle/>
                    <a:p>
                      <a:pPr marL="1019810">
                        <a:lnSpc>
                          <a:spcPts val="2540"/>
                        </a:lnSpc>
                      </a:pPr>
                      <a:r>
                        <a:rPr sz="2200" b="1" spc="-25" dirty="0">
                          <a:latin typeface="Cambria"/>
                          <a:cs typeface="Cambria"/>
                        </a:rPr>
                        <a:t>d$</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R2</a:t>
                      </a:r>
                      <a:endParaRPr sz="2200">
                        <a:latin typeface="Cambria"/>
                        <a:cs typeface="Cambria"/>
                      </a:endParaRPr>
                    </a:p>
                  </a:txBody>
                  <a:tcPr marL="0" marR="0" marT="0" marB="0"/>
                </a:tc>
                <a:extLst>
                  <a:ext uri="{0D108BD9-81ED-4DB2-BD59-A6C34878D82A}">
                    <a16:rowId xmlns:a16="http://schemas.microsoft.com/office/drawing/2014/main" val="10007"/>
                  </a:ext>
                </a:extLst>
              </a:tr>
              <a:tr h="334645">
                <a:tc>
                  <a:txBody>
                    <a:bodyPr/>
                    <a:lstStyle/>
                    <a:p>
                      <a:pPr marL="31750">
                        <a:lnSpc>
                          <a:spcPts val="2540"/>
                        </a:lnSpc>
                      </a:pPr>
                      <a:r>
                        <a:rPr sz="2200" b="1" spc="-10" dirty="0">
                          <a:latin typeface="Cambria"/>
                          <a:cs typeface="Cambria"/>
                        </a:rPr>
                        <a:t>0C2d47</a:t>
                      </a:r>
                      <a:endParaRPr sz="2200">
                        <a:latin typeface="Cambria"/>
                        <a:cs typeface="Cambria"/>
                      </a:endParaRPr>
                    </a:p>
                  </a:txBody>
                  <a:tcPr marL="0" marR="0" marT="0" marB="0"/>
                </a:tc>
                <a:tc>
                  <a:txBody>
                    <a:bodyPr/>
                    <a:lstStyle/>
                    <a:p>
                      <a:pPr marL="1019810">
                        <a:lnSpc>
                          <a:spcPts val="2540"/>
                        </a:lnSpc>
                      </a:pPr>
                      <a:r>
                        <a:rPr sz="2200" b="1" spc="-50" dirty="0">
                          <a:latin typeface="Cambria"/>
                          <a:cs typeface="Cambria"/>
                        </a:rPr>
                        <a:t>$</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S47</a:t>
                      </a:r>
                      <a:endParaRPr sz="2200">
                        <a:latin typeface="Cambria"/>
                        <a:cs typeface="Cambria"/>
                      </a:endParaRPr>
                    </a:p>
                  </a:txBody>
                  <a:tcPr marL="0" marR="0" marT="0" marB="0"/>
                </a:tc>
                <a:extLst>
                  <a:ext uri="{0D108BD9-81ED-4DB2-BD59-A6C34878D82A}">
                    <a16:rowId xmlns:a16="http://schemas.microsoft.com/office/drawing/2014/main" val="10008"/>
                  </a:ext>
                </a:extLst>
              </a:tr>
              <a:tr h="335280">
                <a:tc>
                  <a:txBody>
                    <a:bodyPr/>
                    <a:lstStyle/>
                    <a:p>
                      <a:pPr marL="31750">
                        <a:lnSpc>
                          <a:spcPts val="2540"/>
                        </a:lnSpc>
                      </a:pPr>
                      <a:r>
                        <a:rPr sz="2200" b="1" spc="-10" dirty="0">
                          <a:latin typeface="Cambria"/>
                          <a:cs typeface="Cambria"/>
                        </a:rPr>
                        <a:t>0C2C5</a:t>
                      </a:r>
                      <a:endParaRPr sz="2200">
                        <a:latin typeface="Cambria"/>
                        <a:cs typeface="Cambria"/>
                      </a:endParaRPr>
                    </a:p>
                  </a:txBody>
                  <a:tcPr marL="0" marR="0" marT="0" marB="0"/>
                </a:tc>
                <a:tc>
                  <a:txBody>
                    <a:bodyPr/>
                    <a:lstStyle/>
                    <a:p>
                      <a:pPr marL="1019810">
                        <a:lnSpc>
                          <a:spcPts val="2540"/>
                        </a:lnSpc>
                      </a:pPr>
                      <a:r>
                        <a:rPr sz="2200" b="1" spc="-50" dirty="0">
                          <a:latin typeface="Cambria"/>
                          <a:cs typeface="Cambria"/>
                        </a:rPr>
                        <a:t>$</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R3</a:t>
                      </a:r>
                      <a:endParaRPr sz="2200">
                        <a:latin typeface="Cambria"/>
                        <a:cs typeface="Cambria"/>
                      </a:endParaRPr>
                    </a:p>
                  </a:txBody>
                  <a:tcPr marL="0" marR="0" marT="0" marB="0"/>
                </a:tc>
                <a:extLst>
                  <a:ext uri="{0D108BD9-81ED-4DB2-BD59-A6C34878D82A}">
                    <a16:rowId xmlns:a16="http://schemas.microsoft.com/office/drawing/2014/main" val="10009"/>
                  </a:ext>
                </a:extLst>
              </a:tr>
              <a:tr h="335280">
                <a:tc>
                  <a:txBody>
                    <a:bodyPr/>
                    <a:lstStyle/>
                    <a:p>
                      <a:pPr marL="31750">
                        <a:lnSpc>
                          <a:spcPts val="2540"/>
                        </a:lnSpc>
                      </a:pPr>
                      <a:r>
                        <a:rPr sz="2200" b="1" spc="-25" dirty="0">
                          <a:latin typeface="Cambria"/>
                          <a:cs typeface="Cambria"/>
                        </a:rPr>
                        <a:t>0S1</a:t>
                      </a:r>
                      <a:endParaRPr sz="2200">
                        <a:latin typeface="Cambria"/>
                        <a:cs typeface="Cambria"/>
                      </a:endParaRPr>
                    </a:p>
                  </a:txBody>
                  <a:tcPr marL="0" marR="0" marT="0" marB="0"/>
                </a:tc>
                <a:tc>
                  <a:txBody>
                    <a:bodyPr/>
                    <a:lstStyle/>
                    <a:p>
                      <a:pPr marL="1019810">
                        <a:lnSpc>
                          <a:spcPts val="2540"/>
                        </a:lnSpc>
                      </a:pPr>
                      <a:r>
                        <a:rPr sz="2200" b="1" spc="-50" dirty="0">
                          <a:latin typeface="Cambria"/>
                          <a:cs typeface="Cambria"/>
                        </a:rPr>
                        <a:t>$</a:t>
                      </a:r>
                      <a:endParaRPr sz="2200">
                        <a:latin typeface="Cambria"/>
                        <a:cs typeface="Cambria"/>
                      </a:endParaRPr>
                    </a:p>
                  </a:txBody>
                  <a:tcPr marL="0" marR="0" marT="0" marB="0"/>
                </a:tc>
                <a:tc>
                  <a:txBody>
                    <a:bodyPr/>
                    <a:lstStyle/>
                    <a:p>
                      <a:pPr marL="980440">
                        <a:lnSpc>
                          <a:spcPts val="2540"/>
                        </a:lnSpc>
                      </a:pPr>
                      <a:r>
                        <a:rPr sz="2200" b="1" spc="-25" dirty="0">
                          <a:latin typeface="Cambria"/>
                          <a:cs typeface="Cambria"/>
                        </a:rPr>
                        <a:t>R1</a:t>
                      </a:r>
                      <a:endParaRPr sz="2200">
                        <a:latin typeface="Cambria"/>
                        <a:cs typeface="Cambria"/>
                      </a:endParaRPr>
                    </a:p>
                  </a:txBody>
                  <a:tcPr marL="0" marR="0" marT="0" marB="0"/>
                </a:tc>
                <a:extLst>
                  <a:ext uri="{0D108BD9-81ED-4DB2-BD59-A6C34878D82A}">
                    <a16:rowId xmlns:a16="http://schemas.microsoft.com/office/drawing/2014/main" val="10010"/>
                  </a:ext>
                </a:extLst>
              </a:tr>
              <a:tr h="330835">
                <a:tc>
                  <a:txBody>
                    <a:bodyPr/>
                    <a:lstStyle/>
                    <a:p>
                      <a:pPr marL="31750">
                        <a:lnSpc>
                          <a:spcPts val="2505"/>
                        </a:lnSpc>
                      </a:pPr>
                      <a:r>
                        <a:rPr sz="2200" b="1" spc="-10" dirty="0">
                          <a:latin typeface="Cambria"/>
                          <a:cs typeface="Cambria"/>
                        </a:rPr>
                        <a:t>Accept</a:t>
                      </a:r>
                      <a:endParaRPr sz="2200">
                        <a:latin typeface="Cambria"/>
                        <a:cs typeface="Cambria"/>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11"/>
                  </a:ext>
                </a:extLst>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58951"/>
            <a:ext cx="3444240" cy="5331460"/>
          </a:xfrm>
          <a:prstGeom prst="rect">
            <a:avLst/>
          </a:prstGeom>
          <a:solidFill>
            <a:srgbClr val="40B9D2"/>
          </a:solidFill>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20"/>
              </a:spcBef>
            </a:pPr>
            <a:endParaRPr sz="3600">
              <a:latin typeface="Times New Roman"/>
              <a:cs typeface="Times New Roman"/>
            </a:endParaRPr>
          </a:p>
          <a:p>
            <a:pPr marL="344170">
              <a:lnSpc>
                <a:spcPts val="4105"/>
              </a:lnSpc>
            </a:pPr>
            <a:r>
              <a:rPr sz="3600" b="1" spc="-10" dirty="0">
                <a:solidFill>
                  <a:srgbClr val="FFFFFF"/>
                </a:solidFill>
                <a:latin typeface="Cambria"/>
                <a:cs typeface="Cambria"/>
              </a:rPr>
              <a:t>LALR(1)</a:t>
            </a:r>
            <a:endParaRPr sz="3600">
              <a:latin typeface="Cambria"/>
              <a:cs typeface="Cambria"/>
            </a:endParaRPr>
          </a:p>
          <a:p>
            <a:pPr marL="344170">
              <a:lnSpc>
                <a:spcPts val="4105"/>
              </a:lnSpc>
            </a:pPr>
            <a:r>
              <a:rPr sz="3600" b="1" spc="-10" dirty="0">
                <a:solidFill>
                  <a:srgbClr val="FFFFFF"/>
                </a:solidFill>
                <a:latin typeface="Cambria"/>
                <a:cs typeface="Cambria"/>
              </a:rPr>
              <a:t>Parser</a:t>
            </a:r>
            <a:endParaRPr sz="3600">
              <a:latin typeface="Cambria"/>
              <a:cs typeface="Cambria"/>
            </a:endParaRPr>
          </a:p>
        </p:txBody>
      </p:sp>
      <p:sp>
        <p:nvSpPr>
          <p:cNvPr id="3" name="object 3"/>
          <p:cNvSpPr txBox="1"/>
          <p:nvPr/>
        </p:nvSpPr>
        <p:spPr>
          <a:xfrm>
            <a:off x="3800347" y="680719"/>
            <a:ext cx="1310640" cy="2708275"/>
          </a:xfrm>
          <a:prstGeom prst="rect">
            <a:avLst/>
          </a:prstGeom>
        </p:spPr>
        <p:txBody>
          <a:bodyPr vert="horz" wrap="square" lIns="0" tIns="12065" rIns="0" bIns="0" rtlCol="0">
            <a:spAutoFit/>
          </a:bodyPr>
          <a:lstStyle/>
          <a:p>
            <a:pPr marL="12700" marR="15875">
              <a:lnSpc>
                <a:spcPct val="100000"/>
              </a:lnSpc>
              <a:spcBef>
                <a:spcPts val="95"/>
              </a:spcBef>
            </a:pPr>
            <a:r>
              <a:rPr sz="2200" b="1" spc="-10" dirty="0">
                <a:latin typeface="Cambria"/>
                <a:cs typeface="Cambria"/>
              </a:rPr>
              <a:t>Example:- </a:t>
            </a:r>
            <a:r>
              <a:rPr sz="2200" b="1" spc="-20" dirty="0">
                <a:latin typeface="Cambria"/>
                <a:cs typeface="Cambria"/>
              </a:rPr>
              <a:t>S</a:t>
            </a:r>
            <a:r>
              <a:rPr sz="2200" spc="-20" dirty="0">
                <a:latin typeface="Wingdings"/>
                <a:cs typeface="Wingdings"/>
              </a:rPr>
              <a:t></a:t>
            </a:r>
            <a:r>
              <a:rPr sz="2200" b="1" spc="-20" dirty="0">
                <a:latin typeface="Cambria"/>
                <a:cs typeface="Cambria"/>
              </a:rPr>
              <a:t>Aa </a:t>
            </a:r>
            <a:r>
              <a:rPr sz="2200" b="1" spc="-10" dirty="0">
                <a:latin typeface="Cambria"/>
                <a:cs typeface="Cambria"/>
              </a:rPr>
              <a:t>S</a:t>
            </a:r>
            <a:r>
              <a:rPr sz="2200" spc="-10" dirty="0">
                <a:latin typeface="Wingdings"/>
                <a:cs typeface="Wingdings"/>
              </a:rPr>
              <a:t></a:t>
            </a:r>
            <a:r>
              <a:rPr sz="2200" b="1" spc="-10" dirty="0">
                <a:latin typeface="Cambria"/>
                <a:cs typeface="Cambria"/>
              </a:rPr>
              <a:t>bAc </a:t>
            </a:r>
            <a:r>
              <a:rPr sz="2200" b="1" spc="-20" dirty="0">
                <a:latin typeface="Cambria"/>
                <a:cs typeface="Cambria"/>
              </a:rPr>
              <a:t>S</a:t>
            </a:r>
            <a:r>
              <a:rPr sz="2200" spc="-20" dirty="0">
                <a:latin typeface="Wingdings"/>
                <a:cs typeface="Wingdings"/>
              </a:rPr>
              <a:t></a:t>
            </a:r>
            <a:r>
              <a:rPr sz="2200" b="1" spc="-20" dirty="0">
                <a:latin typeface="Cambria"/>
                <a:cs typeface="Cambria"/>
              </a:rPr>
              <a:t>dc </a:t>
            </a:r>
            <a:r>
              <a:rPr sz="2200" b="1" spc="-10" dirty="0">
                <a:latin typeface="Cambria"/>
                <a:cs typeface="Cambria"/>
              </a:rPr>
              <a:t>S</a:t>
            </a:r>
            <a:r>
              <a:rPr sz="2200" spc="-10" dirty="0">
                <a:latin typeface="Wingdings"/>
                <a:cs typeface="Wingdings"/>
              </a:rPr>
              <a:t></a:t>
            </a:r>
            <a:r>
              <a:rPr sz="2200" b="1" spc="-10" dirty="0">
                <a:latin typeface="Cambria"/>
                <a:cs typeface="Cambria"/>
              </a:rPr>
              <a:t>bda </a:t>
            </a:r>
            <a:r>
              <a:rPr sz="2200" b="1" spc="-25" dirty="0">
                <a:latin typeface="Cambria"/>
                <a:cs typeface="Cambria"/>
              </a:rPr>
              <a:t>A</a:t>
            </a:r>
            <a:r>
              <a:rPr sz="2200" spc="-25" dirty="0">
                <a:latin typeface="Wingdings"/>
                <a:cs typeface="Wingdings"/>
              </a:rPr>
              <a:t></a:t>
            </a:r>
            <a:r>
              <a:rPr sz="2200" b="1" spc="-25" dirty="0">
                <a:latin typeface="Cambria"/>
                <a:cs typeface="Cambria"/>
              </a:rPr>
              <a:t>d</a:t>
            </a:r>
            <a:endParaRPr sz="2200">
              <a:latin typeface="Cambria"/>
              <a:cs typeface="Cambria"/>
            </a:endParaRPr>
          </a:p>
          <a:p>
            <a:pPr>
              <a:lnSpc>
                <a:spcPct val="100000"/>
              </a:lnSpc>
              <a:spcBef>
                <a:spcPts val="65"/>
              </a:spcBef>
            </a:pPr>
            <a:endParaRPr sz="2200">
              <a:latin typeface="Cambria"/>
              <a:cs typeface="Cambria"/>
            </a:endParaRPr>
          </a:p>
          <a:p>
            <a:pPr marL="12700">
              <a:lnSpc>
                <a:spcPct val="100000"/>
              </a:lnSpc>
              <a:tabLst>
                <a:tab pos="542925" algn="l"/>
              </a:tabLst>
            </a:pPr>
            <a:r>
              <a:rPr sz="2200" b="1" spc="-25" dirty="0">
                <a:latin typeface="Cambria"/>
                <a:cs typeface="Cambria"/>
              </a:rPr>
              <a:t>In</a:t>
            </a:r>
            <a:r>
              <a:rPr sz="2200" b="1" dirty="0">
                <a:latin typeface="Cambria"/>
                <a:cs typeface="Cambria"/>
              </a:rPr>
              <a:t>	</a:t>
            </a:r>
            <a:r>
              <a:rPr sz="2200" b="1" spc="-20" dirty="0">
                <a:latin typeface="Cambria"/>
                <a:cs typeface="Cambria"/>
              </a:rPr>
              <a:t>above</a:t>
            </a:r>
            <a:endParaRPr sz="2200">
              <a:latin typeface="Cambria"/>
              <a:cs typeface="Cambria"/>
            </a:endParaRPr>
          </a:p>
        </p:txBody>
      </p:sp>
      <p:sp>
        <p:nvSpPr>
          <p:cNvPr id="4" name="object 4"/>
          <p:cNvSpPr txBox="1"/>
          <p:nvPr/>
        </p:nvSpPr>
        <p:spPr>
          <a:xfrm>
            <a:off x="5351779" y="3028314"/>
            <a:ext cx="5777230" cy="360680"/>
          </a:xfrm>
          <a:prstGeom prst="rect">
            <a:avLst/>
          </a:prstGeom>
        </p:spPr>
        <p:txBody>
          <a:bodyPr vert="horz" wrap="square" lIns="0" tIns="12065" rIns="0" bIns="0" rtlCol="0">
            <a:spAutoFit/>
          </a:bodyPr>
          <a:lstStyle/>
          <a:p>
            <a:pPr marL="12700">
              <a:lnSpc>
                <a:spcPct val="100000"/>
              </a:lnSpc>
              <a:spcBef>
                <a:spcPts val="95"/>
              </a:spcBef>
              <a:tabLst>
                <a:tab pos="1359535" algn="l"/>
                <a:tab pos="1952625" algn="l"/>
                <a:tab pos="2842895" algn="l"/>
                <a:tab pos="3528695" algn="l"/>
                <a:tab pos="4648835" algn="l"/>
              </a:tabLst>
            </a:pPr>
            <a:r>
              <a:rPr sz="2200" b="1" spc="-10" dirty="0">
                <a:latin typeface="Cambria"/>
                <a:cs typeface="Cambria"/>
              </a:rPr>
              <a:t>example</a:t>
            </a:r>
            <a:r>
              <a:rPr sz="2200" b="1" dirty="0">
                <a:latin typeface="Cambria"/>
                <a:cs typeface="Cambria"/>
              </a:rPr>
              <a:t>	</a:t>
            </a:r>
            <a:r>
              <a:rPr sz="2200" b="1" spc="-25" dirty="0">
                <a:latin typeface="Cambria"/>
                <a:cs typeface="Cambria"/>
              </a:rPr>
              <a:t>no</a:t>
            </a:r>
            <a:r>
              <a:rPr sz="2200" b="1" dirty="0">
                <a:latin typeface="Cambria"/>
                <a:cs typeface="Cambria"/>
              </a:rPr>
              <a:t>	</a:t>
            </a:r>
            <a:r>
              <a:rPr sz="2200" b="1" spc="-10" dirty="0">
                <a:latin typeface="Cambria"/>
                <a:cs typeface="Cambria"/>
              </a:rPr>
              <a:t>state</a:t>
            </a:r>
            <a:r>
              <a:rPr sz="2200" b="1" dirty="0">
                <a:latin typeface="Cambria"/>
                <a:cs typeface="Cambria"/>
              </a:rPr>
              <a:t>	</a:t>
            </a:r>
            <a:r>
              <a:rPr sz="2200" b="1" spc="-25" dirty="0">
                <a:latin typeface="Cambria"/>
                <a:cs typeface="Cambria"/>
              </a:rPr>
              <a:t>are</a:t>
            </a:r>
            <a:r>
              <a:rPr sz="2200" b="1" dirty="0">
                <a:latin typeface="Cambria"/>
                <a:cs typeface="Cambria"/>
              </a:rPr>
              <a:t>	</a:t>
            </a:r>
            <a:r>
              <a:rPr sz="2200" b="1" spc="-10" dirty="0">
                <a:latin typeface="Cambria"/>
                <a:cs typeface="Cambria"/>
              </a:rPr>
              <a:t>having</a:t>
            </a:r>
            <a:r>
              <a:rPr sz="2200" b="1" dirty="0">
                <a:latin typeface="Cambria"/>
                <a:cs typeface="Cambria"/>
              </a:rPr>
              <a:t>	</a:t>
            </a:r>
            <a:r>
              <a:rPr sz="2200" b="1" spc="-10" dirty="0">
                <a:latin typeface="Cambria"/>
                <a:cs typeface="Cambria"/>
              </a:rPr>
              <a:t>common</a:t>
            </a:r>
            <a:endParaRPr sz="2200">
              <a:latin typeface="Cambria"/>
              <a:cs typeface="Cambria"/>
            </a:endParaRPr>
          </a:p>
        </p:txBody>
      </p:sp>
      <p:sp>
        <p:nvSpPr>
          <p:cNvPr id="5" name="object 5"/>
          <p:cNvSpPr txBox="1"/>
          <p:nvPr/>
        </p:nvSpPr>
        <p:spPr>
          <a:xfrm>
            <a:off x="3800347" y="3363595"/>
            <a:ext cx="7328534" cy="695960"/>
          </a:xfrm>
          <a:prstGeom prst="rect">
            <a:avLst/>
          </a:prstGeom>
        </p:spPr>
        <p:txBody>
          <a:bodyPr vert="horz" wrap="square" lIns="0" tIns="12065" rIns="0" bIns="0" rtlCol="0">
            <a:spAutoFit/>
          </a:bodyPr>
          <a:lstStyle/>
          <a:p>
            <a:pPr marL="12700" marR="5080">
              <a:lnSpc>
                <a:spcPct val="100000"/>
              </a:lnSpc>
              <a:spcBef>
                <a:spcPts val="95"/>
              </a:spcBef>
              <a:tabLst>
                <a:tab pos="1606550" algn="l"/>
                <a:tab pos="2360930" algn="l"/>
                <a:tab pos="3319779" algn="l"/>
                <a:tab pos="3810635" algn="l"/>
                <a:tab pos="4726940" algn="l"/>
                <a:tab pos="5339080" algn="l"/>
                <a:tab pos="5816600" algn="l"/>
                <a:tab pos="7028180" algn="l"/>
              </a:tabLst>
            </a:pPr>
            <a:r>
              <a:rPr sz="2200" b="1" spc="-10" dirty="0">
                <a:latin typeface="Cambria"/>
                <a:cs typeface="Cambria"/>
              </a:rPr>
              <a:t>production</a:t>
            </a:r>
            <a:r>
              <a:rPr sz="2200" b="1" dirty="0">
                <a:latin typeface="Cambria"/>
                <a:cs typeface="Cambria"/>
              </a:rPr>
              <a:t>	</a:t>
            </a:r>
            <a:r>
              <a:rPr sz="2200" b="1" spc="-20" dirty="0">
                <a:latin typeface="Cambria"/>
                <a:cs typeface="Cambria"/>
              </a:rPr>
              <a:t>rule.</a:t>
            </a:r>
            <a:r>
              <a:rPr sz="2200" b="1" dirty="0">
                <a:latin typeface="Cambria"/>
                <a:cs typeface="Cambria"/>
              </a:rPr>
              <a:t>	</a:t>
            </a:r>
            <a:r>
              <a:rPr sz="2200" b="1" spc="-20" dirty="0">
                <a:latin typeface="Cambria"/>
                <a:cs typeface="Cambria"/>
              </a:rPr>
              <a:t>Hence</a:t>
            </a:r>
            <a:r>
              <a:rPr sz="2200" b="1" dirty="0">
                <a:latin typeface="Cambria"/>
                <a:cs typeface="Cambria"/>
              </a:rPr>
              <a:t>	</a:t>
            </a:r>
            <a:r>
              <a:rPr sz="2200" b="1" spc="-25" dirty="0">
                <a:latin typeface="Cambria"/>
                <a:cs typeface="Cambria"/>
              </a:rPr>
              <a:t>no</a:t>
            </a:r>
            <a:r>
              <a:rPr sz="2200" b="1" dirty="0">
                <a:latin typeface="Cambria"/>
                <a:cs typeface="Cambria"/>
              </a:rPr>
              <a:t>	</a:t>
            </a:r>
            <a:r>
              <a:rPr sz="2200" b="1" spc="-10" dirty="0">
                <a:latin typeface="Cambria"/>
                <a:cs typeface="Cambria"/>
              </a:rPr>
              <a:t>states</a:t>
            </a:r>
            <a:r>
              <a:rPr sz="2200" b="1" dirty="0">
                <a:latin typeface="Cambria"/>
                <a:cs typeface="Cambria"/>
              </a:rPr>
              <a:t>	</a:t>
            </a:r>
            <a:r>
              <a:rPr sz="2200" b="1" spc="-25" dirty="0">
                <a:latin typeface="Cambria"/>
                <a:cs typeface="Cambria"/>
              </a:rPr>
              <a:t>can</a:t>
            </a:r>
            <a:r>
              <a:rPr sz="2200" b="1" dirty="0">
                <a:latin typeface="Cambria"/>
                <a:cs typeface="Cambria"/>
              </a:rPr>
              <a:t>	</a:t>
            </a:r>
            <a:r>
              <a:rPr sz="2200" b="1" spc="-25" dirty="0">
                <a:latin typeface="Cambria"/>
                <a:cs typeface="Cambria"/>
              </a:rPr>
              <a:t>be</a:t>
            </a:r>
            <a:r>
              <a:rPr sz="2200" b="1" dirty="0">
                <a:latin typeface="Cambria"/>
                <a:cs typeface="Cambria"/>
              </a:rPr>
              <a:t>	</a:t>
            </a:r>
            <a:r>
              <a:rPr sz="2200" b="1" spc="-10" dirty="0">
                <a:latin typeface="Cambria"/>
                <a:cs typeface="Cambria"/>
              </a:rPr>
              <a:t>merged,</a:t>
            </a:r>
            <a:r>
              <a:rPr sz="2200" b="1" dirty="0">
                <a:latin typeface="Cambria"/>
                <a:cs typeface="Cambria"/>
              </a:rPr>
              <a:t>	</a:t>
            </a:r>
            <a:r>
              <a:rPr sz="2200" b="1" spc="-25" dirty="0">
                <a:latin typeface="Cambria"/>
                <a:cs typeface="Cambria"/>
              </a:rPr>
              <a:t>so </a:t>
            </a:r>
            <a:r>
              <a:rPr sz="2200" b="1" dirty="0">
                <a:latin typeface="Cambria"/>
                <a:cs typeface="Cambria"/>
              </a:rPr>
              <a:t>generate</a:t>
            </a:r>
            <a:r>
              <a:rPr sz="2200" b="1" spc="-55" dirty="0">
                <a:latin typeface="Cambria"/>
                <a:cs typeface="Cambria"/>
              </a:rPr>
              <a:t> </a:t>
            </a:r>
            <a:r>
              <a:rPr sz="2200" b="1" dirty="0">
                <a:latin typeface="Cambria"/>
                <a:cs typeface="Cambria"/>
              </a:rPr>
              <a:t>LALR(1)</a:t>
            </a:r>
            <a:r>
              <a:rPr sz="2200" b="1" spc="-35" dirty="0">
                <a:latin typeface="Cambria"/>
                <a:cs typeface="Cambria"/>
              </a:rPr>
              <a:t> </a:t>
            </a:r>
            <a:r>
              <a:rPr sz="2200" b="1" spc="-10" dirty="0">
                <a:latin typeface="Cambria"/>
                <a:cs typeface="Cambria"/>
              </a:rPr>
              <a:t>Parsing</a:t>
            </a:r>
            <a:r>
              <a:rPr sz="2200" b="1" spc="-55" dirty="0">
                <a:latin typeface="Cambria"/>
                <a:cs typeface="Cambria"/>
              </a:rPr>
              <a:t> </a:t>
            </a:r>
            <a:r>
              <a:rPr sz="2200" b="1" dirty="0">
                <a:latin typeface="Cambria"/>
                <a:cs typeface="Cambria"/>
              </a:rPr>
              <a:t>table</a:t>
            </a:r>
            <a:r>
              <a:rPr sz="2200" b="1" spc="-60" dirty="0">
                <a:latin typeface="Cambria"/>
                <a:cs typeface="Cambria"/>
              </a:rPr>
              <a:t> </a:t>
            </a:r>
            <a:r>
              <a:rPr sz="2200" b="1" dirty="0">
                <a:latin typeface="Cambria"/>
                <a:cs typeface="Cambria"/>
              </a:rPr>
              <a:t>for</a:t>
            </a:r>
            <a:r>
              <a:rPr sz="2200" b="1" spc="-55" dirty="0">
                <a:latin typeface="Cambria"/>
                <a:cs typeface="Cambria"/>
              </a:rPr>
              <a:t> </a:t>
            </a:r>
            <a:r>
              <a:rPr sz="2200" b="1" dirty="0">
                <a:latin typeface="Cambria"/>
                <a:cs typeface="Cambria"/>
              </a:rPr>
              <a:t>all</a:t>
            </a:r>
            <a:r>
              <a:rPr sz="2200" b="1" spc="-55" dirty="0">
                <a:latin typeface="Cambria"/>
                <a:cs typeface="Cambria"/>
              </a:rPr>
              <a:t> </a:t>
            </a:r>
            <a:r>
              <a:rPr sz="2200" b="1" spc="-10" dirty="0">
                <a:latin typeface="Cambria"/>
                <a:cs typeface="Cambria"/>
              </a:rPr>
              <a:t>given</a:t>
            </a:r>
            <a:r>
              <a:rPr sz="2200" b="1" spc="-60" dirty="0">
                <a:latin typeface="Cambria"/>
                <a:cs typeface="Cambria"/>
              </a:rPr>
              <a:t> </a:t>
            </a:r>
            <a:r>
              <a:rPr sz="2200" b="1" spc="-10" dirty="0">
                <a:latin typeface="Cambria"/>
                <a:cs typeface="Cambria"/>
              </a:rPr>
              <a:t>states.</a:t>
            </a:r>
            <a:endParaRPr sz="2200">
              <a:latin typeface="Cambria"/>
              <a:cs typeface="Cambria"/>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C68D5051-8C9D-BB87-ED48-5DA39A3CF4D2}"/>
              </a:ext>
            </a:extLst>
          </p:cNvPr>
          <p:cNvSpPr/>
          <p:nvPr/>
        </p:nvSpPr>
        <p:spPr>
          <a:xfrm>
            <a:off x="914400" y="914400"/>
            <a:ext cx="9141460" cy="5334000"/>
          </a:xfrm>
          <a:custGeom>
            <a:avLst/>
            <a:gdLst/>
            <a:ahLst/>
            <a:cxnLst/>
            <a:rect l="l" t="t" r="r" b="b"/>
            <a:pathLst>
              <a:path w="9141460" h="5334000">
                <a:moveTo>
                  <a:pt x="9140952" y="0"/>
                </a:moveTo>
                <a:lnTo>
                  <a:pt x="0" y="0"/>
                </a:lnTo>
                <a:lnTo>
                  <a:pt x="0" y="5334000"/>
                </a:lnTo>
                <a:lnTo>
                  <a:pt x="9140952" y="5334000"/>
                </a:lnTo>
                <a:lnTo>
                  <a:pt x="9140952" y="0"/>
                </a:lnTo>
                <a:close/>
              </a:path>
            </a:pathLst>
          </a:custGeom>
          <a:solidFill>
            <a:srgbClr val="40B9D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 name="Picture 5">
            <a:extLst>
              <a:ext uri="{FF2B5EF4-FFF2-40B4-BE49-F238E27FC236}">
                <a16:creationId xmlns:a16="http://schemas.microsoft.com/office/drawing/2014/main" id="{AF144439-36A8-9DEB-3923-5047E4886277}"/>
              </a:ext>
            </a:extLst>
          </p:cNvPr>
          <p:cNvPicPr>
            <a:picLocks noChangeAspect="1"/>
          </p:cNvPicPr>
          <p:nvPr/>
        </p:nvPicPr>
        <p:blipFill>
          <a:blip r:embed="rId2"/>
          <a:stretch>
            <a:fillRect/>
          </a:stretch>
        </p:blipFill>
        <p:spPr>
          <a:xfrm>
            <a:off x="1219200" y="1524000"/>
            <a:ext cx="8202562" cy="4044888"/>
          </a:xfrm>
          <a:prstGeom prst="rect">
            <a:avLst/>
          </a:prstGeom>
        </p:spPr>
      </p:pic>
    </p:spTree>
    <p:extLst>
      <p:ext uri="{BB962C8B-B14F-4D97-AF65-F5344CB8AC3E}">
        <p14:creationId xmlns:p14="http://schemas.microsoft.com/office/powerpoint/2010/main" val="42217575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121</TotalTime>
  <Words>9686</Words>
  <Application>Microsoft Office PowerPoint</Application>
  <PresentationFormat>Widescreen</PresentationFormat>
  <Paragraphs>2291</Paragraphs>
  <Slides>107</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107</vt:i4>
      </vt:variant>
    </vt:vector>
  </HeadingPairs>
  <TitlesOfParts>
    <vt:vector size="119" baseType="lpstr">
      <vt:lpstr>Aptos</vt:lpstr>
      <vt:lpstr>Arial MT</vt:lpstr>
      <vt:lpstr>Calibri</vt:lpstr>
      <vt:lpstr>Cambria</vt:lpstr>
      <vt:lpstr>Cambria Math</vt:lpstr>
      <vt:lpstr>Candara</vt:lpstr>
      <vt:lpstr>Corbel</vt:lpstr>
      <vt:lpstr>Microsoft Sans Serif</vt:lpstr>
      <vt:lpstr>Symbol</vt:lpstr>
      <vt:lpstr>Times New Roman</vt:lpstr>
      <vt:lpstr>Wingdings</vt:lpstr>
      <vt:lpstr>Office Theme</vt:lpstr>
      <vt:lpstr>PCD : PRINCIPALS   OF  COMPILER DESIGN Syntax Analysis Parsing</vt:lpstr>
      <vt:lpstr>Outline :</vt:lpstr>
      <vt:lpstr>🞄 In our compiler model, the parser obtains a string of tokens from the lexical analyzer and verifies that the string of token names can be generated by the grammar for the source language.</vt:lpstr>
      <vt:lpstr>   Scanner – Parser Interaction</vt:lpstr>
      <vt:lpstr>PowerPoint Presentation</vt:lpstr>
      <vt:lpstr>🞄 It should report the presence of errors clearly and</vt:lpstr>
      <vt:lpstr>🞄 Parse tree is graphical representation of symbol.</vt:lpstr>
      <vt:lpstr>PowerPoint Presentation</vt:lpstr>
      <vt:lpstr>CONTEXT-FREE GRAMMAR(CFG) </vt:lpstr>
      <vt:lpstr>🞄 Given below are class of grammar where each class has its own</vt:lpstr>
      <vt:lpstr>3. Type-2 Grammar:- Context Free Grammar</vt:lpstr>
      <vt:lpstr>🞄 Let production P1 of grammar G be of the form P1 : A::= α</vt:lpstr>
      <vt:lpstr>PowerPoint Presentation</vt:lpstr>
      <vt:lpstr>🞄 The process of deriving string is called Derivation and graphical representation of derivation is called derivation tree or parse tree.</vt:lpstr>
      <vt:lpstr>PowerPoint Presentation</vt:lpstr>
      <vt:lpstr>PowerPoint Presentation</vt:lpstr>
      <vt:lpstr>Let production P1 of grammar G be of the form P1 : A::= α</vt:lpstr>
      <vt:lpstr>PowerPoint Presentation</vt:lpstr>
      <vt:lpstr>PowerPoint Presentation</vt:lpstr>
      <vt:lpstr>🞄 Prove that given grammar is ambiguous grammar:</vt:lpstr>
      <vt:lpstr>PowerPoint Presentation</vt:lpstr>
      <vt:lpstr>PowerPoint Presentation</vt:lpstr>
      <vt:lpstr>🞄 In leftmost derivation by scanning the input from left to right, grammars of the form A  A x may cause endless recursion.</vt:lpstr>
      <vt:lpstr>PowerPoint Presentation</vt:lpstr>
      <vt:lpstr>PowerPoint Presentation</vt:lpstr>
      <vt:lpstr>PowerPoint Presentation</vt:lpstr>
      <vt:lpstr>Remove left recursion</vt:lpstr>
      <vt:lpstr>A  Ac | Ed | </vt:lpstr>
      <vt:lpstr>for producing a grammar suitable for predictive parsing.</vt:lpstr>
      <vt:lpstr>PowerPoint Presentation</vt:lpstr>
      <vt:lpstr>A  1 | 2 |...| n | </vt:lpstr>
      <vt:lpstr>E -&gt; T+E | T T -&gt; V*T | V</vt:lpstr>
      <vt:lpstr>PowerPoint Presentation</vt:lpstr>
      <vt:lpstr>Example :</vt:lpstr>
      <vt:lpstr>A  BCD | Cx</vt:lpstr>
      <vt:lpstr>Example : S  PQr | s</vt:lpstr>
      <vt:lpstr>A  bcg | gh</vt:lpstr>
      <vt:lpstr>A  BCD | Cx</vt:lpstr>
      <vt:lpstr>Parser</vt:lpstr>
      <vt:lpstr>🞄 Top-down parser is the parser which generates parse tree for the given input string with the help of grammar productions by expanding the non-terminals i.e. it starts from the start symbol and ends on the terminals.</vt:lpstr>
      <vt:lpstr>PowerPoint Presentation</vt:lpstr>
      <vt:lpstr>PowerPoint Presentation</vt:lpstr>
      <vt:lpstr>PowerPoint Presentation</vt:lpstr>
      <vt:lpstr>PowerPoint Presentation</vt:lpstr>
      <vt:lpstr>PowerPoint Presentation</vt:lpstr>
      <vt:lpstr>🞄 Special case of Recursive descent parser is called Predictive parser.</vt:lpstr>
      <vt:lpstr>INPUT STRING</vt:lpstr>
      <vt:lpstr>1) If X = a = $, the parser halts and announces successful</vt:lpstr>
      <vt:lpstr>🞄 L stands for left-to-right scanning, L stands for Left most derivation and ‘1’ in LL(1) indicates that the grammar uses a look-ahead of one source symbol – that is, the prediction to be made is determined by the next source symbol.</vt:lpstr>
      <vt:lpstr>I. Remove left recursion.</vt:lpstr>
      <vt:lpstr>PowerPoint Presentation</vt:lpstr>
      <vt:lpstr>PowerPoint Presentation</vt:lpstr>
      <vt:lpstr>LL(1) Parser Example:</vt:lpstr>
      <vt:lpstr>PowerPoint Presentation</vt:lpstr>
      <vt:lpstr>1.  S 1AB |  A 1AC | 0C B 0S</vt:lpstr>
      <vt:lpstr>PowerPoint Presentation</vt:lpstr>
      <vt:lpstr>PowerPoint Presentation</vt:lpstr>
      <vt:lpstr>PowerPoint Presentation</vt:lpstr>
      <vt:lpstr>🞄 Handle:- A handle of a string is a substring  of the string that matches the right side of a production, and we can reduce such string by a non terminal on left hand side production.</vt:lpstr>
      <vt:lpstr>PowerPoint Presentation</vt:lpstr>
      <vt:lpstr>1. Shift:- Moving of the symbols from input buffer onto the stack, this action is called shift.</vt:lpstr>
      <vt:lpstr>Example:</vt:lpstr>
      <vt:lpstr>    Shift Reduce Parsing</vt:lpstr>
      <vt:lpstr>🞄 Example:</vt:lpstr>
      <vt:lpstr>PowerPoint Presentation</vt:lpstr>
      <vt:lpstr>In Operator Precedence Parsing , we define following relations.</vt:lpstr>
      <vt:lpstr>PowerPoint Presentation</vt:lpstr>
      <vt:lpstr>   Operator Precedence Parsing</vt:lpstr>
      <vt:lpstr>   Operator Precedence Parsing</vt:lpstr>
      <vt:lpstr>PowerPoint Presentation</vt:lpstr>
      <vt:lpstr>PowerPoint Presentation</vt:lpstr>
      <vt:lpstr>PowerPoint Presentation</vt:lpstr>
      <vt:lpstr>If the constructed graph has an cycle then no precedence function exist. When there are no cycles collect the length of the longest paths from the group of fa and gb  respectively.</vt:lpstr>
      <vt:lpstr>   Operator Precedence Parsing</vt:lpstr>
      <vt:lpstr>PowerPoint Presentation</vt:lpstr>
      <vt:lpstr>PowerPoint Presentation</vt:lpstr>
      <vt:lpstr>PowerPoint Presentation</vt:lpstr>
      <vt:lpstr>The  structure  of  LR  parser  consists  of  input  buffer  for storing the input string, a stack for storing the grammar symbols, output and a parsing table comprised of two parts, namely actions and goto.</vt:lpstr>
      <vt:lpstr>i. si means shift state i.</vt:lpstr>
      <vt:lpstr>S • ABC , S A •BC , S ABC •</vt:lpstr>
      <vt:lpstr>Example:- S AA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Check whether given grammar is SLR or not.</vt:lpstr>
      <vt:lpstr>PowerPoint Presentation</vt:lpstr>
      <vt:lpstr>PowerPoint Presentation</vt:lpstr>
      <vt:lpstr>PowerPoint Presentation</vt:lpstr>
      <vt:lpstr>PowerPoint Presentation</vt:lpstr>
      <vt:lpstr>PowerPoint Presentation</vt:lpstr>
      <vt:lpstr>PowerPoint Presentation</vt:lpstr>
      <vt:lpstr>🞄 CLR(1) Parsing configurations have the general form:</vt:lpstr>
      <vt:lpstr>PowerPoint Presentation</vt:lpstr>
      <vt:lpstr>PowerPoint Presentation</vt:lpstr>
      <vt:lpstr>PowerPoint Presentation</vt:lpstr>
      <vt:lpstr>🞄 Example:- S  L = R | R L  * R | id R  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online  certificate  course</dc:title>
  <dc:creator>Dhara Joshi</dc:creator>
  <cp:lastModifiedBy>2515012_ Vidyasree</cp:lastModifiedBy>
  <cp:revision>5</cp:revision>
  <dcterms:created xsi:type="dcterms:W3CDTF">2026-02-19T18:09:58Z</dcterms:created>
  <dcterms:modified xsi:type="dcterms:W3CDTF">2026-02-20T19:26:04Z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2024-10-11T00:00:00Z</vt:filetime>
  </property>
  <property fmtid="{D5CDD505-2E9C-101B-9397-08002B2CF9AE}" pid="3" name="Creator">
    <vt:lpwstr>Microsoft® PowerPoint® 2016</vt:lpwstr>
  </property>
  <property fmtid="{D5CDD505-2E9C-101B-9397-08002B2CF9AE}" pid="4" name="LastSaved">
    <vt:filetime>2026-02-19T00:00:00Z</vt:filetime>
  </property>
  <property fmtid="{D5CDD505-2E9C-101B-9397-08002B2CF9AE}" pid="5" name="Producer">
    <vt:lpwstr>Microsoft® PowerPoint® 2016</vt:lpwstr>
  </property>
</Properties>
</file>